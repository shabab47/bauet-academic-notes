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Century Gothic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mwqB7Da3+q7YDfBqQFFCWKW3i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enturyGothic-bold.fntdata"/><Relationship Id="rId14" Type="http://schemas.openxmlformats.org/officeDocument/2006/relationships/font" Target="fonts/CenturyGothic-regular.fntdata"/><Relationship Id="rId17" Type="http://schemas.openxmlformats.org/officeDocument/2006/relationships/font" Target="fonts/CenturyGothic-boldItalic.fntdata"/><Relationship Id="rId16" Type="http://schemas.openxmlformats.org/officeDocument/2006/relationships/font" Target="fonts/CenturyGothic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1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14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1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15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15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1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18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1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19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2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2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22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2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22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2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24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24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24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24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24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24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4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2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25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25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25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25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25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25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25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25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25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25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2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23" Type="http://schemas.openxmlformats.org/officeDocument/2006/relationships/theme" Target="../theme/theme1.xml"/><Relationship Id="rId1" Type="http://schemas.openxmlformats.org/officeDocument/2006/relationships/image" Target="../media/image5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0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0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0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10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0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1154955" y="369627"/>
            <a:ext cx="9517594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</a:pPr>
            <a:r>
              <a:rPr lang="en-US" sz="4800"/>
              <a:t>Lecture – 5</a:t>
            </a:r>
            <a:br>
              <a:rPr lang="en-US" sz="4800"/>
            </a:br>
            <a:r>
              <a:rPr lang="en-US" sz="4800"/>
              <a:t>Introducing C’s program Control Statement</a:t>
            </a:r>
            <a:endParaRPr sz="4800"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1154955" y="4777380"/>
            <a:ext cx="9517594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Become familiar with </a:t>
            </a:r>
            <a:r>
              <a:rPr b="1" lang="en-US"/>
              <a:t>if</a:t>
            </a:r>
            <a:endParaRPr b="1"/>
          </a:p>
        </p:txBody>
      </p:sp>
      <p:sp>
        <p:nvSpPr>
          <p:cNvPr id="154" name="Google Shape;154;p2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if statement is one of the C’s selection statements (sometimes called conditional statements).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Selection Statements make decisions based upon the outcome of some condition.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55" name="Google Shape;15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9744" y="3606392"/>
            <a:ext cx="8532996" cy="2275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 txBox="1"/>
          <p:nvPr>
            <p:ph idx="1" type="body"/>
          </p:nvPr>
        </p:nvSpPr>
        <p:spPr>
          <a:xfrm>
            <a:off x="1103312" y="832514"/>
            <a:ext cx="8946541" cy="5415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The if statement checks whether the text expression inside parenthesis () is true or not.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If the test expression is true, statement/s inside the body of if statement is executed.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If test is false, statement/s inside body of if is ignored.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For example: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if( 10 &gt; 9 )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	printf(“this will be printed”);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This will print the message as the condition evaluates to be true.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>
            <p:ph idx="1" type="body"/>
          </p:nvPr>
        </p:nvSpPr>
        <p:spPr>
          <a:xfrm>
            <a:off x="1103312" y="1091822"/>
            <a:ext cx="8946541" cy="5156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/>
              <a:t>Let us consider another example: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 if( 5 &gt; 9 )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		printf(“this will not  be printed”);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}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/>
              <a:t>This will not print the message as the condition evaluates to be false.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Flow Chart of if statement</a:t>
            </a:r>
            <a:endParaRPr/>
          </a:p>
        </p:txBody>
      </p:sp>
      <p:pic>
        <p:nvPicPr>
          <p:cNvPr id="171" name="Google Shape;171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3614" y="1265061"/>
            <a:ext cx="8323467" cy="5395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177" name="Google Shape;177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272" y="941696"/>
            <a:ext cx="11060382" cy="5745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183" name="Google Shape;183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111" y="1023582"/>
            <a:ext cx="10981782" cy="563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#include 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int main()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{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 int num;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	printf(“Enter an integer”);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	scanf((“%d”,&amp;num);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	if(num &lt; 0 ) printf(“Number is negative”);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	if(num &gt; -1) printf(“Number is non- negative”);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	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/>
          <p:nvPr>
            <p:ph idx="1" type="body"/>
          </p:nvPr>
        </p:nvSpPr>
        <p:spPr>
          <a:xfrm>
            <a:off x="1103312" y="614150"/>
            <a:ext cx="8946541" cy="5882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This program displays two numbers and asks user what the answer is.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The program then tells the user if the answer is right or wrong.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#include&lt;stdio.h&gt;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int main()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int answer;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printf(“What is 10 + 14”);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scanf(“%d”,&amp;answer);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if(answer== 10+14)</a:t>
            </a:r>
            <a:br>
              <a:rPr lang="en-US"/>
            </a:br>
            <a:r>
              <a:rPr lang="en-US"/>
              <a:t>	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	printf(“Right”);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2015-07-23T18:08:24Z</dcterms:created>
  <dc:creator>hp</dc:creator>
</cp:coreProperties>
</file>