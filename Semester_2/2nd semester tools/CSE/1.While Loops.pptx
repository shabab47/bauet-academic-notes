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QiepawaWbBPVz5beG5TyHWQdh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FE2067-4E4C-428A-BEF7-EA24CD30BEF4}">
  <a:tblStyle styleId="{D3FE2067-4E4C-428A-BEF7-EA24CD30BEF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2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4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4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4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4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4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4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4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5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5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5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5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5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5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5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5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5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5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0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4CB9C3">
                  <a:alpha val="13725"/>
                </a:srgbClr>
              </a:gs>
              <a:gs pos="36000">
                <a:srgbClr val="4CB9C3">
                  <a:alpha val="6666"/>
                </a:srgbClr>
              </a:gs>
              <a:gs pos="73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0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4CB9C3">
                  <a:alpha val="8627"/>
                </a:srgbClr>
              </a:gs>
              <a:gs pos="36000">
                <a:srgbClr val="4CB9C3">
                  <a:alpha val="4705"/>
                </a:srgbClr>
              </a:gs>
              <a:gs pos="66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0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4CB9C3">
                  <a:alpha val="10980"/>
                </a:srgbClr>
              </a:gs>
              <a:gs pos="36000">
                <a:srgbClr val="4CB9C3">
                  <a:alpha val="9803"/>
                </a:srgbClr>
              </a:gs>
              <a:gs pos="75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4CB9C3">
                  <a:alpha val="7843"/>
                </a:srgbClr>
              </a:gs>
              <a:gs pos="36000">
                <a:srgbClr val="4CB9C3">
                  <a:alpha val="7843"/>
                </a:srgbClr>
              </a:gs>
              <a:gs pos="72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Lecture 10</a:t>
            </a:r>
            <a:br>
              <a:rPr lang="en-US"/>
            </a:br>
            <a:r>
              <a:rPr lang="en-US"/>
              <a:t>Looping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Loops: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Loops are used to repeat a block of code.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Loops causes program to execute the certain block of code repeatedly until some conditions are satisfied.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That is loops are used in performing repetitive work in programming.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For example : Suppose you want to execute some code/s 10 times. You can perform it by writing that code/s only one time and repeat the execution 10 times using loop.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 txBox="1"/>
          <p:nvPr>
            <p:ph idx="1" type="body"/>
          </p:nvPr>
        </p:nvSpPr>
        <p:spPr>
          <a:xfrm>
            <a:off x="457200" y="4572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loop statement allows us to execute a statement or group of statements multiple times and following is the general form of a loop statement in most of the programming languages:</a:t>
            </a:r>
            <a:endParaRPr/>
          </a:p>
          <a:p>
            <a:pPr indent="-241306" lvl="0" marL="342906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60" name="Google Shape;1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09800"/>
            <a:ext cx="80010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Types of Loops: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 programming language provides the following types of loop to handle looping requirements.</a:t>
            </a:r>
            <a:endParaRPr/>
          </a:p>
        </p:txBody>
      </p:sp>
      <p:graphicFrame>
        <p:nvGraphicFramePr>
          <p:cNvPr id="167" name="Google Shape;167;p4"/>
          <p:cNvGraphicFramePr/>
          <p:nvPr/>
        </p:nvGraphicFramePr>
        <p:xfrm>
          <a:off x="533400" y="2466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{D3FE2067-4E4C-428A-BEF7-EA24CD30BEF4}</a:tableStyleId>
              </a:tblPr>
              <a:tblGrid>
                <a:gridCol w="1905000"/>
                <a:gridCol w="6248400"/>
              </a:tblGrid>
              <a:tr h="50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Loop Type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09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>
                          <a:solidFill>
                            <a:srgbClr val="FEFEFE"/>
                          </a:solidFill>
                        </a:rPr>
                        <a:t>while loop</a:t>
                      </a:r>
                      <a:endParaRPr sz="1800" u="none">
                        <a:solidFill>
                          <a:srgbClr val="FEFEFE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Repeats a statement or group of statements while a given condition is true. It tests the condition before executing the loop body.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4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for loop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Execute a sequence of statements multiple times and abbreviates the code that manages the loop variable.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4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do...while loop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Like a while statement, except that it tests the condition at the end of the loop body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nested loops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You can use one or more loop inside any another while, for or do..while loop.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Syntax of while loop</a:t>
            </a:r>
            <a:endParaRPr/>
          </a:p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while (test expression)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	statement/s to be executed.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Loops has four parts :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Declaration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Initialization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Condition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Increment/Decrement.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The while loop checks whether the  test expression is true or not.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If it is true, code/s inside the body of while loop is executed, that is, code/s inside the braces { } are executed.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Then again the test expression is checked whether test expression is true or not.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/>
              <a:t>This process continues until the test expression becomes false.</a:t>
            </a:r>
            <a:endParaRPr/>
          </a:p>
          <a:p>
            <a:pPr indent="-241306" lvl="0" marL="342906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Flow Chart of While loop</a:t>
            </a:r>
            <a:endParaRPr/>
          </a:p>
        </p:txBody>
      </p:sp>
      <p:pic>
        <p:nvPicPr>
          <p:cNvPr id="185" name="Google Shape;18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6770" y="2616780"/>
            <a:ext cx="4372585" cy="3067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 example:</a:t>
            </a:r>
            <a:endParaRPr/>
          </a:p>
        </p:txBody>
      </p:sp>
      <p:sp>
        <p:nvSpPr>
          <p:cNvPr id="191" name="Google Shape;191;p8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Print all numbers from 1 -100.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int i;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i=1;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while (i&lt;=100)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printf(“%d\n”,i);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i=i+1;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another example:</a:t>
            </a:r>
            <a:endParaRPr/>
          </a:p>
        </p:txBody>
      </p:sp>
      <p:sp>
        <p:nvSpPr>
          <p:cNvPr id="197" name="Google Shape;197;p9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Print all even numbers from 500 to 1000.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#include&lt;stdio.h&gt;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int i;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i=500;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while (i&lt;=1000)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printf(“%d\n”,i);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	i=i+2;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	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  <a:p>
            <a:pPr indent="-264166" lvl="0" marL="342906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64166" lvl="0" marL="342906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bauet</dc:creator>
</cp:coreProperties>
</file>