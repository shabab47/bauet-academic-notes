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HRc9Ub4DQWi/tzDAInZZFxFq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6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3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3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5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5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5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5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5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5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6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6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6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6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6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6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6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6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6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6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1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4CB9C3">
                  <a:alpha val="13725"/>
                </a:srgbClr>
              </a:gs>
              <a:gs pos="36000">
                <a:srgbClr val="4CB9C3">
                  <a:alpha val="6666"/>
                </a:srgbClr>
              </a:gs>
              <a:gs pos="73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1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4CB9C3">
                  <a:alpha val="8627"/>
                </a:srgbClr>
              </a:gs>
              <a:gs pos="36000">
                <a:srgbClr val="4CB9C3">
                  <a:alpha val="4705"/>
                </a:srgbClr>
              </a:gs>
              <a:gs pos="66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1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4CB9C3">
                  <a:alpha val="10980"/>
                </a:srgbClr>
              </a:gs>
              <a:gs pos="36000">
                <a:srgbClr val="4CB9C3">
                  <a:alpha val="9803"/>
                </a:srgbClr>
              </a:gs>
              <a:gs pos="75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1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4CB9C3">
                  <a:alpha val="7843"/>
                </a:srgbClr>
              </a:gs>
              <a:gs pos="36000">
                <a:srgbClr val="4CB9C3">
                  <a:alpha val="7843"/>
                </a:srgbClr>
              </a:gs>
              <a:gs pos="72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Lecture 13</a:t>
            </a:r>
            <a:br>
              <a:rPr lang="en-US"/>
            </a:br>
            <a:r>
              <a:rPr lang="en-US"/>
              <a:t>do … while loops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 </a:t>
            </a:r>
            <a:r>
              <a:rPr b="1" lang="en-US"/>
              <a:t>do...while loops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In C, do...while loop is very similar to while loop. </a:t>
            </a:r>
            <a:endParaRPr sz="2400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Only difference between these two loops is that, in while loops, test expression is checked at first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But, in do...while loop code is executed at first then the condition is checked. </a:t>
            </a:r>
            <a:endParaRPr sz="2400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So, the code are executed at least once in do...while loops.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Syntax of do … while loops</a:t>
            </a:r>
            <a:endParaRPr/>
          </a:p>
        </p:txBody>
      </p:sp>
      <p:pic>
        <p:nvPicPr>
          <p:cNvPr id="159" name="Google Shape;15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679" y="2438400"/>
            <a:ext cx="7106642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Explanation:</a:t>
            </a:r>
            <a:endParaRPr/>
          </a:p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At first codes inside body of do is executed.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Then, the test expression is checked.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it is true, code/s inside body of do are executed again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process continues until test expression becomes false(zero).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Notice, there is semicolon in the end of while (); in do...while loop.</a:t>
            </a:r>
            <a:endParaRPr/>
          </a:p>
          <a:p>
            <a:pPr indent="-241306" lvl="0" marL="342906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Flowchart of do … while loops</a:t>
            </a:r>
            <a:endParaRPr/>
          </a:p>
        </p:txBody>
      </p:sp>
      <p:pic>
        <p:nvPicPr>
          <p:cNvPr id="171" name="Google Shape;17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9086" y="2793017"/>
            <a:ext cx="4867954" cy="271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 example:</a:t>
            </a:r>
            <a:endParaRPr/>
          </a:p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Write a C program to add all the numbers entered by a user until user enters 0.</a:t>
            </a:r>
            <a:endParaRPr/>
          </a:p>
          <a:p>
            <a:pPr indent="-241306" lvl="0" marL="342906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71800"/>
            <a:ext cx="82296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19" y="609600"/>
            <a:ext cx="8000999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491836" y="3505200"/>
            <a:ext cx="81534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this C program, user is asked a number and it is added with </a:t>
            </a:r>
            <a:r>
              <a:rPr b="0" i="1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Then, only the test condition in the do...while loop is checked. 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test condition is true,i.e, </a:t>
            </a:r>
            <a:r>
              <a:rPr b="0" i="1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not equal to 0, the body of do...while loop is again executed until </a:t>
            </a:r>
            <a:r>
              <a:rPr b="0" i="1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equals to zero.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Let’s Review what we have learned so far:</a:t>
            </a:r>
            <a:endParaRPr/>
          </a:p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In do… while  the condition is tested at the end of the block instead of the beginning, so the block will be executed at least once.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If the condition is true, we jump back to the beginning of the block and execute it again.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A do..while loop is almost the same as a while loop except that the loop body is guaranteed to execute at least once.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A while loop says "Loop while the condition is true, and execute this block of code",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A do..while loop says "Execute this block of code, and then continue to loop while the condition is true".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another example:</a:t>
            </a:r>
            <a:endParaRPr/>
          </a:p>
        </p:txBody>
      </p:sp>
      <p:sp>
        <p:nvSpPr>
          <p:cNvPr id="196" name="Google Shape;196;p9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#include &lt;stdio.h&gt;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int x;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x = 0;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do {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/* "Hello, world!" is printed at least one time even though 	the condition is false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	printf( "Hello, world!\n" 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while ( x != 0 );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Caution!!!!!!!!</a:t>
            </a:r>
            <a:endParaRPr/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Keep in mind that you must include a trailing semi-colon after the while in the above example.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A common error is to forget that a do..while loop must be terminated with a semicolon (the other loops should not be terminated with a semicolon, adding to the confusion).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Notice that this loop will execute once, because it automatically executes before checking the condition.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bauet</dc:creator>
</cp:coreProperties>
</file>