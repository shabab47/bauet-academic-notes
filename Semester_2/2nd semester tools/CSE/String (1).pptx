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6858000" cx="12192000"/>
  <p:notesSz cx="6858000" cy="9144000"/>
  <p:embeddedFontLst>
    <p:embeddedFont>
      <p:font typeface="Century Gothic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i1B7EN4iYzt9tzaOivy8Ey1NSA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Gothic-boldItalic.fntdata"/><Relationship Id="rId20" Type="http://schemas.openxmlformats.org/officeDocument/2006/relationships/slide" Target="slides/slide16.xml"/><Relationship Id="rId41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CenturyGothic-regular.fntdata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CenturyGothic-italic.fntdata"/><Relationship Id="rId16" Type="http://schemas.openxmlformats.org/officeDocument/2006/relationships/slide" Target="slides/slide12.xml"/><Relationship Id="rId38" Type="http://schemas.openxmlformats.org/officeDocument/2006/relationships/font" Target="fonts/CenturyGothic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4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3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6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6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3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7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37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3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8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38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38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38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3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1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1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41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4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2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2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42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4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3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43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4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4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4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4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5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5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45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4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45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45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6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6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4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7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47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47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47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47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47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47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47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8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48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48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48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48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48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48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48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48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48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8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9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4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0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50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5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2.xml"/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3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33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33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33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33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3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3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3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3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</a:pPr>
            <a:r>
              <a:rPr lang="en-US"/>
              <a:t>Strings in c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Strings</a:t>
            </a:r>
            <a:endParaRPr/>
          </a:p>
        </p:txBody>
      </p:sp>
      <p:sp>
        <p:nvSpPr>
          <p:cNvPr id="153" name="Google Shape;153;p2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In C programming, array of character are called strings.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string is terminated by null character /0.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"c string tutorial"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Here, "c string tutorial" is a string.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 When, compiler encounters strings, it appends null character at the end of string.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54" name="Google Shape;15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6778" y="4979340"/>
            <a:ext cx="8833075" cy="684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Declaration of strings</a:t>
            </a:r>
            <a:endParaRPr/>
          </a:p>
        </p:txBody>
      </p:sp>
      <p:sp>
        <p:nvSpPr>
          <p:cNvPr id="160" name="Google Shape;160;p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Strings are declared in C in similar manner as arrays.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Only difference is that, strings are of char type.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char s[5];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61" name="Google Shape;1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8405" y="3532459"/>
            <a:ext cx="4246610" cy="711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Initialization of strings</a:t>
            </a:r>
            <a:br>
              <a:rPr lang="en-US"/>
            </a:br>
            <a:endParaRPr/>
          </a:p>
        </p:txBody>
      </p:sp>
      <p:sp>
        <p:nvSpPr>
          <p:cNvPr id="167" name="Google Shape;167;p4"/>
          <p:cNvSpPr txBox="1"/>
          <p:nvPr>
            <p:ph idx="1" type="body"/>
          </p:nvPr>
        </p:nvSpPr>
        <p:spPr>
          <a:xfrm>
            <a:off x="1104293" y="1446924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In C, string can be initialized in different number of ways.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char c[]="abcd";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 OR,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char c[5]="abcd";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 OR,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char c[]={'a','b','c','d','\0'};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 OR;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char c[5]={'a','b','c','d','\0'};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4336" y="5522684"/>
            <a:ext cx="4885898" cy="768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char greeting[6] = {'H', 'e', 'l', 'l', 'o', '\0'};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If you follow the rule of array initialization then you can write the above statement as follows: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char greeting[] = "Hello";</a:t>
            </a:r>
            <a:endParaRPr/>
          </a:p>
        </p:txBody>
      </p:sp>
      <p:pic>
        <p:nvPicPr>
          <p:cNvPr id="175" name="Google Shape;1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3311" y="3773446"/>
            <a:ext cx="8946541" cy="2474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1" lang="en-US"/>
              <a:t>string in/output:</a:t>
            </a:r>
            <a:br>
              <a:rPr b="1" lang="en-US"/>
            </a:br>
            <a:endParaRPr/>
          </a:p>
        </p:txBody>
      </p:sp>
      <p:sp>
        <p:nvSpPr>
          <p:cNvPr id="181" name="Google Shape;181;p6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scanf("%s",&amp;S);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printf("%s",S);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Reading words from user.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char c[20];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scanf("%s",c);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String variable c can only take a word using scanf().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It is because when white space is encountered, the scanf() function terminates.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Write a C program to illustrate how to read string from terminal.</a:t>
            </a:r>
            <a:br>
              <a:rPr lang="en-US"/>
            </a:br>
            <a:endParaRPr/>
          </a:p>
        </p:txBody>
      </p:sp>
      <p:sp>
        <p:nvSpPr>
          <p:cNvPr id="187" name="Google Shape;187;p7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main(){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char name[20];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printf("Enter name: 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scanf("%s",name);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printf("Your name is %s.",name);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Output</a:t>
            </a:r>
            <a:br>
              <a:rPr lang="en-US"/>
            </a:br>
            <a:endParaRPr/>
          </a:p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Enter name: Dennis Ritchie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Your name is Dennis.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Here, program will ignore Ritchie because,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scanf() function takes only string before the white space.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Reading a line of text</a:t>
            </a:r>
            <a:endParaRPr/>
          </a:p>
        </p:txBody>
      </p:sp>
      <p:sp>
        <p:nvSpPr>
          <p:cNvPr id="199" name="Google Shape;199;p9"/>
          <p:cNvSpPr txBox="1"/>
          <p:nvPr>
            <p:ph idx="1" type="body"/>
          </p:nvPr>
        </p:nvSpPr>
        <p:spPr>
          <a:xfrm>
            <a:off x="1103312" y="1392072"/>
            <a:ext cx="8946541" cy="5465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C program to read line of text manually.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char name[30],ch;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int i=0;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printf("Enter name: 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while(ch!='\n')    // terminates if user hit enter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ch=getchar();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name[i]=ch;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i++;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name[i]='\0';       // inserting null character at end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printf("Name: %s",name);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/>
          <p:nvPr>
            <p:ph idx="1" type="body"/>
          </p:nvPr>
        </p:nvSpPr>
        <p:spPr>
          <a:xfrm>
            <a:off x="1103312" y="614150"/>
            <a:ext cx="8946541" cy="563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This process to take string is tedious. There are predefined functions gets() and puts in C language to read and display string respectively.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main(){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char name[30];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printf("Enter name: 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n-US"/>
              <a:t>    gets(name);     </a:t>
            </a:r>
            <a:r>
              <a:rPr lang="en-US"/>
              <a:t>//Function to read string from user.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printf("Name: 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n-US"/>
              <a:t>    puts(name);    </a:t>
            </a:r>
            <a:r>
              <a:rPr lang="en-US"/>
              <a:t>//Function to display string.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Both, the above program has same output below: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Output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Enter name: Tom Hanks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Name: Tom Hanks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/>
          <p:nvPr>
            <p:ph idx="1" type="body"/>
          </p:nvPr>
        </p:nvSpPr>
        <p:spPr>
          <a:xfrm>
            <a:off x="1103312" y="409434"/>
            <a:ext cx="8946541" cy="6448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Passing Strings to Functions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String can be passed to function in similar manner as arrays as, string is also an array.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void Display(char ch[]);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int main(){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    char c[50];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    printf("Enter string: 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    gets(c);        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    Display(c);     // Passing string c to function.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void Display(char ch[]){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    printf("String Output: 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    puts(ch);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}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Here, string c is passed from main() function to user-defined function Display().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 function declaration, ch[] is the formal argument.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String handling functions</a:t>
            </a:r>
            <a:br>
              <a:rPr lang="en-US"/>
            </a:br>
            <a:endParaRPr/>
          </a:p>
        </p:txBody>
      </p:sp>
      <p:sp>
        <p:nvSpPr>
          <p:cNvPr id="221" name="Google Shape;221;p1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You can perform different type of string operations manually like: finding length of string, concatenating(joining) two strings etc.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But, for programmers ease, many library function are defined under header file &lt;string.h&gt; to handle these commonly used talk in C programming.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Strings are often needed to be manipulated by programmer according to the need of a problem.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All string manipulation can be done manually by the programmer but, this makes programming complex and large.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To solve this, the C supports a large number of string handling functions.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Range of functions that manipulate null-terminated strings:</a:t>
            </a:r>
            <a:endParaRPr/>
          </a:p>
        </p:txBody>
      </p:sp>
      <p:sp>
        <p:nvSpPr>
          <p:cNvPr id="227" name="Google Shape;227;p14"/>
          <p:cNvSpPr txBox="1"/>
          <p:nvPr>
            <p:ph idx="1" type="body"/>
          </p:nvPr>
        </p:nvSpPr>
        <p:spPr>
          <a:xfrm>
            <a:off x="354842" y="2052918"/>
            <a:ext cx="9695011" cy="456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1 	strcpy(s1, s2);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Copies string s2 into string s1.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2 	strcat(s1, s2);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Concatenates string s2 onto the end of string s1.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3 	strlen(s1);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Returns the length of string s1.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4 	strcmp(s1, s2);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Returns 0 if s1 and s2 are the same; less than 0 if s1&lt;s2; greater than 0 if s1&gt;s2.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5 	strchr(s1, ch);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Returns a pointer to the first occurrence of character ch in string s1.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6 	strstr(s1, s2);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Returns a pointer to the first occurrence of string s2 in string s1.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/>
          <p:nvPr>
            <p:ph idx="1" type="body"/>
          </p:nvPr>
        </p:nvSpPr>
        <p:spPr>
          <a:xfrm>
            <a:off x="1103312" y="0"/>
            <a:ext cx="8946541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&lt;string.h&gt;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 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char str1[12] = "Hello";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char str2[12] = "World";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char str3[12];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int  len 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/* copy str1 into str3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strcpy(str3, str1);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printf("strcpy( str3, str1) :  %s\n", str3 );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/* concatenates str1 and str2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strcat( str1, str2);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printf("strcat( str1, str2):   %s\n", str1 );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/* total lenghth of str1 after concatenation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len = strlen(str1);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printf("strlen(str1) :  %d\n", len 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218" y="1173707"/>
            <a:ext cx="10590663" cy="5063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1" lang="en-US"/>
              <a:t>strlen()</a:t>
            </a:r>
            <a:br>
              <a:rPr b="1" lang="en-US"/>
            </a:br>
            <a:endParaRPr/>
          </a:p>
        </p:txBody>
      </p:sp>
      <p:sp>
        <p:nvSpPr>
          <p:cNvPr id="243" name="Google Shape;243;p17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In C, strlen() function calculates the length of string. It takes only one argument, i.e, string name.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Syntax of strlen()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temp_variable = strlen(string_name);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Function strlen() returns the value of type integer.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244" name="Google Shape;2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112" y="4341717"/>
            <a:ext cx="9403742" cy="2106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Example of strlen()</a:t>
            </a:r>
            <a:endParaRPr/>
          </a:p>
        </p:txBody>
      </p:sp>
      <p:sp>
        <p:nvSpPr>
          <p:cNvPr id="250" name="Google Shape;250;p18"/>
          <p:cNvSpPr txBox="1"/>
          <p:nvPr>
            <p:ph idx="1" type="body"/>
          </p:nvPr>
        </p:nvSpPr>
        <p:spPr>
          <a:xfrm>
            <a:off x="1103312" y="1733266"/>
            <a:ext cx="8946541" cy="5008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&lt;string.h&gt;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char a[20]="Program";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char b[20]={'P','r','o','g','r','a','m','\0'};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char c[20];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printf("Enter string: 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gets(c);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printf("Length of string a=%d \n",strlen(a));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//calculates the length of string before null charcter.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printf("Length of string b=%d \n",strlen(b));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printf("Length of string c=%d \n",strlen(c));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Output</a:t>
            </a:r>
            <a:br>
              <a:rPr lang="en-US"/>
            </a:br>
            <a:endParaRPr/>
          </a:p>
        </p:txBody>
      </p:sp>
      <p:sp>
        <p:nvSpPr>
          <p:cNvPr id="256" name="Google Shape;256;p19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Enter string: String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Length of string a=7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Length of string b=7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Length of string c=6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strcpy()</a:t>
            </a:r>
            <a:br>
              <a:rPr b="1" lang="en-US"/>
            </a:br>
            <a:endParaRPr/>
          </a:p>
        </p:txBody>
      </p:sp>
      <p:sp>
        <p:nvSpPr>
          <p:cNvPr id="262" name="Google Shape;262;p20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Function strcpy() copies the content of one string to the content of another string. It takes two arguments.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Syntax of strcpy()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strcpy ( destination , source);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Here, source and destination are both the name of the string.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This statement, copies the content of string source to the content of string destination.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Example of strcpy()</a:t>
            </a:r>
            <a:endParaRPr/>
          </a:p>
        </p:txBody>
      </p:sp>
      <p:sp>
        <p:nvSpPr>
          <p:cNvPr id="268" name="Google Shape;268;p2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&lt;string.h&gt;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char a[10],b[10];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printf("Enter string: 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gets(a);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strcpy(b,a);   //Content of string a is copied to string b.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printf("Copied string: 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puts(b);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Output</a:t>
            </a:r>
            <a:br>
              <a:rPr lang="en-US"/>
            </a:br>
            <a:endParaRPr/>
          </a:p>
        </p:txBody>
      </p:sp>
      <p:sp>
        <p:nvSpPr>
          <p:cNvPr id="274" name="Google Shape;274;p22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Enter string: Programming Tutorial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Copied string: Programming Tutorial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strcat()</a:t>
            </a:r>
            <a:endParaRPr/>
          </a:p>
        </p:txBody>
      </p:sp>
      <p:sp>
        <p:nvSpPr>
          <p:cNvPr id="280" name="Google Shape;280;p2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In C programming, strcat() concatenates(joins) two strings. It takes two arguments,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i.e, two strings and resultant string is stored in the first string specified in the argument.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Syntax of strcat()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strcat (first_string , second_string);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Example of strcat()</a:t>
            </a:r>
            <a:endParaRPr/>
          </a:p>
        </p:txBody>
      </p:sp>
      <p:sp>
        <p:nvSpPr>
          <p:cNvPr id="286" name="Google Shape;286;p24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#include &lt;string.h&gt;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main(){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char str1[]="This is ", str2[]=“England";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strcat(str1,str2);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//concatenates str1 and str2 and resultant string is stored in str1.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puts(str1);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puts(str2);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Output</a:t>
            </a:r>
            <a:br>
              <a:rPr lang="en-US"/>
            </a:br>
            <a:endParaRPr/>
          </a:p>
        </p:txBody>
      </p:sp>
      <p:sp>
        <p:nvSpPr>
          <p:cNvPr id="292" name="Google Shape;292;p25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This is England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England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strcmp()</a:t>
            </a:r>
            <a:endParaRPr/>
          </a:p>
        </p:txBody>
      </p:sp>
      <p:sp>
        <p:nvSpPr>
          <p:cNvPr id="298" name="Google Shape;298;p26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In C programming, strcmp() compares two string and returns value 0, if the two strings are equal.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Function strcmp() takes two arguments, i.e, name of two string to compare.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Syntax of strcmp()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temp_varaible= strcmp( string1, string2);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Example of strcmp()</a:t>
            </a:r>
            <a:endParaRPr/>
          </a:p>
        </p:txBody>
      </p:sp>
      <p:sp>
        <p:nvSpPr>
          <p:cNvPr id="304" name="Google Shape;304;p27"/>
          <p:cNvSpPr txBox="1"/>
          <p:nvPr>
            <p:ph idx="1" type="body"/>
          </p:nvPr>
        </p:nvSpPr>
        <p:spPr>
          <a:xfrm>
            <a:off x="1103312" y="1596788"/>
            <a:ext cx="8946541" cy="5145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&lt;string.h&gt;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char str1[30],str2[30];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printf("Enter first string: 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gets(str1);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printf("Enter second string: 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gets(str2);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if(strcmp(str1,str2)==0)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printf("Both strings are equal");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else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printf("Strings are unequal");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output</a:t>
            </a:r>
            <a:endParaRPr/>
          </a:p>
        </p:txBody>
      </p:sp>
      <p:sp>
        <p:nvSpPr>
          <p:cNvPr id="310" name="Google Shape;310;p28"/>
          <p:cNvSpPr txBox="1"/>
          <p:nvPr>
            <p:ph idx="1" type="body"/>
          </p:nvPr>
        </p:nvSpPr>
        <p:spPr>
          <a:xfrm>
            <a:off x="1103312" y="1269242"/>
            <a:ext cx="8946541" cy="4979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/>
              <a:t>Enter first string: Apple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n-US"/>
              <a:t>Enter second string: Apple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n-US"/>
              <a:t>Both strings are equal.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If two strings are not equal, strcmp() returns positive value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if ASCII value of first mismatching element of first string is greater than that of second string and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negative value if ASCII value of first mismatching element of first string is less than that of second string.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For example: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char str1[]="and",str2[]="cat";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temp=strcmp(str1,str2);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Since, ASCII value of 'a' is less than that of 'c', variable temp will be negative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strlwr()</a:t>
            </a:r>
            <a:endParaRPr/>
          </a:p>
        </p:txBody>
      </p:sp>
      <p:sp>
        <p:nvSpPr>
          <p:cNvPr id="316" name="Google Shape;316;p29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In C programming, strlwr() function converts all the uppercase characters in that string to lowercase characters.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resultant from strlwr() is stored in the same string.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Syntax of strlwr()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strlwr (string_name);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Example of strlwr()</a:t>
            </a:r>
            <a:endParaRPr/>
          </a:p>
        </p:txBody>
      </p:sp>
      <p:sp>
        <p:nvSpPr>
          <p:cNvPr id="322" name="Google Shape;322;p30"/>
          <p:cNvSpPr txBox="1"/>
          <p:nvPr>
            <p:ph idx="1" type="body"/>
          </p:nvPr>
        </p:nvSpPr>
        <p:spPr>
          <a:xfrm>
            <a:off x="1103312" y="2052918"/>
            <a:ext cx="8946541" cy="4648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&lt;string.h&gt;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char str1[]="LOWer Case";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puts(strlwr(str1));   //converts to lowercase and displays it.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Output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lower case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Function strlwr() leaves the lowercase characters as it is and converts uppercase characters to lowercase.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strupr()</a:t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In C programming, strupr() function converts all the lowercase characters in that string to uppercase characters.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resultant from strupr() is stored in the same string.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Syntax of strupr()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strupr (string_name);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Example of strupr()</a:t>
            </a:r>
            <a:endParaRPr/>
          </a:p>
        </p:txBody>
      </p:sp>
      <p:sp>
        <p:nvSpPr>
          <p:cNvPr id="334" name="Google Shape;334;p32"/>
          <p:cNvSpPr txBox="1"/>
          <p:nvPr>
            <p:ph idx="1" type="body"/>
          </p:nvPr>
        </p:nvSpPr>
        <p:spPr>
          <a:xfrm>
            <a:off x="1103312" y="1446663"/>
            <a:ext cx="8946541" cy="5281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&lt;string.h&gt;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char str1[]="UppEr Case";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puts(strupr(str1));   //Converts to uppercase and displays it.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Output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UPPER CASE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Function strupr() leaves the uppercase characters as it is and converts lowercase characters to uppercase.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2015-10-11T14:23:05Z</dcterms:created>
  <dc:creator>hp</dc:creator>
</cp:coreProperties>
</file>