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S6eeSzANvr6CvYpIgKsGEqDw5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834EE6-EBFB-4E06-AC42-E08BCD878203}">
  <a:tblStyle styleId="{49834EE6-EBFB-4E06-AC42-E08BCD878203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A85E808E-77F4-4835-9178-AA5EF3BAB47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6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9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3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5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5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5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5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6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6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6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6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6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6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6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6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6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1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1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1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1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154955" y="369627"/>
            <a:ext cx="9517594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</a:pPr>
            <a:r>
              <a:rPr lang="en-US" sz="4800"/>
              <a:t>Lecture – 1</a:t>
            </a:r>
            <a:br>
              <a:rPr lang="en-US" sz="4800"/>
            </a:br>
            <a:r>
              <a:rPr lang="en-US" sz="4800"/>
              <a:t>Introduction to Computer Programming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Basic Component of a c program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C program basically has the following component:</a:t>
            </a:r>
            <a:endParaRPr/>
          </a:p>
          <a:p>
            <a:pPr indent="-342900" lvl="1" marL="742950" rtl="0" algn="l"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AutoNum type="arabicPeriod"/>
            </a:pPr>
            <a:r>
              <a:rPr lang="en-US"/>
              <a:t>Preprocessor Commands</a:t>
            </a:r>
            <a:endParaRPr/>
          </a:p>
          <a:p>
            <a:pPr indent="-342900" lvl="1" marL="742950" rtl="0" algn="l"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AutoNum type="arabicPeriod"/>
            </a:pPr>
            <a:r>
              <a:rPr lang="en-US"/>
              <a:t>Functions</a:t>
            </a:r>
            <a:endParaRPr/>
          </a:p>
          <a:p>
            <a:pPr indent="-342900" lvl="1" marL="742950" rtl="0" algn="l"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AutoNum type="arabicPeriod"/>
            </a:pPr>
            <a:r>
              <a:rPr lang="en-US"/>
              <a:t>Variables</a:t>
            </a:r>
            <a:endParaRPr/>
          </a:p>
          <a:p>
            <a:pPr indent="-342900" lvl="1" marL="742950" rtl="0" algn="l"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AutoNum type="arabicPeriod"/>
            </a:pPr>
            <a:r>
              <a:rPr lang="en-US"/>
              <a:t>Statements &amp; Expressions</a:t>
            </a:r>
            <a:endParaRPr/>
          </a:p>
          <a:p>
            <a:pPr indent="-342900" lvl="1" marL="742950" rtl="0" algn="l">
              <a:spcBef>
                <a:spcPts val="1000"/>
              </a:spcBef>
              <a:spcAft>
                <a:spcPts val="0"/>
              </a:spcAft>
              <a:buSzPts val="1440"/>
              <a:buFont typeface="Century Gothic"/>
              <a:buAutoNum type="arabicPeriod"/>
            </a:pPr>
            <a:r>
              <a:rPr lang="en-US"/>
              <a:t>Comments</a:t>
            </a:r>
            <a:endParaRPr/>
          </a:p>
          <a:p>
            <a:pPr indent="0" lvl="1" marL="4572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>
            <p:ph type="title"/>
          </p:nvPr>
        </p:nvSpPr>
        <p:spPr>
          <a:xfrm>
            <a:off x="646111" y="452718"/>
            <a:ext cx="9404723" cy="880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C Basic Program</a:t>
            </a:r>
            <a:r>
              <a:rPr lang="en-US"/>
              <a:t> </a:t>
            </a:r>
            <a:r>
              <a:rPr b="1" lang="en-US"/>
              <a:t>and Explanation</a:t>
            </a:r>
            <a:endParaRPr b="1"/>
          </a:p>
        </p:txBody>
      </p:sp>
      <p:graphicFrame>
        <p:nvGraphicFramePr>
          <p:cNvPr id="159" name="Google Shape;159;p3"/>
          <p:cNvGraphicFramePr/>
          <p:nvPr/>
        </p:nvGraphicFramePr>
        <p:xfrm>
          <a:off x="876301" y="12065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{49834EE6-EBFB-4E06-AC42-E08BCD878203}</a:tableStyleId>
              </a:tblPr>
              <a:tblGrid>
                <a:gridCol w="822025"/>
                <a:gridCol w="2851875"/>
                <a:gridCol w="5500275"/>
              </a:tblGrid>
              <a:tr h="4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S. no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Code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Explanation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03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#include &lt;stdio.h&gt;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This is a preprocessor command that includes standard input output header file(stdio.h) from the C library before compiling a C program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 main()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This is the main function from where execution of any C program begins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{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This indicates the beginning of the main function.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/*_some_comments_*/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whatever is given inside the command “/*   */” in any C program, won’t be considered for compilation and execution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printf(“Hello_World! “);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printf command prints the output onto the screen.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return 0;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This command terminates C program (main function) and returns 0.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}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This indicates the end of the main function.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208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Comments in C</a:t>
            </a:r>
            <a:endParaRPr/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 comment is a note to yourself or others that you put in your source code.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All comments are ignored by compiler.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Comments are used primarily to document the meaning and purpose of your source code , so that you can remember later how it functions and how to use it.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Comments are mainly two types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Single line Comment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Multi line Comment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Single Line Comment</a:t>
            </a:r>
            <a:br>
              <a:rPr b="1" lang="en-US"/>
            </a:br>
            <a:endParaRPr/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Single Line Comment is used to  comment out just Single Line in the Code. It is used to provide One Liner Description of line.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b="1" lang="en-US" sz="2400" u="sng"/>
              <a:t>Basic Characters of Single Line Comment: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Single Line Comment Can be Placed Anywhere except the middle of any c keyword, function name, or variable name</a:t>
            </a:r>
            <a:r>
              <a:rPr b="1" lang="en-US"/>
              <a:t>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Single Line Comment </a:t>
            </a:r>
            <a:r>
              <a:rPr b="1" lang="en-US"/>
              <a:t>Starts with ‘//’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Any Symbols written after ‘//’ are </a:t>
            </a:r>
            <a:r>
              <a:rPr b="1" lang="en-US"/>
              <a:t>ignored by Compiler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Comment cannot hide statements written before ‘//’ and On the Successive new line</a:t>
            </a:r>
            <a:endParaRPr/>
          </a:p>
          <a:p>
            <a:pPr indent="-194309" lvl="1" marL="74295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Multi Line Comment</a:t>
            </a:r>
            <a:br>
              <a:rPr b="1" lang="en-US"/>
            </a:br>
            <a:endParaRPr/>
          </a:p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Multi line comments can extend over several line or may be confined within a line.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rPr b="1" lang="en-US" sz="2400" u="sng"/>
              <a:t>Basic Characters of Multi Line Comment:</a:t>
            </a:r>
            <a:endParaRPr sz="2400"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Multi line comment can be placed anywhere except the middle of any c keyword, function name, or variable name.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Multi line comment starts with /*.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Multi line comment ends with */.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Any symbols written between '/*'  and '*/' are ignored by Compiler.</a:t>
            </a:r>
            <a:endParaRPr/>
          </a:p>
          <a:p>
            <a:pPr indent="-457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AutoNum type="arabicPeriod"/>
            </a:pPr>
            <a:r>
              <a:rPr lang="en-US"/>
              <a:t>It can be split over multiple lines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another example:</a:t>
            </a:r>
            <a:endParaRPr/>
          </a:p>
        </p:txBody>
      </p:sp>
      <p:sp>
        <p:nvSpPr>
          <p:cNvPr id="183" name="Google Shape;183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#include &lt;stdio.h&gt;      //This is needed to run printf() function.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int main()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printf("C Programming");  //displays the content inside quotation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return 0;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}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 u="sng"/>
              <a:t>Output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/>
              <a:t>C Programming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Explanation of How this program works</a:t>
            </a:r>
            <a:endParaRPr/>
          </a:p>
        </p:txBody>
      </p:sp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Every program starts from main() function.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printf() is a library function to display output which only works if #include&lt;stdio.h&gt;is included at the beginning.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Here, stdio.h is a header file (standard input output header file) and #include is command to paste the code from the header file when necessary. When compiler encounters printf() function and doesn't find stdio.h header file, compiler shows error.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Code return 0; indicates the end of program. You can ignore this statement but, it is good programming practice to use return 0;.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type="title"/>
          </p:nvPr>
        </p:nvSpPr>
        <p:spPr>
          <a:xfrm>
            <a:off x="646111" y="452718"/>
            <a:ext cx="9404723" cy="995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Escape Sequences</a:t>
            </a:r>
            <a:endParaRPr/>
          </a:p>
        </p:txBody>
      </p:sp>
      <p:graphicFrame>
        <p:nvGraphicFramePr>
          <p:cNvPr id="195" name="Google Shape;195;p9"/>
          <p:cNvGraphicFramePr/>
          <p:nvPr/>
        </p:nvGraphicFramePr>
        <p:xfrm>
          <a:off x="825500" y="157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{A85E808E-77F4-4835-9178-AA5EF3BAB475}</a:tableStyleId>
              </a:tblPr>
              <a:tblGrid>
                <a:gridCol w="4737100"/>
                <a:gridCol w="4737100"/>
              </a:tblGrid>
              <a:tr h="565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Escape Sequences</a:t>
                      </a:r>
                      <a:endParaRPr/>
                    </a:p>
                  </a:txBody>
                  <a:tcPr marT="129600" marB="129600" marR="82950" marL="8295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Character</a:t>
                      </a:r>
                      <a:endParaRPr/>
                    </a:p>
                  </a:txBody>
                  <a:tcPr marT="129600" marB="129600" marR="82950" marL="8295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\b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Backspace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\f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 feed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\n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Newline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\r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\t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Horizontal tab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\v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 tab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\\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Backslash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\'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quotation mark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\"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quotation mark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\?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 mark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8E9"/>
                    </a:solidFill>
                  </a:tcPr>
                </a:tc>
              </a:tr>
              <a:tr h="37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\0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Null character</a:t>
                      </a:r>
                      <a:endParaRPr/>
                    </a:p>
                  </a:txBody>
                  <a:tcPr marT="43200" marB="43200" marR="259200" marL="259200" anchor="ctr">
                    <a:lnL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BD5D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1" lang="en-US"/>
              <a:t>Steps to write C programs and get the output:</a:t>
            </a:r>
            <a:br>
              <a:rPr lang="en-US"/>
            </a:b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1103312" y="1853248"/>
            <a:ext cx="8946541" cy="4395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 </a:t>
            </a:r>
            <a:r>
              <a:rPr lang="en-US"/>
              <a:t>Below are the steps to be followed for any C program to create and get the output. This is common to all C program and there is no exception whether its a very small C program or very large C program.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6700" y="3149600"/>
            <a:ext cx="8318499" cy="2690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2015-07-23T18:08:24Z</dcterms:created>
  <dc:creator>hp</dc:creator>
</cp:coreProperties>
</file>