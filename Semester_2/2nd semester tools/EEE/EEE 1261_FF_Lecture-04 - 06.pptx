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80" r:id="rId13"/>
    <p:sldId id="273" r:id="rId14"/>
    <p:sldId id="275" r:id="rId15"/>
    <p:sldId id="276" r:id="rId16"/>
    <p:sldId id="277" r:id="rId17"/>
    <p:sldId id="278" r:id="rId18"/>
    <p:sldId id="265" r:id="rId19"/>
    <p:sldId id="260" r:id="rId20"/>
    <p:sldId id="279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2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6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4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3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2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2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8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8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4A1EA-5399-4D6F-8E05-26E60C814ACE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0D3C4-9D05-4572-B1DC-854EA2F00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6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254" y="319155"/>
            <a:ext cx="9927772" cy="2215039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  <a:b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&amp; Electronic 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245" y="2892490"/>
            <a:ext cx="9144000" cy="321875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Lecture: 04 - 06</a:t>
            </a:r>
          </a:p>
          <a:p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EEE </a:t>
            </a: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1261</a:t>
            </a:r>
            <a:endParaRPr lang="en-US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Electronic </a:t>
            </a: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 and Circuits</a:t>
            </a:r>
            <a:endParaRPr lang="en-US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Teacher: Ferdous Farjana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Lecturer, Dept. of EEE, BAUET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5275217" y="244510"/>
            <a:ext cx="1595846" cy="1422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0B49-63E1-425C-A215-81F132E972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0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Diode?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P-N Junction Diode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Current-Voltage Characteristics of A Diode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 Voltage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reakdown Voltage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Leakage Current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Current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otential Barrier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 P-N Junction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Problems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17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diode is a semiconductor device that essentially acts as a one-way switch for current.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current to flow easily in one direction but severely restricts current from flowing in the opposite direction.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Diodes are also known as rectifiers because they change AC current into DC current.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Diodes have polarity, determined by an anode (positive lead) and cathode (negative lead).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Diode?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49" y="5339987"/>
            <a:ext cx="2194559" cy="9719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7462" y="6176963"/>
            <a:ext cx="3213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1: Diode symbol.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7532" y="5542458"/>
            <a:ext cx="888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17722" y="5542458"/>
            <a:ext cx="113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Cathode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1434" y="5357792"/>
            <a:ext cx="527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8451" y="5357792"/>
            <a:ext cx="527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6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973389" cy="4351338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Bias: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 external voltage potential is applied to the p-n junction diode.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Bias: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voltage potential is connected negative (-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p-type material and positive (+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n-type material across the diode which has the effect of increasing the p-n junction diode’s width.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Bias: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voltage potential is connected positive (+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-type material and negative (-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n-type material across the diode which has the effect of decreasing the p-n junction diode’s width.</a:t>
            </a:r>
            <a:r>
              <a:rPr lang="en-US" b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u="sng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99269" y="1825624"/>
            <a:ext cx="3413760" cy="354756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P-N Junction Diode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891" y="5508125"/>
            <a:ext cx="3796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2: Characteristics of a p-n junction diode.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Current-Voltage Characteristics of A Diode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22" t="4293" r="12820" b="4278"/>
          <a:stretch/>
        </p:blipFill>
        <p:spPr>
          <a:xfrm>
            <a:off x="3387634" y="1690688"/>
            <a:ext cx="5512526" cy="372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0046" y="5886995"/>
            <a:ext cx="3335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3: I-V curve of a diode.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Knee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forward bias, the voltage at which the current starts to increase rapidly is called the knee voltage.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at which the diode starts its conduction is also called knee voltage.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005" y="3596640"/>
            <a:ext cx="3849187" cy="2045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79271" y="5864808"/>
                <a:ext cx="50334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4: Knee voltages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semiconductors.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271" y="5864808"/>
                <a:ext cx="5033458" cy="400110"/>
              </a:xfrm>
              <a:prstGeom prst="rect">
                <a:avLst/>
              </a:prstGeom>
              <a:blipFill>
                <a:blip r:embed="rId4"/>
                <a:stretch>
                  <a:fillRect l="-121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438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Breakdown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reverse bias, the voltage at which the current starts to flow and the diode gets damaged is called the breakdown voltage.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voltage.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0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Inverse Voltage (PIV) or Peak Reverse Voltage (PRV)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reverse bias potential that can be applied before entering the breakdown region is called the peak inverse voltage or peak reverse voltage.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73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Leakage Current or Reverse Saturation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3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saturation current is that part of the reverse current in a semiconductor diode caused by the diffusion of minority carriers from the neutral regions to the depletion region.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49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Current 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current is a current in a semiconductor caused by the diffusion of charge carriers (holes and/or electrons).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current exists even though there isn’t an electric field applied to the semiconductor.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14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Barrier 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 field between the acceptor and the donor ions is called a barrier.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otential barrier is the difference of potential from one side of the barrier to the other side.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4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Diode:</a:t>
            </a:r>
            <a:r>
              <a:rPr lang="en-US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diode is a diode that acts like a perfect conductor when voltage is applied forward-biased and like a perfect insulator when voltage is applied reverse-biased.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Diode:</a:t>
            </a:r>
            <a:r>
              <a:rPr lang="en-US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practical diode, there is very little forward current until the barrier voltage is reached. When reverse bias, only a small amount of current flows as long as the reverse voltage is less than the breakdown voltage of the device.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</p:spTree>
    <p:extLst>
      <p:ext uri="{BB962C8B-B14F-4D97-AF65-F5344CB8AC3E}">
        <p14:creationId xmlns:p14="http://schemas.microsoft.com/office/powerpoint/2010/main" val="175677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269" y="1969339"/>
            <a:ext cx="4116471" cy="32296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9269" y="5660572"/>
            <a:ext cx="465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5: Ideal diode vs. practical diode curve.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8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1815" y="2965522"/>
            <a:ext cx="4933951" cy="2674507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32617" y="2768736"/>
            <a:ext cx="4021183" cy="2674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32617" y="5640029"/>
            <a:ext cx="4145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7: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semiconductor diode: (a)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forward-biased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(b) reverse-biased.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48" y="5640029"/>
            <a:ext cx="4493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6: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Volt-Ampere characteristics curve for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47206" y="1690688"/>
                <a:ext cx="581732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F.B</a:t>
                </a:r>
              </a:p>
              <a:p>
                <a:pPr algn="just"/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R.B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06" y="1690688"/>
                <a:ext cx="5817326" cy="892552"/>
              </a:xfrm>
              <a:prstGeom prst="rect">
                <a:avLst/>
              </a:prstGeom>
              <a:blipFill>
                <a:blip r:embed="rId4"/>
                <a:stretch>
                  <a:fillRect l="-1887" t="-6122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65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3772" y="1690688"/>
            <a:ext cx="5281885" cy="3922788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5749" y="5791200"/>
            <a:ext cx="6453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8: Volt-Ampere characteristics curve for practical diode.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2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forward bias, if we increase the voltage the depletion layer reduces and the current will flow.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 certain voltage, the current will rapidly increase.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voltage is called knee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reverse bias, if we increase the voltage the depletion layer does not reduce and current will not flow.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 certain voltage, the charge carriers (holes/electrons) will breakdown, and current will flow.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</p:spTree>
    <p:extLst>
      <p:ext uri="{BB962C8B-B14F-4D97-AF65-F5344CB8AC3E}">
        <p14:creationId xmlns:p14="http://schemas.microsoft.com/office/powerpoint/2010/main" val="3325620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voltage is called the breakdown voltage. 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this voltage, the junction will get damaged by a high amount of current flow.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reverse bias, a very small amount of current will flow due to the minority carrier which is called saturation current or reverse bias current.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entering the breakdown region, the maximum voltage that can be applied to the reverse bias is called peak inverse voltage (PIV).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Diode Vs. Practical Diode</a:t>
            </a:r>
          </a:p>
        </p:txBody>
      </p:sp>
    </p:spTree>
    <p:extLst>
      <p:ext uri="{BB962C8B-B14F-4D97-AF65-F5344CB8AC3E}">
        <p14:creationId xmlns:p14="http://schemas.microsoft.com/office/powerpoint/2010/main" val="2774642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 P-N Junction Diode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Times New Roman" panose="02020603050405020304" pitchFamily="18" charset="0"/>
              <a:buChar char="⁕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as a rectifier that converts AC or bidirectional current into DC or unidirectional current.</a:t>
            </a:r>
          </a:p>
          <a:p>
            <a:pPr algn="just">
              <a:buFont typeface="Times New Roman" panose="02020603050405020304" pitchFamily="18" charset="0"/>
              <a:buChar char="⁕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used as detectors in RF, circuits, LEDs, PIN diodes, RF switches, clippers, etc.</a:t>
            </a:r>
          </a:p>
          <a:p>
            <a:pPr algn="just">
              <a:buFont typeface="Times New Roman" panose="02020603050405020304" pitchFamily="18" charset="0"/>
              <a:buChar char="⁕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as rectifiers, switching diodes,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diodes,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varactor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diodes (variable resistance), photodiodes, solar cells, Light Emitting Diodes, LASERs, etc.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27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Cambria Math" panose="02040503050406030204" pitchFamily="18" charset="0"/>
              <a:buChar char="♦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be discussed and solved in the classroom on the whiteboard.</a:t>
            </a:r>
          </a:p>
          <a:p>
            <a:pPr algn="just">
              <a:buFont typeface="Cambria Math" panose="02040503050406030204" pitchFamily="18" charset="0"/>
              <a:buChar char="♦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be provided with hand-notes.</a:t>
            </a:r>
          </a:p>
          <a:p>
            <a:pPr algn="just">
              <a:buFont typeface="Cambria Math" panose="02040503050406030204" pitchFamily="18" charset="0"/>
              <a:buChar char="♦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be practiced using books.</a:t>
            </a:r>
          </a:p>
          <a:p>
            <a:pPr algn="just">
              <a:buFont typeface="Cambria Math" panose="02040503050406030204" pitchFamily="18" charset="0"/>
              <a:buChar char="♦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be shown on the projector screen.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Problems</a:t>
            </a:r>
          </a:p>
        </p:txBody>
      </p:sp>
    </p:spTree>
    <p:extLst>
      <p:ext uri="{BB962C8B-B14F-4D97-AF65-F5344CB8AC3E}">
        <p14:creationId xmlns:p14="http://schemas.microsoft.com/office/powerpoint/2010/main" val="369488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 and Circuit Theory: Robert L.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Boylestad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Microelectronic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and Circuits: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Halkias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660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9127"/>
            <a:ext cx="10515600" cy="529978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0B49-63E1-425C-A215-81F132E972A8}" type="slidenum">
              <a:rPr lang="en-US" smtClean="0"/>
              <a:t>21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663" y="2847002"/>
            <a:ext cx="2098222" cy="20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85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978</Words>
  <Application>Microsoft Office PowerPoint</Application>
  <PresentationFormat>Widescreen</PresentationFormat>
  <Paragraphs>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Bangladesh Army University of Engineering &amp; Technology Department of Electrical &amp; Electronic Engineering</vt:lpstr>
      <vt:lpstr>Outline</vt:lpstr>
      <vt:lpstr>What is Diode?</vt:lpstr>
      <vt:lpstr>Characteristics of A P-N Junction Diode</vt:lpstr>
      <vt:lpstr>Current-Voltage Characteristics of A Diode</vt:lpstr>
      <vt:lpstr>Knee Voltage (V_K)</vt:lpstr>
      <vt:lpstr>Breakdown Voltage (V_B) </vt:lpstr>
      <vt:lpstr>Peak Inverse Voltage (PIV) or Peak Reverse Voltage (PRV) </vt:lpstr>
      <vt:lpstr>Leakage Current or Reverse Saturation Current (I_S)</vt:lpstr>
      <vt:lpstr>Diffusion Current </vt:lpstr>
      <vt:lpstr>Potential Barrier </vt:lpstr>
      <vt:lpstr>Ideal Diode Vs. Practical Diode</vt:lpstr>
      <vt:lpstr>Ideal Diode Vs. Practical Diode</vt:lpstr>
      <vt:lpstr>Ideal Diode Vs. Practical Diode</vt:lpstr>
      <vt:lpstr>Ideal Diode Vs. Practical Diode</vt:lpstr>
      <vt:lpstr>Ideal Diode Vs. Practical Diode</vt:lpstr>
      <vt:lpstr>Ideal Diode Vs. Practical Diode</vt:lpstr>
      <vt:lpstr>Applications of A P-N Junction Diode</vt:lpstr>
      <vt:lpstr>Mathematical Problems</vt:lpstr>
      <vt:lpstr>Reference Books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Army University of Engineering &amp; Technology Department of Electrical &amp; Electronic Engineering</dc:title>
  <dc:creator>Juhi</dc:creator>
  <cp:lastModifiedBy>Juhi</cp:lastModifiedBy>
  <cp:revision>48</cp:revision>
  <dcterms:created xsi:type="dcterms:W3CDTF">2024-07-14T17:33:43Z</dcterms:created>
  <dcterms:modified xsi:type="dcterms:W3CDTF">2025-01-29T04:31:04Z</dcterms:modified>
</cp:coreProperties>
</file>