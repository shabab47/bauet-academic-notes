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6" r:id="rId9"/>
    <p:sldId id="263" r:id="rId10"/>
    <p:sldId id="265"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8" d="100"/>
          <a:sy n="68" d="100"/>
        </p:scale>
        <p:origin x="43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6DC7C-657E-1604-8C35-DF9521FBA5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7DEC9A7-0388-9AF1-3FD3-1DD762A871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C56FA5B-EE2C-AAC1-251C-9C86CAA597E1}"/>
              </a:ext>
            </a:extLst>
          </p:cNvPr>
          <p:cNvSpPr>
            <a:spLocks noGrp="1"/>
          </p:cNvSpPr>
          <p:nvPr>
            <p:ph type="dt" sz="half" idx="10"/>
          </p:nvPr>
        </p:nvSpPr>
        <p:spPr/>
        <p:txBody>
          <a:bodyPr/>
          <a:lstStyle/>
          <a:p>
            <a:fld id="{B0A34D80-2345-41F9-AAF1-FCED994ACA33}" type="datetimeFigureOut">
              <a:rPr lang="en-US" smtClean="0"/>
              <a:t>08-Jul-24</a:t>
            </a:fld>
            <a:endParaRPr lang="en-US"/>
          </a:p>
        </p:txBody>
      </p:sp>
      <p:sp>
        <p:nvSpPr>
          <p:cNvPr id="5" name="Footer Placeholder 4">
            <a:extLst>
              <a:ext uri="{FF2B5EF4-FFF2-40B4-BE49-F238E27FC236}">
                <a16:creationId xmlns:a16="http://schemas.microsoft.com/office/drawing/2014/main" id="{3CF0935E-409C-24E4-A45D-1BBAB18428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06942A-41BB-1EFD-55ED-A00B5EDE39B5}"/>
              </a:ext>
            </a:extLst>
          </p:cNvPr>
          <p:cNvSpPr>
            <a:spLocks noGrp="1"/>
          </p:cNvSpPr>
          <p:nvPr>
            <p:ph type="sldNum" sz="quarter" idx="12"/>
          </p:nvPr>
        </p:nvSpPr>
        <p:spPr/>
        <p:txBody>
          <a:bodyPr/>
          <a:lstStyle/>
          <a:p>
            <a:fld id="{6D156C1F-5BE6-4310-BA93-596559CCA07B}" type="slidenum">
              <a:rPr lang="en-US" smtClean="0"/>
              <a:t>‹#›</a:t>
            </a:fld>
            <a:endParaRPr lang="en-US"/>
          </a:p>
        </p:txBody>
      </p:sp>
    </p:spTree>
    <p:extLst>
      <p:ext uri="{BB962C8B-B14F-4D97-AF65-F5344CB8AC3E}">
        <p14:creationId xmlns:p14="http://schemas.microsoft.com/office/powerpoint/2010/main" val="3277879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63CC6-E911-26BC-DF04-5DA289C87C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80B6F3-AFFF-80F9-F094-A2054177BE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9F28ED-72D3-AFB7-A382-3309025C6B47}"/>
              </a:ext>
            </a:extLst>
          </p:cNvPr>
          <p:cNvSpPr>
            <a:spLocks noGrp="1"/>
          </p:cNvSpPr>
          <p:nvPr>
            <p:ph type="dt" sz="half" idx="10"/>
          </p:nvPr>
        </p:nvSpPr>
        <p:spPr/>
        <p:txBody>
          <a:bodyPr/>
          <a:lstStyle/>
          <a:p>
            <a:fld id="{B0A34D80-2345-41F9-AAF1-FCED994ACA33}" type="datetimeFigureOut">
              <a:rPr lang="en-US" smtClean="0"/>
              <a:t>08-Jul-24</a:t>
            </a:fld>
            <a:endParaRPr lang="en-US"/>
          </a:p>
        </p:txBody>
      </p:sp>
      <p:sp>
        <p:nvSpPr>
          <p:cNvPr id="5" name="Footer Placeholder 4">
            <a:extLst>
              <a:ext uri="{FF2B5EF4-FFF2-40B4-BE49-F238E27FC236}">
                <a16:creationId xmlns:a16="http://schemas.microsoft.com/office/drawing/2014/main" id="{F0A29501-3DB0-1F67-2416-4B75FC25F5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A2BC4B-B920-6F1A-D28C-4211D66C5615}"/>
              </a:ext>
            </a:extLst>
          </p:cNvPr>
          <p:cNvSpPr>
            <a:spLocks noGrp="1"/>
          </p:cNvSpPr>
          <p:nvPr>
            <p:ph type="sldNum" sz="quarter" idx="12"/>
          </p:nvPr>
        </p:nvSpPr>
        <p:spPr/>
        <p:txBody>
          <a:bodyPr/>
          <a:lstStyle/>
          <a:p>
            <a:fld id="{6D156C1F-5BE6-4310-BA93-596559CCA07B}" type="slidenum">
              <a:rPr lang="en-US" smtClean="0"/>
              <a:t>‹#›</a:t>
            </a:fld>
            <a:endParaRPr lang="en-US"/>
          </a:p>
        </p:txBody>
      </p:sp>
    </p:spTree>
    <p:extLst>
      <p:ext uri="{BB962C8B-B14F-4D97-AF65-F5344CB8AC3E}">
        <p14:creationId xmlns:p14="http://schemas.microsoft.com/office/powerpoint/2010/main" val="1606172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A82DF-A0BF-9903-8687-E964CA3A78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E5EBCF-88EB-BC6A-BAC5-2418F76AA6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354E5-6D65-C084-88C8-77724FAB873B}"/>
              </a:ext>
            </a:extLst>
          </p:cNvPr>
          <p:cNvSpPr>
            <a:spLocks noGrp="1"/>
          </p:cNvSpPr>
          <p:nvPr>
            <p:ph type="dt" sz="half" idx="10"/>
          </p:nvPr>
        </p:nvSpPr>
        <p:spPr/>
        <p:txBody>
          <a:bodyPr/>
          <a:lstStyle/>
          <a:p>
            <a:fld id="{B0A34D80-2345-41F9-AAF1-FCED994ACA33}" type="datetimeFigureOut">
              <a:rPr lang="en-US" smtClean="0"/>
              <a:t>08-Jul-24</a:t>
            </a:fld>
            <a:endParaRPr lang="en-US"/>
          </a:p>
        </p:txBody>
      </p:sp>
      <p:sp>
        <p:nvSpPr>
          <p:cNvPr id="5" name="Footer Placeholder 4">
            <a:extLst>
              <a:ext uri="{FF2B5EF4-FFF2-40B4-BE49-F238E27FC236}">
                <a16:creationId xmlns:a16="http://schemas.microsoft.com/office/drawing/2014/main" id="{37712679-AB2E-F341-7909-108A292B93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583C82-9D2B-2EF4-0D95-0B8E4BD2D909}"/>
              </a:ext>
            </a:extLst>
          </p:cNvPr>
          <p:cNvSpPr>
            <a:spLocks noGrp="1"/>
          </p:cNvSpPr>
          <p:nvPr>
            <p:ph type="sldNum" sz="quarter" idx="12"/>
          </p:nvPr>
        </p:nvSpPr>
        <p:spPr/>
        <p:txBody>
          <a:bodyPr/>
          <a:lstStyle/>
          <a:p>
            <a:fld id="{6D156C1F-5BE6-4310-BA93-596559CCA07B}" type="slidenum">
              <a:rPr lang="en-US" smtClean="0"/>
              <a:t>‹#›</a:t>
            </a:fld>
            <a:endParaRPr lang="en-US"/>
          </a:p>
        </p:txBody>
      </p:sp>
    </p:spTree>
    <p:extLst>
      <p:ext uri="{BB962C8B-B14F-4D97-AF65-F5344CB8AC3E}">
        <p14:creationId xmlns:p14="http://schemas.microsoft.com/office/powerpoint/2010/main" val="4044601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922DC-2A8B-7858-C6C4-DD2C575F9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1C1D00-42D5-BE71-5417-E26C0444CA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EEF3151-CFD6-01BF-E33E-18A0E5A4B1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6DB5F66-AE41-DFD1-47FC-C024543A82DF}"/>
              </a:ext>
            </a:extLst>
          </p:cNvPr>
          <p:cNvSpPr>
            <a:spLocks noGrp="1"/>
          </p:cNvSpPr>
          <p:nvPr>
            <p:ph type="dt" sz="half" idx="10"/>
          </p:nvPr>
        </p:nvSpPr>
        <p:spPr/>
        <p:txBody>
          <a:bodyPr/>
          <a:lstStyle/>
          <a:p>
            <a:fld id="{B0A34D80-2345-41F9-AAF1-FCED994ACA33}" type="datetimeFigureOut">
              <a:rPr lang="en-US" smtClean="0"/>
              <a:t>08-Jul-24</a:t>
            </a:fld>
            <a:endParaRPr lang="en-US"/>
          </a:p>
        </p:txBody>
      </p:sp>
      <p:sp>
        <p:nvSpPr>
          <p:cNvPr id="6" name="Footer Placeholder 5">
            <a:extLst>
              <a:ext uri="{FF2B5EF4-FFF2-40B4-BE49-F238E27FC236}">
                <a16:creationId xmlns:a16="http://schemas.microsoft.com/office/drawing/2014/main" id="{37661EA6-DE9F-0E20-A8E8-C7928ED858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6ED15-41DE-9B1C-BCCC-03C3619E6250}"/>
              </a:ext>
            </a:extLst>
          </p:cNvPr>
          <p:cNvSpPr>
            <a:spLocks noGrp="1"/>
          </p:cNvSpPr>
          <p:nvPr>
            <p:ph type="sldNum" sz="quarter" idx="12"/>
          </p:nvPr>
        </p:nvSpPr>
        <p:spPr/>
        <p:txBody>
          <a:bodyPr/>
          <a:lstStyle/>
          <a:p>
            <a:fld id="{6D156C1F-5BE6-4310-BA93-596559CCA07B}" type="slidenum">
              <a:rPr lang="en-US" smtClean="0"/>
              <a:t>‹#›</a:t>
            </a:fld>
            <a:endParaRPr lang="en-US"/>
          </a:p>
        </p:txBody>
      </p:sp>
    </p:spTree>
    <p:extLst>
      <p:ext uri="{BB962C8B-B14F-4D97-AF65-F5344CB8AC3E}">
        <p14:creationId xmlns:p14="http://schemas.microsoft.com/office/powerpoint/2010/main" val="4012124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F956B-3EDC-EEAD-08DA-3DC296DFAD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10C860-2C25-CB71-89E4-7B7DE110D1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095171-84A3-E015-1ACB-5F3784AD7E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D484FD-2E94-7D76-22DE-726EE68BF0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A3BD3D-D45C-68BA-F3CB-5F171FE423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8E17EB9-C1CE-209F-25B8-20E5ABC9DFB6}"/>
              </a:ext>
            </a:extLst>
          </p:cNvPr>
          <p:cNvSpPr>
            <a:spLocks noGrp="1"/>
          </p:cNvSpPr>
          <p:nvPr>
            <p:ph type="dt" sz="half" idx="10"/>
          </p:nvPr>
        </p:nvSpPr>
        <p:spPr/>
        <p:txBody>
          <a:bodyPr/>
          <a:lstStyle/>
          <a:p>
            <a:fld id="{B0A34D80-2345-41F9-AAF1-FCED994ACA33}" type="datetimeFigureOut">
              <a:rPr lang="en-US" smtClean="0"/>
              <a:t>08-Jul-24</a:t>
            </a:fld>
            <a:endParaRPr lang="en-US"/>
          </a:p>
        </p:txBody>
      </p:sp>
      <p:sp>
        <p:nvSpPr>
          <p:cNvPr id="8" name="Footer Placeholder 7">
            <a:extLst>
              <a:ext uri="{FF2B5EF4-FFF2-40B4-BE49-F238E27FC236}">
                <a16:creationId xmlns:a16="http://schemas.microsoft.com/office/drawing/2014/main" id="{3D42CB3C-EEE6-D72D-C2DA-083C0A1943E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49AAED-3A69-46D3-685E-5B9F7CCF8197}"/>
              </a:ext>
            </a:extLst>
          </p:cNvPr>
          <p:cNvSpPr>
            <a:spLocks noGrp="1"/>
          </p:cNvSpPr>
          <p:nvPr>
            <p:ph type="sldNum" sz="quarter" idx="12"/>
          </p:nvPr>
        </p:nvSpPr>
        <p:spPr/>
        <p:txBody>
          <a:bodyPr/>
          <a:lstStyle/>
          <a:p>
            <a:fld id="{6D156C1F-5BE6-4310-BA93-596559CCA07B}" type="slidenum">
              <a:rPr lang="en-US" smtClean="0"/>
              <a:t>‹#›</a:t>
            </a:fld>
            <a:endParaRPr lang="en-US"/>
          </a:p>
        </p:txBody>
      </p:sp>
    </p:spTree>
    <p:extLst>
      <p:ext uri="{BB962C8B-B14F-4D97-AF65-F5344CB8AC3E}">
        <p14:creationId xmlns:p14="http://schemas.microsoft.com/office/powerpoint/2010/main" val="815456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2158A-085B-532C-F605-A5FFC4EC9B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912C13-BB49-EA7D-DDBF-50C6EE051F02}"/>
              </a:ext>
            </a:extLst>
          </p:cNvPr>
          <p:cNvSpPr>
            <a:spLocks noGrp="1"/>
          </p:cNvSpPr>
          <p:nvPr>
            <p:ph type="dt" sz="half" idx="10"/>
          </p:nvPr>
        </p:nvSpPr>
        <p:spPr/>
        <p:txBody>
          <a:bodyPr/>
          <a:lstStyle/>
          <a:p>
            <a:fld id="{B0A34D80-2345-41F9-AAF1-FCED994ACA33}" type="datetimeFigureOut">
              <a:rPr lang="en-US" smtClean="0"/>
              <a:t>08-Jul-24</a:t>
            </a:fld>
            <a:endParaRPr lang="en-US"/>
          </a:p>
        </p:txBody>
      </p:sp>
      <p:sp>
        <p:nvSpPr>
          <p:cNvPr id="4" name="Footer Placeholder 3">
            <a:extLst>
              <a:ext uri="{FF2B5EF4-FFF2-40B4-BE49-F238E27FC236}">
                <a16:creationId xmlns:a16="http://schemas.microsoft.com/office/drawing/2014/main" id="{1F8BCD3D-B922-E4DE-D4B4-6254CAC2F3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873A95-182D-2DBC-4277-FCDCBAC39583}"/>
              </a:ext>
            </a:extLst>
          </p:cNvPr>
          <p:cNvSpPr>
            <a:spLocks noGrp="1"/>
          </p:cNvSpPr>
          <p:nvPr>
            <p:ph type="sldNum" sz="quarter" idx="12"/>
          </p:nvPr>
        </p:nvSpPr>
        <p:spPr/>
        <p:txBody>
          <a:bodyPr/>
          <a:lstStyle/>
          <a:p>
            <a:fld id="{6D156C1F-5BE6-4310-BA93-596559CCA07B}" type="slidenum">
              <a:rPr lang="en-US" smtClean="0"/>
              <a:t>‹#›</a:t>
            </a:fld>
            <a:endParaRPr lang="en-US"/>
          </a:p>
        </p:txBody>
      </p:sp>
    </p:spTree>
    <p:extLst>
      <p:ext uri="{BB962C8B-B14F-4D97-AF65-F5344CB8AC3E}">
        <p14:creationId xmlns:p14="http://schemas.microsoft.com/office/powerpoint/2010/main" val="1408983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37FEBC-ECDE-A0E0-8843-925B3B1D2E96}"/>
              </a:ext>
            </a:extLst>
          </p:cNvPr>
          <p:cNvSpPr>
            <a:spLocks noGrp="1"/>
          </p:cNvSpPr>
          <p:nvPr>
            <p:ph type="dt" sz="half" idx="10"/>
          </p:nvPr>
        </p:nvSpPr>
        <p:spPr/>
        <p:txBody>
          <a:bodyPr/>
          <a:lstStyle/>
          <a:p>
            <a:fld id="{B0A34D80-2345-41F9-AAF1-FCED994ACA33}" type="datetimeFigureOut">
              <a:rPr lang="en-US" smtClean="0"/>
              <a:t>08-Jul-24</a:t>
            </a:fld>
            <a:endParaRPr lang="en-US"/>
          </a:p>
        </p:txBody>
      </p:sp>
      <p:sp>
        <p:nvSpPr>
          <p:cNvPr id="3" name="Footer Placeholder 2">
            <a:extLst>
              <a:ext uri="{FF2B5EF4-FFF2-40B4-BE49-F238E27FC236}">
                <a16:creationId xmlns:a16="http://schemas.microsoft.com/office/drawing/2014/main" id="{7BACF9E0-A827-6463-D34E-D141976272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069A1D-6FEE-3B9B-6FA0-E1EABA7CCD01}"/>
              </a:ext>
            </a:extLst>
          </p:cNvPr>
          <p:cNvSpPr>
            <a:spLocks noGrp="1"/>
          </p:cNvSpPr>
          <p:nvPr>
            <p:ph type="sldNum" sz="quarter" idx="12"/>
          </p:nvPr>
        </p:nvSpPr>
        <p:spPr/>
        <p:txBody>
          <a:bodyPr/>
          <a:lstStyle/>
          <a:p>
            <a:fld id="{6D156C1F-5BE6-4310-BA93-596559CCA07B}" type="slidenum">
              <a:rPr lang="en-US" smtClean="0"/>
              <a:t>‹#›</a:t>
            </a:fld>
            <a:endParaRPr lang="en-US"/>
          </a:p>
        </p:txBody>
      </p:sp>
    </p:spTree>
    <p:extLst>
      <p:ext uri="{BB962C8B-B14F-4D97-AF65-F5344CB8AC3E}">
        <p14:creationId xmlns:p14="http://schemas.microsoft.com/office/powerpoint/2010/main" val="257804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DC9D2-97DE-B7CD-2FB7-66C469E905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01403A9-ACB2-B968-A25F-7A7EA8F059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EBB1B7-44FD-C6B5-B653-68AB0A9838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71F00A-A6AE-BF28-6F90-8A955DD547DD}"/>
              </a:ext>
            </a:extLst>
          </p:cNvPr>
          <p:cNvSpPr>
            <a:spLocks noGrp="1"/>
          </p:cNvSpPr>
          <p:nvPr>
            <p:ph type="dt" sz="half" idx="10"/>
          </p:nvPr>
        </p:nvSpPr>
        <p:spPr/>
        <p:txBody>
          <a:bodyPr/>
          <a:lstStyle/>
          <a:p>
            <a:fld id="{B0A34D80-2345-41F9-AAF1-FCED994ACA33}" type="datetimeFigureOut">
              <a:rPr lang="en-US" smtClean="0"/>
              <a:t>08-Jul-24</a:t>
            </a:fld>
            <a:endParaRPr lang="en-US"/>
          </a:p>
        </p:txBody>
      </p:sp>
      <p:sp>
        <p:nvSpPr>
          <p:cNvPr id="6" name="Footer Placeholder 5">
            <a:extLst>
              <a:ext uri="{FF2B5EF4-FFF2-40B4-BE49-F238E27FC236}">
                <a16:creationId xmlns:a16="http://schemas.microsoft.com/office/drawing/2014/main" id="{98B83599-FEF6-61C3-A8DF-0731D99BFF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06CF05-01DB-5C6D-8DEF-4F434CB2423C}"/>
              </a:ext>
            </a:extLst>
          </p:cNvPr>
          <p:cNvSpPr>
            <a:spLocks noGrp="1"/>
          </p:cNvSpPr>
          <p:nvPr>
            <p:ph type="sldNum" sz="quarter" idx="12"/>
          </p:nvPr>
        </p:nvSpPr>
        <p:spPr/>
        <p:txBody>
          <a:bodyPr/>
          <a:lstStyle/>
          <a:p>
            <a:fld id="{6D156C1F-5BE6-4310-BA93-596559CCA07B}" type="slidenum">
              <a:rPr lang="en-US" smtClean="0"/>
              <a:t>‹#›</a:t>
            </a:fld>
            <a:endParaRPr lang="en-US"/>
          </a:p>
        </p:txBody>
      </p:sp>
    </p:spTree>
    <p:extLst>
      <p:ext uri="{BB962C8B-B14F-4D97-AF65-F5344CB8AC3E}">
        <p14:creationId xmlns:p14="http://schemas.microsoft.com/office/powerpoint/2010/main" val="3407991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29D19-3E80-34AB-70C2-BC53E3E4FF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18ADEE-F343-1394-2992-95BEF636FD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B3CDCC-4A7D-E754-0588-5AF5EB3A21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4B5CAC-E511-6D39-062D-C6253C95B47E}"/>
              </a:ext>
            </a:extLst>
          </p:cNvPr>
          <p:cNvSpPr>
            <a:spLocks noGrp="1"/>
          </p:cNvSpPr>
          <p:nvPr>
            <p:ph type="dt" sz="half" idx="10"/>
          </p:nvPr>
        </p:nvSpPr>
        <p:spPr/>
        <p:txBody>
          <a:bodyPr/>
          <a:lstStyle/>
          <a:p>
            <a:fld id="{B0A34D80-2345-41F9-AAF1-FCED994ACA33}" type="datetimeFigureOut">
              <a:rPr lang="en-US" smtClean="0"/>
              <a:t>08-Jul-24</a:t>
            </a:fld>
            <a:endParaRPr lang="en-US"/>
          </a:p>
        </p:txBody>
      </p:sp>
      <p:sp>
        <p:nvSpPr>
          <p:cNvPr id="6" name="Footer Placeholder 5">
            <a:extLst>
              <a:ext uri="{FF2B5EF4-FFF2-40B4-BE49-F238E27FC236}">
                <a16:creationId xmlns:a16="http://schemas.microsoft.com/office/drawing/2014/main" id="{58EAEE3E-16D1-94C3-7CB7-28126E50C9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D0B352-E9BF-93FB-9DA9-E9540F1FF0A1}"/>
              </a:ext>
            </a:extLst>
          </p:cNvPr>
          <p:cNvSpPr>
            <a:spLocks noGrp="1"/>
          </p:cNvSpPr>
          <p:nvPr>
            <p:ph type="sldNum" sz="quarter" idx="12"/>
          </p:nvPr>
        </p:nvSpPr>
        <p:spPr/>
        <p:txBody>
          <a:bodyPr/>
          <a:lstStyle/>
          <a:p>
            <a:fld id="{6D156C1F-5BE6-4310-BA93-596559CCA07B}" type="slidenum">
              <a:rPr lang="en-US" smtClean="0"/>
              <a:t>‹#›</a:t>
            </a:fld>
            <a:endParaRPr lang="en-US"/>
          </a:p>
        </p:txBody>
      </p:sp>
    </p:spTree>
    <p:extLst>
      <p:ext uri="{BB962C8B-B14F-4D97-AF65-F5344CB8AC3E}">
        <p14:creationId xmlns:p14="http://schemas.microsoft.com/office/powerpoint/2010/main" val="3817821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74F2D-61B1-2781-2432-87EE7214EF9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33E4E0-ED51-3E67-ECFD-F4809B972E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AB011A-AF44-AB37-2D24-B14114E21AF1}"/>
              </a:ext>
            </a:extLst>
          </p:cNvPr>
          <p:cNvSpPr>
            <a:spLocks noGrp="1"/>
          </p:cNvSpPr>
          <p:nvPr>
            <p:ph type="dt" sz="half" idx="10"/>
          </p:nvPr>
        </p:nvSpPr>
        <p:spPr/>
        <p:txBody>
          <a:bodyPr/>
          <a:lstStyle/>
          <a:p>
            <a:fld id="{B0A34D80-2345-41F9-AAF1-FCED994ACA33}" type="datetimeFigureOut">
              <a:rPr lang="en-US" smtClean="0"/>
              <a:t>08-Jul-24</a:t>
            </a:fld>
            <a:endParaRPr lang="en-US"/>
          </a:p>
        </p:txBody>
      </p:sp>
      <p:sp>
        <p:nvSpPr>
          <p:cNvPr id="5" name="Footer Placeholder 4">
            <a:extLst>
              <a:ext uri="{FF2B5EF4-FFF2-40B4-BE49-F238E27FC236}">
                <a16:creationId xmlns:a16="http://schemas.microsoft.com/office/drawing/2014/main" id="{F9C920C0-9B5F-C152-5C7D-EF8304EA13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62FC2B-747C-67C5-2987-A19FE7D3059B}"/>
              </a:ext>
            </a:extLst>
          </p:cNvPr>
          <p:cNvSpPr>
            <a:spLocks noGrp="1"/>
          </p:cNvSpPr>
          <p:nvPr>
            <p:ph type="sldNum" sz="quarter" idx="12"/>
          </p:nvPr>
        </p:nvSpPr>
        <p:spPr/>
        <p:txBody>
          <a:bodyPr/>
          <a:lstStyle/>
          <a:p>
            <a:fld id="{6D156C1F-5BE6-4310-BA93-596559CCA07B}" type="slidenum">
              <a:rPr lang="en-US" smtClean="0"/>
              <a:t>‹#›</a:t>
            </a:fld>
            <a:endParaRPr lang="en-US"/>
          </a:p>
        </p:txBody>
      </p:sp>
    </p:spTree>
    <p:extLst>
      <p:ext uri="{BB962C8B-B14F-4D97-AF65-F5344CB8AC3E}">
        <p14:creationId xmlns:p14="http://schemas.microsoft.com/office/powerpoint/2010/main" val="759977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770F56-B3FF-B057-410A-59CE249322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9A7095-BD76-AA40-F500-A652440ECB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C31C85-8452-8D9D-F4D3-6F779FACE361}"/>
              </a:ext>
            </a:extLst>
          </p:cNvPr>
          <p:cNvSpPr>
            <a:spLocks noGrp="1"/>
          </p:cNvSpPr>
          <p:nvPr>
            <p:ph type="dt" sz="half" idx="10"/>
          </p:nvPr>
        </p:nvSpPr>
        <p:spPr/>
        <p:txBody>
          <a:bodyPr/>
          <a:lstStyle/>
          <a:p>
            <a:fld id="{B0A34D80-2345-41F9-AAF1-FCED994ACA33}" type="datetimeFigureOut">
              <a:rPr lang="en-US" smtClean="0"/>
              <a:t>08-Jul-24</a:t>
            </a:fld>
            <a:endParaRPr lang="en-US"/>
          </a:p>
        </p:txBody>
      </p:sp>
      <p:sp>
        <p:nvSpPr>
          <p:cNvPr id="5" name="Footer Placeholder 4">
            <a:extLst>
              <a:ext uri="{FF2B5EF4-FFF2-40B4-BE49-F238E27FC236}">
                <a16:creationId xmlns:a16="http://schemas.microsoft.com/office/drawing/2014/main" id="{23A7BC37-8671-8779-3D95-30FAB05744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BA570E-BC1B-A97B-19B2-C7EAFA960904}"/>
              </a:ext>
            </a:extLst>
          </p:cNvPr>
          <p:cNvSpPr>
            <a:spLocks noGrp="1"/>
          </p:cNvSpPr>
          <p:nvPr>
            <p:ph type="sldNum" sz="quarter" idx="12"/>
          </p:nvPr>
        </p:nvSpPr>
        <p:spPr/>
        <p:txBody>
          <a:bodyPr/>
          <a:lstStyle/>
          <a:p>
            <a:fld id="{6D156C1F-5BE6-4310-BA93-596559CCA07B}" type="slidenum">
              <a:rPr lang="en-US" smtClean="0"/>
              <a:t>‹#›</a:t>
            </a:fld>
            <a:endParaRPr lang="en-US"/>
          </a:p>
        </p:txBody>
      </p:sp>
    </p:spTree>
    <p:extLst>
      <p:ext uri="{BB962C8B-B14F-4D97-AF65-F5344CB8AC3E}">
        <p14:creationId xmlns:p14="http://schemas.microsoft.com/office/powerpoint/2010/main" val="3803901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91052E-AEA0-5459-B4C3-B5D28A1D16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7041508-08BE-0893-541C-DA29689556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D0D219-CE23-4FF1-358B-FFE4C1295B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A34D80-2345-41F9-AAF1-FCED994ACA33}" type="datetimeFigureOut">
              <a:rPr lang="en-US" smtClean="0"/>
              <a:t>08-Jul-24</a:t>
            </a:fld>
            <a:endParaRPr lang="en-US"/>
          </a:p>
        </p:txBody>
      </p:sp>
      <p:sp>
        <p:nvSpPr>
          <p:cNvPr id="5" name="Footer Placeholder 4">
            <a:extLst>
              <a:ext uri="{FF2B5EF4-FFF2-40B4-BE49-F238E27FC236}">
                <a16:creationId xmlns:a16="http://schemas.microsoft.com/office/drawing/2014/main" id="{2C07E0C4-D380-3E7C-A5A9-D388EE6703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171EE72-1B5C-1C77-A406-E6D8A8E58E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156C1F-5BE6-4310-BA93-596559CCA07B}" type="slidenum">
              <a:rPr lang="en-US" smtClean="0"/>
              <a:t>‹#›</a:t>
            </a:fld>
            <a:endParaRPr lang="en-US"/>
          </a:p>
        </p:txBody>
      </p:sp>
    </p:spTree>
    <p:extLst>
      <p:ext uri="{BB962C8B-B14F-4D97-AF65-F5344CB8AC3E}">
        <p14:creationId xmlns:p14="http://schemas.microsoft.com/office/powerpoint/2010/main" val="20561432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F3749-78BA-A497-1693-E96F06F6DD75}"/>
              </a:ext>
            </a:extLst>
          </p:cNvPr>
          <p:cNvSpPr>
            <a:spLocks noGrp="1"/>
          </p:cNvSpPr>
          <p:nvPr>
            <p:ph type="ctrTitle"/>
          </p:nvPr>
        </p:nvSpPr>
        <p:spPr>
          <a:xfrm>
            <a:off x="1643270" y="3314248"/>
            <a:ext cx="9144000" cy="1061088"/>
          </a:xfrm>
        </p:spPr>
        <p:txBody>
          <a:bodyPr>
            <a:normAutofit fontScale="90000"/>
          </a:bodyPr>
          <a:lstStyle/>
          <a:p>
            <a:r>
              <a:rPr lang="en-GB" sz="6000" spc="-5" dirty="0">
                <a:solidFill>
                  <a:srgbClr val="FFFFFF"/>
                </a:solidFill>
                <a:latin typeface="Calibri" pitchFamily="34" charset="0"/>
                <a:cs typeface="Calibri" pitchFamily="34" charset="0"/>
              </a:rPr>
              <a:t>EEE </a:t>
            </a:r>
            <a:r>
              <a:rPr lang="en-GB" sz="6000" dirty="0">
                <a:solidFill>
                  <a:srgbClr val="FFFFFF"/>
                </a:solidFill>
                <a:latin typeface="Calibri" pitchFamily="34" charset="0"/>
                <a:cs typeface="Calibri" pitchFamily="34" charset="0"/>
              </a:rPr>
              <a:t>1211 </a:t>
            </a:r>
            <a:r>
              <a:rPr lang="en-GB" sz="6000" spc="-5" dirty="0">
                <a:solidFill>
                  <a:srgbClr val="FFFFFF"/>
                </a:solidFill>
                <a:latin typeface="Calibri" pitchFamily="34" charset="0"/>
                <a:cs typeface="Calibri" pitchFamily="34" charset="0"/>
              </a:rPr>
              <a:t>Basic Electrical</a:t>
            </a:r>
            <a:r>
              <a:rPr lang="en-GB" sz="6000" spc="-15" dirty="0">
                <a:solidFill>
                  <a:srgbClr val="FFFFFF"/>
                </a:solidFill>
                <a:latin typeface="Calibri" pitchFamily="34" charset="0"/>
                <a:cs typeface="Calibri" pitchFamily="34" charset="0"/>
              </a:rPr>
              <a:t> </a:t>
            </a:r>
            <a:r>
              <a:rPr lang="en-GB" sz="6000" spc="-20" dirty="0" err="1">
                <a:solidFill>
                  <a:srgbClr val="FFFFFF"/>
                </a:solidFill>
                <a:latin typeface="Calibri" pitchFamily="34" charset="0"/>
                <a:cs typeface="Calibri" pitchFamily="34" charset="0"/>
              </a:rPr>
              <a:t>Techn</a:t>
            </a:r>
            <a:br>
              <a:rPr lang="en-GB" sz="6000" spc="-20" dirty="0">
                <a:solidFill>
                  <a:srgbClr val="FFFFFF"/>
                </a:solidFill>
                <a:latin typeface="Calibri" pitchFamily="34" charset="0"/>
                <a:cs typeface="Calibri" pitchFamily="34" charset="0"/>
              </a:rPr>
            </a:br>
            <a:r>
              <a:rPr lang="en-GB" sz="6000" spc="-20" dirty="0">
                <a:solidFill>
                  <a:srgbClr val="FFFFFF"/>
                </a:solidFill>
                <a:latin typeface="Calibri" pitchFamily="34" charset="0"/>
                <a:cs typeface="Calibri" pitchFamily="34" charset="0"/>
              </a:rPr>
              <a:t>Bangladesh Army University of Engineering &amp; Technology (BAUET)</a:t>
            </a:r>
            <a:br>
              <a:rPr lang="en-GB" sz="6000" spc="-20" dirty="0">
                <a:solidFill>
                  <a:srgbClr val="FFFFFF"/>
                </a:solidFill>
                <a:latin typeface="Calibri" pitchFamily="34" charset="0"/>
                <a:cs typeface="Calibri" pitchFamily="34" charset="0"/>
              </a:rPr>
            </a:br>
            <a:br>
              <a:rPr lang="en-GB" sz="6000" spc="-20" dirty="0">
                <a:solidFill>
                  <a:srgbClr val="FFFFFF"/>
                </a:solidFill>
                <a:latin typeface="Calibri" pitchFamily="34" charset="0"/>
                <a:cs typeface="Calibri" pitchFamily="34" charset="0"/>
              </a:rPr>
            </a:br>
            <a:r>
              <a:rPr lang="en-GB" sz="3100" spc="-5" dirty="0">
                <a:latin typeface="Calibri" pitchFamily="34" charset="0"/>
                <a:cs typeface="Calibri" pitchFamily="34" charset="0"/>
              </a:rPr>
              <a:t>EEE </a:t>
            </a:r>
            <a:r>
              <a:rPr lang="en-GB" sz="3100" dirty="0">
                <a:latin typeface="Calibri" pitchFamily="34" charset="0"/>
                <a:cs typeface="Calibri" pitchFamily="34" charset="0"/>
              </a:rPr>
              <a:t>1161 </a:t>
            </a:r>
            <a:r>
              <a:rPr lang="en-GB" sz="3100" spc="-5" dirty="0">
                <a:latin typeface="Calibri" pitchFamily="34" charset="0"/>
                <a:cs typeface="Calibri" pitchFamily="34" charset="0"/>
              </a:rPr>
              <a:t>Electrical</a:t>
            </a:r>
            <a:r>
              <a:rPr lang="en-GB" sz="3100" spc="-15" dirty="0">
                <a:latin typeface="Calibri" pitchFamily="34" charset="0"/>
                <a:cs typeface="Calibri" pitchFamily="34" charset="0"/>
              </a:rPr>
              <a:t> </a:t>
            </a:r>
            <a:r>
              <a:rPr lang="en-GB" sz="3100" spc="-20" dirty="0">
                <a:latin typeface="Calibri" pitchFamily="34" charset="0"/>
                <a:cs typeface="Calibri" pitchFamily="34" charset="0"/>
              </a:rPr>
              <a:t>Circuit Analysis</a:t>
            </a:r>
            <a:br>
              <a:rPr lang="en-GB" sz="4900" dirty="0">
                <a:latin typeface="Calibri" pitchFamily="34" charset="0"/>
                <a:cs typeface="Calibri" pitchFamily="34" charset="0"/>
              </a:rPr>
            </a:br>
            <a:endParaRPr lang="en-US" dirty="0"/>
          </a:p>
        </p:txBody>
      </p:sp>
      <p:sp>
        <p:nvSpPr>
          <p:cNvPr id="7" name="Subtitle 2">
            <a:extLst>
              <a:ext uri="{FF2B5EF4-FFF2-40B4-BE49-F238E27FC236}">
                <a16:creationId xmlns:a16="http://schemas.microsoft.com/office/drawing/2014/main" id="{15B94D78-638D-F1C0-AF71-47E0D2B4ADEE}"/>
              </a:ext>
            </a:extLst>
          </p:cNvPr>
          <p:cNvSpPr txBox="1">
            <a:spLocks/>
          </p:cNvSpPr>
          <p:nvPr/>
        </p:nvSpPr>
        <p:spPr>
          <a:xfrm>
            <a:off x="5401994" y="4515729"/>
            <a:ext cx="4580206" cy="1884671"/>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a:ln>
                  <a:noFill/>
                </a:ln>
                <a:solidFill>
                  <a:sysClr val="windowText" lastClr="000000"/>
                </a:solidFill>
                <a:effectLst/>
                <a:uLnTx/>
                <a:uFillTx/>
                <a:latin typeface="Calibri" pitchFamily="34" charset="0"/>
                <a:ea typeface="+mn-ea"/>
                <a:cs typeface="Calibri" pitchFamily="34" charset="0"/>
              </a:rPr>
              <a:t>Ashik </a:t>
            </a:r>
            <a:r>
              <a:rPr kumimoji="0" lang="en-US" sz="2000" b="0" i="0" u="none" strike="noStrike" kern="1200" cap="none" spc="0" normalizeH="0" baseline="0" noProof="0" dirty="0" err="1">
                <a:ln>
                  <a:noFill/>
                </a:ln>
                <a:solidFill>
                  <a:sysClr val="windowText" lastClr="000000"/>
                </a:solidFill>
                <a:effectLst/>
                <a:uLnTx/>
                <a:uFillTx/>
                <a:latin typeface="Calibri" pitchFamily="34" charset="0"/>
                <a:ea typeface="+mn-ea"/>
                <a:cs typeface="Calibri" pitchFamily="34" charset="0"/>
              </a:rPr>
              <a:t>Alam</a:t>
            </a:r>
            <a:endParaRPr kumimoji="0" lang="en-US" sz="2000" b="0" i="0" u="none" strike="noStrike" kern="1200" cap="none" spc="0" normalizeH="0" baseline="0" noProof="0" dirty="0">
              <a:ln>
                <a:noFill/>
              </a:ln>
              <a:solidFill>
                <a:sysClr val="windowText" lastClr="000000"/>
              </a:solidFill>
              <a:effectLst/>
              <a:uLnTx/>
              <a:uFillTx/>
              <a:latin typeface="Calibri" pitchFamily="34" charset="0"/>
              <a:ea typeface="+mn-ea"/>
              <a:cs typeface="Calibri" pitchFamily="34" charset="0"/>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a:ln>
                  <a:noFill/>
                </a:ln>
                <a:solidFill>
                  <a:sysClr val="windowText" lastClr="000000"/>
                </a:solidFill>
                <a:effectLst/>
                <a:uLnTx/>
                <a:uFillTx/>
                <a:latin typeface="Calibri" pitchFamily="34" charset="0"/>
                <a:ea typeface="+mn-ea"/>
                <a:cs typeface="Calibri" pitchFamily="34" charset="0"/>
              </a:rPr>
              <a:t>Assistant Professor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a:ln>
                  <a:noFill/>
                </a:ln>
                <a:solidFill>
                  <a:sysClr val="windowText" lastClr="000000"/>
                </a:solidFill>
                <a:effectLst/>
                <a:uLnTx/>
                <a:uFillTx/>
                <a:latin typeface="Calibri" pitchFamily="34" charset="0"/>
                <a:ea typeface="+mn-ea"/>
                <a:cs typeface="Calibri" pitchFamily="34" charset="0"/>
              </a:rPr>
              <a:t>Dept. of EEE, BAUET</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a:ln>
                  <a:noFill/>
                </a:ln>
                <a:solidFill>
                  <a:sysClr val="windowText" lastClr="000000"/>
                </a:solidFill>
                <a:effectLst/>
                <a:uLnTx/>
                <a:uFillTx/>
                <a:latin typeface="Calibri" pitchFamily="34" charset="0"/>
                <a:ea typeface="+mn-ea"/>
                <a:cs typeface="Calibri" pitchFamily="34" charset="0"/>
              </a:rPr>
              <a:t>Email: ashik.alam.eee@bauet.ac.bd</a:t>
            </a:r>
          </a:p>
        </p:txBody>
      </p:sp>
      <p:pic>
        <p:nvPicPr>
          <p:cNvPr id="8" name="Picture 7">
            <a:extLst>
              <a:ext uri="{FF2B5EF4-FFF2-40B4-BE49-F238E27FC236}">
                <a16:creationId xmlns:a16="http://schemas.microsoft.com/office/drawing/2014/main" id="{E28C7A11-8E33-1583-F621-A3A0C9C530F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562600" y="591819"/>
            <a:ext cx="1066800" cy="10610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5EEE542-E155-4354-5A19-131C425C6069}"/>
              </a:ext>
            </a:extLst>
          </p:cNvPr>
          <p:cNvSpPr txBox="1"/>
          <p:nvPr/>
        </p:nvSpPr>
        <p:spPr>
          <a:xfrm>
            <a:off x="516530" y="1563596"/>
            <a:ext cx="11397479" cy="1015663"/>
          </a:xfrm>
          <a:prstGeom prst="rect">
            <a:avLst/>
          </a:prstGeom>
          <a:noFill/>
        </p:spPr>
        <p:txBody>
          <a:bodyPr wrap="none" rtlCol="0">
            <a:spAutoFit/>
          </a:bodyPr>
          <a:lstStyle/>
          <a:p>
            <a:pPr algn="ctr"/>
            <a:r>
              <a:rPr lang="en-GB" sz="3200" b="1" dirty="0"/>
              <a:t>Bangladesh Army University of Engineering &amp; Technology (BAUET)</a:t>
            </a:r>
          </a:p>
          <a:p>
            <a:pPr algn="ctr"/>
            <a:r>
              <a:rPr lang="en-GB" sz="2800" b="1" dirty="0"/>
              <a:t>Department of Computer Science &amp; Engineering (CSE)</a:t>
            </a:r>
            <a:endParaRPr lang="en-US" sz="2800" b="1" dirty="0"/>
          </a:p>
        </p:txBody>
      </p:sp>
    </p:spTree>
    <p:extLst>
      <p:ext uri="{BB962C8B-B14F-4D97-AF65-F5344CB8AC3E}">
        <p14:creationId xmlns:p14="http://schemas.microsoft.com/office/powerpoint/2010/main" val="4220349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EC44EA-CD85-F56D-A858-36515194D2E1}"/>
              </a:ext>
            </a:extLst>
          </p:cNvPr>
          <p:cNvSpPr txBox="1"/>
          <p:nvPr/>
        </p:nvSpPr>
        <p:spPr>
          <a:xfrm>
            <a:off x="1316181" y="476876"/>
            <a:ext cx="6096000" cy="466218"/>
          </a:xfrm>
          <a:prstGeom prst="rect">
            <a:avLst/>
          </a:prstGeom>
          <a:noFill/>
        </p:spPr>
        <p:txBody>
          <a:bodyPr wrap="square">
            <a:spAutoFit/>
          </a:bodyPr>
          <a:lstStyle/>
          <a:p>
            <a:pPr marL="0" marR="0" algn="just">
              <a:lnSpc>
                <a:spcPct val="107000"/>
              </a:lnSpc>
              <a:spcBef>
                <a:spcPts val="0"/>
              </a:spcBef>
              <a:spcAft>
                <a:spcPts val="800"/>
              </a:spcAft>
            </a:pPr>
            <a:r>
              <a:rPr lang="en-US" sz="2400" b="1"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Nodes, Branches, and Loops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278DF8AF-393E-1F40-C774-306C32276036}"/>
              </a:ext>
            </a:extLst>
          </p:cNvPr>
          <p:cNvSpPr txBox="1"/>
          <p:nvPr/>
        </p:nvSpPr>
        <p:spPr>
          <a:xfrm>
            <a:off x="1220930" y="943094"/>
            <a:ext cx="9654889" cy="1789208"/>
          </a:xfrm>
          <a:prstGeom prst="rect">
            <a:avLst/>
          </a:prstGeom>
          <a:noFill/>
        </p:spPr>
        <p:txBody>
          <a:bodyPr wrap="square" rtlCol="0">
            <a:spAutoFit/>
          </a:bodyPr>
          <a:lstStyle/>
          <a:p>
            <a:pPr marL="342900" marR="0" lvl="0" indent="-342900" algn="just">
              <a:lnSpc>
                <a:spcPct val="107000"/>
              </a:lnSpc>
              <a:spcBef>
                <a:spcPts val="0"/>
              </a:spcBef>
              <a:spcAft>
                <a:spcPts val="0"/>
              </a:spcAft>
              <a:buFont typeface="Wingdings" panose="05000000000000000000" pitchFamily="2" charset="2"/>
              <a:buChar char=""/>
            </a:pPr>
            <a:r>
              <a:rPr lang="en-US" sz="2000"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A </a:t>
            </a:r>
            <a:r>
              <a:rPr lang="en-US" sz="2000" b="1"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branch</a:t>
            </a:r>
            <a:r>
              <a:rPr lang="en-US" sz="2000" dirty="0">
                <a:solidFill>
                  <a:srgbClr val="009E70"/>
                </a:solidFill>
                <a:effectLst/>
                <a:latin typeface="Tahoma" panose="020B0604030504040204" pitchFamily="34" charset="0"/>
                <a:ea typeface="Calibri" panose="020F0502020204030204" pitchFamily="34" charset="0"/>
                <a:cs typeface="Times New Roman" panose="02020603050405020304" pitchFamily="18" charset="0"/>
              </a:rPr>
              <a:t> </a:t>
            </a:r>
            <a:r>
              <a:rPr lang="en-US" sz="2000"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represents a single element such as a voltage source or a resistor.</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Wingdings" panose="05000000000000000000" pitchFamily="2" charset="2"/>
              <a:buChar char=""/>
            </a:pPr>
            <a:r>
              <a:rPr lang="en-US" sz="2000"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A </a:t>
            </a:r>
            <a:r>
              <a:rPr lang="en-US" sz="2000" b="1"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node </a:t>
            </a:r>
            <a:r>
              <a:rPr lang="en-US" sz="2000"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is the point of connection between two or more branches.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Wingdings" panose="05000000000000000000" pitchFamily="2" charset="2"/>
              <a:buChar char=""/>
            </a:pPr>
            <a:r>
              <a:rPr lang="en-US" sz="2000"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A </a:t>
            </a:r>
            <a:r>
              <a:rPr lang="en-US" sz="2000" b="1"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loop</a:t>
            </a:r>
            <a:r>
              <a:rPr lang="en-US" sz="2000" dirty="0">
                <a:solidFill>
                  <a:srgbClr val="009E70"/>
                </a:solidFill>
                <a:effectLst/>
                <a:latin typeface="Tahoma" panose="020B0604030504040204" pitchFamily="34" charset="0"/>
                <a:ea typeface="Calibri" panose="020F0502020204030204" pitchFamily="34" charset="0"/>
                <a:cs typeface="Times New Roman" panose="02020603050405020304" pitchFamily="18" charset="0"/>
              </a:rPr>
              <a:t> </a:t>
            </a:r>
            <a:r>
              <a:rPr lang="en-US" sz="2000"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is any closed path in a circuit.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Wingdings" panose="05000000000000000000" pitchFamily="2" charset="2"/>
              <a:buChar char=""/>
            </a:pPr>
            <a:r>
              <a:rPr lang="en-US" sz="2000"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A </a:t>
            </a:r>
            <a:r>
              <a:rPr lang="en-US" sz="2000" b="1"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mesh</a:t>
            </a:r>
            <a:r>
              <a:rPr lang="en-US" sz="2000"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 is a loop which does not contain any other loops within it.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5" name="TextBox 4">
            <a:extLst>
              <a:ext uri="{FF2B5EF4-FFF2-40B4-BE49-F238E27FC236}">
                <a16:creationId xmlns:a16="http://schemas.microsoft.com/office/drawing/2014/main" id="{97F1CAC9-42C2-9DD9-6A0B-982675F4EDE3}"/>
              </a:ext>
            </a:extLst>
          </p:cNvPr>
          <p:cNvSpPr txBox="1"/>
          <p:nvPr/>
        </p:nvSpPr>
        <p:spPr>
          <a:xfrm>
            <a:off x="1220929" y="2541291"/>
            <a:ext cx="9654889" cy="707886"/>
          </a:xfrm>
          <a:prstGeom prst="rect">
            <a:avLst/>
          </a:prstGeom>
          <a:noFill/>
        </p:spPr>
        <p:txBody>
          <a:bodyPr wrap="square" rtlCol="0">
            <a:spAutoFit/>
          </a:bodyPr>
          <a:lstStyle/>
          <a:p>
            <a:r>
              <a:rPr lang="en-US" sz="2000" b="1"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Example-1: </a:t>
            </a:r>
            <a:r>
              <a:rPr lang="en-US" sz="2000" dirty="0">
                <a:effectLst/>
                <a:latin typeface="Tahoma" panose="020B0604030504040204" pitchFamily="34" charset="0"/>
                <a:ea typeface="Calibri" panose="020F0502020204030204" pitchFamily="34" charset="0"/>
                <a:cs typeface="Times New Roman" panose="02020603050405020304" pitchFamily="18" charset="0"/>
              </a:rPr>
              <a:t>How many branches and nodes does the following circuit have?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p:txBody>
      </p:sp>
      <p:pic>
        <p:nvPicPr>
          <p:cNvPr id="6" name="Picture 5">
            <a:extLst>
              <a:ext uri="{FF2B5EF4-FFF2-40B4-BE49-F238E27FC236}">
                <a16:creationId xmlns:a16="http://schemas.microsoft.com/office/drawing/2014/main" id="{89311E3A-3369-9C14-5BEF-D376E26DAA5E}"/>
              </a:ext>
            </a:extLst>
          </p:cNvPr>
          <p:cNvPicPr>
            <a:picLocks noChangeAspect="1"/>
          </p:cNvPicPr>
          <p:nvPr/>
        </p:nvPicPr>
        <p:blipFill>
          <a:blip r:embed="rId2"/>
          <a:stretch>
            <a:fillRect/>
          </a:stretch>
        </p:blipFill>
        <p:spPr>
          <a:xfrm>
            <a:off x="334611" y="3058166"/>
            <a:ext cx="5476479" cy="2026452"/>
          </a:xfrm>
          <a:prstGeom prst="rect">
            <a:avLst/>
          </a:prstGeom>
        </p:spPr>
      </p:pic>
      <p:grpSp>
        <p:nvGrpSpPr>
          <p:cNvPr id="13" name="Group 12">
            <a:extLst>
              <a:ext uri="{FF2B5EF4-FFF2-40B4-BE49-F238E27FC236}">
                <a16:creationId xmlns:a16="http://schemas.microsoft.com/office/drawing/2014/main" id="{5824F82F-F980-7E09-C954-BF69E3D92817}"/>
              </a:ext>
            </a:extLst>
          </p:cNvPr>
          <p:cNvGrpSpPr/>
          <p:nvPr/>
        </p:nvGrpSpPr>
        <p:grpSpPr>
          <a:xfrm>
            <a:off x="5602700" y="2930965"/>
            <a:ext cx="5481509" cy="2527300"/>
            <a:chOff x="5602700" y="2930965"/>
            <a:chExt cx="5481509" cy="2527300"/>
          </a:xfrm>
        </p:grpSpPr>
        <p:pic>
          <p:nvPicPr>
            <p:cNvPr id="7" name="Picture 6">
              <a:extLst>
                <a:ext uri="{FF2B5EF4-FFF2-40B4-BE49-F238E27FC236}">
                  <a16:creationId xmlns:a16="http://schemas.microsoft.com/office/drawing/2014/main" id="{1D0213A9-F844-F3BC-4A1C-A03C689697C3}"/>
                </a:ext>
              </a:extLst>
            </p:cNvPr>
            <p:cNvPicPr>
              <a:picLocks noChangeAspect="1"/>
            </p:cNvPicPr>
            <p:nvPr/>
          </p:nvPicPr>
          <p:blipFill>
            <a:blip r:embed="rId3"/>
            <a:stretch>
              <a:fillRect/>
            </a:stretch>
          </p:blipFill>
          <p:spPr>
            <a:xfrm>
              <a:off x="5602700" y="2930965"/>
              <a:ext cx="5481509" cy="2527300"/>
            </a:xfrm>
            <a:prstGeom prst="rect">
              <a:avLst/>
            </a:prstGeom>
          </p:spPr>
        </p:pic>
        <p:sp>
          <p:nvSpPr>
            <p:cNvPr id="9" name="Arc 8">
              <a:extLst>
                <a:ext uri="{FF2B5EF4-FFF2-40B4-BE49-F238E27FC236}">
                  <a16:creationId xmlns:a16="http://schemas.microsoft.com/office/drawing/2014/main" id="{3D9C5B83-104A-46C5-2628-FA995395DF08}"/>
                </a:ext>
              </a:extLst>
            </p:cNvPr>
            <p:cNvSpPr/>
            <p:nvPr/>
          </p:nvSpPr>
          <p:spPr>
            <a:xfrm>
              <a:off x="6670360" y="3920837"/>
              <a:ext cx="630986" cy="526473"/>
            </a:xfrm>
            <a:prstGeom prst="arc">
              <a:avLst>
                <a:gd name="adj1" fmla="val 7227931"/>
                <a:gd name="adj2"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Arc 9">
              <a:extLst>
                <a:ext uri="{FF2B5EF4-FFF2-40B4-BE49-F238E27FC236}">
                  <a16:creationId xmlns:a16="http://schemas.microsoft.com/office/drawing/2014/main" id="{B2541917-CE21-B2D8-105B-25EA82361B02}"/>
                </a:ext>
              </a:extLst>
            </p:cNvPr>
            <p:cNvSpPr/>
            <p:nvPr/>
          </p:nvSpPr>
          <p:spPr>
            <a:xfrm>
              <a:off x="8163778" y="3946702"/>
              <a:ext cx="630986" cy="526473"/>
            </a:xfrm>
            <a:prstGeom prst="arc">
              <a:avLst>
                <a:gd name="adj1" fmla="val 7227931"/>
                <a:gd name="adj2"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Arc 10">
              <a:extLst>
                <a:ext uri="{FF2B5EF4-FFF2-40B4-BE49-F238E27FC236}">
                  <a16:creationId xmlns:a16="http://schemas.microsoft.com/office/drawing/2014/main" id="{C4849397-19B6-BE03-4AD5-AB98232A1D49}"/>
                </a:ext>
              </a:extLst>
            </p:cNvPr>
            <p:cNvSpPr/>
            <p:nvPr/>
          </p:nvSpPr>
          <p:spPr>
            <a:xfrm>
              <a:off x="9455124" y="3946702"/>
              <a:ext cx="630986" cy="526473"/>
            </a:xfrm>
            <a:prstGeom prst="arc">
              <a:avLst>
                <a:gd name="adj1" fmla="val 7227931"/>
                <a:gd name="adj2"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2" name="TextBox 11">
            <a:extLst>
              <a:ext uri="{FF2B5EF4-FFF2-40B4-BE49-F238E27FC236}">
                <a16:creationId xmlns:a16="http://schemas.microsoft.com/office/drawing/2014/main" id="{84BDF267-20F6-7664-A59D-2C817CB760DE}"/>
              </a:ext>
            </a:extLst>
          </p:cNvPr>
          <p:cNvSpPr txBox="1"/>
          <p:nvPr/>
        </p:nvSpPr>
        <p:spPr>
          <a:xfrm>
            <a:off x="994413" y="5159584"/>
            <a:ext cx="3658053" cy="1128514"/>
          </a:xfrm>
          <a:prstGeom prst="rect">
            <a:avLst/>
          </a:prstGeom>
          <a:noFill/>
        </p:spPr>
        <p:txBody>
          <a:bodyPr wrap="none" rtlCol="0">
            <a:spAutoFit/>
          </a:bodyPr>
          <a:lstStyle/>
          <a:p>
            <a:pPr marL="0" marR="0" algn="just">
              <a:spcBef>
                <a:spcPts val="0"/>
              </a:spcBef>
              <a:spcAft>
                <a:spcPts val="800"/>
              </a:spcAft>
            </a:pPr>
            <a:r>
              <a:rPr lang="en-US" sz="1800"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Here, the number of branches: 05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spcBef>
                <a:spcPts val="0"/>
              </a:spcBef>
              <a:spcAft>
                <a:spcPts val="800"/>
              </a:spcAft>
            </a:pPr>
            <a:r>
              <a:rPr lang="en-US" sz="1800"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The number of nodes: 03</a:t>
            </a:r>
          </a:p>
          <a:p>
            <a:pPr lvl="0" algn="just">
              <a:spcAft>
                <a:spcPts val="800"/>
              </a:spcAft>
            </a:pPr>
            <a:r>
              <a:rPr lang="en-US" dirty="0">
                <a:solidFill>
                  <a:srgbClr val="000000"/>
                </a:solidFill>
                <a:latin typeface="Tahoma" panose="020B0604030504040204" pitchFamily="34" charset="0"/>
                <a:ea typeface="Calibri" panose="020F0502020204030204" pitchFamily="34" charset="0"/>
                <a:cs typeface="Times New Roman" panose="02020603050405020304" pitchFamily="18" charset="0"/>
              </a:rPr>
              <a:t>The number of meshes: 03</a:t>
            </a:r>
          </a:p>
        </p:txBody>
      </p:sp>
    </p:spTree>
    <p:extLst>
      <p:ext uri="{BB962C8B-B14F-4D97-AF65-F5344CB8AC3E}">
        <p14:creationId xmlns:p14="http://schemas.microsoft.com/office/powerpoint/2010/main" val="4183273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52C6BE-163E-5EE7-75E8-65081368C803}"/>
              </a:ext>
            </a:extLst>
          </p:cNvPr>
          <p:cNvSpPr txBox="1"/>
          <p:nvPr/>
        </p:nvSpPr>
        <p:spPr>
          <a:xfrm>
            <a:off x="1246908" y="810538"/>
            <a:ext cx="9892147" cy="646331"/>
          </a:xfrm>
          <a:prstGeom prst="rect">
            <a:avLst/>
          </a:prstGeom>
          <a:noFill/>
        </p:spPr>
        <p:txBody>
          <a:bodyPr wrap="square">
            <a:spAutoFit/>
          </a:bodyPr>
          <a:lstStyle/>
          <a:p>
            <a:r>
              <a:rPr lang="en-US" b="1" dirty="0">
                <a:solidFill>
                  <a:srgbClr val="000000"/>
                </a:solidFill>
                <a:effectLst/>
                <a:latin typeface="Tahoma" panose="020B0604030504040204" pitchFamily="34" charset="0"/>
                <a:ea typeface="Calibri" panose="020F0502020204030204" pitchFamily="34" charset="0"/>
              </a:rPr>
              <a:t>Task- 1:</a:t>
            </a:r>
            <a:r>
              <a:rPr lang="en-US" dirty="0">
                <a:solidFill>
                  <a:srgbClr val="000000"/>
                </a:solidFill>
                <a:effectLst/>
                <a:latin typeface="Tahoma" panose="020B0604030504040204" pitchFamily="34" charset="0"/>
                <a:ea typeface="Calibri" panose="020F0502020204030204" pitchFamily="34" charset="0"/>
              </a:rPr>
              <a:t> </a:t>
            </a:r>
            <a:r>
              <a:rPr lang="en-US" dirty="0">
                <a:effectLst/>
                <a:latin typeface="Tahoma" panose="020B0604030504040204" pitchFamily="34" charset="0"/>
                <a:ea typeface="Calibri" panose="020F0502020204030204" pitchFamily="34" charset="0"/>
              </a:rPr>
              <a:t>Determine the number of branches, nodes, loop and mesh in the circuit shown in following figure </a:t>
            </a:r>
            <a:endParaRPr lang="en-US" sz="2800" dirty="0"/>
          </a:p>
        </p:txBody>
      </p:sp>
      <p:pic>
        <p:nvPicPr>
          <p:cNvPr id="4" name="Picture 3">
            <a:extLst>
              <a:ext uri="{FF2B5EF4-FFF2-40B4-BE49-F238E27FC236}">
                <a16:creationId xmlns:a16="http://schemas.microsoft.com/office/drawing/2014/main" id="{3C356CBE-5FC6-4009-BB4F-AF684458A0C5}"/>
              </a:ext>
            </a:extLst>
          </p:cNvPr>
          <p:cNvPicPr>
            <a:picLocks noChangeAspect="1"/>
          </p:cNvPicPr>
          <p:nvPr/>
        </p:nvPicPr>
        <p:blipFill>
          <a:blip r:embed="rId2"/>
          <a:stretch>
            <a:fillRect/>
          </a:stretch>
        </p:blipFill>
        <p:spPr>
          <a:xfrm>
            <a:off x="1246908" y="1808065"/>
            <a:ext cx="5181562" cy="2500698"/>
          </a:xfrm>
          <a:prstGeom prst="rect">
            <a:avLst/>
          </a:prstGeom>
        </p:spPr>
      </p:pic>
    </p:spTree>
    <p:extLst>
      <p:ext uri="{BB962C8B-B14F-4D97-AF65-F5344CB8AC3E}">
        <p14:creationId xmlns:p14="http://schemas.microsoft.com/office/powerpoint/2010/main" val="841238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C83E92-3831-616E-8630-5FD3D60B1B95}"/>
              </a:ext>
            </a:extLst>
          </p:cNvPr>
          <p:cNvSpPr txBox="1"/>
          <p:nvPr/>
        </p:nvSpPr>
        <p:spPr>
          <a:xfrm>
            <a:off x="4650581" y="215384"/>
            <a:ext cx="6100762" cy="584775"/>
          </a:xfrm>
          <a:prstGeom prst="rect">
            <a:avLst/>
          </a:prstGeom>
          <a:noFill/>
        </p:spPr>
        <p:txBody>
          <a:bodyPr wrap="square">
            <a:spAutoFit/>
          </a:bodyPr>
          <a:lstStyle/>
          <a:p>
            <a:r>
              <a:rPr lang="en-US" sz="3200" dirty="0">
                <a:effectLst/>
                <a:latin typeface="Tahoma" panose="020B0604030504040204" pitchFamily="34" charset="0"/>
                <a:ea typeface="Calibri" panose="020F0502020204030204" pitchFamily="34" charset="0"/>
              </a:rPr>
              <a:t>Nodal analysis </a:t>
            </a:r>
            <a:endParaRPr lang="en-US" sz="3200" dirty="0"/>
          </a:p>
        </p:txBody>
      </p:sp>
      <p:sp>
        <p:nvSpPr>
          <p:cNvPr id="5" name="TextBox 4">
            <a:extLst>
              <a:ext uri="{FF2B5EF4-FFF2-40B4-BE49-F238E27FC236}">
                <a16:creationId xmlns:a16="http://schemas.microsoft.com/office/drawing/2014/main" id="{F09BC28E-117C-D7C8-8346-F17D7FF1CB1B}"/>
              </a:ext>
            </a:extLst>
          </p:cNvPr>
          <p:cNvSpPr txBox="1"/>
          <p:nvPr/>
        </p:nvSpPr>
        <p:spPr>
          <a:xfrm>
            <a:off x="1440657" y="800159"/>
            <a:ext cx="9560718" cy="1391856"/>
          </a:xfrm>
          <a:prstGeom prst="rect">
            <a:avLst/>
          </a:prstGeom>
          <a:noFill/>
        </p:spPr>
        <p:txBody>
          <a:bodyPr wrap="square">
            <a:spAutoFit/>
          </a:bodyPr>
          <a:lstStyle/>
          <a:p>
            <a:pPr marR="0" lvl="0" algn="just">
              <a:lnSpc>
                <a:spcPct val="107000"/>
              </a:lnSpc>
              <a:spcBef>
                <a:spcPts val="0"/>
              </a:spcBef>
              <a:spcAft>
                <a:spcPts val="800"/>
              </a:spcAft>
            </a:pPr>
            <a:r>
              <a:rPr lang="en-US" sz="2000" dirty="0">
                <a:effectLst/>
                <a:latin typeface="Tahoma" panose="020B0604030504040204" pitchFamily="34" charset="0"/>
                <a:ea typeface="Calibri" panose="020F0502020204030204" pitchFamily="34" charset="0"/>
                <a:cs typeface="Times New Roman" panose="02020603050405020304" pitchFamily="18" charset="0"/>
              </a:rPr>
              <a:t>Nodal analysis provides a general procedure for analyzing circuits using node voltages as the circuit variables. Choosing node voltages instead of element voltages as circuit variables is convenient and reduces the number of equations one must solve simultaneously.</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3ED7101F-E815-4E86-6D0D-A9F1A9A40F3B}"/>
              </a:ext>
            </a:extLst>
          </p:cNvPr>
          <p:cNvSpPr txBox="1"/>
          <p:nvPr/>
        </p:nvSpPr>
        <p:spPr>
          <a:xfrm>
            <a:off x="1440658" y="2776790"/>
            <a:ext cx="9560717" cy="2687595"/>
          </a:xfrm>
          <a:prstGeom prst="rect">
            <a:avLst/>
          </a:prstGeom>
          <a:noFill/>
        </p:spPr>
        <p:txBody>
          <a:bodyPr wrap="square">
            <a:spAutoFit/>
          </a:bodyPr>
          <a:lstStyle/>
          <a:p>
            <a:pPr marL="0" marR="0">
              <a:lnSpc>
                <a:spcPct val="107000"/>
              </a:lnSpc>
              <a:spcBef>
                <a:spcPts val="0"/>
              </a:spcBef>
              <a:spcAft>
                <a:spcPts val="800"/>
              </a:spcAft>
            </a:pPr>
            <a:r>
              <a:rPr lang="en-US" sz="2000" b="1"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Steps to Determine Node Voltages: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1. Select a node as the reference node. Assign voltages to the remaining nodes. The voltages are referenced with respect to the reference node.</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2. Apply KCL to each of the nonreference nodes. Use Ohm’s law to express the branch currents in terms of node voltages.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3. Solve the resulting simultaneous equations to obtain the unknown node voltages.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48829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1A677C2-DACF-B4E5-DFE9-8D1DD6FEAE8B}"/>
              </a:ext>
            </a:extLst>
          </p:cNvPr>
          <p:cNvSpPr txBox="1"/>
          <p:nvPr/>
        </p:nvSpPr>
        <p:spPr>
          <a:xfrm>
            <a:off x="1288472" y="284854"/>
            <a:ext cx="9395585" cy="461665"/>
          </a:xfrm>
          <a:prstGeom prst="rect">
            <a:avLst/>
          </a:prstGeom>
          <a:noFill/>
        </p:spPr>
        <p:txBody>
          <a:bodyPr wrap="none" rtlCol="0">
            <a:spAutoFit/>
          </a:bodyPr>
          <a:lstStyle/>
          <a:p>
            <a:r>
              <a:rPr lang="en-GB" sz="2400" b="1" i="0" dirty="0">
                <a:solidFill>
                  <a:srgbClr val="242021"/>
                </a:solidFill>
                <a:effectLst/>
                <a:latin typeface="Times-Roman"/>
              </a:rPr>
              <a:t>Calculate the node voltages in the circuit shown in the following figure</a:t>
            </a:r>
            <a:endParaRPr lang="en-GB" sz="4800" b="1" dirty="0">
              <a:effectLst/>
            </a:endParaRPr>
          </a:p>
        </p:txBody>
      </p:sp>
      <p:pic>
        <p:nvPicPr>
          <p:cNvPr id="9" name="Picture 8">
            <a:extLst>
              <a:ext uri="{FF2B5EF4-FFF2-40B4-BE49-F238E27FC236}">
                <a16:creationId xmlns:a16="http://schemas.microsoft.com/office/drawing/2014/main" id="{BE22B344-8480-A418-C686-EFFAC2DE7FCF}"/>
              </a:ext>
            </a:extLst>
          </p:cNvPr>
          <p:cNvPicPr>
            <a:picLocks noChangeAspect="1"/>
          </p:cNvPicPr>
          <p:nvPr/>
        </p:nvPicPr>
        <p:blipFill>
          <a:blip r:embed="rId2"/>
          <a:stretch>
            <a:fillRect/>
          </a:stretch>
        </p:blipFill>
        <p:spPr>
          <a:xfrm>
            <a:off x="126629" y="986619"/>
            <a:ext cx="4053039" cy="3429496"/>
          </a:xfrm>
          <a:prstGeom prst="rect">
            <a:avLst/>
          </a:prstGeom>
        </p:spPr>
      </p:pic>
      <p:pic>
        <p:nvPicPr>
          <p:cNvPr id="11" name="Picture 10">
            <a:extLst>
              <a:ext uri="{FF2B5EF4-FFF2-40B4-BE49-F238E27FC236}">
                <a16:creationId xmlns:a16="http://schemas.microsoft.com/office/drawing/2014/main" id="{4A07781B-6545-71F8-D894-4BC9E507447C}"/>
              </a:ext>
            </a:extLst>
          </p:cNvPr>
          <p:cNvPicPr>
            <a:picLocks noChangeAspect="1"/>
          </p:cNvPicPr>
          <p:nvPr/>
        </p:nvPicPr>
        <p:blipFill>
          <a:blip r:embed="rId3"/>
          <a:stretch>
            <a:fillRect/>
          </a:stretch>
        </p:blipFill>
        <p:spPr>
          <a:xfrm>
            <a:off x="4079690" y="746519"/>
            <a:ext cx="3813148" cy="3350387"/>
          </a:xfrm>
          <a:prstGeom prst="rect">
            <a:avLst/>
          </a:prstGeom>
        </p:spPr>
      </p:pic>
      <p:pic>
        <p:nvPicPr>
          <p:cNvPr id="15" name="Picture 14">
            <a:extLst>
              <a:ext uri="{FF2B5EF4-FFF2-40B4-BE49-F238E27FC236}">
                <a16:creationId xmlns:a16="http://schemas.microsoft.com/office/drawing/2014/main" id="{F334AB76-8BF9-6DBC-A33A-1B190AE4A194}"/>
              </a:ext>
            </a:extLst>
          </p:cNvPr>
          <p:cNvPicPr>
            <a:picLocks noChangeAspect="1"/>
          </p:cNvPicPr>
          <p:nvPr/>
        </p:nvPicPr>
        <p:blipFill>
          <a:blip r:embed="rId4"/>
          <a:stretch>
            <a:fillRect/>
          </a:stretch>
        </p:blipFill>
        <p:spPr>
          <a:xfrm>
            <a:off x="7792648" y="1000474"/>
            <a:ext cx="4272723" cy="3719782"/>
          </a:xfrm>
          <a:prstGeom prst="rect">
            <a:avLst/>
          </a:prstGeom>
        </p:spPr>
      </p:pic>
    </p:spTree>
    <p:extLst>
      <p:ext uri="{BB962C8B-B14F-4D97-AF65-F5344CB8AC3E}">
        <p14:creationId xmlns:p14="http://schemas.microsoft.com/office/powerpoint/2010/main" val="3606573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9CA4B9-A2A1-F1D6-153B-881861265ACD}"/>
              </a:ext>
            </a:extLst>
          </p:cNvPr>
          <p:cNvPicPr>
            <a:picLocks noChangeAspect="1"/>
          </p:cNvPicPr>
          <p:nvPr/>
        </p:nvPicPr>
        <p:blipFill rotWithShape="1">
          <a:blip r:embed="rId2"/>
          <a:srcRect r="47675"/>
          <a:stretch/>
        </p:blipFill>
        <p:spPr>
          <a:xfrm>
            <a:off x="393074" y="1018415"/>
            <a:ext cx="2540883" cy="4227551"/>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2B4130B-A993-0334-2FAC-6580546719D8}"/>
                  </a:ext>
                </a:extLst>
              </p:cNvPr>
              <p:cNvSpPr txBox="1"/>
              <p:nvPr/>
            </p:nvSpPr>
            <p:spPr>
              <a:xfrm>
                <a:off x="7507865" y="448578"/>
                <a:ext cx="7395683" cy="580352"/>
              </a:xfrm>
              <a:prstGeom prst="rect">
                <a:avLst/>
              </a:prstGeom>
              <a:noFill/>
            </p:spPr>
            <p:txBody>
              <a:bodyPr wrap="square">
                <a:spAutoFit/>
              </a:bodyPr>
              <a:lstStyle/>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Tahoma" panose="020B0604030504040204" pitchFamily="34" charset="0"/>
                    <a:ea typeface="Times New Roman" panose="02020603050405020304" pitchFamily="18" charset="0"/>
                    <a:cs typeface="Times New Roman" panose="02020603050405020304" pitchFamily="18" charset="0"/>
                  </a:rPr>
                  <a:t>Node 2: </a:t>
                </a:r>
                <a14:m>
                  <m:oMath xmlns:m="http://schemas.openxmlformats.org/officeDocument/2006/math">
                    <m:sSub>
                      <m:sSubPr>
                        <m:ctrlP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𝐼</m:t>
                        </m:r>
                      </m:e>
                      <m:sub>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2</m:t>
                        </m:r>
                      </m:sub>
                    </m:sSub>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m:t>
                    </m:r>
                    <m:sSub>
                      <m:sSubPr>
                        <m:ctrlPr>
                          <a:rPr kumimoji="0" lang="en-US" sz="32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𝐼</m:t>
                        </m:r>
                      </m:e>
                      <m:sub>
                        <m:r>
                          <a:rPr kumimoji="0" lang="en-US" sz="32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4</m:t>
                        </m:r>
                      </m:sub>
                    </m:sSub>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m:t>
                    </m:r>
                    <m:sSub>
                      <m:sSubPr>
                        <m:ctrlPr>
                          <a:rPr kumimoji="0" lang="en-US" sz="32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𝐼</m:t>
                        </m:r>
                      </m:e>
                      <m:sub>
                        <m:r>
                          <a:rPr kumimoji="0" lang="en-US" sz="32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1</m:t>
                        </m:r>
                      </m:sub>
                    </m:sSub>
                  </m:oMath>
                </a14:m>
                <a:r>
                  <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𝐼</m:t>
                        </m:r>
                      </m:e>
                      <m:sub>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5</m:t>
                        </m:r>
                      </m:sub>
                    </m:sSub>
                  </m:oMath>
                </a14:m>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42B4130B-A993-0334-2FAC-6580546719D8}"/>
                  </a:ext>
                </a:extLst>
              </p:cNvPr>
              <p:cNvSpPr txBox="1">
                <a:spLocks noRot="1" noChangeAspect="1" noMove="1" noResize="1" noEditPoints="1" noAdjustHandles="1" noChangeArrowheads="1" noChangeShapeType="1" noTextEdit="1"/>
              </p:cNvSpPr>
              <p:nvPr/>
            </p:nvSpPr>
            <p:spPr>
              <a:xfrm>
                <a:off x="7507865" y="448578"/>
                <a:ext cx="7395683" cy="580352"/>
              </a:xfrm>
              <a:prstGeom prst="rect">
                <a:avLst/>
              </a:prstGeom>
              <a:blipFill>
                <a:blip r:embed="rId3"/>
                <a:stretch>
                  <a:fillRect l="-2143" t="-15789" b="-326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ED9DCBF-8A7C-3709-A7BC-131A75BC2060}"/>
                  </a:ext>
                </a:extLst>
              </p:cNvPr>
              <p:cNvSpPr txBox="1"/>
              <p:nvPr/>
            </p:nvSpPr>
            <p:spPr>
              <a:xfrm>
                <a:off x="217879" y="438063"/>
                <a:ext cx="6445226" cy="590867"/>
              </a:xfrm>
              <a:prstGeom prst="rect">
                <a:avLst/>
              </a:prstGeom>
              <a:noFill/>
            </p:spPr>
            <p:txBody>
              <a:bodyPr wrap="square">
                <a:spAutoFit/>
              </a:bodyPr>
              <a:lstStyle/>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Tahoma" panose="020B0604030504040204" pitchFamily="34" charset="0"/>
                    <a:ea typeface="Calibri" panose="020F0502020204030204" pitchFamily="34" charset="0"/>
                    <a:cs typeface="Times New Roman" panose="02020603050405020304" pitchFamily="18" charset="0"/>
                  </a:rPr>
                  <a:t>Node 1: </a:t>
                </a:r>
                <a14:m>
                  <m:oMath xmlns:m="http://schemas.openxmlformats.org/officeDocument/2006/math">
                    <m:sSub>
                      <m:sSubPr>
                        <m:ctrlP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𝐼</m:t>
                        </m:r>
                      </m:e>
                      <m:sub>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1</m:t>
                        </m:r>
                      </m:sub>
                    </m:sSub>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m:t>
                    </m:r>
                    <m:sSub>
                      <m:sSubPr>
                        <m:ctrlP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𝐼</m:t>
                        </m:r>
                      </m:e>
                      <m:sub>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2</m:t>
                        </m:r>
                      </m:sub>
                    </m:sSub>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m:t>
                    </m:r>
                    <m:sSub>
                      <m:sSubPr>
                        <m:ctrlPr>
                          <a:rPr kumimoji="0" lang="en-US" sz="32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𝐼</m:t>
                        </m:r>
                      </m:e>
                      <m:sub>
                        <m:r>
                          <a:rPr kumimoji="0" lang="en-US" sz="32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3</m:t>
                        </m:r>
                      </m:sub>
                    </m:sSub>
                  </m:oMath>
                </a14:m>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3ED9DCBF-8A7C-3709-A7BC-131A75BC2060}"/>
                  </a:ext>
                </a:extLst>
              </p:cNvPr>
              <p:cNvSpPr txBox="1">
                <a:spLocks noRot="1" noChangeAspect="1" noMove="1" noResize="1" noEditPoints="1" noAdjustHandles="1" noChangeArrowheads="1" noChangeShapeType="1" noTextEdit="1"/>
              </p:cNvSpPr>
              <p:nvPr/>
            </p:nvSpPr>
            <p:spPr>
              <a:xfrm>
                <a:off x="217879" y="438063"/>
                <a:ext cx="6445226" cy="590867"/>
              </a:xfrm>
              <a:prstGeom prst="rect">
                <a:avLst/>
              </a:prstGeom>
              <a:blipFill>
                <a:blip r:embed="rId4"/>
                <a:stretch>
                  <a:fillRect l="-2460" t="-15464" b="-29897"/>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80A34A9C-E9B5-BC9A-BB56-DEAFAC2DE3DE}"/>
              </a:ext>
            </a:extLst>
          </p:cNvPr>
          <p:cNvPicPr>
            <a:picLocks noChangeAspect="1"/>
          </p:cNvPicPr>
          <p:nvPr/>
        </p:nvPicPr>
        <p:blipFill rotWithShape="1">
          <a:blip r:embed="rId2"/>
          <a:srcRect l="31384"/>
          <a:stretch/>
        </p:blipFill>
        <p:spPr>
          <a:xfrm>
            <a:off x="8466956" y="1018414"/>
            <a:ext cx="3331970" cy="4227551"/>
          </a:xfrm>
          <a:prstGeom prst="rect">
            <a:avLst/>
          </a:prstGeom>
        </p:spPr>
      </p:pic>
      <p:pic>
        <p:nvPicPr>
          <p:cNvPr id="6" name="Picture 5">
            <a:extLst>
              <a:ext uri="{FF2B5EF4-FFF2-40B4-BE49-F238E27FC236}">
                <a16:creationId xmlns:a16="http://schemas.microsoft.com/office/drawing/2014/main" id="{3B802059-98BD-5EAF-2A70-71945426304F}"/>
              </a:ext>
            </a:extLst>
          </p:cNvPr>
          <p:cNvPicPr>
            <a:picLocks noChangeAspect="1"/>
          </p:cNvPicPr>
          <p:nvPr/>
        </p:nvPicPr>
        <p:blipFill>
          <a:blip r:embed="rId2"/>
          <a:stretch>
            <a:fillRect/>
          </a:stretch>
        </p:blipFill>
        <p:spPr>
          <a:xfrm>
            <a:off x="3664884" y="1612034"/>
            <a:ext cx="4300238" cy="3743737"/>
          </a:xfrm>
          <a:prstGeom prst="rect">
            <a:avLst/>
          </a:prstGeom>
          <a:ln w="38100">
            <a:solidFill>
              <a:srgbClr val="FF0000"/>
            </a:solidFill>
          </a:ln>
        </p:spPr>
      </p:pic>
    </p:spTree>
    <p:extLst>
      <p:ext uri="{BB962C8B-B14F-4D97-AF65-F5344CB8AC3E}">
        <p14:creationId xmlns:p14="http://schemas.microsoft.com/office/powerpoint/2010/main" val="2222048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9CA4B9-A2A1-F1D6-153B-881861265ACD}"/>
              </a:ext>
            </a:extLst>
          </p:cNvPr>
          <p:cNvPicPr>
            <a:picLocks noChangeAspect="1"/>
          </p:cNvPicPr>
          <p:nvPr/>
        </p:nvPicPr>
        <p:blipFill>
          <a:blip r:embed="rId2"/>
          <a:stretch>
            <a:fillRect/>
          </a:stretch>
        </p:blipFill>
        <p:spPr>
          <a:xfrm>
            <a:off x="855460" y="1897478"/>
            <a:ext cx="4855970" cy="4227551"/>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2B4130B-A993-0334-2FAC-6580546719D8}"/>
                  </a:ext>
                </a:extLst>
              </p:cNvPr>
              <p:cNvSpPr txBox="1"/>
              <p:nvPr/>
            </p:nvSpPr>
            <p:spPr>
              <a:xfrm>
                <a:off x="5461351" y="2468552"/>
                <a:ext cx="7395683" cy="1470339"/>
              </a:xfrm>
              <a:prstGeom prst="rect">
                <a:avLst/>
              </a:prstGeom>
              <a:noFill/>
            </p:spPr>
            <p:txBody>
              <a:bodyPr wrap="square">
                <a:spAutoFit/>
              </a:bodyPr>
              <a:lstStyle/>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Tahoma" panose="020B0604030504040204" pitchFamily="34" charset="0"/>
                    <a:ea typeface="Times New Roman" panose="02020603050405020304" pitchFamily="18" charset="0"/>
                    <a:cs typeface="Times New Roman" panose="02020603050405020304" pitchFamily="18" charset="0"/>
                  </a:rPr>
                  <a:t>Node 2: </a:t>
                </a:r>
                <a14:m>
                  <m:oMath xmlns:m="http://schemas.openxmlformats.org/officeDocument/2006/math">
                    <m:sSub>
                      <m:sSubPr>
                        <m:ctrlP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𝐼</m:t>
                        </m:r>
                      </m:e>
                      <m:sub>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2</m:t>
                        </m:r>
                      </m:sub>
                    </m:sSub>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m:t>
                    </m:r>
                    <m:sSub>
                      <m:sSubPr>
                        <m:ctrlPr>
                          <a:rPr kumimoji="0" lang="en-US" sz="32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𝐼</m:t>
                        </m:r>
                      </m:e>
                      <m:sub>
                        <m:r>
                          <a:rPr kumimoji="0" lang="en-US" sz="32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4</m:t>
                        </m:r>
                      </m:sub>
                    </m:sSub>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m:t>
                    </m:r>
                    <m:sSub>
                      <m:sSubPr>
                        <m:ctrlPr>
                          <a:rPr kumimoji="0" lang="en-US" sz="32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𝐼</m:t>
                        </m:r>
                      </m:e>
                      <m:sub>
                        <m:r>
                          <a:rPr kumimoji="0" lang="en-US" sz="32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1</m:t>
                        </m:r>
                      </m:sub>
                    </m:sSub>
                  </m:oMath>
                </a14:m>
                <a:r>
                  <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𝐼</m:t>
                        </m:r>
                      </m:e>
                      <m:sub>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5</m:t>
                        </m:r>
                      </m:sub>
                    </m:sSub>
                  </m:oMath>
                </a14:m>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32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Node 2: </a:t>
                </a:r>
                <a14:m>
                  <m:oMath xmlns:m="http://schemas.openxmlformats.org/officeDocument/2006/math">
                    <m:f>
                      <m:fPr>
                        <m:ctrlPr>
                          <a:rPr lang="en-US" sz="3200" i="1" smtClean="0">
                            <a:solidFill>
                              <a:srgbClr val="000000"/>
                            </a:solidFill>
                            <a:effectLst/>
                            <a:latin typeface="Cambria Math" panose="02040503050406030204" pitchFamily="18" charset="0"/>
                            <a:ea typeface="Calibri" panose="020F0502020204030204" pitchFamily="34" charset="0"/>
                            <a:cs typeface="Tahoma" panose="020B0604030504040204" pitchFamily="34" charset="0"/>
                          </a:rPr>
                        </m:ctrlPr>
                      </m:fPr>
                      <m:num>
                        <m:sSub>
                          <m:sSubPr>
                            <m:ctrlP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ctrlPr>
                          </m:sSubPr>
                          <m:e>
                            <m: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𝑣</m:t>
                            </m:r>
                          </m:e>
                          <m:sub>
                            <m: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1</m:t>
                            </m:r>
                          </m:sub>
                        </m:sSub>
                        <m: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m:t>
                        </m:r>
                        <m:sSub>
                          <m:sSubPr>
                            <m:ctrlP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ctrlPr>
                          </m:sSubPr>
                          <m:e>
                            <m: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𝑣</m:t>
                            </m:r>
                          </m:e>
                          <m:sub>
                            <m: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2</m:t>
                            </m:r>
                          </m:sub>
                        </m:sSub>
                      </m:num>
                      <m:den>
                        <m:r>
                          <a:rPr lang="en-US" sz="3200" b="0" i="1" smtClean="0">
                            <a:solidFill>
                              <a:srgbClr val="000000"/>
                            </a:solidFill>
                            <a:effectLst/>
                            <a:latin typeface="Cambria Math" panose="02040503050406030204" pitchFamily="18" charset="0"/>
                            <a:ea typeface="Calibri" panose="020F0502020204030204" pitchFamily="34" charset="0"/>
                            <a:cs typeface="Tahoma" panose="020B0604030504040204" pitchFamily="34" charset="0"/>
                          </a:rPr>
                          <m:t>4</m:t>
                        </m:r>
                      </m:den>
                    </m:f>
                    <m: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m:t>
                    </m:r>
                    <m:r>
                      <a:rPr lang="en-US" sz="3200" b="0" i="1" smtClean="0">
                        <a:solidFill>
                          <a:srgbClr val="000000"/>
                        </a:solidFill>
                        <a:effectLst/>
                        <a:latin typeface="Cambria Math" panose="02040503050406030204" pitchFamily="18" charset="0"/>
                        <a:ea typeface="Calibri" panose="020F0502020204030204" pitchFamily="34" charset="0"/>
                        <a:cs typeface="Tahoma" panose="020B0604030504040204" pitchFamily="34" charset="0"/>
                      </a:rPr>
                      <m:t>10</m:t>
                    </m:r>
                    <m: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m:t>
                    </m:r>
                    <m:r>
                      <a:rPr lang="en-US" sz="3200" b="0" i="1" smtClean="0">
                        <a:solidFill>
                          <a:srgbClr val="000000"/>
                        </a:solidFill>
                        <a:effectLst/>
                        <a:latin typeface="Cambria Math" panose="02040503050406030204" pitchFamily="18" charset="0"/>
                        <a:ea typeface="Calibri" panose="020F0502020204030204" pitchFamily="34" charset="0"/>
                        <a:cs typeface="Tahoma" panose="020B0604030504040204" pitchFamily="34" charset="0"/>
                      </a:rPr>
                      <m:t>5+</m:t>
                    </m:r>
                    <m:f>
                      <m:fPr>
                        <m:ctrlP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ctrlPr>
                      </m:fPr>
                      <m:num>
                        <m:sSub>
                          <m:sSubPr>
                            <m:ctrlP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ctrlPr>
                          </m:sSubPr>
                          <m:e>
                            <m: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𝑣</m:t>
                            </m:r>
                          </m:e>
                          <m:sub>
                            <m: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2</m:t>
                            </m:r>
                          </m:sub>
                        </m:sSub>
                        <m:r>
                          <a:rPr lang="en-US" sz="3200" b="0" i="1" smtClean="0">
                            <a:solidFill>
                              <a:srgbClr val="000000"/>
                            </a:solidFill>
                            <a:effectLst/>
                            <a:latin typeface="Cambria Math" panose="02040503050406030204" pitchFamily="18" charset="0"/>
                            <a:ea typeface="Calibri" panose="020F0502020204030204" pitchFamily="34" charset="0"/>
                            <a:cs typeface="Tahoma" panose="020B0604030504040204" pitchFamily="34" charset="0"/>
                          </a:rPr>
                          <m:t>−0</m:t>
                        </m:r>
                      </m:num>
                      <m:den>
                        <m:r>
                          <a:rPr lang="en-US" sz="3200" b="0" i="1" smtClean="0">
                            <a:solidFill>
                              <a:srgbClr val="000000"/>
                            </a:solidFill>
                            <a:effectLst/>
                            <a:latin typeface="Cambria Math" panose="02040503050406030204" pitchFamily="18" charset="0"/>
                            <a:ea typeface="Calibri" panose="020F0502020204030204" pitchFamily="34" charset="0"/>
                            <a:cs typeface="Tahoma" panose="020B0604030504040204" pitchFamily="34" charset="0"/>
                          </a:rPr>
                          <m:t>6</m:t>
                        </m:r>
                      </m:den>
                    </m:f>
                  </m:oMath>
                </a14:m>
                <a:r>
                  <a:rPr lang="en-US" sz="2800" dirty="0">
                    <a:effectLst/>
                    <a:latin typeface="Calibri" panose="020F0502020204030204" pitchFamily="34" charset="0"/>
                    <a:ea typeface="Calibri" panose="020F0502020204030204" pitchFamily="34" charset="0"/>
                    <a:cs typeface="Times New Roman" panose="02020603050405020304" pitchFamily="18" charset="0"/>
                  </a:rPr>
                  <a:t> ……..(ii)</a:t>
                </a:r>
              </a:p>
            </p:txBody>
          </p:sp>
        </mc:Choice>
        <mc:Fallback xmlns="">
          <p:sp>
            <p:nvSpPr>
              <p:cNvPr id="4" name="TextBox 3">
                <a:extLst>
                  <a:ext uri="{FF2B5EF4-FFF2-40B4-BE49-F238E27FC236}">
                    <a16:creationId xmlns:a16="http://schemas.microsoft.com/office/drawing/2014/main" id="{42B4130B-A993-0334-2FAC-6580546719D8}"/>
                  </a:ext>
                </a:extLst>
              </p:cNvPr>
              <p:cNvSpPr txBox="1">
                <a:spLocks noRot="1" noChangeAspect="1" noMove="1" noResize="1" noEditPoints="1" noAdjustHandles="1" noChangeArrowheads="1" noChangeShapeType="1" noTextEdit="1"/>
              </p:cNvSpPr>
              <p:nvPr/>
            </p:nvSpPr>
            <p:spPr>
              <a:xfrm>
                <a:off x="5461351" y="2468552"/>
                <a:ext cx="7395683" cy="1470339"/>
              </a:xfrm>
              <a:prstGeom prst="rect">
                <a:avLst/>
              </a:prstGeom>
              <a:blipFill>
                <a:blip r:embed="rId3"/>
                <a:stretch>
                  <a:fillRect l="-2143" t="-6224" b="-45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ED9DCBF-8A7C-3709-A7BC-131A75BC2060}"/>
                  </a:ext>
                </a:extLst>
              </p:cNvPr>
              <p:cNvSpPr txBox="1"/>
              <p:nvPr/>
            </p:nvSpPr>
            <p:spPr>
              <a:xfrm>
                <a:off x="541590" y="582584"/>
                <a:ext cx="6445226" cy="1467005"/>
              </a:xfrm>
              <a:prstGeom prst="rect">
                <a:avLst/>
              </a:prstGeom>
              <a:noFill/>
            </p:spPr>
            <p:txBody>
              <a:bodyPr wrap="square">
                <a:spAutoFit/>
              </a:bodyPr>
              <a:lstStyle/>
              <a:p>
                <a:pPr algn="just">
                  <a:lnSpc>
                    <a:spcPct val="107000"/>
                  </a:lnSpc>
                  <a:spcAft>
                    <a:spcPts val="800"/>
                  </a:spcAft>
                </a:pPr>
                <a:r>
                  <a:rPr lang="en-US" sz="3200"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Node 1: </a:t>
                </a:r>
                <a14:m>
                  <m:oMath xmlns:m="http://schemas.openxmlformats.org/officeDocument/2006/math">
                    <m:sSub>
                      <m:sSubPr>
                        <m:ctrlP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ctrlPr>
                      </m:sSubPr>
                      <m:e>
                        <m: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𝐼</m:t>
                        </m:r>
                      </m:e>
                      <m:sub>
                        <m: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1</m:t>
                        </m:r>
                      </m:sub>
                    </m:sSub>
                    <m: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m:t>
                    </m:r>
                    <m:sSub>
                      <m:sSubPr>
                        <m:ctrlP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ctrlPr>
                      </m:sSubPr>
                      <m:e>
                        <m: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𝐼</m:t>
                        </m:r>
                      </m:e>
                      <m:sub>
                        <m: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2</m:t>
                        </m:r>
                      </m:sub>
                    </m:sSub>
                    <m: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m:t>
                    </m:r>
                    <m:sSub>
                      <m:sSubPr>
                        <m:ctrlPr>
                          <a:rPr lang="en-US" sz="3200" i="1" smtClean="0">
                            <a:solidFill>
                              <a:srgbClr val="000000"/>
                            </a:solidFill>
                            <a:effectLst/>
                            <a:latin typeface="Cambria Math" panose="02040503050406030204" pitchFamily="18" charset="0"/>
                            <a:ea typeface="Calibri" panose="020F0502020204030204" pitchFamily="34" charset="0"/>
                            <a:cs typeface="Tahoma" panose="020B0604030504040204" pitchFamily="34" charset="0"/>
                          </a:rPr>
                        </m:ctrlPr>
                      </m:sSubPr>
                      <m:e>
                        <m:r>
                          <a:rPr lang="en-US" sz="32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𝐼</m:t>
                        </m:r>
                      </m:e>
                      <m:sub>
                        <m:r>
                          <a:rPr lang="en-US" sz="3200" b="0" i="1" smtClean="0">
                            <a:solidFill>
                              <a:srgbClr val="000000"/>
                            </a:solidFill>
                            <a:effectLst/>
                            <a:latin typeface="Cambria Math" panose="02040503050406030204" pitchFamily="18" charset="0"/>
                            <a:ea typeface="Calibri" panose="020F0502020204030204" pitchFamily="34" charset="0"/>
                            <a:cs typeface="Tahoma" panose="020B0604030504040204" pitchFamily="34" charset="0"/>
                          </a:rPr>
                          <m:t>3</m:t>
                        </m:r>
                      </m:sub>
                    </m:sSub>
                  </m:oMath>
                </a14:m>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kumimoji="0" lang="en-US" sz="3200" b="0" i="0" u="none" strike="noStrike" kern="1200" cap="none" spc="0" normalizeH="0" baseline="0" noProof="0" dirty="0">
                    <a:ln>
                      <a:noFill/>
                    </a:ln>
                    <a:solidFill>
                      <a:srgbClr val="000000"/>
                    </a:solidFill>
                    <a:effectLst/>
                    <a:uLnTx/>
                    <a:uFillTx/>
                    <a:latin typeface="Tahoma" panose="020B0604030504040204" pitchFamily="34" charset="0"/>
                    <a:ea typeface="Calibri" panose="020F0502020204030204" pitchFamily="34" charset="0"/>
                    <a:cs typeface="Times New Roman" panose="02020603050405020304" pitchFamily="18" charset="0"/>
                  </a:rPr>
                  <a:t>Node 1:</a:t>
                </a:r>
                <a14:m>
                  <m:oMath xmlns:m="http://schemas.openxmlformats.org/officeDocument/2006/math">
                    <m:r>
                      <a:rPr kumimoji="0" lang="en-US" sz="3200" b="0" i="0"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 </m:t>
                    </m:r>
                    <m:r>
                      <a:rPr kumimoji="0" lang="en-US" sz="32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5</m:t>
                    </m:r>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m:t>
                    </m:r>
                    <m:f>
                      <m:fPr>
                        <m:ctrlPr>
                          <a:rPr kumimoji="0" lang="en-US" sz="32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fPr>
                      <m:num>
                        <m:sSub>
                          <m:sSubPr>
                            <m:ctrlP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𝑣</m:t>
                            </m:r>
                          </m:e>
                          <m:sub>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1</m:t>
                            </m:r>
                          </m:sub>
                        </m:sSub>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m:t>
                        </m:r>
                        <m:sSub>
                          <m:sSubPr>
                            <m:ctrlP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𝑣</m:t>
                            </m:r>
                          </m:e>
                          <m:sub>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2</m:t>
                            </m:r>
                          </m:sub>
                        </m:sSub>
                      </m:num>
                      <m:den>
                        <m:r>
                          <a:rPr kumimoji="0" lang="en-US" sz="32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4</m:t>
                        </m:r>
                      </m:den>
                    </m:f>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m:t>
                    </m:r>
                    <m:f>
                      <m:fPr>
                        <m:ctrlP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fPr>
                      <m:num>
                        <m:sSub>
                          <m:sSubPr>
                            <m:ctrlP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𝑣</m:t>
                            </m:r>
                          </m:e>
                          <m:sub>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1</m:t>
                            </m:r>
                          </m:sub>
                        </m:sSub>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m:t>
                        </m:r>
                        <m:r>
                          <a:rPr kumimoji="0" lang="en-US" sz="32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0</m:t>
                        </m:r>
                      </m:num>
                      <m:den>
                        <m:r>
                          <a:rPr kumimoji="0" lang="en-US" sz="32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2</m:t>
                        </m:r>
                      </m:den>
                    </m:f>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m:t>
                    </m:r>
                  </m:oMath>
                </a14:m>
                <a:r>
                  <a:rPr lang="en-US" sz="2800" dirty="0">
                    <a:effectLst/>
                    <a:latin typeface="Calibri" panose="020F0502020204030204" pitchFamily="34" charset="0"/>
                    <a:ea typeface="Calibri" panose="020F0502020204030204" pitchFamily="34" charset="0"/>
                    <a:cs typeface="Times New Roman" panose="02020603050405020304" pitchFamily="18" charset="0"/>
                  </a:rPr>
                  <a:t> ……..(</a:t>
                </a:r>
                <a:r>
                  <a:rPr lang="en-US" sz="28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2800" dirty="0">
                    <a:effectLst/>
                    <a:latin typeface="Calibri" panose="020F0502020204030204" pitchFamily="34" charset="0"/>
                    <a:ea typeface="Calibri" panose="020F0502020204030204" pitchFamily="34" charset="0"/>
                    <a:cs typeface="Times New Roman" panose="02020603050405020304" pitchFamily="18" charset="0"/>
                  </a:rPr>
                  <a:t>)</a:t>
                </a:r>
              </a:p>
            </p:txBody>
          </p:sp>
        </mc:Choice>
        <mc:Fallback xmlns="">
          <p:sp>
            <p:nvSpPr>
              <p:cNvPr id="5" name="TextBox 4">
                <a:extLst>
                  <a:ext uri="{FF2B5EF4-FFF2-40B4-BE49-F238E27FC236}">
                    <a16:creationId xmlns:a16="http://schemas.microsoft.com/office/drawing/2014/main" id="{3ED9DCBF-8A7C-3709-A7BC-131A75BC2060}"/>
                  </a:ext>
                </a:extLst>
              </p:cNvPr>
              <p:cNvSpPr txBox="1">
                <a:spLocks noRot="1" noChangeAspect="1" noMove="1" noResize="1" noEditPoints="1" noAdjustHandles="1" noChangeArrowheads="1" noChangeShapeType="1" noTextEdit="1"/>
              </p:cNvSpPr>
              <p:nvPr/>
            </p:nvSpPr>
            <p:spPr>
              <a:xfrm>
                <a:off x="541590" y="582584"/>
                <a:ext cx="6445226" cy="1467005"/>
              </a:xfrm>
              <a:prstGeom prst="rect">
                <a:avLst/>
              </a:prstGeom>
              <a:blipFill>
                <a:blip r:embed="rId4"/>
                <a:stretch>
                  <a:fillRect l="-2460" t="-6250" b="-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3C80FAC-E57D-F80D-EA8F-E1A6F83C7293}"/>
                  </a:ext>
                </a:extLst>
              </p:cNvPr>
              <p:cNvSpPr txBox="1"/>
              <p:nvPr/>
            </p:nvSpPr>
            <p:spPr>
              <a:xfrm>
                <a:off x="8091487" y="964098"/>
                <a:ext cx="3558923" cy="666529"/>
              </a:xfrm>
              <a:prstGeom prst="rect">
                <a:avLst/>
              </a:prstGeom>
              <a:noFill/>
            </p:spPr>
            <p:txBody>
              <a:bodyPr wrap="none" rtlCol="0">
                <a:spAutoFit/>
              </a:bodyPr>
              <a:lstStyle/>
              <a:p>
                <a:r>
                  <a:rPr lang="en-US" sz="2800" dirty="0"/>
                  <a:t>By Ohm’s Law: I = </a:t>
                </a:r>
                <a14:m>
                  <m:oMath xmlns:m="http://schemas.openxmlformats.org/officeDocument/2006/math">
                    <m:f>
                      <m:fPr>
                        <m:ctrlP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fPr>
                      <m:num>
                        <m:sSub>
                          <m:sSub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𝑣</m:t>
                            </m:r>
                          </m:e>
                          <m: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1</m:t>
                            </m:r>
                          </m:sub>
                        </m:s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m:t>
                        </m:r>
                        <m:sSub>
                          <m:sSubPr>
                            <m:ctrlP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𝑣</m:t>
                            </m:r>
                          </m:e>
                          <m:sub>
                            <m:r>
                              <a:rPr kumimoji="0" lang="en-US" sz="28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2</m:t>
                            </m:r>
                          </m:sub>
                        </m:sSub>
                      </m:num>
                      <m:den>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𝑅</m:t>
                        </m:r>
                      </m:den>
                    </m:f>
                  </m:oMath>
                </a14:m>
                <a:endParaRPr lang="en-US" sz="2800" dirty="0"/>
              </a:p>
            </p:txBody>
          </p:sp>
        </mc:Choice>
        <mc:Fallback xmlns="">
          <p:sp>
            <p:nvSpPr>
              <p:cNvPr id="8" name="TextBox 7">
                <a:extLst>
                  <a:ext uri="{FF2B5EF4-FFF2-40B4-BE49-F238E27FC236}">
                    <a16:creationId xmlns:a16="http://schemas.microsoft.com/office/drawing/2014/main" id="{53C80FAC-E57D-F80D-EA8F-E1A6F83C7293}"/>
                  </a:ext>
                </a:extLst>
              </p:cNvPr>
              <p:cNvSpPr txBox="1">
                <a:spLocks noRot="1" noChangeAspect="1" noMove="1" noResize="1" noEditPoints="1" noAdjustHandles="1" noChangeArrowheads="1" noChangeShapeType="1" noTextEdit="1"/>
              </p:cNvSpPr>
              <p:nvPr/>
            </p:nvSpPr>
            <p:spPr>
              <a:xfrm>
                <a:off x="8091487" y="964098"/>
                <a:ext cx="3558923" cy="666529"/>
              </a:xfrm>
              <a:prstGeom prst="rect">
                <a:avLst/>
              </a:prstGeom>
              <a:blipFill>
                <a:blip r:embed="rId5"/>
                <a:stretch>
                  <a:fillRect l="-3425" b="-12844"/>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8C2B430F-2FCF-2EFD-0C6F-3DB5B869EB3D}"/>
              </a:ext>
            </a:extLst>
          </p:cNvPr>
          <p:cNvPicPr>
            <a:picLocks noChangeAspect="1"/>
          </p:cNvPicPr>
          <p:nvPr/>
        </p:nvPicPr>
        <p:blipFill>
          <a:blip r:embed="rId6"/>
          <a:stretch>
            <a:fillRect/>
          </a:stretch>
        </p:blipFill>
        <p:spPr>
          <a:xfrm>
            <a:off x="8091487" y="87798"/>
            <a:ext cx="2771775" cy="876300"/>
          </a:xfrm>
          <a:prstGeom prst="rect">
            <a:avLst/>
          </a:prstGeom>
        </p:spPr>
      </p:pic>
    </p:spTree>
    <p:extLst>
      <p:ext uri="{BB962C8B-B14F-4D97-AF65-F5344CB8AC3E}">
        <p14:creationId xmlns:p14="http://schemas.microsoft.com/office/powerpoint/2010/main" val="4253204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390BD96-D5F1-FCE3-5F85-04605710C64B}"/>
              </a:ext>
            </a:extLst>
          </p:cNvPr>
          <p:cNvPicPr>
            <a:picLocks noChangeAspect="1"/>
          </p:cNvPicPr>
          <p:nvPr/>
        </p:nvPicPr>
        <p:blipFill>
          <a:blip r:embed="rId2"/>
          <a:stretch>
            <a:fillRect/>
          </a:stretch>
        </p:blipFill>
        <p:spPr>
          <a:xfrm>
            <a:off x="600095" y="1032782"/>
            <a:ext cx="5263675" cy="4874532"/>
          </a:xfrm>
          <a:prstGeom prst="rect">
            <a:avLst/>
          </a:prstGeom>
        </p:spPr>
      </p:pic>
      <p:pic>
        <p:nvPicPr>
          <p:cNvPr id="3" name="Picture 2">
            <a:extLst>
              <a:ext uri="{FF2B5EF4-FFF2-40B4-BE49-F238E27FC236}">
                <a16:creationId xmlns:a16="http://schemas.microsoft.com/office/drawing/2014/main" id="{9F415E94-067F-8E91-5903-0A5F53418CB9}"/>
              </a:ext>
            </a:extLst>
          </p:cNvPr>
          <p:cNvPicPr>
            <a:picLocks noChangeAspect="1"/>
          </p:cNvPicPr>
          <p:nvPr/>
        </p:nvPicPr>
        <p:blipFill>
          <a:blip r:embed="rId3"/>
          <a:stretch>
            <a:fillRect/>
          </a:stretch>
        </p:blipFill>
        <p:spPr>
          <a:xfrm>
            <a:off x="5863770" y="1218654"/>
            <a:ext cx="4804228" cy="4502787"/>
          </a:xfrm>
          <a:prstGeom prst="rect">
            <a:avLst/>
          </a:prstGeom>
        </p:spPr>
      </p:pic>
    </p:spTree>
    <p:extLst>
      <p:ext uri="{BB962C8B-B14F-4D97-AF65-F5344CB8AC3E}">
        <p14:creationId xmlns:p14="http://schemas.microsoft.com/office/powerpoint/2010/main" val="643104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A60B1E-0319-38B2-1C6A-DFBC6B732AEB}"/>
              </a:ext>
            </a:extLst>
          </p:cNvPr>
          <p:cNvPicPr>
            <a:picLocks noChangeAspect="1"/>
          </p:cNvPicPr>
          <p:nvPr/>
        </p:nvPicPr>
        <p:blipFill>
          <a:blip r:embed="rId2"/>
          <a:stretch>
            <a:fillRect/>
          </a:stretch>
        </p:blipFill>
        <p:spPr>
          <a:xfrm>
            <a:off x="600095" y="1032782"/>
            <a:ext cx="5263675" cy="4874532"/>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865E6D-EDCB-BB66-E0C2-4FDB5A782C08}"/>
                  </a:ext>
                </a:extLst>
              </p:cNvPr>
              <p:cNvSpPr txBox="1"/>
              <p:nvPr/>
            </p:nvSpPr>
            <p:spPr>
              <a:xfrm>
                <a:off x="5272665" y="4790838"/>
                <a:ext cx="5903335" cy="1629677"/>
              </a:xfrm>
              <a:prstGeom prst="rect">
                <a:avLst/>
              </a:prstGeom>
              <a:noFill/>
            </p:spPr>
            <p:txBody>
              <a:bodyPr wrap="square">
                <a:spAutoFit/>
              </a:bodyPr>
              <a:lstStyle/>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US" sz="3600" b="0" i="0" u="none" strike="noStrike" kern="1200" cap="none" spc="0" normalizeH="0" baseline="0" noProof="0" dirty="0">
                    <a:ln>
                      <a:noFill/>
                    </a:ln>
                    <a:solidFill>
                      <a:srgbClr val="000000"/>
                    </a:solidFill>
                    <a:effectLst/>
                    <a:uLnTx/>
                    <a:uFillTx/>
                    <a:latin typeface="Tahoma" panose="020B0604030504040204" pitchFamily="34" charset="0"/>
                    <a:ea typeface="Times New Roman" panose="02020603050405020304" pitchFamily="18" charset="0"/>
                    <a:cs typeface="Times New Roman" panose="02020603050405020304" pitchFamily="18" charset="0"/>
                  </a:rPr>
                  <a:t>Node 2: </a:t>
                </a:r>
                <a14:m>
                  <m:oMath xmlns:m="http://schemas.openxmlformats.org/officeDocument/2006/math">
                    <m:sSub>
                      <m:sSubPr>
                        <m:ctrlP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𝐼</m:t>
                        </m:r>
                      </m:e>
                      <m:sub>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2</m:t>
                        </m:r>
                      </m:sub>
                    </m:sSub>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m:t>
                    </m:r>
                    <m:sSub>
                      <m:sSubPr>
                        <m:ctrlPr>
                          <a:rPr kumimoji="0" lang="en-US" sz="36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𝐼</m:t>
                        </m:r>
                      </m:e>
                      <m:sub>
                        <m:r>
                          <a:rPr kumimoji="0" lang="en-US" sz="36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4</m:t>
                        </m:r>
                      </m:sub>
                    </m:sSub>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m:t>
                    </m:r>
                    <m:sSub>
                      <m:sSubPr>
                        <m:ctrlPr>
                          <a:rPr kumimoji="0" lang="en-US" sz="36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𝐼</m:t>
                        </m:r>
                      </m:e>
                      <m:sub>
                        <m:r>
                          <a:rPr kumimoji="0" lang="en-US" sz="36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1</m:t>
                        </m:r>
                      </m:sub>
                    </m:sSub>
                  </m:oMath>
                </a14:m>
                <a:r>
                  <a:rPr kumimoji="0" lang="en-US" sz="3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kumimoji="0" lang="en-US" sz="32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32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𝐼</m:t>
                        </m:r>
                      </m:e>
                      <m:sub>
                        <m:r>
                          <a:rPr kumimoji="0" lang="en-US" sz="32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5</m:t>
                        </m:r>
                      </m:sub>
                    </m:sSub>
                  </m:oMath>
                </a14:m>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36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Node 2: </a:t>
                </a:r>
                <a14:m>
                  <m:oMath xmlns:m="http://schemas.openxmlformats.org/officeDocument/2006/math">
                    <m:f>
                      <m:fPr>
                        <m:ctrlPr>
                          <a:rPr lang="en-US" sz="3600" i="1" smtClean="0">
                            <a:solidFill>
                              <a:srgbClr val="000000"/>
                            </a:solidFill>
                            <a:effectLst/>
                            <a:latin typeface="Cambria Math" panose="02040503050406030204" pitchFamily="18" charset="0"/>
                            <a:ea typeface="Calibri" panose="020F0502020204030204" pitchFamily="34" charset="0"/>
                            <a:cs typeface="Tahoma" panose="020B0604030504040204" pitchFamily="34" charset="0"/>
                          </a:rPr>
                        </m:ctrlPr>
                      </m:fPr>
                      <m:num>
                        <m:sSub>
                          <m:sSubPr>
                            <m:ctrlP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ctrlPr>
                          </m:sSubPr>
                          <m:e>
                            <m: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𝑣</m:t>
                            </m:r>
                          </m:e>
                          <m:sub>
                            <m: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1</m:t>
                            </m:r>
                          </m:sub>
                        </m:sSub>
                        <m: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m:t>
                        </m:r>
                        <m:sSub>
                          <m:sSubPr>
                            <m:ctrlP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ctrlPr>
                          </m:sSubPr>
                          <m:e>
                            <m: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𝑣</m:t>
                            </m:r>
                          </m:e>
                          <m:sub>
                            <m: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2</m:t>
                            </m:r>
                          </m:sub>
                        </m:sSub>
                      </m:num>
                      <m:den>
                        <m:r>
                          <a:rPr lang="en-US" sz="3600" b="0" i="1" smtClean="0">
                            <a:solidFill>
                              <a:srgbClr val="000000"/>
                            </a:solidFill>
                            <a:effectLst/>
                            <a:latin typeface="Cambria Math" panose="02040503050406030204" pitchFamily="18" charset="0"/>
                            <a:ea typeface="Calibri" panose="020F0502020204030204" pitchFamily="34" charset="0"/>
                            <a:cs typeface="Tahoma" panose="020B0604030504040204" pitchFamily="34" charset="0"/>
                          </a:rPr>
                          <m:t>4</m:t>
                        </m:r>
                      </m:den>
                    </m:f>
                    <m: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m:t>
                    </m:r>
                    <m:r>
                      <a:rPr lang="en-US" sz="3600" b="0" i="1" smtClean="0">
                        <a:solidFill>
                          <a:srgbClr val="000000"/>
                        </a:solidFill>
                        <a:effectLst/>
                        <a:latin typeface="Cambria Math" panose="02040503050406030204" pitchFamily="18" charset="0"/>
                        <a:ea typeface="Calibri" panose="020F0502020204030204" pitchFamily="34" charset="0"/>
                        <a:cs typeface="Tahoma" panose="020B0604030504040204" pitchFamily="34" charset="0"/>
                      </a:rPr>
                      <m:t>10</m:t>
                    </m:r>
                    <m: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m:t>
                    </m:r>
                    <m:r>
                      <a:rPr lang="en-US" sz="3600" b="0" i="1" smtClean="0">
                        <a:solidFill>
                          <a:srgbClr val="000000"/>
                        </a:solidFill>
                        <a:effectLst/>
                        <a:latin typeface="Cambria Math" panose="02040503050406030204" pitchFamily="18" charset="0"/>
                        <a:ea typeface="Calibri" panose="020F0502020204030204" pitchFamily="34" charset="0"/>
                        <a:cs typeface="Tahoma" panose="020B0604030504040204" pitchFamily="34" charset="0"/>
                      </a:rPr>
                      <m:t>?+</m:t>
                    </m:r>
                    <m:f>
                      <m:fPr>
                        <m:ctrlP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ctrlPr>
                      </m:fPr>
                      <m:num>
                        <m:sSub>
                          <m:sSubPr>
                            <m:ctrlP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ctrlPr>
                          </m:sSubPr>
                          <m:e>
                            <m: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𝑣</m:t>
                            </m:r>
                          </m:e>
                          <m:sub>
                            <m: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2</m:t>
                            </m:r>
                          </m:sub>
                        </m:sSub>
                        <m:r>
                          <a:rPr lang="en-US" sz="3600" b="0" i="1" smtClean="0">
                            <a:solidFill>
                              <a:srgbClr val="000000"/>
                            </a:solidFill>
                            <a:effectLst/>
                            <a:latin typeface="Cambria Math" panose="02040503050406030204" pitchFamily="18" charset="0"/>
                            <a:ea typeface="Calibri" panose="020F0502020204030204" pitchFamily="34" charset="0"/>
                            <a:cs typeface="Tahoma" panose="020B0604030504040204" pitchFamily="34" charset="0"/>
                          </a:rPr>
                          <m:t>−0</m:t>
                        </m:r>
                      </m:num>
                      <m:den>
                        <m:r>
                          <a:rPr lang="en-US" sz="3600" b="0" i="1" smtClean="0">
                            <a:solidFill>
                              <a:srgbClr val="000000"/>
                            </a:solidFill>
                            <a:effectLst/>
                            <a:latin typeface="Cambria Math" panose="02040503050406030204" pitchFamily="18" charset="0"/>
                            <a:ea typeface="Calibri" panose="020F0502020204030204" pitchFamily="34" charset="0"/>
                            <a:cs typeface="Tahoma" panose="020B0604030504040204" pitchFamily="34" charset="0"/>
                          </a:rPr>
                          <m:t>6</m:t>
                        </m:r>
                      </m:den>
                    </m:f>
                  </m:oMath>
                </a14:m>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B7865E6D-EDCB-BB66-E0C2-4FDB5A782C08}"/>
                  </a:ext>
                </a:extLst>
              </p:cNvPr>
              <p:cNvSpPr txBox="1">
                <a:spLocks noRot="1" noChangeAspect="1" noMove="1" noResize="1" noEditPoints="1" noAdjustHandles="1" noChangeArrowheads="1" noChangeShapeType="1" noTextEdit="1"/>
              </p:cNvSpPr>
              <p:nvPr/>
            </p:nvSpPr>
            <p:spPr>
              <a:xfrm>
                <a:off x="5272665" y="4790838"/>
                <a:ext cx="5903335" cy="1629677"/>
              </a:xfrm>
              <a:prstGeom prst="rect">
                <a:avLst/>
              </a:prstGeom>
              <a:blipFill>
                <a:blip r:embed="rId3"/>
                <a:stretch>
                  <a:fillRect l="-3202" t="-7116" b="-44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773A9F4-7E54-AA3A-44D8-2D0B7E659858}"/>
                  </a:ext>
                </a:extLst>
              </p:cNvPr>
              <p:cNvSpPr txBox="1"/>
              <p:nvPr/>
            </p:nvSpPr>
            <p:spPr>
              <a:xfrm>
                <a:off x="5146679" y="786405"/>
                <a:ext cx="6445226" cy="1625958"/>
              </a:xfrm>
              <a:prstGeom prst="rect">
                <a:avLst/>
              </a:prstGeom>
              <a:noFill/>
            </p:spPr>
            <p:txBody>
              <a:bodyPr wrap="square">
                <a:spAutoFit/>
              </a:bodyPr>
              <a:lstStyle/>
              <a:p>
                <a:pPr algn="just">
                  <a:lnSpc>
                    <a:spcPct val="107000"/>
                  </a:lnSpc>
                  <a:spcAft>
                    <a:spcPts val="800"/>
                  </a:spcAft>
                </a:pPr>
                <a:r>
                  <a:rPr lang="en-US" sz="3600"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Node 1: </a:t>
                </a:r>
                <a14:m>
                  <m:oMath xmlns:m="http://schemas.openxmlformats.org/officeDocument/2006/math">
                    <m:sSub>
                      <m:sSubPr>
                        <m:ctrlP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ctrlPr>
                      </m:sSubPr>
                      <m:e>
                        <m: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𝐼</m:t>
                        </m:r>
                      </m:e>
                      <m:sub>
                        <m: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1</m:t>
                        </m:r>
                      </m:sub>
                    </m:sSub>
                    <m: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m:t>
                    </m:r>
                    <m:sSub>
                      <m:sSubPr>
                        <m:ctrlP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ctrlPr>
                      </m:sSubPr>
                      <m:e>
                        <m: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𝐼</m:t>
                        </m:r>
                      </m:e>
                      <m:sub>
                        <m: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2</m:t>
                        </m:r>
                      </m:sub>
                    </m:sSub>
                    <m: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m:t>
                    </m:r>
                    <m:sSub>
                      <m:sSubPr>
                        <m:ctrlPr>
                          <a:rPr lang="en-US" sz="3600" i="1" smtClean="0">
                            <a:solidFill>
                              <a:srgbClr val="000000"/>
                            </a:solidFill>
                            <a:effectLst/>
                            <a:latin typeface="Cambria Math" panose="02040503050406030204" pitchFamily="18" charset="0"/>
                            <a:ea typeface="Calibri" panose="020F0502020204030204" pitchFamily="34" charset="0"/>
                            <a:cs typeface="Tahoma" panose="020B0604030504040204" pitchFamily="34" charset="0"/>
                          </a:rPr>
                        </m:ctrlPr>
                      </m:sSubPr>
                      <m:e>
                        <m:r>
                          <a:rPr lang="en-US" sz="3600" i="1">
                            <a:solidFill>
                              <a:srgbClr val="000000"/>
                            </a:solidFill>
                            <a:effectLst/>
                            <a:latin typeface="Cambria Math" panose="02040503050406030204" pitchFamily="18" charset="0"/>
                            <a:ea typeface="Calibri" panose="020F0502020204030204" pitchFamily="34" charset="0"/>
                            <a:cs typeface="Tahoma" panose="020B0604030504040204" pitchFamily="34" charset="0"/>
                          </a:rPr>
                          <m:t>𝐼</m:t>
                        </m:r>
                      </m:e>
                      <m:sub>
                        <m:r>
                          <a:rPr lang="en-US" sz="3600" b="0" i="1" smtClean="0">
                            <a:solidFill>
                              <a:srgbClr val="000000"/>
                            </a:solidFill>
                            <a:effectLst/>
                            <a:latin typeface="Cambria Math" panose="02040503050406030204" pitchFamily="18" charset="0"/>
                            <a:ea typeface="Calibri" panose="020F0502020204030204" pitchFamily="34" charset="0"/>
                            <a:cs typeface="Tahoma" panose="020B0604030504040204" pitchFamily="34" charset="0"/>
                          </a:rPr>
                          <m:t>3</m:t>
                        </m:r>
                      </m:sub>
                    </m:sSub>
                  </m:oMath>
                </a14:m>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kumimoji="0" lang="en-US" sz="3600" b="0" i="0" u="none" strike="noStrike" kern="1200" cap="none" spc="0" normalizeH="0" baseline="0" noProof="0" dirty="0">
                    <a:ln>
                      <a:noFill/>
                    </a:ln>
                    <a:solidFill>
                      <a:srgbClr val="000000"/>
                    </a:solidFill>
                    <a:effectLst/>
                    <a:uLnTx/>
                    <a:uFillTx/>
                    <a:latin typeface="Tahoma" panose="020B0604030504040204" pitchFamily="34" charset="0"/>
                    <a:ea typeface="Calibri" panose="020F0502020204030204" pitchFamily="34" charset="0"/>
                    <a:cs typeface="Times New Roman" panose="02020603050405020304" pitchFamily="18" charset="0"/>
                  </a:rPr>
                  <a:t>Node 1:</a:t>
                </a:r>
                <a14:m>
                  <m:oMath xmlns:m="http://schemas.openxmlformats.org/officeDocument/2006/math">
                    <m:r>
                      <a:rPr kumimoji="0" lang="en-US" sz="3600" b="0" i="0"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    </m:t>
                    </m:r>
                    <m:r>
                      <a:rPr kumimoji="0" lang="en-US" sz="36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m:t>
                    </m:r>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m:t>
                    </m:r>
                    <m:f>
                      <m:fPr>
                        <m:ctrlPr>
                          <a:rPr kumimoji="0" lang="en-US" sz="36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fPr>
                      <m:num>
                        <m:sSub>
                          <m:sSubPr>
                            <m:ctrlP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𝑣</m:t>
                            </m:r>
                          </m:e>
                          <m:sub>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1</m:t>
                            </m:r>
                          </m:sub>
                        </m:sSub>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m:t>
                        </m:r>
                        <m:sSub>
                          <m:sSubPr>
                            <m:ctrlP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𝑣</m:t>
                            </m:r>
                          </m:e>
                          <m:sub>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2</m:t>
                            </m:r>
                          </m:sub>
                        </m:sSub>
                      </m:num>
                      <m:den>
                        <m:r>
                          <a:rPr kumimoji="0" lang="en-US" sz="36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4</m:t>
                        </m:r>
                      </m:den>
                    </m:f>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m:t>
                    </m:r>
                    <m:f>
                      <m:fPr>
                        <m:ctrlP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fPr>
                      <m:num>
                        <m:sSub>
                          <m:sSubPr>
                            <m:ctrlP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ctrlPr>
                          </m:sSubPr>
                          <m:e>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𝑣</m:t>
                            </m:r>
                          </m:e>
                          <m:sub>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1</m:t>
                            </m:r>
                          </m:sub>
                        </m:sSub>
                        <m:r>
                          <a:rPr kumimoji="0" lang="en-US" sz="3600" b="0" i="1" u="none" strike="noStrike" kern="120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m:t>
                        </m:r>
                        <m:r>
                          <a:rPr kumimoji="0" lang="en-US" sz="36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0</m:t>
                        </m:r>
                      </m:num>
                      <m:den>
                        <m:r>
                          <a:rPr kumimoji="0" lang="en-US" sz="3600" b="0" i="1" u="none" strike="noStrike" kern="1200" cap="none" spc="0" normalizeH="0" baseline="0" noProof="0" smtClean="0">
                            <a:ln>
                              <a:noFill/>
                            </a:ln>
                            <a:solidFill>
                              <a:srgbClr val="000000"/>
                            </a:solidFill>
                            <a:effectLst/>
                            <a:uLnTx/>
                            <a:uFillTx/>
                            <a:latin typeface="Cambria Math" panose="02040503050406030204" pitchFamily="18" charset="0"/>
                            <a:ea typeface="Calibri" panose="020F0502020204030204" pitchFamily="34" charset="0"/>
                            <a:cs typeface="Tahoma" panose="020B0604030504040204" pitchFamily="34" charset="0"/>
                          </a:rPr>
                          <m:t>2</m:t>
                        </m:r>
                      </m:den>
                    </m:f>
                  </m:oMath>
                </a14:m>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B773A9F4-7E54-AA3A-44D8-2D0B7E659858}"/>
                  </a:ext>
                </a:extLst>
              </p:cNvPr>
              <p:cNvSpPr txBox="1">
                <a:spLocks noRot="1" noChangeAspect="1" noMove="1" noResize="1" noEditPoints="1" noAdjustHandles="1" noChangeArrowheads="1" noChangeShapeType="1" noTextEdit="1"/>
              </p:cNvSpPr>
              <p:nvPr/>
            </p:nvSpPr>
            <p:spPr>
              <a:xfrm>
                <a:off x="5146679" y="786405"/>
                <a:ext cx="6445226" cy="1625958"/>
              </a:xfrm>
              <a:prstGeom prst="rect">
                <a:avLst/>
              </a:prstGeom>
              <a:blipFill>
                <a:blip r:embed="rId4"/>
                <a:stretch>
                  <a:fillRect l="-2836" t="-6742" b="-4494"/>
                </a:stretch>
              </a:blipFill>
            </p:spPr>
            <p:txBody>
              <a:bodyPr/>
              <a:lstStyle/>
              <a:p>
                <a:r>
                  <a:rPr lang="en-US">
                    <a:noFill/>
                  </a:rPr>
                  <a:t> </a:t>
                </a:r>
              </a:p>
            </p:txBody>
          </p:sp>
        </mc:Fallback>
      </mc:AlternateContent>
    </p:spTree>
    <p:extLst>
      <p:ext uri="{BB962C8B-B14F-4D97-AF65-F5344CB8AC3E}">
        <p14:creationId xmlns:p14="http://schemas.microsoft.com/office/powerpoint/2010/main" val="784323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2066D8-51E1-43CF-705B-7040F8A1DE68}"/>
              </a:ext>
            </a:extLst>
          </p:cNvPr>
          <p:cNvPicPr>
            <a:picLocks noChangeAspect="1"/>
          </p:cNvPicPr>
          <p:nvPr/>
        </p:nvPicPr>
        <p:blipFill>
          <a:blip r:embed="rId2"/>
          <a:stretch>
            <a:fillRect/>
          </a:stretch>
        </p:blipFill>
        <p:spPr>
          <a:xfrm>
            <a:off x="6593446" y="1047626"/>
            <a:ext cx="4804228" cy="4570314"/>
          </a:xfrm>
          <a:prstGeom prst="rect">
            <a:avLst/>
          </a:prstGeom>
        </p:spPr>
      </p:pic>
      <p:pic>
        <p:nvPicPr>
          <p:cNvPr id="2" name="Picture 1">
            <a:extLst>
              <a:ext uri="{FF2B5EF4-FFF2-40B4-BE49-F238E27FC236}">
                <a16:creationId xmlns:a16="http://schemas.microsoft.com/office/drawing/2014/main" id="{445B09C4-6BBA-4F3E-DCFB-A6EAE2765524}"/>
              </a:ext>
            </a:extLst>
          </p:cNvPr>
          <p:cNvPicPr>
            <a:picLocks noChangeAspect="1"/>
          </p:cNvPicPr>
          <p:nvPr/>
        </p:nvPicPr>
        <p:blipFill>
          <a:blip r:embed="rId3"/>
          <a:stretch>
            <a:fillRect/>
          </a:stretch>
        </p:blipFill>
        <p:spPr>
          <a:xfrm>
            <a:off x="1124199" y="695533"/>
            <a:ext cx="4804228" cy="4502787"/>
          </a:xfrm>
          <a:prstGeom prst="rect">
            <a:avLst/>
          </a:prstGeom>
        </p:spPr>
      </p:pic>
    </p:spTree>
    <p:extLst>
      <p:ext uri="{BB962C8B-B14F-4D97-AF65-F5344CB8AC3E}">
        <p14:creationId xmlns:p14="http://schemas.microsoft.com/office/powerpoint/2010/main" val="3521178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14F286-119E-79E0-EE29-E413DE1F435E}"/>
              </a:ext>
            </a:extLst>
          </p:cNvPr>
          <p:cNvSpPr txBox="1"/>
          <p:nvPr/>
        </p:nvSpPr>
        <p:spPr>
          <a:xfrm>
            <a:off x="4544290" y="2598003"/>
            <a:ext cx="2909455" cy="830997"/>
          </a:xfrm>
          <a:prstGeom prst="rect">
            <a:avLst/>
          </a:prstGeom>
          <a:noFill/>
          <a:ln>
            <a:noFill/>
          </a:ln>
        </p:spPr>
        <p:txBody>
          <a:bodyPr wrap="square" rtlCol="0">
            <a:spAutoFit/>
          </a:bodyPr>
          <a:lstStyle/>
          <a:p>
            <a:r>
              <a:rPr lang="en-US" sz="4800" dirty="0"/>
              <a:t>Thank You</a:t>
            </a:r>
          </a:p>
        </p:txBody>
      </p:sp>
    </p:spTree>
    <p:extLst>
      <p:ext uri="{BB962C8B-B14F-4D97-AF65-F5344CB8AC3E}">
        <p14:creationId xmlns:p14="http://schemas.microsoft.com/office/powerpoint/2010/main" val="12434098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228</TotalTime>
  <Words>407</Words>
  <Application>Microsoft Office PowerPoint</Application>
  <PresentationFormat>Widescreen</PresentationFormat>
  <Paragraphs>36</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Calibri Light</vt:lpstr>
      <vt:lpstr>Cambria Math</vt:lpstr>
      <vt:lpstr>Tahoma</vt:lpstr>
      <vt:lpstr>Times-Roman</vt:lpstr>
      <vt:lpstr>Wingdings</vt:lpstr>
      <vt:lpstr>Office Theme</vt:lpstr>
      <vt:lpstr>EEE 1211 Basic Electrical Techn Bangladesh Army University of Engineering &amp; Technology (BAUET)  EEE 1161 Electrical Circuit Analysis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EEE 1211 Basic Electrical Techn   EEE 1261 Electrical Circuit Analysis </dc:title>
  <dc:creator>AA R</dc:creator>
  <cp:lastModifiedBy>AA R</cp:lastModifiedBy>
  <cp:revision>3</cp:revision>
  <dcterms:created xsi:type="dcterms:W3CDTF">2023-01-23T12:32:39Z</dcterms:created>
  <dcterms:modified xsi:type="dcterms:W3CDTF">2024-07-08T17:07:38Z</dcterms:modified>
</cp:coreProperties>
</file>