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72" r:id="rId2"/>
    <p:sldId id="273" r:id="rId3"/>
    <p:sldId id="274" r:id="rId4"/>
    <p:sldId id="275" r:id="rId5"/>
    <p:sldId id="276" r:id="rId6"/>
    <p:sldId id="277" r:id="rId7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8" d="100"/>
          <a:sy n="58" d="100"/>
        </p:scale>
        <p:origin x="1522" y="6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3DC22D03-6A22-4C4C-9A68-09E4BCE00008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448587F-4CA9-40E3-A5E8-CB635CD6FDC0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BF1A6DA-C582-4CA1-B4E9-8585C472CB0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7EC1E71-4949-4CF9-B705-2931006AF7F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3B9701B-C1B5-41BA-A46E-645466CD2D5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07EFE9-03C2-4EDA-B1CF-C1D0299AB641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37900CD-4CDD-4E74-9FF5-9F8BD7DA803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300FB5C-AD08-4566-AC33-E809DA689BF3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9E7C1E2B-2E50-4690-99C8-062017930A65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1C95422-A32A-4B18-8A77-84F69B853989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4484223-CA90-4C96-BFBD-C0544D773EA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0FBF4CF-4739-4459-B6BE-FFCDE23DB76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78DE8FC-9A0F-4CF8-9D21-772783C17A46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BF455FA-635C-44C6-9E98-9A14F5D5456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38F785D-A73B-42A4-96A6-11ADE37989D9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D210B507-8E92-4878-AA59-63F6F1DEFB6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9C4A07D-081D-4336-84F6-D88AF64EDA5E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D7E0059-3D0E-49FD-B551-5C6A05A471DB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8C1DE86-F9F5-44A4-8FF1-324BBE9E849F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4C4B3AA-4684-4E18-8EAD-7F1451B2ECE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F846D45D-1C1A-4360-8C7A-79D8B559C08D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DBC6EE4-329C-434F-B1FF-1E7D9EDB369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457200" y="1600200"/>
            <a:ext cx="8229600" cy="4525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0682B03F-0820-4456-807F-7C36538F9CC4}" type="datetimeFigureOut">
              <a:rPr lang="en-US"/>
              <a:pPr/>
              <a:t>11/4/2024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ct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Calibri" pitchFamily="34" charset="0"/>
              </a:defRPr>
            </a:lvl1pPr>
          </a:lstStyle>
          <a:p>
            <a:fld id="{6DEDA358-9560-4811-8482-7AEE9D3D6896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57200" y="-119266"/>
            <a:ext cx="8229600" cy="1143000"/>
          </a:xfrm>
        </p:spPr>
        <p:txBody>
          <a:bodyPr/>
          <a:lstStyle/>
          <a:p>
            <a:pPr eaLnBrk="1" hangingPunct="1"/>
            <a:r>
              <a:rPr lang="en-US" sz="3600" b="1" dirty="0">
                <a:solidFill>
                  <a:srgbClr val="FF0000"/>
                </a:solidFill>
                <a:latin typeface="Garamond" pitchFamily="18" charset="0"/>
              </a:rPr>
              <a:t>Lecture-16 </a:t>
            </a:r>
            <a:r>
              <a:rPr lang="en-US" sz="3600" b="1" i="1" dirty="0">
                <a:solidFill>
                  <a:srgbClr val="FF0000"/>
                </a:solidFill>
                <a:latin typeface="Garamond" pitchFamily="18" charset="0"/>
              </a:rPr>
              <a:t>        </a:t>
            </a:r>
            <a:r>
              <a:rPr lang="en-US" sz="3600" b="1" dirty="0">
                <a:solidFill>
                  <a:srgbClr val="002060"/>
                </a:solidFill>
                <a:latin typeface="Garamond" pitchFamily="18" charset="0"/>
              </a:rPr>
              <a:t>D- Latch</a:t>
            </a:r>
            <a:endParaRPr lang="en-US" sz="2800" b="1" dirty="0">
              <a:solidFill>
                <a:srgbClr val="00206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6" name="Content Placeholder 5" descr="dlatch1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57200" y="2142069"/>
            <a:ext cx="8229600" cy="3442225"/>
          </a:xfr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aramond" pitchFamily="18" charset="0"/>
              </a:rPr>
              <a:t>D- Latch</a:t>
            </a:r>
            <a:endParaRPr lang="en-US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8" name="Content Placeholder 7" descr="dlatch2.jp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49897" y="1600200"/>
            <a:ext cx="8044206" cy="4525963"/>
          </a:xfr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aramond" pitchFamily="18" charset="0"/>
              </a:rPr>
              <a:t>D- Latch</a:t>
            </a:r>
            <a:endParaRPr lang="en-US" dirty="0">
              <a:solidFill>
                <a:srgbClr val="7030A0"/>
              </a:solidFill>
              <a:latin typeface="Times New Roman" pitchFamily="18" charset="0"/>
              <a:cs typeface="Times New Roman" pitchFamily="18" charset="0"/>
            </a:endParaRPr>
          </a:p>
        </p:txBody>
      </p:sp>
      <p:pic>
        <p:nvPicPr>
          <p:cNvPr id="7" name="Content Placeholder 6" descr="dlatch3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867094"/>
            <a:ext cx="8229600" cy="3992174"/>
          </a:xfr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aramond" pitchFamily="18" charset="0"/>
              </a:rPr>
              <a:t>D- Latch</a:t>
            </a:r>
            <a:endParaRPr lang="en-US" dirty="0"/>
          </a:p>
        </p:txBody>
      </p:sp>
      <p:pic>
        <p:nvPicPr>
          <p:cNvPr id="5" name="Content Placeholder 4" descr="dlatch4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772824"/>
            <a:ext cx="8229600" cy="2180714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aramond" pitchFamily="18" charset="0"/>
              </a:rPr>
              <a:t>D- Latch</a:t>
            </a:r>
            <a:endParaRPr lang="en-US" dirty="0"/>
          </a:p>
        </p:txBody>
      </p:sp>
      <p:pic>
        <p:nvPicPr>
          <p:cNvPr id="5" name="Content Placeholder 4" descr="dlatch5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98754" y="1600200"/>
            <a:ext cx="7346491" cy="4525963"/>
          </a:xfr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002060"/>
                </a:solidFill>
                <a:latin typeface="Garamond" pitchFamily="18" charset="0"/>
              </a:rPr>
              <a:t>D- Latch</a:t>
            </a:r>
            <a:endParaRPr lang="en-US" dirty="0"/>
          </a:p>
        </p:txBody>
      </p:sp>
      <p:pic>
        <p:nvPicPr>
          <p:cNvPr id="4" name="Content Placeholder 3" descr="dlatch6.jpg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2204818"/>
            <a:ext cx="8229600" cy="3316726"/>
          </a:xfr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226</TotalTime>
  <Words>13</Words>
  <Application>Microsoft Office PowerPoint</Application>
  <PresentationFormat>On-screen Show (4:3)</PresentationFormat>
  <Paragraphs>6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1" baseType="lpstr">
      <vt:lpstr>Arial</vt:lpstr>
      <vt:lpstr>Calibri</vt:lpstr>
      <vt:lpstr>Garamond</vt:lpstr>
      <vt:lpstr>Times New Roman</vt:lpstr>
      <vt:lpstr>Office Theme</vt:lpstr>
      <vt:lpstr>Lecture-16         D- Latch</vt:lpstr>
      <vt:lpstr>D- Latch</vt:lpstr>
      <vt:lpstr>D- Latch</vt:lpstr>
      <vt:lpstr>D- Latch</vt:lpstr>
      <vt:lpstr>D- Latch</vt:lpstr>
      <vt:lpstr>D- Latch</vt:lpstr>
    </vt:vector>
  </TitlesOfParts>
  <Company>Saitama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Lecture-2 Binary to Octal</dc:title>
  <dc:creator>Hasan</dc:creator>
  <cp:lastModifiedBy>Riaz Uddin Mondal</cp:lastModifiedBy>
  <cp:revision>51</cp:revision>
  <dcterms:created xsi:type="dcterms:W3CDTF">2017-11-11T14:10:08Z</dcterms:created>
  <dcterms:modified xsi:type="dcterms:W3CDTF">2024-11-04T16:53:09Z</dcterms:modified>
</cp:coreProperties>
</file>