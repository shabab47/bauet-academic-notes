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8" r:id="rId5"/>
    <p:sldId id="275" r:id="rId6"/>
    <p:sldId id="276" r:id="rId7"/>
    <p:sldId id="277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C22D03-6A22-4C4C-9A68-09E4BCE00008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8587F-4CA9-40E3-A5E8-CB635CD6FD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F1A6DA-C582-4CA1-B4E9-8585C472CB0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C1E71-4949-4CF9-B705-2931006AF7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B9701B-C1B5-41BA-A46E-645466CD2D5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7EFE9-03C2-4EDA-B1CF-C1D0299AB6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7900CD-4CDD-4E74-9FF5-9F8BD7DA803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0FB5C-AD08-4566-AC33-E809DA689B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7C1E2B-2E50-4690-99C8-062017930A6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95422-A32A-4B18-8A77-84F69B8539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484223-CA90-4C96-BFBD-C0544D773EA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BF4CF-4739-4459-B6BE-FFCDE23DB7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8DE8FC-9A0F-4CF8-9D21-772783C17A4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455FA-635C-44C6-9E98-9A14F5D545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8F785D-A73B-42A4-96A6-11ADE37989D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10B507-8E92-4878-AA59-63F6F1DEF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C4A07D-081D-4336-84F6-D88AF64EDA5E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E0059-3D0E-49FD-B551-5C6A05A471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C1DE86-F9F5-44A4-8FF1-324BBE9E849F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4B3AA-4684-4E18-8EAD-7F1451B2EC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46D45D-1C1A-4360-8C7A-79D8B559C08D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C6EE4-329C-434F-B1FF-1E7D9EDB36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682B03F-0820-4456-807F-7C36538F9CC4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6DEDA358-9560-4811-8482-7AEE9D3D689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600200"/>
          </a:xfrm>
        </p:spPr>
        <p:txBody>
          <a:bodyPr/>
          <a:lstStyle/>
          <a:p>
            <a:pPr eaLnBrk="1" hangingPunct="1"/>
            <a:r>
              <a:rPr lang="en-US" sz="3600" b="1" i="1" u="sng" dirty="0">
                <a:solidFill>
                  <a:srgbClr val="FF0000"/>
                </a:solidFill>
                <a:latin typeface="Garamond" pitchFamily="18" charset="0"/>
              </a:rPr>
              <a:t>Lecture-13</a:t>
            </a:r>
            <a:br>
              <a:rPr lang="en-US" sz="3600" b="1" i="1" u="sng" dirty="0">
                <a:solidFill>
                  <a:srgbClr val="FF0000"/>
                </a:solidFill>
                <a:latin typeface="Garamond" pitchFamily="18" charset="0"/>
              </a:rPr>
            </a:br>
            <a:br>
              <a:rPr lang="en-US" sz="3600" b="1" i="1" u="sng" dirty="0">
                <a:solidFill>
                  <a:srgbClr val="FF0000"/>
                </a:solidFill>
                <a:latin typeface="Garamond" pitchFamily="18" charset="0"/>
              </a:rPr>
            </a:br>
            <a:r>
              <a:rPr lang="en-US" sz="3200" b="1" dirty="0">
                <a:solidFill>
                  <a:srgbClr val="0070C0"/>
                </a:solidFill>
                <a:latin typeface="Garamond" pitchFamily="18" charset="0"/>
              </a:rPr>
              <a:t>Various series within the TTL logic family</a:t>
            </a:r>
            <a:endParaRPr lang="en-US" sz="3200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IMG_20200824_204250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418712"/>
            <a:ext cx="8229600" cy="2888938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808038"/>
          </a:xfrm>
        </p:spPr>
        <p:txBody>
          <a:bodyPr/>
          <a:lstStyle/>
          <a:p>
            <a:r>
              <a:rPr lang="en-US" sz="40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TTL series characteristics</a:t>
            </a:r>
          </a:p>
        </p:txBody>
      </p:sp>
      <p:pic>
        <p:nvPicPr>
          <p:cNvPr id="11" name="Content Placeholder 10" descr="IMG_20200824_204304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52600" y="1045840"/>
            <a:ext cx="5562600" cy="5558542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TTL series characteristics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Content Placeholder 6" descr="IMG_20200824_204311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045" y="1143000"/>
            <a:ext cx="8212743" cy="52578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808038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TTL series characteristics</a:t>
            </a:r>
            <a:endParaRPr lang="en-US" dirty="0"/>
          </a:p>
        </p:txBody>
      </p:sp>
      <p:pic>
        <p:nvPicPr>
          <p:cNvPr id="4" name="Content Placeholder 3" descr="IMG_20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676400" y="1102098"/>
            <a:ext cx="5867400" cy="559483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TTL series characteristics</a:t>
            </a:r>
            <a:endParaRPr lang="en-US" dirty="0"/>
          </a:p>
        </p:txBody>
      </p:sp>
      <p:pic>
        <p:nvPicPr>
          <p:cNvPr id="12" name="Content Placeholder 11" descr="IMG_20200824_20432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52" y="1524000"/>
            <a:ext cx="9043748" cy="443179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TTL series characteristics</a:t>
            </a:r>
            <a:endParaRPr lang="en-US" dirty="0"/>
          </a:p>
        </p:txBody>
      </p:sp>
      <p:pic>
        <p:nvPicPr>
          <p:cNvPr id="4" name="Content Placeholder 3" descr="IMG_20200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895441"/>
            <a:ext cx="8229600" cy="1935480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Comparison of TTL series characteristics</a:t>
            </a:r>
          </a:p>
        </p:txBody>
      </p:sp>
      <p:pic>
        <p:nvPicPr>
          <p:cNvPr id="4" name="Content Placeholder 3" descr="IMG_2020082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875" y="1600200"/>
            <a:ext cx="7970249" cy="4525963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30</Words>
  <Application>Microsoft Office PowerPoint</Application>
  <PresentationFormat>On-screen Show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Times New Roman</vt:lpstr>
      <vt:lpstr>Office Theme</vt:lpstr>
      <vt:lpstr>Lecture-13  Various series within the TTL logic family</vt:lpstr>
      <vt:lpstr>TTL series characteristics</vt:lpstr>
      <vt:lpstr>TTL series characteristics</vt:lpstr>
      <vt:lpstr>TTL series characteristics</vt:lpstr>
      <vt:lpstr>TTL series characteristics</vt:lpstr>
      <vt:lpstr>TTL series characteristics</vt:lpstr>
      <vt:lpstr>Comparison of TTL series characteristics</vt:lpstr>
    </vt:vector>
  </TitlesOfParts>
  <Company>Saitama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 Binary to Octal</dc:title>
  <dc:creator>Hasan</dc:creator>
  <cp:lastModifiedBy>Riaz Uddin Mondal</cp:lastModifiedBy>
  <cp:revision>54</cp:revision>
  <dcterms:created xsi:type="dcterms:W3CDTF">2017-11-11T14:10:08Z</dcterms:created>
  <dcterms:modified xsi:type="dcterms:W3CDTF">2024-11-04T16:51:59Z</dcterms:modified>
</cp:coreProperties>
</file>