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2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C22D03-6A22-4C4C-9A68-09E4BCE00008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8587F-4CA9-40E3-A5E8-CB635CD6FD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F1A6DA-C582-4CA1-B4E9-8585C472CB0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C1E71-4949-4CF9-B705-2931006AF7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B9701B-C1B5-41BA-A46E-645466CD2D5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7EFE9-03C2-4EDA-B1CF-C1D0299AB6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7900CD-4CDD-4E74-9FF5-9F8BD7DA803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0FB5C-AD08-4566-AC33-E809DA689B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7C1E2B-2E50-4690-99C8-062017930A6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95422-A32A-4B18-8A77-84F69B8539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484223-CA90-4C96-BFBD-C0544D773EA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BF4CF-4739-4459-B6BE-FFCDE23DB7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8DE8FC-9A0F-4CF8-9D21-772783C17A4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455FA-635C-44C6-9E98-9A14F5D545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8F785D-A73B-42A4-96A6-11ADE37989D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10B507-8E92-4878-AA59-63F6F1DEF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C4A07D-081D-4336-84F6-D88AF64EDA5E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E0059-3D0E-49FD-B551-5C6A05A471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C1DE86-F9F5-44A4-8FF1-324BBE9E849F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4B3AA-4684-4E18-8EAD-7F1451B2EC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46D45D-1C1A-4360-8C7A-79D8B559C08D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C6EE4-329C-434F-B1FF-1E7D9EDB36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682B03F-0820-4456-807F-7C36538F9CC4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6DEDA358-9560-4811-8482-7AEE9D3D689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-119266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 i="1" u="sng" dirty="0">
                <a:solidFill>
                  <a:srgbClr val="FF0000"/>
                </a:solidFill>
                <a:latin typeface="Garamond" pitchFamily="18" charset="0"/>
              </a:rPr>
              <a:t>Lecture-14</a:t>
            </a:r>
            <a:r>
              <a:rPr lang="en-US" sz="3600" b="1" i="1" dirty="0">
                <a:solidFill>
                  <a:srgbClr val="FF0000"/>
                </a:solidFill>
                <a:latin typeface="Garamond" pitchFamily="18" charset="0"/>
              </a:rPr>
              <a:t>         </a:t>
            </a:r>
            <a:r>
              <a:rPr lang="en-US" sz="3600" b="1" dirty="0">
                <a:solidFill>
                  <a:srgbClr val="7030A0"/>
                </a:solidFill>
                <a:latin typeface="Garamond" pitchFamily="18" charset="0"/>
              </a:rPr>
              <a:t>Latch</a:t>
            </a:r>
            <a:endParaRPr lang="en-US" sz="28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latch 0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622" y="731536"/>
            <a:ext cx="7633341" cy="6126163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NAND Latch</a:t>
            </a:r>
          </a:p>
        </p:txBody>
      </p:sp>
      <p:pic>
        <p:nvPicPr>
          <p:cNvPr id="6" name="Content Placeholder 5" descr="latch 0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52" y="2434110"/>
            <a:ext cx="8990436" cy="2799348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Setting</a:t>
            </a:r>
          </a:p>
        </p:txBody>
      </p:sp>
      <p:pic>
        <p:nvPicPr>
          <p:cNvPr id="7" name="Content Placeholder 6" descr="latch 00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656454"/>
            <a:ext cx="8229600" cy="241345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Setting</a:t>
            </a:r>
            <a:endParaRPr lang="en-US" dirty="0"/>
          </a:p>
        </p:txBody>
      </p:sp>
      <p:pic>
        <p:nvPicPr>
          <p:cNvPr id="4" name="Content Placeholder 3" descr="latch 00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246899"/>
            <a:ext cx="8229600" cy="323256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Setting</a:t>
            </a:r>
            <a:endParaRPr lang="en-US" dirty="0"/>
          </a:p>
        </p:txBody>
      </p:sp>
      <p:pic>
        <p:nvPicPr>
          <p:cNvPr id="4" name="Content Placeholder 3" descr="latch 0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815475"/>
            <a:ext cx="8229600" cy="2095412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Resetting</a:t>
            </a:r>
            <a:endParaRPr lang="en-US" dirty="0"/>
          </a:p>
        </p:txBody>
      </p:sp>
      <p:pic>
        <p:nvPicPr>
          <p:cNvPr id="4" name="Content Placeholder 3" descr="latch 0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21547"/>
            <a:ext cx="8229600" cy="4083269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Resetting</a:t>
            </a:r>
            <a:endParaRPr lang="en-US" dirty="0"/>
          </a:p>
        </p:txBody>
      </p:sp>
      <p:pic>
        <p:nvPicPr>
          <p:cNvPr id="4" name="Content Placeholder 3" descr="latch 0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279915"/>
            <a:ext cx="8229600" cy="316653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Setting &amp; Resetting</a:t>
            </a:r>
            <a:endParaRPr lang="en-US" dirty="0"/>
          </a:p>
        </p:txBody>
      </p:sp>
      <p:pic>
        <p:nvPicPr>
          <p:cNvPr id="4" name="Content Placeholder 3" descr="latch 0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475245"/>
            <a:ext cx="8229600" cy="277587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NAND Latch</a:t>
            </a:r>
            <a:endParaRPr lang="en-US" dirty="0"/>
          </a:p>
        </p:txBody>
      </p:sp>
      <p:pic>
        <p:nvPicPr>
          <p:cNvPr id="4" name="Content Placeholder 3" descr="latch 0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643" y="1600200"/>
            <a:ext cx="7300714" cy="4525963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NAND Latch</a:t>
            </a:r>
            <a:endParaRPr lang="en-US" dirty="0"/>
          </a:p>
        </p:txBody>
      </p:sp>
      <p:pic>
        <p:nvPicPr>
          <p:cNvPr id="4" name="Content Placeholder 3" descr="latch 10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474960"/>
            <a:ext cx="8229600" cy="277644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NAND Latch</a:t>
            </a:r>
            <a:endParaRPr lang="en-US" dirty="0"/>
          </a:p>
        </p:txBody>
      </p:sp>
      <p:pic>
        <p:nvPicPr>
          <p:cNvPr id="4" name="Content Placeholder 3" descr="latch 1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84493" y="1600200"/>
            <a:ext cx="6575014" cy="452596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NAND Latch</a:t>
            </a:r>
            <a:endParaRPr lang="en-US" dirty="0"/>
          </a:p>
        </p:txBody>
      </p:sp>
      <p:pic>
        <p:nvPicPr>
          <p:cNvPr id="4" name="Content Placeholder 3" descr="latch 1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760352"/>
            <a:ext cx="8229600" cy="2205658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20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Times New Roman</vt:lpstr>
      <vt:lpstr>Office Theme</vt:lpstr>
      <vt:lpstr>Lecture-14         Latch</vt:lpstr>
      <vt:lpstr>NAND Latch</vt:lpstr>
      <vt:lpstr>Setting</vt:lpstr>
      <vt:lpstr>Setting</vt:lpstr>
      <vt:lpstr>Setting</vt:lpstr>
      <vt:lpstr>Resetting</vt:lpstr>
      <vt:lpstr>Resetting</vt:lpstr>
      <vt:lpstr>Setting &amp; Resetting</vt:lpstr>
      <vt:lpstr>NAND Latch</vt:lpstr>
      <vt:lpstr>NAND Latch</vt:lpstr>
      <vt:lpstr>NAND Latch</vt:lpstr>
      <vt:lpstr>NAND Latch</vt:lpstr>
    </vt:vector>
  </TitlesOfParts>
  <Company>Saitama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 Binary to Octal</dc:title>
  <dc:creator>Hasan</dc:creator>
  <cp:lastModifiedBy>Riaz Uddin Mondal</cp:lastModifiedBy>
  <cp:revision>47</cp:revision>
  <dcterms:created xsi:type="dcterms:W3CDTF">2017-11-11T14:10:08Z</dcterms:created>
  <dcterms:modified xsi:type="dcterms:W3CDTF">2024-11-04T16:52:19Z</dcterms:modified>
</cp:coreProperties>
</file>