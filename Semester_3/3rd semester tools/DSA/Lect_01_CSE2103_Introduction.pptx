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81" r:id="rId3"/>
  </p:sldMasterIdLst>
  <p:sldIdLst>
    <p:sldId id="256" r:id="rId4"/>
    <p:sldId id="276" r:id="rId5"/>
    <p:sldId id="257" r:id="rId6"/>
    <p:sldId id="277" r:id="rId7"/>
    <p:sldId id="258" r:id="rId8"/>
    <p:sldId id="259" r:id="rId9"/>
    <p:sldId id="260" r:id="rId10"/>
    <p:sldId id="261" r:id="rId11"/>
    <p:sldId id="262" r:id="rId12"/>
    <p:sldId id="278" r:id="rId13"/>
    <p:sldId id="279" r:id="rId14"/>
    <p:sldId id="280" r:id="rId15"/>
    <p:sldId id="281" r:id="rId16"/>
    <p:sldId id="263" r:id="rId17"/>
    <p:sldId id="264" r:id="rId18"/>
    <p:sldId id="265" r:id="rId19"/>
    <p:sldId id="266"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67" r:id="rId33"/>
    <p:sldId id="268" r:id="rId34"/>
    <p:sldId id="269" r:id="rId35"/>
    <p:sldId id="270" r:id="rId36"/>
    <p:sldId id="271" r:id="rId37"/>
    <p:sldId id="272" r:id="rId38"/>
    <p:sldId id="273" r:id="rId39"/>
    <p:sldId id="274" r:id="rId4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125730"/>
          </a:xfrm>
          <a:custGeom>
            <a:avLst/>
            <a:gdLst/>
            <a:ahLst/>
            <a:cxnLst/>
            <a:rect l="l" t="t" r="r" b="b"/>
            <a:pathLst>
              <a:path w="9144000" h="125730">
                <a:moveTo>
                  <a:pt x="0" y="125473"/>
                </a:moveTo>
                <a:lnTo>
                  <a:pt x="9143999" y="125473"/>
                </a:lnTo>
                <a:lnTo>
                  <a:pt x="9143999" y="0"/>
                </a:lnTo>
                <a:lnTo>
                  <a:pt x="0" y="0"/>
                </a:lnTo>
                <a:lnTo>
                  <a:pt x="0" y="125473"/>
                </a:lnTo>
                <a:close/>
              </a:path>
            </a:pathLst>
          </a:custGeom>
          <a:solidFill>
            <a:srgbClr val="1E4648"/>
          </a:solidFill>
        </p:spPr>
        <p:txBody>
          <a:bodyPr wrap="square" lIns="0" tIns="0" rIns="0" bIns="0" rtlCol="0"/>
          <a:lstStyle/>
          <a:p>
            <a:endParaRPr/>
          </a:p>
        </p:txBody>
      </p:sp>
      <p:sp>
        <p:nvSpPr>
          <p:cNvPr id="17" name="bg object 17"/>
          <p:cNvSpPr/>
          <p:nvPr/>
        </p:nvSpPr>
        <p:spPr>
          <a:xfrm>
            <a:off x="0" y="995415"/>
            <a:ext cx="9144000" cy="5862955"/>
          </a:xfrm>
          <a:custGeom>
            <a:avLst/>
            <a:gdLst/>
            <a:ahLst/>
            <a:cxnLst/>
            <a:rect l="l" t="t" r="r" b="b"/>
            <a:pathLst>
              <a:path w="9144000" h="5862955">
                <a:moveTo>
                  <a:pt x="0" y="5862584"/>
                </a:moveTo>
                <a:lnTo>
                  <a:pt x="9143999" y="5862584"/>
                </a:lnTo>
                <a:lnTo>
                  <a:pt x="9143999" y="0"/>
                </a:lnTo>
                <a:lnTo>
                  <a:pt x="0" y="0"/>
                </a:lnTo>
                <a:lnTo>
                  <a:pt x="0" y="5862584"/>
                </a:lnTo>
                <a:close/>
              </a:path>
            </a:pathLst>
          </a:custGeom>
          <a:solidFill>
            <a:srgbClr val="1E4648"/>
          </a:solidFill>
        </p:spPr>
        <p:txBody>
          <a:bodyPr wrap="square" lIns="0" tIns="0" rIns="0" bIns="0" rtlCol="0"/>
          <a:lstStyle/>
          <a:p>
            <a:endParaRPr/>
          </a:p>
        </p:txBody>
      </p:sp>
      <p:sp>
        <p:nvSpPr>
          <p:cNvPr id="2" name="Holder 2"/>
          <p:cNvSpPr>
            <a:spLocks noGrp="1"/>
          </p:cNvSpPr>
          <p:nvPr>
            <p:ph type="ctrTitle"/>
          </p:nvPr>
        </p:nvSpPr>
        <p:spPr>
          <a:xfrm>
            <a:off x="220472" y="144901"/>
            <a:ext cx="8703055" cy="6350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3999" y="0"/>
                </a:moveTo>
                <a:lnTo>
                  <a:pt x="0" y="0"/>
                </a:lnTo>
                <a:lnTo>
                  <a:pt x="0" y="6857999"/>
                </a:lnTo>
                <a:lnTo>
                  <a:pt x="9143999" y="6857999"/>
                </a:lnTo>
                <a:lnTo>
                  <a:pt x="9143999" y="0"/>
                </a:lnTo>
                <a:close/>
              </a:path>
            </a:pathLst>
          </a:custGeom>
          <a:solidFill>
            <a:srgbClr val="1E4648"/>
          </a:solidFill>
        </p:spPr>
        <p:txBody>
          <a:bodyPr wrap="square" lIns="0" tIns="0" rIns="0" bIns="0" rtlCol="0"/>
          <a:lstStyle/>
          <a:p>
            <a:endParaRPr/>
          </a:p>
        </p:txBody>
      </p:sp>
      <p:sp>
        <p:nvSpPr>
          <p:cNvPr id="17" name="bg object 17"/>
          <p:cNvSpPr/>
          <p:nvPr/>
        </p:nvSpPr>
        <p:spPr>
          <a:xfrm>
            <a:off x="6716268" y="5367528"/>
            <a:ext cx="2218944" cy="1345692"/>
          </a:xfrm>
          <a:prstGeom prst="rect">
            <a:avLst/>
          </a:prstGeom>
          <a:blipFill>
            <a:blip r:embed="rId2" cstate="print"/>
            <a:stretch>
              <a:fillRect/>
            </a:stretch>
          </a:blipFill>
        </p:spPr>
        <p:txBody>
          <a:bodyPr wrap="square" lIns="0" tIns="0" rIns="0" bIns="0" rtlCol="0"/>
          <a:lstStyle/>
          <a:p>
            <a:endParaRPr/>
          </a:p>
        </p:txBody>
      </p:sp>
      <p:sp>
        <p:nvSpPr>
          <p:cNvPr id="18" name="bg object 18"/>
          <p:cNvSpPr/>
          <p:nvPr/>
        </p:nvSpPr>
        <p:spPr>
          <a:xfrm>
            <a:off x="6560819" y="5049010"/>
            <a:ext cx="2583179" cy="1808988"/>
          </a:xfrm>
          <a:prstGeom prst="rect">
            <a:avLst/>
          </a:prstGeom>
          <a:blipFill>
            <a:blip r:embed="rId3" cstate="print"/>
            <a:stretch>
              <a:fillRect/>
            </a:stretch>
          </a:blipFill>
        </p:spPr>
        <p:txBody>
          <a:bodyPr wrap="square" lIns="0" tIns="0" rIns="0" bIns="0" rtlCol="0"/>
          <a:lstStyle/>
          <a:p>
            <a:endParaRPr/>
          </a:p>
        </p:txBody>
      </p:sp>
      <p:sp>
        <p:nvSpPr>
          <p:cNvPr id="19" name="bg object 19"/>
          <p:cNvSpPr/>
          <p:nvPr/>
        </p:nvSpPr>
        <p:spPr>
          <a:xfrm>
            <a:off x="6796399" y="5427726"/>
            <a:ext cx="2057400" cy="1184275"/>
          </a:xfrm>
          <a:custGeom>
            <a:avLst/>
            <a:gdLst/>
            <a:ahLst/>
            <a:cxnLst/>
            <a:rect l="l" t="t" r="r" b="b"/>
            <a:pathLst>
              <a:path w="2057400" h="1184275">
                <a:moveTo>
                  <a:pt x="0" y="232577"/>
                </a:moveTo>
                <a:lnTo>
                  <a:pt x="4725" y="185709"/>
                </a:lnTo>
                <a:lnTo>
                  <a:pt x="18279" y="142054"/>
                </a:lnTo>
                <a:lnTo>
                  <a:pt x="39723" y="102548"/>
                </a:lnTo>
                <a:lnTo>
                  <a:pt x="68122" y="68126"/>
                </a:lnTo>
                <a:lnTo>
                  <a:pt x="102539" y="39724"/>
                </a:lnTo>
                <a:lnTo>
                  <a:pt x="142037" y="18279"/>
                </a:lnTo>
                <a:lnTo>
                  <a:pt x="185680" y="4725"/>
                </a:lnTo>
                <a:lnTo>
                  <a:pt x="232531" y="0"/>
                </a:lnTo>
                <a:lnTo>
                  <a:pt x="1824989" y="0"/>
                </a:lnTo>
                <a:lnTo>
                  <a:pt x="1871844" y="4725"/>
                </a:lnTo>
                <a:lnTo>
                  <a:pt x="1915477" y="18279"/>
                </a:lnTo>
                <a:lnTo>
                  <a:pt x="1954957" y="39724"/>
                </a:lnTo>
                <a:lnTo>
                  <a:pt x="1989349" y="68126"/>
                </a:lnTo>
                <a:lnTo>
                  <a:pt x="2017722" y="102548"/>
                </a:lnTo>
                <a:lnTo>
                  <a:pt x="2039143" y="142054"/>
                </a:lnTo>
                <a:lnTo>
                  <a:pt x="2052680" y="185709"/>
                </a:lnTo>
                <a:lnTo>
                  <a:pt x="2057399" y="232577"/>
                </a:lnTo>
                <a:lnTo>
                  <a:pt x="2057399" y="951570"/>
                </a:lnTo>
                <a:lnTo>
                  <a:pt x="2052680" y="998428"/>
                </a:lnTo>
                <a:lnTo>
                  <a:pt x="2039143" y="1042073"/>
                </a:lnTo>
                <a:lnTo>
                  <a:pt x="2017722" y="1081570"/>
                </a:lnTo>
                <a:lnTo>
                  <a:pt x="1989349" y="1115982"/>
                </a:lnTo>
                <a:lnTo>
                  <a:pt x="1954957" y="1144376"/>
                </a:lnTo>
                <a:lnTo>
                  <a:pt x="1915477" y="1165815"/>
                </a:lnTo>
                <a:lnTo>
                  <a:pt x="1871844" y="1179364"/>
                </a:lnTo>
                <a:lnTo>
                  <a:pt x="1824989" y="1184088"/>
                </a:lnTo>
                <a:lnTo>
                  <a:pt x="232531" y="1184088"/>
                </a:lnTo>
                <a:lnTo>
                  <a:pt x="185680" y="1179364"/>
                </a:lnTo>
                <a:lnTo>
                  <a:pt x="142037" y="1165815"/>
                </a:lnTo>
                <a:lnTo>
                  <a:pt x="102539" y="1144376"/>
                </a:lnTo>
                <a:lnTo>
                  <a:pt x="68122" y="1115982"/>
                </a:lnTo>
                <a:lnTo>
                  <a:pt x="39723" y="1081570"/>
                </a:lnTo>
                <a:lnTo>
                  <a:pt x="18279" y="1042073"/>
                </a:lnTo>
                <a:lnTo>
                  <a:pt x="4725" y="998428"/>
                </a:lnTo>
                <a:lnTo>
                  <a:pt x="0" y="951570"/>
                </a:lnTo>
                <a:lnTo>
                  <a:pt x="0" y="232577"/>
                </a:lnTo>
                <a:close/>
              </a:path>
            </a:pathLst>
          </a:custGeom>
          <a:ln w="76199">
            <a:solidFill>
              <a:srgbClr val="00AF50"/>
            </a:solidFill>
          </a:ln>
        </p:spPr>
        <p:txBody>
          <a:bodyPr wrap="square" lIns="0" tIns="0" rIns="0" bIns="0" rtlCol="0"/>
          <a:lstStyle/>
          <a:p>
            <a:endParaRPr/>
          </a:p>
        </p:txBody>
      </p:sp>
      <p:sp>
        <p:nvSpPr>
          <p:cNvPr id="20" name="bg object 20"/>
          <p:cNvSpPr/>
          <p:nvPr/>
        </p:nvSpPr>
        <p:spPr>
          <a:xfrm>
            <a:off x="6601968" y="5070347"/>
            <a:ext cx="2481072" cy="1787652"/>
          </a:xfrm>
          <a:prstGeom prst="rect">
            <a:avLst/>
          </a:prstGeom>
          <a:blipFill>
            <a:blip r:embed="rId4" cstate="print"/>
            <a:stretch>
              <a:fillRect/>
            </a:stretch>
          </a:blipFill>
        </p:spPr>
        <p:txBody>
          <a:bodyPr wrap="square" lIns="0" tIns="0" rIns="0" bIns="0" rtlCol="0"/>
          <a:lstStyle/>
          <a:p>
            <a:endParaRPr/>
          </a:p>
        </p:txBody>
      </p:sp>
      <p:sp>
        <p:nvSpPr>
          <p:cNvPr id="21" name="bg object 21"/>
          <p:cNvSpPr/>
          <p:nvPr/>
        </p:nvSpPr>
        <p:spPr>
          <a:xfrm>
            <a:off x="7297430" y="5667981"/>
            <a:ext cx="1078230" cy="736600"/>
          </a:xfrm>
          <a:custGeom>
            <a:avLst/>
            <a:gdLst/>
            <a:ahLst/>
            <a:cxnLst/>
            <a:rect l="l" t="t" r="r" b="b"/>
            <a:pathLst>
              <a:path w="1078229" h="736600">
                <a:moveTo>
                  <a:pt x="829818" y="0"/>
                </a:moveTo>
                <a:lnTo>
                  <a:pt x="780089" y="3881"/>
                </a:lnTo>
                <a:lnTo>
                  <a:pt x="735294" y="15527"/>
                </a:lnTo>
                <a:lnTo>
                  <a:pt x="695436" y="34936"/>
                </a:lnTo>
                <a:lnTo>
                  <a:pt x="660516" y="62110"/>
                </a:lnTo>
                <a:lnTo>
                  <a:pt x="630539" y="97048"/>
                </a:lnTo>
                <a:lnTo>
                  <a:pt x="609533" y="131839"/>
                </a:lnTo>
                <a:lnTo>
                  <a:pt x="592353" y="171525"/>
                </a:lnTo>
                <a:lnTo>
                  <a:pt x="578998" y="216106"/>
                </a:lnTo>
                <a:lnTo>
                  <a:pt x="569462" y="265581"/>
                </a:lnTo>
                <a:lnTo>
                  <a:pt x="563743" y="319950"/>
                </a:lnTo>
                <a:lnTo>
                  <a:pt x="561837" y="379213"/>
                </a:lnTo>
                <a:lnTo>
                  <a:pt x="563937" y="441149"/>
                </a:lnTo>
                <a:lnTo>
                  <a:pt x="570238" y="497186"/>
                </a:lnTo>
                <a:lnTo>
                  <a:pt x="580739" y="547324"/>
                </a:lnTo>
                <a:lnTo>
                  <a:pt x="595440" y="591564"/>
                </a:lnTo>
                <a:lnTo>
                  <a:pt x="614343" y="629905"/>
                </a:lnTo>
                <a:lnTo>
                  <a:pt x="637446" y="662347"/>
                </a:lnTo>
                <a:lnTo>
                  <a:pt x="696255" y="709536"/>
                </a:lnTo>
                <a:lnTo>
                  <a:pt x="731962" y="724282"/>
                </a:lnTo>
                <a:lnTo>
                  <a:pt x="771870" y="733130"/>
                </a:lnTo>
                <a:lnTo>
                  <a:pt x="815980" y="736079"/>
                </a:lnTo>
                <a:lnTo>
                  <a:pt x="864220" y="732229"/>
                </a:lnTo>
                <a:lnTo>
                  <a:pt x="907771" y="720676"/>
                </a:lnTo>
                <a:lnTo>
                  <a:pt x="946633" y="701420"/>
                </a:lnTo>
                <a:lnTo>
                  <a:pt x="980806" y="674460"/>
                </a:lnTo>
                <a:lnTo>
                  <a:pt x="1010290" y="639793"/>
                </a:lnTo>
                <a:lnTo>
                  <a:pt x="1024614" y="615970"/>
                </a:lnTo>
                <a:lnTo>
                  <a:pt x="820917" y="615970"/>
                </a:lnTo>
                <a:lnTo>
                  <a:pt x="790420" y="609283"/>
                </a:lnTo>
                <a:lnTo>
                  <a:pt x="746055" y="555787"/>
                </a:lnTo>
                <a:lnTo>
                  <a:pt x="732189" y="508979"/>
                </a:lnTo>
                <a:lnTo>
                  <a:pt x="723869" y="448799"/>
                </a:lnTo>
                <a:lnTo>
                  <a:pt x="721095" y="375248"/>
                </a:lnTo>
                <a:lnTo>
                  <a:pt x="723931" y="297137"/>
                </a:lnTo>
                <a:lnTo>
                  <a:pt x="732434" y="233230"/>
                </a:lnTo>
                <a:lnTo>
                  <a:pt x="746596" y="183525"/>
                </a:lnTo>
                <a:lnTo>
                  <a:pt x="766409" y="148022"/>
                </a:lnTo>
                <a:lnTo>
                  <a:pt x="822960" y="119621"/>
                </a:lnTo>
                <a:lnTo>
                  <a:pt x="1032229" y="119621"/>
                </a:lnTo>
                <a:lnTo>
                  <a:pt x="1026704" y="107950"/>
                </a:lnTo>
                <a:lnTo>
                  <a:pt x="1004150" y="74965"/>
                </a:lnTo>
                <a:lnTo>
                  <a:pt x="946731" y="26987"/>
                </a:lnTo>
                <a:lnTo>
                  <a:pt x="872894" y="2998"/>
                </a:lnTo>
                <a:lnTo>
                  <a:pt x="829818" y="0"/>
                </a:lnTo>
                <a:close/>
              </a:path>
              <a:path w="1078229" h="736600">
                <a:moveTo>
                  <a:pt x="1032229" y="119621"/>
                </a:moveTo>
                <a:lnTo>
                  <a:pt x="822960" y="119621"/>
                </a:lnTo>
                <a:lnTo>
                  <a:pt x="852060" y="126515"/>
                </a:lnTo>
                <a:lnTo>
                  <a:pt x="875872" y="147196"/>
                </a:lnTo>
                <a:lnTo>
                  <a:pt x="894393" y="181665"/>
                </a:lnTo>
                <a:lnTo>
                  <a:pt x="907624" y="229921"/>
                </a:lnTo>
                <a:lnTo>
                  <a:pt x="915563" y="291965"/>
                </a:lnTo>
                <a:lnTo>
                  <a:pt x="918210" y="367796"/>
                </a:lnTo>
                <a:lnTo>
                  <a:pt x="915509" y="443626"/>
                </a:lnTo>
                <a:lnTo>
                  <a:pt x="907406" y="505670"/>
                </a:lnTo>
                <a:lnTo>
                  <a:pt x="893898" y="553926"/>
                </a:lnTo>
                <a:lnTo>
                  <a:pt x="874982" y="588395"/>
                </a:lnTo>
                <a:lnTo>
                  <a:pt x="820917" y="615970"/>
                </a:lnTo>
                <a:lnTo>
                  <a:pt x="1024614" y="615970"/>
                </a:lnTo>
                <a:lnTo>
                  <a:pt x="1047922" y="566227"/>
                </a:lnTo>
                <a:lnTo>
                  <a:pt x="1061073" y="522409"/>
                </a:lnTo>
                <a:lnTo>
                  <a:pt x="1070457" y="473903"/>
                </a:lnTo>
                <a:lnTo>
                  <a:pt x="1076082" y="420710"/>
                </a:lnTo>
                <a:lnTo>
                  <a:pt x="1077955" y="362830"/>
                </a:lnTo>
                <a:lnTo>
                  <a:pt x="1075906" y="299860"/>
                </a:lnTo>
                <a:lnTo>
                  <a:pt x="1069756" y="242887"/>
                </a:lnTo>
                <a:lnTo>
                  <a:pt x="1059507" y="191910"/>
                </a:lnTo>
                <a:lnTo>
                  <a:pt x="1045156" y="146931"/>
                </a:lnTo>
                <a:lnTo>
                  <a:pt x="1032229" y="119621"/>
                </a:lnTo>
                <a:close/>
              </a:path>
              <a:path w="1078229" h="736600">
                <a:moveTo>
                  <a:pt x="0" y="563855"/>
                </a:moveTo>
                <a:lnTo>
                  <a:pt x="0" y="700351"/>
                </a:lnTo>
                <a:lnTo>
                  <a:pt x="37047" y="715984"/>
                </a:lnTo>
                <a:lnTo>
                  <a:pt x="79251" y="727149"/>
                </a:lnTo>
                <a:lnTo>
                  <a:pt x="126628" y="733847"/>
                </a:lnTo>
                <a:lnTo>
                  <a:pt x="179191" y="736079"/>
                </a:lnTo>
                <a:lnTo>
                  <a:pt x="239929" y="732452"/>
                </a:lnTo>
                <a:lnTo>
                  <a:pt x="293751" y="721567"/>
                </a:lnTo>
                <a:lnTo>
                  <a:pt x="340646" y="703422"/>
                </a:lnTo>
                <a:lnTo>
                  <a:pt x="380603" y="678015"/>
                </a:lnTo>
                <a:lnTo>
                  <a:pt x="412537" y="646369"/>
                </a:lnTo>
                <a:lnTo>
                  <a:pt x="431362" y="615970"/>
                </a:lnTo>
                <a:lnTo>
                  <a:pt x="166756" y="615970"/>
                </a:lnTo>
                <a:lnTo>
                  <a:pt x="120597" y="612711"/>
                </a:lnTo>
                <a:lnTo>
                  <a:pt x="77411" y="602937"/>
                </a:lnTo>
                <a:lnTo>
                  <a:pt x="37208" y="586651"/>
                </a:lnTo>
                <a:lnTo>
                  <a:pt x="0" y="563855"/>
                </a:lnTo>
                <a:close/>
              </a:path>
              <a:path w="1078229" h="736600">
                <a:moveTo>
                  <a:pt x="421815" y="119621"/>
                </a:moveTo>
                <a:lnTo>
                  <a:pt x="165719" y="119621"/>
                </a:lnTo>
                <a:lnTo>
                  <a:pt x="212400" y="125051"/>
                </a:lnTo>
                <a:lnTo>
                  <a:pt x="245737" y="141338"/>
                </a:lnTo>
                <a:lnTo>
                  <a:pt x="265735" y="168485"/>
                </a:lnTo>
                <a:lnTo>
                  <a:pt x="272399" y="206489"/>
                </a:lnTo>
                <a:lnTo>
                  <a:pt x="263709" y="246879"/>
                </a:lnTo>
                <a:lnTo>
                  <a:pt x="237648" y="275729"/>
                </a:lnTo>
                <a:lnTo>
                  <a:pt x="194231" y="293040"/>
                </a:lnTo>
                <a:lnTo>
                  <a:pt x="133471" y="298810"/>
                </a:lnTo>
                <a:lnTo>
                  <a:pt x="72390" y="298810"/>
                </a:lnTo>
                <a:lnTo>
                  <a:pt x="72390" y="418923"/>
                </a:lnTo>
                <a:lnTo>
                  <a:pt x="138409" y="418923"/>
                </a:lnTo>
                <a:lnTo>
                  <a:pt x="172688" y="420535"/>
                </a:lnTo>
                <a:lnTo>
                  <a:pt x="229655" y="433438"/>
                </a:lnTo>
                <a:lnTo>
                  <a:pt x="270487" y="459003"/>
                </a:lnTo>
                <a:lnTo>
                  <a:pt x="291160" y="495731"/>
                </a:lnTo>
                <a:lnTo>
                  <a:pt x="293735" y="518184"/>
                </a:lnTo>
                <a:lnTo>
                  <a:pt x="291643" y="539995"/>
                </a:lnTo>
                <a:lnTo>
                  <a:pt x="274884" y="575981"/>
                </a:lnTo>
                <a:lnTo>
                  <a:pt x="241855" y="601448"/>
                </a:lnTo>
                <a:lnTo>
                  <a:pt x="195103" y="614356"/>
                </a:lnTo>
                <a:lnTo>
                  <a:pt x="166756" y="615970"/>
                </a:lnTo>
                <a:lnTo>
                  <a:pt x="431362" y="615970"/>
                </a:lnTo>
                <a:lnTo>
                  <a:pt x="435361" y="609514"/>
                </a:lnTo>
                <a:lnTo>
                  <a:pt x="449063" y="567448"/>
                </a:lnTo>
                <a:lnTo>
                  <a:pt x="453633" y="520171"/>
                </a:lnTo>
                <a:lnTo>
                  <a:pt x="450898" y="488456"/>
                </a:lnTo>
                <a:lnTo>
                  <a:pt x="429047" y="432748"/>
                </a:lnTo>
                <a:lnTo>
                  <a:pt x="386144" y="388294"/>
                </a:lnTo>
                <a:lnTo>
                  <a:pt x="326554" y="360867"/>
                </a:lnTo>
                <a:lnTo>
                  <a:pt x="290809" y="353903"/>
                </a:lnTo>
                <a:lnTo>
                  <a:pt x="290809" y="351425"/>
                </a:lnTo>
                <a:lnTo>
                  <a:pt x="341714" y="333160"/>
                </a:lnTo>
                <a:lnTo>
                  <a:pt x="381327" y="306555"/>
                </a:lnTo>
                <a:lnTo>
                  <a:pt x="409636" y="271612"/>
                </a:lnTo>
                <a:lnTo>
                  <a:pt x="426630" y="228331"/>
                </a:lnTo>
                <a:lnTo>
                  <a:pt x="432297" y="176713"/>
                </a:lnTo>
                <a:lnTo>
                  <a:pt x="428488" y="139327"/>
                </a:lnTo>
                <a:lnTo>
                  <a:pt x="421815" y="119621"/>
                </a:lnTo>
                <a:close/>
              </a:path>
              <a:path w="1078229" h="736600">
                <a:moveTo>
                  <a:pt x="201411" y="0"/>
                </a:moveTo>
                <a:lnTo>
                  <a:pt x="153124" y="2359"/>
                </a:lnTo>
                <a:lnTo>
                  <a:pt x="107906" y="9435"/>
                </a:lnTo>
                <a:lnTo>
                  <a:pt x="65786" y="21227"/>
                </a:lnTo>
                <a:lnTo>
                  <a:pt x="26791" y="37731"/>
                </a:lnTo>
                <a:lnTo>
                  <a:pt x="26791" y="165783"/>
                </a:lnTo>
                <a:lnTo>
                  <a:pt x="60770" y="145591"/>
                </a:lnTo>
                <a:lnTo>
                  <a:pt x="95261" y="131165"/>
                </a:lnTo>
                <a:lnTo>
                  <a:pt x="130249" y="122508"/>
                </a:lnTo>
                <a:lnTo>
                  <a:pt x="165719" y="119621"/>
                </a:lnTo>
                <a:lnTo>
                  <a:pt x="421815" y="119621"/>
                </a:lnTo>
                <a:lnTo>
                  <a:pt x="417069" y="105604"/>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22" name="bg object 22"/>
          <p:cNvSpPr/>
          <p:nvPr/>
        </p:nvSpPr>
        <p:spPr>
          <a:xfrm>
            <a:off x="7297429" y="5667981"/>
            <a:ext cx="1078230" cy="736600"/>
          </a:xfrm>
          <a:custGeom>
            <a:avLst/>
            <a:gdLst/>
            <a:ahLst/>
            <a:cxnLst/>
            <a:rect l="l" t="t" r="r" b="b"/>
            <a:pathLst>
              <a:path w="1078229" h="736600">
                <a:moveTo>
                  <a:pt x="822959" y="119621"/>
                </a:moveTo>
                <a:lnTo>
                  <a:pt x="766409" y="148022"/>
                </a:lnTo>
                <a:lnTo>
                  <a:pt x="746596" y="183525"/>
                </a:lnTo>
                <a:lnTo>
                  <a:pt x="732434" y="233230"/>
                </a:lnTo>
                <a:lnTo>
                  <a:pt x="723931" y="297137"/>
                </a:lnTo>
                <a:lnTo>
                  <a:pt x="721095" y="375248"/>
                </a:lnTo>
                <a:lnTo>
                  <a:pt x="723869" y="448799"/>
                </a:lnTo>
                <a:lnTo>
                  <a:pt x="732189" y="508979"/>
                </a:lnTo>
                <a:lnTo>
                  <a:pt x="746055" y="555787"/>
                </a:lnTo>
                <a:lnTo>
                  <a:pt x="765465" y="589221"/>
                </a:lnTo>
                <a:lnTo>
                  <a:pt x="820917" y="615970"/>
                </a:lnTo>
                <a:lnTo>
                  <a:pt x="850656" y="609076"/>
                </a:lnTo>
                <a:lnTo>
                  <a:pt x="893898" y="553926"/>
                </a:lnTo>
                <a:lnTo>
                  <a:pt x="907406" y="505670"/>
                </a:lnTo>
                <a:lnTo>
                  <a:pt x="915509" y="443626"/>
                </a:lnTo>
                <a:lnTo>
                  <a:pt x="918209" y="367796"/>
                </a:lnTo>
                <a:lnTo>
                  <a:pt x="915563" y="291965"/>
                </a:lnTo>
                <a:lnTo>
                  <a:pt x="907624" y="229921"/>
                </a:lnTo>
                <a:lnTo>
                  <a:pt x="894393" y="181665"/>
                </a:lnTo>
                <a:lnTo>
                  <a:pt x="875872" y="147196"/>
                </a:lnTo>
                <a:lnTo>
                  <a:pt x="822959" y="119621"/>
                </a:lnTo>
                <a:close/>
              </a:path>
              <a:path w="1078229" h="736600">
                <a:moveTo>
                  <a:pt x="829817" y="0"/>
                </a:moveTo>
                <a:lnTo>
                  <a:pt x="872894" y="2998"/>
                </a:lnTo>
                <a:lnTo>
                  <a:pt x="911865" y="11994"/>
                </a:lnTo>
                <a:lnTo>
                  <a:pt x="977492" y="47977"/>
                </a:lnTo>
                <a:lnTo>
                  <a:pt x="1026704" y="107950"/>
                </a:lnTo>
                <a:lnTo>
                  <a:pt x="1045156" y="146931"/>
                </a:lnTo>
                <a:lnTo>
                  <a:pt x="1059507" y="191910"/>
                </a:lnTo>
                <a:lnTo>
                  <a:pt x="1069756" y="242887"/>
                </a:lnTo>
                <a:lnTo>
                  <a:pt x="1075906" y="299860"/>
                </a:lnTo>
                <a:lnTo>
                  <a:pt x="1077955" y="362830"/>
                </a:lnTo>
                <a:lnTo>
                  <a:pt x="1076082" y="420710"/>
                </a:lnTo>
                <a:lnTo>
                  <a:pt x="1070457" y="473903"/>
                </a:lnTo>
                <a:lnTo>
                  <a:pt x="1061073" y="522409"/>
                </a:lnTo>
                <a:lnTo>
                  <a:pt x="1047922" y="566227"/>
                </a:lnTo>
                <a:lnTo>
                  <a:pt x="1030997" y="605355"/>
                </a:lnTo>
                <a:lnTo>
                  <a:pt x="1010290" y="639793"/>
                </a:lnTo>
                <a:lnTo>
                  <a:pt x="980806" y="674460"/>
                </a:lnTo>
                <a:lnTo>
                  <a:pt x="946633" y="701420"/>
                </a:lnTo>
                <a:lnTo>
                  <a:pt x="907771" y="720676"/>
                </a:lnTo>
                <a:lnTo>
                  <a:pt x="864220" y="732229"/>
                </a:lnTo>
                <a:lnTo>
                  <a:pt x="815980" y="736079"/>
                </a:lnTo>
                <a:lnTo>
                  <a:pt x="771870" y="733130"/>
                </a:lnTo>
                <a:lnTo>
                  <a:pt x="731962" y="724282"/>
                </a:lnTo>
                <a:lnTo>
                  <a:pt x="696255" y="709536"/>
                </a:lnTo>
                <a:lnTo>
                  <a:pt x="637446" y="662347"/>
                </a:lnTo>
                <a:lnTo>
                  <a:pt x="614343" y="629905"/>
                </a:lnTo>
                <a:lnTo>
                  <a:pt x="595440" y="591564"/>
                </a:lnTo>
                <a:lnTo>
                  <a:pt x="580739" y="547324"/>
                </a:lnTo>
                <a:lnTo>
                  <a:pt x="570238" y="497186"/>
                </a:lnTo>
                <a:lnTo>
                  <a:pt x="563937" y="441149"/>
                </a:lnTo>
                <a:lnTo>
                  <a:pt x="561837" y="379213"/>
                </a:lnTo>
                <a:lnTo>
                  <a:pt x="563743" y="319950"/>
                </a:lnTo>
                <a:lnTo>
                  <a:pt x="569462" y="265581"/>
                </a:lnTo>
                <a:lnTo>
                  <a:pt x="578998" y="216106"/>
                </a:lnTo>
                <a:lnTo>
                  <a:pt x="592353" y="171525"/>
                </a:lnTo>
                <a:lnTo>
                  <a:pt x="609533" y="131839"/>
                </a:lnTo>
                <a:lnTo>
                  <a:pt x="630539" y="97048"/>
                </a:lnTo>
                <a:lnTo>
                  <a:pt x="660516" y="62110"/>
                </a:lnTo>
                <a:lnTo>
                  <a:pt x="695436" y="34936"/>
                </a:lnTo>
                <a:lnTo>
                  <a:pt x="735294" y="15527"/>
                </a:lnTo>
                <a:lnTo>
                  <a:pt x="780089" y="3881"/>
                </a:lnTo>
                <a:lnTo>
                  <a:pt x="829817" y="0"/>
                </a:lnTo>
                <a:close/>
              </a:path>
              <a:path w="1078229" h="736600">
                <a:moveTo>
                  <a:pt x="201411" y="0"/>
                </a:moveTo>
                <a:lnTo>
                  <a:pt x="253043" y="3071"/>
                </a:lnTo>
                <a:lnTo>
                  <a:pt x="298585" y="12287"/>
                </a:lnTo>
                <a:lnTo>
                  <a:pt x="338053" y="27646"/>
                </a:lnTo>
                <a:lnTo>
                  <a:pt x="371459" y="49148"/>
                </a:lnTo>
                <a:lnTo>
                  <a:pt x="417069" y="105604"/>
                </a:lnTo>
                <a:lnTo>
                  <a:pt x="432297" y="176713"/>
                </a:lnTo>
                <a:lnTo>
                  <a:pt x="426630" y="228331"/>
                </a:lnTo>
                <a:lnTo>
                  <a:pt x="409636" y="271612"/>
                </a:lnTo>
                <a:lnTo>
                  <a:pt x="381326" y="306555"/>
                </a:lnTo>
                <a:lnTo>
                  <a:pt x="341714" y="333160"/>
                </a:lnTo>
                <a:lnTo>
                  <a:pt x="290809" y="351425"/>
                </a:lnTo>
                <a:lnTo>
                  <a:pt x="290809" y="353903"/>
                </a:lnTo>
                <a:lnTo>
                  <a:pt x="358338" y="372331"/>
                </a:lnTo>
                <a:lnTo>
                  <a:pt x="409955" y="408755"/>
                </a:lnTo>
                <a:lnTo>
                  <a:pt x="442699" y="459315"/>
                </a:lnTo>
                <a:lnTo>
                  <a:pt x="453633" y="520171"/>
                </a:lnTo>
                <a:lnTo>
                  <a:pt x="449063" y="567448"/>
                </a:lnTo>
                <a:lnTo>
                  <a:pt x="435361" y="609514"/>
                </a:lnTo>
                <a:lnTo>
                  <a:pt x="412537" y="646369"/>
                </a:lnTo>
                <a:lnTo>
                  <a:pt x="380603" y="678015"/>
                </a:lnTo>
                <a:lnTo>
                  <a:pt x="340646" y="703422"/>
                </a:lnTo>
                <a:lnTo>
                  <a:pt x="293750" y="721567"/>
                </a:lnTo>
                <a:lnTo>
                  <a:pt x="239929" y="732452"/>
                </a:lnTo>
                <a:lnTo>
                  <a:pt x="179191" y="736079"/>
                </a:lnTo>
                <a:lnTo>
                  <a:pt x="126628" y="733847"/>
                </a:lnTo>
                <a:lnTo>
                  <a:pt x="79251" y="727149"/>
                </a:lnTo>
                <a:lnTo>
                  <a:pt x="37047" y="715984"/>
                </a:lnTo>
                <a:lnTo>
                  <a:pt x="0" y="700351"/>
                </a:lnTo>
                <a:lnTo>
                  <a:pt x="0" y="563855"/>
                </a:lnTo>
                <a:lnTo>
                  <a:pt x="37208" y="586651"/>
                </a:lnTo>
                <a:lnTo>
                  <a:pt x="77411" y="602937"/>
                </a:lnTo>
                <a:lnTo>
                  <a:pt x="120597" y="612711"/>
                </a:lnTo>
                <a:lnTo>
                  <a:pt x="166756" y="615970"/>
                </a:lnTo>
                <a:lnTo>
                  <a:pt x="195103" y="614356"/>
                </a:lnTo>
                <a:lnTo>
                  <a:pt x="241855" y="601448"/>
                </a:lnTo>
                <a:lnTo>
                  <a:pt x="274884" y="575981"/>
                </a:lnTo>
                <a:lnTo>
                  <a:pt x="291643" y="539995"/>
                </a:lnTo>
                <a:lnTo>
                  <a:pt x="293735" y="518184"/>
                </a:lnTo>
                <a:lnTo>
                  <a:pt x="291160" y="495731"/>
                </a:lnTo>
                <a:lnTo>
                  <a:pt x="270487" y="459003"/>
                </a:lnTo>
                <a:lnTo>
                  <a:pt x="229655" y="433438"/>
                </a:lnTo>
                <a:lnTo>
                  <a:pt x="172688" y="420535"/>
                </a:lnTo>
                <a:lnTo>
                  <a:pt x="138409" y="418923"/>
                </a:lnTo>
                <a:lnTo>
                  <a:pt x="72389" y="418923"/>
                </a:lnTo>
                <a:lnTo>
                  <a:pt x="72389" y="298810"/>
                </a:lnTo>
                <a:lnTo>
                  <a:pt x="133471" y="298810"/>
                </a:lnTo>
                <a:lnTo>
                  <a:pt x="194231" y="293040"/>
                </a:lnTo>
                <a:lnTo>
                  <a:pt x="237648" y="275729"/>
                </a:lnTo>
                <a:lnTo>
                  <a:pt x="263709" y="246879"/>
                </a:lnTo>
                <a:lnTo>
                  <a:pt x="272399" y="206489"/>
                </a:lnTo>
                <a:lnTo>
                  <a:pt x="265735" y="168485"/>
                </a:lnTo>
                <a:lnTo>
                  <a:pt x="245737" y="141338"/>
                </a:lnTo>
                <a:lnTo>
                  <a:pt x="212400" y="125051"/>
                </a:lnTo>
                <a:lnTo>
                  <a:pt x="165719" y="119621"/>
                </a:lnTo>
                <a:lnTo>
                  <a:pt x="130249" y="122508"/>
                </a:lnTo>
                <a:lnTo>
                  <a:pt x="95261" y="131165"/>
                </a:lnTo>
                <a:lnTo>
                  <a:pt x="60770" y="145591"/>
                </a:lnTo>
                <a:lnTo>
                  <a:pt x="26791" y="165783"/>
                </a:lnTo>
                <a:lnTo>
                  <a:pt x="26791" y="37731"/>
                </a:lnTo>
                <a:lnTo>
                  <a:pt x="65786" y="21227"/>
                </a:lnTo>
                <a:lnTo>
                  <a:pt x="107906" y="9435"/>
                </a:lnTo>
                <a:lnTo>
                  <a:pt x="153124" y="2359"/>
                </a:lnTo>
                <a:lnTo>
                  <a:pt x="201411" y="0"/>
                </a:lnTo>
                <a:close/>
              </a:path>
            </a:pathLst>
          </a:custGeom>
          <a:ln w="12191">
            <a:solidFill>
              <a:srgbClr val="000000"/>
            </a:solidFill>
          </a:ln>
        </p:spPr>
        <p:txBody>
          <a:bodyPr wrap="square" lIns="0" tIns="0" rIns="0" bIns="0" rtlCol="0"/>
          <a:lstStyle/>
          <a:p>
            <a:endParaRPr/>
          </a:p>
        </p:txBody>
      </p:sp>
      <p:sp>
        <p:nvSpPr>
          <p:cNvPr id="23" name="bg object 23"/>
          <p:cNvSpPr/>
          <p:nvPr/>
        </p:nvSpPr>
        <p:spPr>
          <a:xfrm>
            <a:off x="0" y="0"/>
            <a:ext cx="9144000" cy="6857999"/>
          </a:xfrm>
          <a:prstGeom prst="rect">
            <a:avLst/>
          </a:prstGeom>
          <a:blipFill>
            <a:blip r:embed="rId5" cstate="print"/>
            <a:stretch>
              <a:fillRect/>
            </a:stretch>
          </a:blipFill>
        </p:spPr>
        <p:txBody>
          <a:bodyPr wrap="square" lIns="0" tIns="0" rIns="0" bIns="0" rtlCol="0"/>
          <a:lstStyle/>
          <a:p>
            <a:endParaRPr/>
          </a:p>
        </p:txBody>
      </p:sp>
      <p:sp>
        <p:nvSpPr>
          <p:cNvPr id="24" name="bg object 24"/>
          <p:cNvSpPr/>
          <p:nvPr/>
        </p:nvSpPr>
        <p:spPr>
          <a:xfrm>
            <a:off x="0" y="0"/>
            <a:ext cx="9144000" cy="6740525"/>
          </a:xfrm>
          <a:custGeom>
            <a:avLst/>
            <a:gdLst/>
            <a:ahLst/>
            <a:cxnLst/>
            <a:rect l="l" t="t" r="r" b="b"/>
            <a:pathLst>
              <a:path w="9144000" h="6740525">
                <a:moveTo>
                  <a:pt x="0" y="6740520"/>
                </a:moveTo>
                <a:lnTo>
                  <a:pt x="9143999" y="6740520"/>
                </a:lnTo>
                <a:lnTo>
                  <a:pt x="9143999" y="0"/>
                </a:lnTo>
                <a:lnTo>
                  <a:pt x="0" y="0"/>
                </a:lnTo>
                <a:lnTo>
                  <a:pt x="0" y="6740520"/>
                </a:lnTo>
                <a:close/>
              </a:path>
            </a:pathLst>
          </a:custGeom>
          <a:solidFill>
            <a:srgbClr val="000000">
              <a:alpha val="85096"/>
            </a:srgbClr>
          </a:solidFill>
        </p:spPr>
        <p:txBody>
          <a:bodyPr wrap="square" lIns="0" tIns="0" rIns="0" bIns="0" rtlCol="0"/>
          <a:lstStyle/>
          <a:p>
            <a:endParaRPr/>
          </a:p>
        </p:txBody>
      </p:sp>
      <p:sp>
        <p:nvSpPr>
          <p:cNvPr id="25" name="bg object 25"/>
          <p:cNvSpPr/>
          <p:nvPr/>
        </p:nvSpPr>
        <p:spPr>
          <a:xfrm>
            <a:off x="0" y="6727820"/>
            <a:ext cx="9144000" cy="25400"/>
          </a:xfrm>
          <a:custGeom>
            <a:avLst/>
            <a:gdLst/>
            <a:ahLst/>
            <a:cxnLst/>
            <a:rect l="l" t="t" r="r" b="b"/>
            <a:pathLst>
              <a:path w="9144000" h="25400">
                <a:moveTo>
                  <a:pt x="0" y="25399"/>
                </a:moveTo>
                <a:lnTo>
                  <a:pt x="9143999" y="25399"/>
                </a:lnTo>
                <a:lnTo>
                  <a:pt x="9143999" y="0"/>
                </a:lnTo>
                <a:lnTo>
                  <a:pt x="0" y="0"/>
                </a:lnTo>
                <a:lnTo>
                  <a:pt x="0" y="25399"/>
                </a:lnTo>
                <a:close/>
              </a:path>
            </a:pathLst>
          </a:custGeom>
          <a:solidFill>
            <a:srgbClr val="C00000"/>
          </a:solidFill>
        </p:spPr>
        <p:txBody>
          <a:bodyPr wrap="square" lIns="0" tIns="0" rIns="0" bIns="0" rtlCol="0"/>
          <a:lstStyle/>
          <a:p>
            <a:endParaRPr/>
          </a:p>
        </p:txBody>
      </p:sp>
      <p:sp>
        <p:nvSpPr>
          <p:cNvPr id="26" name="bg object 26"/>
          <p:cNvSpPr/>
          <p:nvPr/>
        </p:nvSpPr>
        <p:spPr>
          <a:xfrm>
            <a:off x="0" y="0"/>
            <a:ext cx="0" cy="6740525"/>
          </a:xfrm>
          <a:custGeom>
            <a:avLst/>
            <a:gdLst/>
            <a:ahLst/>
            <a:cxnLst/>
            <a:rect l="l" t="t" r="r" b="b"/>
            <a:pathLst>
              <a:path h="6740525">
                <a:moveTo>
                  <a:pt x="0" y="0"/>
                </a:moveTo>
                <a:lnTo>
                  <a:pt x="0" y="6740520"/>
                </a:lnTo>
              </a:path>
            </a:pathLst>
          </a:custGeom>
          <a:ln w="25399">
            <a:solidFill>
              <a:srgbClr val="C00000"/>
            </a:solidFill>
          </a:ln>
        </p:spPr>
        <p:txBody>
          <a:bodyPr wrap="square" lIns="0" tIns="0" rIns="0" bIns="0" rtlCol="0"/>
          <a:lstStyle/>
          <a:p>
            <a:endParaRPr/>
          </a:p>
        </p:txBody>
      </p:sp>
      <p:sp>
        <p:nvSpPr>
          <p:cNvPr id="27" name="bg object 27"/>
          <p:cNvSpPr/>
          <p:nvPr/>
        </p:nvSpPr>
        <p:spPr>
          <a:xfrm>
            <a:off x="469904" y="2017776"/>
            <a:ext cx="678180" cy="819150"/>
          </a:xfrm>
          <a:custGeom>
            <a:avLst/>
            <a:gdLst/>
            <a:ahLst/>
            <a:cxnLst/>
            <a:rect l="l" t="t" r="r" b="b"/>
            <a:pathLst>
              <a:path w="678180" h="819150">
                <a:moveTo>
                  <a:pt x="338934" y="0"/>
                </a:moveTo>
                <a:lnTo>
                  <a:pt x="296416" y="3189"/>
                </a:lnTo>
                <a:lnTo>
                  <a:pt x="255475" y="12501"/>
                </a:lnTo>
                <a:lnTo>
                  <a:pt x="216428" y="27553"/>
                </a:lnTo>
                <a:lnTo>
                  <a:pt x="179593" y="47962"/>
                </a:lnTo>
                <a:lnTo>
                  <a:pt x="145287" y="73346"/>
                </a:lnTo>
                <a:lnTo>
                  <a:pt x="113829" y="103322"/>
                </a:lnTo>
                <a:lnTo>
                  <a:pt x="85534" y="137506"/>
                </a:lnTo>
                <a:lnTo>
                  <a:pt x="60722" y="175516"/>
                </a:lnTo>
                <a:lnTo>
                  <a:pt x="39708" y="216970"/>
                </a:lnTo>
                <a:lnTo>
                  <a:pt x="22812" y="261484"/>
                </a:lnTo>
                <a:lnTo>
                  <a:pt x="10350" y="308675"/>
                </a:lnTo>
                <a:lnTo>
                  <a:pt x="2640" y="358161"/>
                </a:lnTo>
                <a:lnTo>
                  <a:pt x="0" y="409559"/>
                </a:lnTo>
                <a:lnTo>
                  <a:pt x="2640" y="460934"/>
                </a:lnTo>
                <a:lnTo>
                  <a:pt x="10350" y="510405"/>
                </a:lnTo>
                <a:lnTo>
                  <a:pt x="22812" y="557589"/>
                </a:lnTo>
                <a:lnTo>
                  <a:pt x="39708" y="602102"/>
                </a:lnTo>
                <a:lnTo>
                  <a:pt x="60722" y="643559"/>
                </a:lnTo>
                <a:lnTo>
                  <a:pt x="85534" y="681577"/>
                </a:lnTo>
                <a:lnTo>
                  <a:pt x="113829" y="715772"/>
                </a:lnTo>
                <a:lnTo>
                  <a:pt x="145287" y="745760"/>
                </a:lnTo>
                <a:lnTo>
                  <a:pt x="179593" y="771156"/>
                </a:lnTo>
                <a:lnTo>
                  <a:pt x="216428" y="791577"/>
                </a:lnTo>
                <a:lnTo>
                  <a:pt x="255475" y="806639"/>
                </a:lnTo>
                <a:lnTo>
                  <a:pt x="296416" y="815958"/>
                </a:lnTo>
                <a:lnTo>
                  <a:pt x="338934" y="819149"/>
                </a:lnTo>
                <a:lnTo>
                  <a:pt x="381447" y="815958"/>
                </a:lnTo>
                <a:lnTo>
                  <a:pt x="422384" y="806639"/>
                </a:lnTo>
                <a:lnTo>
                  <a:pt x="461429" y="791577"/>
                </a:lnTo>
                <a:lnTo>
                  <a:pt x="498262" y="771156"/>
                </a:lnTo>
                <a:lnTo>
                  <a:pt x="532567" y="745760"/>
                </a:lnTo>
                <a:lnTo>
                  <a:pt x="564026" y="715772"/>
                </a:lnTo>
                <a:lnTo>
                  <a:pt x="592320" y="681577"/>
                </a:lnTo>
                <a:lnTo>
                  <a:pt x="617134" y="643559"/>
                </a:lnTo>
                <a:lnTo>
                  <a:pt x="638148" y="602102"/>
                </a:lnTo>
                <a:lnTo>
                  <a:pt x="655045" y="557589"/>
                </a:lnTo>
                <a:lnTo>
                  <a:pt x="667508" y="510405"/>
                </a:lnTo>
                <a:lnTo>
                  <a:pt x="675219" y="460934"/>
                </a:lnTo>
                <a:lnTo>
                  <a:pt x="677859" y="409559"/>
                </a:lnTo>
                <a:lnTo>
                  <a:pt x="675219" y="358161"/>
                </a:lnTo>
                <a:lnTo>
                  <a:pt x="667508" y="308675"/>
                </a:lnTo>
                <a:lnTo>
                  <a:pt x="655045" y="261484"/>
                </a:lnTo>
                <a:lnTo>
                  <a:pt x="638148" y="216970"/>
                </a:lnTo>
                <a:lnTo>
                  <a:pt x="617134" y="175516"/>
                </a:lnTo>
                <a:lnTo>
                  <a:pt x="592320" y="137506"/>
                </a:lnTo>
                <a:lnTo>
                  <a:pt x="564026" y="103322"/>
                </a:lnTo>
                <a:lnTo>
                  <a:pt x="532567" y="73346"/>
                </a:lnTo>
                <a:lnTo>
                  <a:pt x="498262" y="47962"/>
                </a:lnTo>
                <a:lnTo>
                  <a:pt x="461429" y="27553"/>
                </a:lnTo>
                <a:lnTo>
                  <a:pt x="422384" y="12501"/>
                </a:lnTo>
                <a:lnTo>
                  <a:pt x="381447" y="3189"/>
                </a:lnTo>
                <a:lnTo>
                  <a:pt x="338934" y="0"/>
                </a:lnTo>
                <a:close/>
              </a:path>
            </a:pathLst>
          </a:custGeom>
          <a:solidFill>
            <a:srgbClr val="00AFF0"/>
          </a:solidFill>
        </p:spPr>
        <p:txBody>
          <a:bodyPr wrap="square" lIns="0" tIns="0" rIns="0" bIns="0" rtlCol="0"/>
          <a:lstStyle/>
          <a:p>
            <a:endParaRPr/>
          </a:p>
        </p:txBody>
      </p:sp>
      <p:sp>
        <p:nvSpPr>
          <p:cNvPr id="28" name="bg object 28"/>
          <p:cNvSpPr/>
          <p:nvPr/>
        </p:nvSpPr>
        <p:spPr>
          <a:xfrm>
            <a:off x="469904" y="2017776"/>
            <a:ext cx="678180" cy="819150"/>
          </a:xfrm>
          <a:custGeom>
            <a:avLst/>
            <a:gdLst/>
            <a:ahLst/>
            <a:cxnLst/>
            <a:rect l="l" t="t" r="r" b="b"/>
            <a:pathLst>
              <a:path w="678180" h="819150">
                <a:moveTo>
                  <a:pt x="0" y="409559"/>
                </a:moveTo>
                <a:lnTo>
                  <a:pt x="2640" y="358161"/>
                </a:lnTo>
                <a:lnTo>
                  <a:pt x="10350" y="308675"/>
                </a:lnTo>
                <a:lnTo>
                  <a:pt x="22812" y="261484"/>
                </a:lnTo>
                <a:lnTo>
                  <a:pt x="39708" y="216970"/>
                </a:lnTo>
                <a:lnTo>
                  <a:pt x="60722" y="175516"/>
                </a:lnTo>
                <a:lnTo>
                  <a:pt x="85534" y="137506"/>
                </a:lnTo>
                <a:lnTo>
                  <a:pt x="113829" y="103322"/>
                </a:lnTo>
                <a:lnTo>
                  <a:pt x="145287" y="73346"/>
                </a:lnTo>
                <a:lnTo>
                  <a:pt x="179593" y="47962"/>
                </a:lnTo>
                <a:lnTo>
                  <a:pt x="216428" y="27553"/>
                </a:lnTo>
                <a:lnTo>
                  <a:pt x="255475" y="12501"/>
                </a:lnTo>
                <a:lnTo>
                  <a:pt x="296416" y="3189"/>
                </a:lnTo>
                <a:lnTo>
                  <a:pt x="338934" y="0"/>
                </a:lnTo>
                <a:lnTo>
                  <a:pt x="381447" y="3189"/>
                </a:lnTo>
                <a:lnTo>
                  <a:pt x="422384" y="12501"/>
                </a:lnTo>
                <a:lnTo>
                  <a:pt x="461429" y="27553"/>
                </a:lnTo>
                <a:lnTo>
                  <a:pt x="498262" y="47962"/>
                </a:lnTo>
                <a:lnTo>
                  <a:pt x="532567" y="73346"/>
                </a:lnTo>
                <a:lnTo>
                  <a:pt x="564026" y="103322"/>
                </a:lnTo>
                <a:lnTo>
                  <a:pt x="592320" y="137506"/>
                </a:lnTo>
                <a:lnTo>
                  <a:pt x="617134" y="175516"/>
                </a:lnTo>
                <a:lnTo>
                  <a:pt x="638148" y="216970"/>
                </a:lnTo>
                <a:lnTo>
                  <a:pt x="655045" y="261484"/>
                </a:lnTo>
                <a:lnTo>
                  <a:pt x="667508" y="308675"/>
                </a:lnTo>
                <a:lnTo>
                  <a:pt x="675219" y="358161"/>
                </a:lnTo>
                <a:lnTo>
                  <a:pt x="677859" y="409559"/>
                </a:lnTo>
                <a:lnTo>
                  <a:pt x="675219" y="460934"/>
                </a:lnTo>
                <a:lnTo>
                  <a:pt x="667508" y="510405"/>
                </a:lnTo>
                <a:lnTo>
                  <a:pt x="655045" y="557589"/>
                </a:lnTo>
                <a:lnTo>
                  <a:pt x="638148" y="602102"/>
                </a:lnTo>
                <a:lnTo>
                  <a:pt x="617134" y="643559"/>
                </a:lnTo>
                <a:lnTo>
                  <a:pt x="592320" y="681577"/>
                </a:lnTo>
                <a:lnTo>
                  <a:pt x="564026" y="715772"/>
                </a:lnTo>
                <a:lnTo>
                  <a:pt x="532567" y="745760"/>
                </a:lnTo>
                <a:lnTo>
                  <a:pt x="498262" y="771156"/>
                </a:lnTo>
                <a:lnTo>
                  <a:pt x="461429" y="791577"/>
                </a:lnTo>
                <a:lnTo>
                  <a:pt x="422384" y="806639"/>
                </a:lnTo>
                <a:lnTo>
                  <a:pt x="381447" y="815958"/>
                </a:lnTo>
                <a:lnTo>
                  <a:pt x="338934" y="819149"/>
                </a:lnTo>
                <a:lnTo>
                  <a:pt x="296416" y="815958"/>
                </a:lnTo>
                <a:lnTo>
                  <a:pt x="255475" y="806639"/>
                </a:lnTo>
                <a:lnTo>
                  <a:pt x="216428" y="791577"/>
                </a:lnTo>
                <a:lnTo>
                  <a:pt x="179593" y="771156"/>
                </a:lnTo>
                <a:lnTo>
                  <a:pt x="145287" y="745760"/>
                </a:lnTo>
                <a:lnTo>
                  <a:pt x="113829" y="715772"/>
                </a:lnTo>
                <a:lnTo>
                  <a:pt x="85534" y="681577"/>
                </a:lnTo>
                <a:lnTo>
                  <a:pt x="60722" y="643559"/>
                </a:lnTo>
                <a:lnTo>
                  <a:pt x="39708" y="602102"/>
                </a:lnTo>
                <a:lnTo>
                  <a:pt x="22812" y="557589"/>
                </a:lnTo>
                <a:lnTo>
                  <a:pt x="10350" y="510405"/>
                </a:lnTo>
                <a:lnTo>
                  <a:pt x="2640" y="460934"/>
                </a:lnTo>
                <a:lnTo>
                  <a:pt x="0" y="409559"/>
                </a:lnTo>
                <a:close/>
              </a:path>
            </a:pathLst>
          </a:custGeom>
          <a:ln w="25399">
            <a:solidFill>
              <a:srgbClr val="0000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1" i="0">
                <a:solidFill>
                  <a:srgbClr val="FFFF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FF00"/>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125730"/>
          </a:xfrm>
          <a:custGeom>
            <a:avLst/>
            <a:gdLst/>
            <a:ahLst/>
            <a:cxnLst/>
            <a:rect l="l" t="t" r="r" b="b"/>
            <a:pathLst>
              <a:path w="9144000" h="125730">
                <a:moveTo>
                  <a:pt x="0" y="125473"/>
                </a:moveTo>
                <a:lnTo>
                  <a:pt x="9143999" y="125473"/>
                </a:lnTo>
                <a:lnTo>
                  <a:pt x="9143999" y="0"/>
                </a:lnTo>
                <a:lnTo>
                  <a:pt x="0" y="0"/>
                </a:lnTo>
                <a:lnTo>
                  <a:pt x="0" y="125473"/>
                </a:lnTo>
                <a:close/>
              </a:path>
            </a:pathLst>
          </a:custGeom>
          <a:solidFill>
            <a:srgbClr val="1E4648"/>
          </a:solidFill>
        </p:spPr>
        <p:txBody>
          <a:bodyPr wrap="square" lIns="0" tIns="0" rIns="0" bIns="0" rtlCol="0"/>
          <a:lstStyle/>
          <a:p>
            <a:endParaRPr/>
          </a:p>
        </p:txBody>
      </p:sp>
      <p:sp>
        <p:nvSpPr>
          <p:cNvPr id="17" name="bg object 17"/>
          <p:cNvSpPr/>
          <p:nvPr/>
        </p:nvSpPr>
        <p:spPr>
          <a:xfrm>
            <a:off x="0" y="995415"/>
            <a:ext cx="9144000" cy="5862955"/>
          </a:xfrm>
          <a:custGeom>
            <a:avLst/>
            <a:gdLst/>
            <a:ahLst/>
            <a:cxnLst/>
            <a:rect l="l" t="t" r="r" b="b"/>
            <a:pathLst>
              <a:path w="9144000" h="5862955">
                <a:moveTo>
                  <a:pt x="0" y="5862584"/>
                </a:moveTo>
                <a:lnTo>
                  <a:pt x="9143999" y="5862584"/>
                </a:lnTo>
                <a:lnTo>
                  <a:pt x="9143999" y="0"/>
                </a:lnTo>
                <a:lnTo>
                  <a:pt x="0" y="0"/>
                </a:lnTo>
                <a:lnTo>
                  <a:pt x="0" y="5862584"/>
                </a:lnTo>
                <a:close/>
              </a:path>
            </a:pathLst>
          </a:custGeom>
          <a:solidFill>
            <a:srgbClr val="1E4648"/>
          </a:solidFill>
        </p:spPr>
        <p:txBody>
          <a:bodyPr wrap="square" lIns="0" tIns="0" rIns="0" bIns="0" rtlCol="0"/>
          <a:lstStyle/>
          <a:p>
            <a:endParaRPr/>
          </a:p>
        </p:txBody>
      </p:sp>
      <p:sp>
        <p:nvSpPr>
          <p:cNvPr id="18" name="bg object 18"/>
          <p:cNvSpPr/>
          <p:nvPr/>
        </p:nvSpPr>
        <p:spPr>
          <a:xfrm>
            <a:off x="0" y="125474"/>
            <a:ext cx="9144000" cy="869950"/>
          </a:xfrm>
          <a:custGeom>
            <a:avLst/>
            <a:gdLst/>
            <a:ahLst/>
            <a:cxnLst/>
            <a:rect l="l" t="t" r="r" b="b"/>
            <a:pathLst>
              <a:path w="9144000" h="869950">
                <a:moveTo>
                  <a:pt x="9143999" y="0"/>
                </a:moveTo>
                <a:lnTo>
                  <a:pt x="0" y="0"/>
                </a:lnTo>
                <a:lnTo>
                  <a:pt x="0" y="869941"/>
                </a:lnTo>
                <a:lnTo>
                  <a:pt x="9143999" y="869941"/>
                </a:lnTo>
                <a:lnTo>
                  <a:pt x="9143999" y="0"/>
                </a:lnTo>
                <a:close/>
              </a:path>
            </a:pathLst>
          </a:custGeom>
          <a:solidFill>
            <a:srgbClr val="7F7F7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1" i="0">
                <a:solidFill>
                  <a:srgbClr val="FFFF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tr-TR" altLang="en-US" sz="240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9" name="Rectangle 17"/>
          <p:cNvSpPr>
            <a:spLocks noGrp="1" noChangeArrowheads="1"/>
          </p:cNvSpPr>
          <p:nvPr>
            <p:ph type="ftr" sz="quarter" idx="11"/>
          </p:nvPr>
        </p:nvSpPr>
        <p:spPr/>
        <p:txBody>
          <a:bodyPr/>
          <a:lstStyle>
            <a:lvl1pPr>
              <a:defRPr/>
            </a:lvl1pPr>
          </a:lstStyle>
          <a:p>
            <a:pPr>
              <a:defRPr/>
            </a:pPr>
            <a:endParaRPr lang="en-US"/>
          </a:p>
        </p:txBody>
      </p:sp>
      <p:sp>
        <p:nvSpPr>
          <p:cNvPr id="20" name="Rectangle 18"/>
          <p:cNvSpPr>
            <a:spLocks noGrp="1" noChangeArrowheads="1"/>
          </p:cNvSpPr>
          <p:nvPr>
            <p:ph type="sldNum" sz="quarter" idx="12"/>
          </p:nvPr>
        </p:nvSpPr>
        <p:spPr/>
        <p:txBody>
          <a:bodyPr/>
          <a:lstStyle>
            <a:lvl1pPr>
              <a:defRPr/>
            </a:lvl1pPr>
          </a:lstStyle>
          <a:p>
            <a:fld id="{E88B3A11-CAC0-4467-ACB6-C35BE5582481}" type="slidenum">
              <a:rPr lang="en-US" altLang="en-US"/>
              <a:pPr/>
              <a:t>‹#›</a:t>
            </a:fld>
            <a:endParaRPr lang="en-US" altLang="en-US"/>
          </a:p>
        </p:txBody>
      </p:sp>
    </p:spTree>
    <p:extLst>
      <p:ext uri="{BB962C8B-B14F-4D97-AF65-F5344CB8AC3E}">
        <p14:creationId xmlns:p14="http://schemas.microsoft.com/office/powerpoint/2010/main" val="2847920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662429D9-C7B3-4A9F-8DBE-2C9B8E868302}" type="slidenum">
              <a:rPr lang="en-US" altLang="en-US"/>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174285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D9C7E31F-7264-4346-802A-BB11DE1CDF3D}" type="slidenum">
              <a:rPr lang="en-US" altLang="en-US"/>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615724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8405184B-CB72-4CDC-BF86-8F34D87E94B1}" type="slidenum">
              <a:rPr lang="en-US" altLang="en-US"/>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67062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fld id="{2537A31A-90F6-4548-B1F0-2A313929D9B3}" type="slidenum">
              <a:rPr lang="en-US" altLang="en-US"/>
              <a:pPr/>
              <a:t>‹#›</a:t>
            </a:fld>
            <a:endParaRPr lang="en-US" alt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468582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fld id="{61506690-1387-4CF6-B6E4-9BFD648077F0}" type="slidenum">
              <a:rPr lang="en-US" altLang="en-US"/>
              <a:pPr/>
              <a:t>‹#›</a:t>
            </a:fld>
            <a:endParaRPr lang="en-US" alt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728049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fld id="{938B4926-725A-4693-A06F-08C9BE521674}" type="slidenum">
              <a:rPr lang="en-US" altLang="en-US"/>
              <a:pPr/>
              <a:t>‹#›</a:t>
            </a:fld>
            <a:endParaRPr lang="en-US" alt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300915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95DDEB15-2768-4C4C-A7FF-EDCE7A10DF37}" type="slidenum">
              <a:rPr lang="en-US" altLang="en-US"/>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597159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726425D9-BC6E-4D8E-847C-09DFC0EEF7C2}" type="slidenum">
              <a:rPr lang="en-US" altLang="en-US"/>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0027330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79E3BC0B-60C0-4BAF-AADD-F8984833B77F}" type="slidenum">
              <a:rPr lang="en-US" altLang="en-US"/>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786680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F318C14C-ABD6-4DAB-9F91-33C97F764AF0}" type="slidenum">
              <a:rPr lang="en-US" altLang="en-US"/>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48094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
          <p:cNvSpPr>
            <a:spLocks noGrp="1" noChangeArrowheads="1"/>
          </p:cNvSpPr>
          <p:nvPr>
            <p:ph type="ftr" sz="quarter" idx="10"/>
          </p:nvPr>
        </p:nvSpPr>
        <p:spPr>
          <a:ln/>
        </p:spPr>
        <p:txBody>
          <a:bodyPr/>
          <a:lstStyle>
            <a:lvl1pPr>
              <a:defRPr/>
            </a:lvl1pPr>
          </a:lstStyle>
          <a:p>
            <a:pPr>
              <a:defRPr/>
            </a:pPr>
            <a:endParaRPr lang="en-US"/>
          </a:p>
        </p:txBody>
      </p:sp>
      <p:sp>
        <p:nvSpPr>
          <p:cNvPr id="7" name="Rectangle 3"/>
          <p:cNvSpPr>
            <a:spLocks noGrp="1" noChangeArrowheads="1"/>
          </p:cNvSpPr>
          <p:nvPr>
            <p:ph type="sldNum" sz="quarter" idx="11"/>
          </p:nvPr>
        </p:nvSpPr>
        <p:spPr>
          <a:ln/>
        </p:spPr>
        <p:txBody>
          <a:bodyPr/>
          <a:lstStyle>
            <a:lvl1pPr>
              <a:defRPr/>
            </a:lvl1pPr>
          </a:lstStyle>
          <a:p>
            <a:fld id="{22A8A346-A4A4-424F-8563-B92F9E0D4CEA}" type="slidenum">
              <a:rPr lang="en-US" altLang="en-US"/>
              <a:pPr/>
              <a:t>‹#›</a:t>
            </a:fld>
            <a:endParaRPr lang="en-US" altLang="en-US"/>
          </a:p>
        </p:txBody>
      </p:sp>
      <p:sp>
        <p:nvSpPr>
          <p:cNvPr id="8"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0466410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15F624EB-D735-4520-81EB-EEF8CB6F2983}" type="slidenum">
              <a:rPr lang="en-US" altLang="en-US"/>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526858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981200"/>
            <a:ext cx="8229600" cy="3886200"/>
          </a:xfrm>
        </p:spPr>
        <p:txBody>
          <a:bodyPr/>
          <a:lstStyle/>
          <a:p>
            <a:pPr lvl="0"/>
            <a:endParaRPr lang="en-US" noProof="0" smtClean="0"/>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4CB01E29-586B-43E7-AC31-91899D783DBA}" type="slidenum">
              <a:rPr lang="en-US" altLang="en-US"/>
              <a:pPr/>
              <a:t>‹#›</a:t>
            </a:fld>
            <a:endParaRPr lang="en-US" alt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8774966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870887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502247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02767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499964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711642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10566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60612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936476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62448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03856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759297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3999" y="0"/>
                </a:moveTo>
                <a:lnTo>
                  <a:pt x="0" y="0"/>
                </a:lnTo>
                <a:lnTo>
                  <a:pt x="0" y="6857999"/>
                </a:lnTo>
                <a:lnTo>
                  <a:pt x="9143999" y="6857999"/>
                </a:lnTo>
                <a:lnTo>
                  <a:pt x="9143999" y="0"/>
                </a:lnTo>
                <a:close/>
              </a:path>
            </a:pathLst>
          </a:custGeom>
          <a:solidFill>
            <a:srgbClr val="1E4648"/>
          </a:solidFill>
        </p:spPr>
        <p:txBody>
          <a:bodyPr wrap="square" lIns="0" tIns="0" rIns="0" bIns="0" rtlCol="0"/>
          <a:lstStyle/>
          <a:p>
            <a:endParaRPr/>
          </a:p>
        </p:txBody>
      </p:sp>
      <p:sp>
        <p:nvSpPr>
          <p:cNvPr id="2" name="Holder 2"/>
          <p:cNvSpPr>
            <a:spLocks noGrp="1"/>
          </p:cNvSpPr>
          <p:nvPr>
            <p:ph type="title"/>
          </p:nvPr>
        </p:nvSpPr>
        <p:spPr>
          <a:xfrm>
            <a:off x="165353" y="146425"/>
            <a:ext cx="8813292" cy="513715"/>
          </a:xfrm>
          <a:prstGeom prst="rect">
            <a:avLst/>
          </a:prstGeom>
        </p:spPr>
        <p:txBody>
          <a:bodyPr wrap="square" lIns="0" tIns="0" rIns="0" bIns="0">
            <a:spAutoFit/>
          </a:bodyPr>
          <a:lstStyle>
            <a:lvl1pPr>
              <a:defRPr sz="3200" b="1" i="0">
                <a:solidFill>
                  <a:srgbClr val="FFFF00"/>
                </a:solidFill>
                <a:latin typeface="Arial"/>
                <a:cs typeface="Arial"/>
              </a:defRPr>
            </a:lvl1pPr>
          </a:lstStyle>
          <a:p>
            <a:endParaRPr/>
          </a:p>
        </p:txBody>
      </p:sp>
      <p:sp>
        <p:nvSpPr>
          <p:cNvPr id="3" name="Holder 3"/>
          <p:cNvSpPr>
            <a:spLocks noGrp="1"/>
          </p:cNvSpPr>
          <p:nvPr>
            <p:ph type="body" idx="1"/>
          </p:nvPr>
        </p:nvSpPr>
        <p:spPr>
          <a:xfrm>
            <a:off x="523438" y="1322573"/>
            <a:ext cx="8097122" cy="24650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7/11/2023</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vl1pPr>
          </a:lstStyle>
          <a:p>
            <a:pPr>
              <a:defRPr/>
            </a:pPr>
            <a:endParaRPr lang="en-US"/>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fld id="{A9AAE800-AE42-4EC0-A031-25115BBF86C4}" type="slidenum">
              <a:rPr lang="en-US" altLang="en-US"/>
              <a:pPr/>
              <a:t>‹#›</a:t>
            </a:fld>
            <a:endParaRPr lang="en-US" altLang="en-US"/>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tr-TR" altLang="en-US" sz="240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sz="240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r-TR" altLang="en-US">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Tree>
    <p:extLst>
      <p:ext uri="{BB962C8B-B14F-4D97-AF65-F5344CB8AC3E}">
        <p14:creationId xmlns:p14="http://schemas.microsoft.com/office/powerpoint/2010/main" val="110890752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itchFamily="34" charset="0"/>
        </a:defRPr>
      </a:lvl2pPr>
      <a:lvl3pPr algn="l" rtl="0" eaLnBrk="0" fontAlgn="base" hangingPunct="0">
        <a:spcBef>
          <a:spcPct val="0"/>
        </a:spcBef>
        <a:spcAft>
          <a:spcPct val="0"/>
        </a:spcAft>
        <a:defRPr sz="4400">
          <a:solidFill>
            <a:schemeClr val="tx1"/>
          </a:solidFill>
          <a:latin typeface="Arial" pitchFamily="34" charset="0"/>
        </a:defRPr>
      </a:lvl3pPr>
      <a:lvl4pPr algn="l" rtl="0" eaLnBrk="0" fontAlgn="base" hangingPunct="0">
        <a:spcBef>
          <a:spcPct val="0"/>
        </a:spcBef>
        <a:spcAft>
          <a:spcPct val="0"/>
        </a:spcAft>
        <a:defRPr sz="4400">
          <a:solidFill>
            <a:schemeClr val="tx1"/>
          </a:solidFill>
          <a:latin typeface="Arial" pitchFamily="34" charset="0"/>
        </a:defRPr>
      </a:lvl4pPr>
      <a:lvl5pPr algn="l" rtl="0" eaLnBrk="0" fontAlgn="base" hangingPunct="0">
        <a:spcBef>
          <a:spcPct val="0"/>
        </a:spcBef>
        <a:spcAft>
          <a:spcPct val="0"/>
        </a:spcAft>
        <a:defRPr sz="4400">
          <a:solidFill>
            <a:schemeClr val="tx1"/>
          </a:solidFill>
          <a:latin typeface="Arial" pitchFamily="34" charset="0"/>
        </a:defRPr>
      </a:lvl5pPr>
      <a:lvl6pPr marL="457200" algn="l" rtl="0" fontAlgn="base">
        <a:spcBef>
          <a:spcPct val="0"/>
        </a:spcBef>
        <a:spcAft>
          <a:spcPct val="0"/>
        </a:spcAft>
        <a:defRPr sz="4400">
          <a:solidFill>
            <a:schemeClr val="tx1"/>
          </a:solidFill>
          <a:latin typeface="Arial" pitchFamily="34" charset="0"/>
        </a:defRPr>
      </a:lvl6pPr>
      <a:lvl7pPr marL="914400" algn="l" rtl="0" fontAlgn="base">
        <a:spcBef>
          <a:spcPct val="0"/>
        </a:spcBef>
        <a:spcAft>
          <a:spcPct val="0"/>
        </a:spcAft>
        <a:defRPr sz="4400">
          <a:solidFill>
            <a:schemeClr val="tx1"/>
          </a:solidFill>
          <a:latin typeface="Arial" pitchFamily="34" charset="0"/>
        </a:defRPr>
      </a:lvl7pPr>
      <a:lvl8pPr marL="1371600" algn="l" rtl="0" fontAlgn="base">
        <a:spcBef>
          <a:spcPct val="0"/>
        </a:spcBef>
        <a:spcAft>
          <a:spcPct val="0"/>
        </a:spcAft>
        <a:defRPr sz="4400">
          <a:solidFill>
            <a:schemeClr val="tx1"/>
          </a:solidFill>
          <a:latin typeface="Arial" pitchFamily="34" charset="0"/>
        </a:defRPr>
      </a:lvl8pPr>
      <a:lvl9pPr marL="1828800" algn="l" rtl="0" fontAlgn="base">
        <a:spcBef>
          <a:spcPct val="0"/>
        </a:spcBef>
        <a:spcAft>
          <a:spcPct val="0"/>
        </a:spcAft>
        <a:defRPr sz="4400">
          <a:solidFill>
            <a:schemeClr val="tx1"/>
          </a:solidFill>
          <a:latin typeface="Arial" pitchFamily="34"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02717090"/>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slideLayout" Target="../slideLayouts/slideLayout5.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6" Type="http://schemas.openxmlformats.org/officeDocument/2006/relationships/image" Target="../media/image45.png"/><Relationship Id="rId21" Type="http://schemas.openxmlformats.org/officeDocument/2006/relationships/image" Target="../media/image40.png"/><Relationship Id="rId42" Type="http://schemas.openxmlformats.org/officeDocument/2006/relationships/image" Target="../media/image61.png"/><Relationship Id="rId47" Type="http://schemas.openxmlformats.org/officeDocument/2006/relationships/image" Target="../media/image66.png"/><Relationship Id="rId63" Type="http://schemas.openxmlformats.org/officeDocument/2006/relationships/image" Target="../media/image82.png"/><Relationship Id="rId68" Type="http://schemas.openxmlformats.org/officeDocument/2006/relationships/image" Target="../media/image87.png"/><Relationship Id="rId84" Type="http://schemas.openxmlformats.org/officeDocument/2006/relationships/image" Target="../media/image103.png"/><Relationship Id="rId89" Type="http://schemas.openxmlformats.org/officeDocument/2006/relationships/image" Target="../media/image108.png"/><Relationship Id="rId16" Type="http://schemas.openxmlformats.org/officeDocument/2006/relationships/image" Target="../media/image35.png"/><Relationship Id="rId11" Type="http://schemas.openxmlformats.org/officeDocument/2006/relationships/image" Target="../media/image30.png"/><Relationship Id="rId32" Type="http://schemas.openxmlformats.org/officeDocument/2006/relationships/image" Target="../media/image51.png"/><Relationship Id="rId37" Type="http://schemas.openxmlformats.org/officeDocument/2006/relationships/image" Target="../media/image56.png"/><Relationship Id="rId53" Type="http://schemas.openxmlformats.org/officeDocument/2006/relationships/image" Target="../media/image72.png"/><Relationship Id="rId58" Type="http://schemas.openxmlformats.org/officeDocument/2006/relationships/image" Target="../media/image77.png"/><Relationship Id="rId74" Type="http://schemas.openxmlformats.org/officeDocument/2006/relationships/image" Target="../media/image93.png"/><Relationship Id="rId79" Type="http://schemas.openxmlformats.org/officeDocument/2006/relationships/image" Target="../media/image98.png"/><Relationship Id="rId102" Type="http://schemas.openxmlformats.org/officeDocument/2006/relationships/image" Target="../media/image121.png"/><Relationship Id="rId5" Type="http://schemas.openxmlformats.org/officeDocument/2006/relationships/image" Target="../media/image24.png"/><Relationship Id="rId90" Type="http://schemas.openxmlformats.org/officeDocument/2006/relationships/image" Target="../media/image109.png"/><Relationship Id="rId95" Type="http://schemas.openxmlformats.org/officeDocument/2006/relationships/image" Target="../media/image114.png"/><Relationship Id="rId22" Type="http://schemas.openxmlformats.org/officeDocument/2006/relationships/image" Target="../media/image41.png"/><Relationship Id="rId27" Type="http://schemas.openxmlformats.org/officeDocument/2006/relationships/image" Target="../media/image46.png"/><Relationship Id="rId43" Type="http://schemas.openxmlformats.org/officeDocument/2006/relationships/image" Target="../media/image62.png"/><Relationship Id="rId48" Type="http://schemas.openxmlformats.org/officeDocument/2006/relationships/image" Target="../media/image67.png"/><Relationship Id="rId64" Type="http://schemas.openxmlformats.org/officeDocument/2006/relationships/image" Target="../media/image83.png"/><Relationship Id="rId69" Type="http://schemas.openxmlformats.org/officeDocument/2006/relationships/image" Target="../media/image88.png"/><Relationship Id="rId80" Type="http://schemas.openxmlformats.org/officeDocument/2006/relationships/image" Target="../media/image99.png"/><Relationship Id="rId85" Type="http://schemas.openxmlformats.org/officeDocument/2006/relationships/image" Target="../media/image104.pn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33" Type="http://schemas.openxmlformats.org/officeDocument/2006/relationships/image" Target="../media/image52.png"/><Relationship Id="rId38" Type="http://schemas.openxmlformats.org/officeDocument/2006/relationships/image" Target="../media/image57.png"/><Relationship Id="rId46" Type="http://schemas.openxmlformats.org/officeDocument/2006/relationships/image" Target="../media/image65.png"/><Relationship Id="rId59" Type="http://schemas.openxmlformats.org/officeDocument/2006/relationships/image" Target="../media/image78.png"/><Relationship Id="rId67" Type="http://schemas.openxmlformats.org/officeDocument/2006/relationships/image" Target="../media/image86.png"/><Relationship Id="rId103" Type="http://schemas.openxmlformats.org/officeDocument/2006/relationships/image" Target="../media/image122.png"/><Relationship Id="rId20" Type="http://schemas.openxmlformats.org/officeDocument/2006/relationships/image" Target="../media/image39.png"/><Relationship Id="rId41" Type="http://schemas.openxmlformats.org/officeDocument/2006/relationships/image" Target="../media/image60.png"/><Relationship Id="rId54" Type="http://schemas.openxmlformats.org/officeDocument/2006/relationships/image" Target="../media/image73.png"/><Relationship Id="rId62" Type="http://schemas.openxmlformats.org/officeDocument/2006/relationships/image" Target="../media/image81.png"/><Relationship Id="rId70" Type="http://schemas.openxmlformats.org/officeDocument/2006/relationships/image" Target="../media/image89.png"/><Relationship Id="rId75" Type="http://schemas.openxmlformats.org/officeDocument/2006/relationships/image" Target="../media/image94.png"/><Relationship Id="rId83" Type="http://schemas.openxmlformats.org/officeDocument/2006/relationships/image" Target="../media/image102.png"/><Relationship Id="rId88" Type="http://schemas.openxmlformats.org/officeDocument/2006/relationships/image" Target="../media/image107.png"/><Relationship Id="rId91" Type="http://schemas.openxmlformats.org/officeDocument/2006/relationships/image" Target="../media/image110.png"/><Relationship Id="rId96"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25.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png"/><Relationship Id="rId36" Type="http://schemas.openxmlformats.org/officeDocument/2006/relationships/image" Target="../media/image55.png"/><Relationship Id="rId49" Type="http://schemas.openxmlformats.org/officeDocument/2006/relationships/image" Target="../media/image68.png"/><Relationship Id="rId57" Type="http://schemas.openxmlformats.org/officeDocument/2006/relationships/image" Target="../media/image76.png"/><Relationship Id="rId10" Type="http://schemas.openxmlformats.org/officeDocument/2006/relationships/image" Target="../media/image29.png"/><Relationship Id="rId31" Type="http://schemas.openxmlformats.org/officeDocument/2006/relationships/image" Target="../media/image50.png"/><Relationship Id="rId44" Type="http://schemas.openxmlformats.org/officeDocument/2006/relationships/image" Target="../media/image63.png"/><Relationship Id="rId52" Type="http://schemas.openxmlformats.org/officeDocument/2006/relationships/image" Target="../media/image71.png"/><Relationship Id="rId60" Type="http://schemas.openxmlformats.org/officeDocument/2006/relationships/image" Target="../media/image79.png"/><Relationship Id="rId65" Type="http://schemas.openxmlformats.org/officeDocument/2006/relationships/image" Target="../media/image84.png"/><Relationship Id="rId73" Type="http://schemas.openxmlformats.org/officeDocument/2006/relationships/image" Target="../media/image92.png"/><Relationship Id="rId78" Type="http://schemas.openxmlformats.org/officeDocument/2006/relationships/image" Target="../media/image97.png"/><Relationship Id="rId81" Type="http://schemas.openxmlformats.org/officeDocument/2006/relationships/image" Target="../media/image100.png"/><Relationship Id="rId86" Type="http://schemas.openxmlformats.org/officeDocument/2006/relationships/image" Target="../media/image105.png"/><Relationship Id="rId94" Type="http://schemas.openxmlformats.org/officeDocument/2006/relationships/image" Target="../media/image113.png"/><Relationship Id="rId99" Type="http://schemas.openxmlformats.org/officeDocument/2006/relationships/image" Target="../media/image118.png"/><Relationship Id="rId101" Type="http://schemas.openxmlformats.org/officeDocument/2006/relationships/image" Target="../media/image120.png"/><Relationship Id="rId4" Type="http://schemas.openxmlformats.org/officeDocument/2006/relationships/image" Target="../media/image23.png"/><Relationship Id="rId9" Type="http://schemas.openxmlformats.org/officeDocument/2006/relationships/image" Target="../media/image28.png"/><Relationship Id="rId13" Type="http://schemas.openxmlformats.org/officeDocument/2006/relationships/image" Target="../media/image32.png"/><Relationship Id="rId18" Type="http://schemas.openxmlformats.org/officeDocument/2006/relationships/image" Target="../media/image37.png"/><Relationship Id="rId39" Type="http://schemas.openxmlformats.org/officeDocument/2006/relationships/image" Target="../media/image58.png"/><Relationship Id="rId34" Type="http://schemas.openxmlformats.org/officeDocument/2006/relationships/image" Target="../media/image53.png"/><Relationship Id="rId50" Type="http://schemas.openxmlformats.org/officeDocument/2006/relationships/image" Target="../media/image69.png"/><Relationship Id="rId55" Type="http://schemas.openxmlformats.org/officeDocument/2006/relationships/image" Target="../media/image74.png"/><Relationship Id="rId76" Type="http://schemas.openxmlformats.org/officeDocument/2006/relationships/image" Target="../media/image95.png"/><Relationship Id="rId97" Type="http://schemas.openxmlformats.org/officeDocument/2006/relationships/image" Target="../media/image116.png"/><Relationship Id="rId104" Type="http://schemas.openxmlformats.org/officeDocument/2006/relationships/image" Target="../media/image123.png"/><Relationship Id="rId7" Type="http://schemas.openxmlformats.org/officeDocument/2006/relationships/image" Target="../media/image26.png"/><Relationship Id="rId71" Type="http://schemas.openxmlformats.org/officeDocument/2006/relationships/image" Target="../media/image90.png"/><Relationship Id="rId92" Type="http://schemas.openxmlformats.org/officeDocument/2006/relationships/image" Target="../media/image111.png"/><Relationship Id="rId2" Type="http://schemas.openxmlformats.org/officeDocument/2006/relationships/image" Target="../media/image21.png"/><Relationship Id="rId29" Type="http://schemas.openxmlformats.org/officeDocument/2006/relationships/image" Target="../media/image48.png"/><Relationship Id="rId24" Type="http://schemas.openxmlformats.org/officeDocument/2006/relationships/image" Target="../media/image43.png"/><Relationship Id="rId40" Type="http://schemas.openxmlformats.org/officeDocument/2006/relationships/image" Target="../media/image59.png"/><Relationship Id="rId45" Type="http://schemas.openxmlformats.org/officeDocument/2006/relationships/image" Target="../media/image64.png"/><Relationship Id="rId66" Type="http://schemas.openxmlformats.org/officeDocument/2006/relationships/image" Target="../media/image85.png"/><Relationship Id="rId87" Type="http://schemas.openxmlformats.org/officeDocument/2006/relationships/image" Target="../media/image106.png"/><Relationship Id="rId61" Type="http://schemas.openxmlformats.org/officeDocument/2006/relationships/image" Target="../media/image80.png"/><Relationship Id="rId82" Type="http://schemas.openxmlformats.org/officeDocument/2006/relationships/image" Target="../media/image101.png"/><Relationship Id="rId19" Type="http://schemas.openxmlformats.org/officeDocument/2006/relationships/image" Target="../media/image38.png"/><Relationship Id="rId14" Type="http://schemas.openxmlformats.org/officeDocument/2006/relationships/image" Target="../media/image33.png"/><Relationship Id="rId30" Type="http://schemas.openxmlformats.org/officeDocument/2006/relationships/image" Target="../media/image49.png"/><Relationship Id="rId35" Type="http://schemas.openxmlformats.org/officeDocument/2006/relationships/image" Target="../media/image54.png"/><Relationship Id="rId56" Type="http://schemas.openxmlformats.org/officeDocument/2006/relationships/image" Target="../media/image75.png"/><Relationship Id="rId77" Type="http://schemas.openxmlformats.org/officeDocument/2006/relationships/image" Target="../media/image96.png"/><Relationship Id="rId100" Type="http://schemas.openxmlformats.org/officeDocument/2006/relationships/image" Target="../media/image119.png"/><Relationship Id="rId8" Type="http://schemas.openxmlformats.org/officeDocument/2006/relationships/image" Target="../media/image27.png"/><Relationship Id="rId51" Type="http://schemas.openxmlformats.org/officeDocument/2006/relationships/image" Target="../media/image70.png"/><Relationship Id="rId72" Type="http://schemas.openxmlformats.org/officeDocument/2006/relationships/image" Target="../media/image91.png"/><Relationship Id="rId93" Type="http://schemas.openxmlformats.org/officeDocument/2006/relationships/image" Target="../media/image112.png"/><Relationship Id="rId98" Type="http://schemas.openxmlformats.org/officeDocument/2006/relationships/image" Target="../media/image117.png"/><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26" Type="http://schemas.openxmlformats.org/officeDocument/2006/relationships/image" Target="../media/image45.png"/><Relationship Id="rId21" Type="http://schemas.openxmlformats.org/officeDocument/2006/relationships/image" Target="../media/image40.png"/><Relationship Id="rId42" Type="http://schemas.openxmlformats.org/officeDocument/2006/relationships/image" Target="../media/image61.png"/><Relationship Id="rId47" Type="http://schemas.openxmlformats.org/officeDocument/2006/relationships/image" Target="../media/image66.png"/><Relationship Id="rId63" Type="http://schemas.openxmlformats.org/officeDocument/2006/relationships/image" Target="../media/image82.png"/><Relationship Id="rId68" Type="http://schemas.openxmlformats.org/officeDocument/2006/relationships/image" Target="../media/image87.png"/><Relationship Id="rId84" Type="http://schemas.openxmlformats.org/officeDocument/2006/relationships/image" Target="../media/image103.png"/><Relationship Id="rId89" Type="http://schemas.openxmlformats.org/officeDocument/2006/relationships/image" Target="../media/image108.png"/><Relationship Id="rId16" Type="http://schemas.openxmlformats.org/officeDocument/2006/relationships/image" Target="../media/image35.png"/><Relationship Id="rId11" Type="http://schemas.openxmlformats.org/officeDocument/2006/relationships/image" Target="../media/image30.png"/><Relationship Id="rId32" Type="http://schemas.openxmlformats.org/officeDocument/2006/relationships/image" Target="../media/image51.png"/><Relationship Id="rId37" Type="http://schemas.openxmlformats.org/officeDocument/2006/relationships/image" Target="../media/image56.png"/><Relationship Id="rId53" Type="http://schemas.openxmlformats.org/officeDocument/2006/relationships/image" Target="../media/image72.png"/><Relationship Id="rId58" Type="http://schemas.openxmlformats.org/officeDocument/2006/relationships/image" Target="../media/image77.png"/><Relationship Id="rId74" Type="http://schemas.openxmlformats.org/officeDocument/2006/relationships/image" Target="../media/image93.png"/><Relationship Id="rId79" Type="http://schemas.openxmlformats.org/officeDocument/2006/relationships/image" Target="../media/image98.png"/><Relationship Id="rId102" Type="http://schemas.openxmlformats.org/officeDocument/2006/relationships/image" Target="../media/image121.png"/><Relationship Id="rId5" Type="http://schemas.openxmlformats.org/officeDocument/2006/relationships/image" Target="../media/image24.png"/><Relationship Id="rId90" Type="http://schemas.openxmlformats.org/officeDocument/2006/relationships/image" Target="../media/image109.png"/><Relationship Id="rId95" Type="http://schemas.openxmlformats.org/officeDocument/2006/relationships/image" Target="../media/image114.png"/><Relationship Id="rId22" Type="http://schemas.openxmlformats.org/officeDocument/2006/relationships/image" Target="../media/image41.png"/><Relationship Id="rId27" Type="http://schemas.openxmlformats.org/officeDocument/2006/relationships/image" Target="../media/image46.png"/><Relationship Id="rId43" Type="http://schemas.openxmlformats.org/officeDocument/2006/relationships/image" Target="../media/image62.png"/><Relationship Id="rId48" Type="http://schemas.openxmlformats.org/officeDocument/2006/relationships/image" Target="../media/image67.png"/><Relationship Id="rId64" Type="http://schemas.openxmlformats.org/officeDocument/2006/relationships/image" Target="../media/image83.png"/><Relationship Id="rId69" Type="http://schemas.openxmlformats.org/officeDocument/2006/relationships/image" Target="../media/image88.png"/><Relationship Id="rId80" Type="http://schemas.openxmlformats.org/officeDocument/2006/relationships/image" Target="../media/image99.png"/><Relationship Id="rId85" Type="http://schemas.openxmlformats.org/officeDocument/2006/relationships/image" Target="../media/image104.pn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33" Type="http://schemas.openxmlformats.org/officeDocument/2006/relationships/image" Target="../media/image52.png"/><Relationship Id="rId38" Type="http://schemas.openxmlformats.org/officeDocument/2006/relationships/image" Target="../media/image57.png"/><Relationship Id="rId46" Type="http://schemas.openxmlformats.org/officeDocument/2006/relationships/image" Target="../media/image65.png"/><Relationship Id="rId59" Type="http://schemas.openxmlformats.org/officeDocument/2006/relationships/image" Target="../media/image78.png"/><Relationship Id="rId67" Type="http://schemas.openxmlformats.org/officeDocument/2006/relationships/image" Target="../media/image86.png"/><Relationship Id="rId103" Type="http://schemas.openxmlformats.org/officeDocument/2006/relationships/image" Target="../media/image122.png"/><Relationship Id="rId20" Type="http://schemas.openxmlformats.org/officeDocument/2006/relationships/image" Target="../media/image39.png"/><Relationship Id="rId41" Type="http://schemas.openxmlformats.org/officeDocument/2006/relationships/image" Target="../media/image60.png"/><Relationship Id="rId54" Type="http://schemas.openxmlformats.org/officeDocument/2006/relationships/image" Target="../media/image73.png"/><Relationship Id="rId62" Type="http://schemas.openxmlformats.org/officeDocument/2006/relationships/image" Target="../media/image81.png"/><Relationship Id="rId70" Type="http://schemas.openxmlformats.org/officeDocument/2006/relationships/image" Target="../media/image89.png"/><Relationship Id="rId75" Type="http://schemas.openxmlformats.org/officeDocument/2006/relationships/image" Target="../media/image94.png"/><Relationship Id="rId83" Type="http://schemas.openxmlformats.org/officeDocument/2006/relationships/image" Target="../media/image102.png"/><Relationship Id="rId88" Type="http://schemas.openxmlformats.org/officeDocument/2006/relationships/image" Target="../media/image107.png"/><Relationship Id="rId91" Type="http://schemas.openxmlformats.org/officeDocument/2006/relationships/image" Target="../media/image110.png"/><Relationship Id="rId96"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25.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png"/><Relationship Id="rId36" Type="http://schemas.openxmlformats.org/officeDocument/2006/relationships/image" Target="../media/image55.png"/><Relationship Id="rId49" Type="http://schemas.openxmlformats.org/officeDocument/2006/relationships/image" Target="../media/image68.png"/><Relationship Id="rId57" Type="http://schemas.openxmlformats.org/officeDocument/2006/relationships/image" Target="../media/image76.png"/><Relationship Id="rId10" Type="http://schemas.openxmlformats.org/officeDocument/2006/relationships/image" Target="../media/image29.png"/><Relationship Id="rId31" Type="http://schemas.openxmlformats.org/officeDocument/2006/relationships/image" Target="../media/image50.png"/><Relationship Id="rId44" Type="http://schemas.openxmlformats.org/officeDocument/2006/relationships/image" Target="../media/image63.png"/><Relationship Id="rId52" Type="http://schemas.openxmlformats.org/officeDocument/2006/relationships/image" Target="../media/image71.png"/><Relationship Id="rId60" Type="http://schemas.openxmlformats.org/officeDocument/2006/relationships/image" Target="../media/image79.png"/><Relationship Id="rId65" Type="http://schemas.openxmlformats.org/officeDocument/2006/relationships/image" Target="../media/image84.png"/><Relationship Id="rId73" Type="http://schemas.openxmlformats.org/officeDocument/2006/relationships/image" Target="../media/image92.png"/><Relationship Id="rId78" Type="http://schemas.openxmlformats.org/officeDocument/2006/relationships/image" Target="../media/image97.png"/><Relationship Id="rId81" Type="http://schemas.openxmlformats.org/officeDocument/2006/relationships/image" Target="../media/image100.png"/><Relationship Id="rId86" Type="http://schemas.openxmlformats.org/officeDocument/2006/relationships/image" Target="../media/image105.png"/><Relationship Id="rId94" Type="http://schemas.openxmlformats.org/officeDocument/2006/relationships/image" Target="../media/image113.png"/><Relationship Id="rId99" Type="http://schemas.openxmlformats.org/officeDocument/2006/relationships/image" Target="../media/image118.png"/><Relationship Id="rId101" Type="http://schemas.openxmlformats.org/officeDocument/2006/relationships/image" Target="../media/image120.png"/><Relationship Id="rId4" Type="http://schemas.openxmlformats.org/officeDocument/2006/relationships/image" Target="../media/image23.png"/><Relationship Id="rId9" Type="http://schemas.openxmlformats.org/officeDocument/2006/relationships/image" Target="../media/image28.png"/><Relationship Id="rId13" Type="http://schemas.openxmlformats.org/officeDocument/2006/relationships/image" Target="../media/image32.png"/><Relationship Id="rId18" Type="http://schemas.openxmlformats.org/officeDocument/2006/relationships/image" Target="../media/image37.png"/><Relationship Id="rId39" Type="http://schemas.openxmlformats.org/officeDocument/2006/relationships/image" Target="../media/image58.png"/><Relationship Id="rId34" Type="http://schemas.openxmlformats.org/officeDocument/2006/relationships/image" Target="../media/image53.png"/><Relationship Id="rId50" Type="http://schemas.openxmlformats.org/officeDocument/2006/relationships/image" Target="../media/image69.png"/><Relationship Id="rId55" Type="http://schemas.openxmlformats.org/officeDocument/2006/relationships/image" Target="../media/image74.png"/><Relationship Id="rId76" Type="http://schemas.openxmlformats.org/officeDocument/2006/relationships/image" Target="../media/image95.png"/><Relationship Id="rId97" Type="http://schemas.openxmlformats.org/officeDocument/2006/relationships/image" Target="../media/image116.png"/><Relationship Id="rId104" Type="http://schemas.openxmlformats.org/officeDocument/2006/relationships/image" Target="../media/image123.png"/><Relationship Id="rId7" Type="http://schemas.openxmlformats.org/officeDocument/2006/relationships/image" Target="../media/image26.png"/><Relationship Id="rId71" Type="http://schemas.openxmlformats.org/officeDocument/2006/relationships/image" Target="../media/image90.png"/><Relationship Id="rId92" Type="http://schemas.openxmlformats.org/officeDocument/2006/relationships/image" Target="../media/image111.png"/><Relationship Id="rId2" Type="http://schemas.openxmlformats.org/officeDocument/2006/relationships/image" Target="../media/image21.png"/><Relationship Id="rId29" Type="http://schemas.openxmlformats.org/officeDocument/2006/relationships/image" Target="../media/image48.png"/><Relationship Id="rId24" Type="http://schemas.openxmlformats.org/officeDocument/2006/relationships/image" Target="../media/image43.png"/><Relationship Id="rId40" Type="http://schemas.openxmlformats.org/officeDocument/2006/relationships/image" Target="../media/image59.png"/><Relationship Id="rId45" Type="http://schemas.openxmlformats.org/officeDocument/2006/relationships/image" Target="../media/image64.png"/><Relationship Id="rId66" Type="http://schemas.openxmlformats.org/officeDocument/2006/relationships/image" Target="../media/image85.png"/><Relationship Id="rId87" Type="http://schemas.openxmlformats.org/officeDocument/2006/relationships/image" Target="../media/image106.png"/><Relationship Id="rId61" Type="http://schemas.openxmlformats.org/officeDocument/2006/relationships/image" Target="../media/image80.png"/><Relationship Id="rId82" Type="http://schemas.openxmlformats.org/officeDocument/2006/relationships/image" Target="../media/image101.png"/><Relationship Id="rId19" Type="http://schemas.openxmlformats.org/officeDocument/2006/relationships/image" Target="../media/image38.png"/><Relationship Id="rId14" Type="http://schemas.openxmlformats.org/officeDocument/2006/relationships/image" Target="../media/image33.png"/><Relationship Id="rId30" Type="http://schemas.openxmlformats.org/officeDocument/2006/relationships/image" Target="../media/image49.png"/><Relationship Id="rId35" Type="http://schemas.openxmlformats.org/officeDocument/2006/relationships/image" Target="../media/image54.png"/><Relationship Id="rId56" Type="http://schemas.openxmlformats.org/officeDocument/2006/relationships/image" Target="../media/image75.png"/><Relationship Id="rId77" Type="http://schemas.openxmlformats.org/officeDocument/2006/relationships/image" Target="../media/image96.png"/><Relationship Id="rId100" Type="http://schemas.openxmlformats.org/officeDocument/2006/relationships/image" Target="../media/image119.png"/><Relationship Id="rId8" Type="http://schemas.openxmlformats.org/officeDocument/2006/relationships/image" Target="../media/image27.png"/><Relationship Id="rId51" Type="http://schemas.openxmlformats.org/officeDocument/2006/relationships/image" Target="../media/image70.png"/><Relationship Id="rId72" Type="http://schemas.openxmlformats.org/officeDocument/2006/relationships/image" Target="../media/image91.png"/><Relationship Id="rId93" Type="http://schemas.openxmlformats.org/officeDocument/2006/relationships/image" Target="../media/image112.png"/><Relationship Id="rId98" Type="http://schemas.openxmlformats.org/officeDocument/2006/relationships/image" Target="../media/image117.png"/><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26" Type="http://schemas.openxmlformats.org/officeDocument/2006/relationships/image" Target="../media/image45.png"/><Relationship Id="rId21" Type="http://schemas.openxmlformats.org/officeDocument/2006/relationships/image" Target="../media/image40.png"/><Relationship Id="rId42" Type="http://schemas.openxmlformats.org/officeDocument/2006/relationships/image" Target="../media/image61.png"/><Relationship Id="rId47" Type="http://schemas.openxmlformats.org/officeDocument/2006/relationships/image" Target="../media/image66.png"/><Relationship Id="rId63" Type="http://schemas.openxmlformats.org/officeDocument/2006/relationships/image" Target="../media/image82.png"/><Relationship Id="rId68" Type="http://schemas.openxmlformats.org/officeDocument/2006/relationships/image" Target="../media/image87.png"/><Relationship Id="rId84" Type="http://schemas.openxmlformats.org/officeDocument/2006/relationships/image" Target="../media/image103.png"/><Relationship Id="rId89" Type="http://schemas.openxmlformats.org/officeDocument/2006/relationships/image" Target="../media/image108.png"/><Relationship Id="rId16" Type="http://schemas.openxmlformats.org/officeDocument/2006/relationships/image" Target="../media/image35.png"/><Relationship Id="rId11" Type="http://schemas.openxmlformats.org/officeDocument/2006/relationships/image" Target="../media/image30.png"/><Relationship Id="rId32" Type="http://schemas.openxmlformats.org/officeDocument/2006/relationships/image" Target="../media/image51.png"/><Relationship Id="rId37" Type="http://schemas.openxmlformats.org/officeDocument/2006/relationships/image" Target="../media/image56.png"/><Relationship Id="rId53" Type="http://schemas.openxmlformats.org/officeDocument/2006/relationships/image" Target="../media/image72.png"/><Relationship Id="rId58" Type="http://schemas.openxmlformats.org/officeDocument/2006/relationships/image" Target="../media/image77.png"/><Relationship Id="rId74" Type="http://schemas.openxmlformats.org/officeDocument/2006/relationships/image" Target="../media/image93.png"/><Relationship Id="rId79" Type="http://schemas.openxmlformats.org/officeDocument/2006/relationships/image" Target="../media/image98.png"/><Relationship Id="rId102" Type="http://schemas.openxmlformats.org/officeDocument/2006/relationships/image" Target="../media/image121.png"/><Relationship Id="rId5" Type="http://schemas.openxmlformats.org/officeDocument/2006/relationships/image" Target="../media/image24.png"/><Relationship Id="rId90" Type="http://schemas.openxmlformats.org/officeDocument/2006/relationships/image" Target="../media/image109.png"/><Relationship Id="rId95" Type="http://schemas.openxmlformats.org/officeDocument/2006/relationships/image" Target="../media/image114.png"/><Relationship Id="rId22" Type="http://schemas.openxmlformats.org/officeDocument/2006/relationships/image" Target="../media/image41.png"/><Relationship Id="rId27" Type="http://schemas.openxmlformats.org/officeDocument/2006/relationships/image" Target="../media/image46.png"/><Relationship Id="rId43" Type="http://schemas.openxmlformats.org/officeDocument/2006/relationships/image" Target="../media/image62.png"/><Relationship Id="rId48" Type="http://schemas.openxmlformats.org/officeDocument/2006/relationships/image" Target="../media/image67.png"/><Relationship Id="rId64" Type="http://schemas.openxmlformats.org/officeDocument/2006/relationships/image" Target="../media/image83.png"/><Relationship Id="rId69" Type="http://schemas.openxmlformats.org/officeDocument/2006/relationships/image" Target="../media/image88.png"/><Relationship Id="rId80" Type="http://schemas.openxmlformats.org/officeDocument/2006/relationships/image" Target="../media/image99.png"/><Relationship Id="rId85" Type="http://schemas.openxmlformats.org/officeDocument/2006/relationships/image" Target="../media/image104.pn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33" Type="http://schemas.openxmlformats.org/officeDocument/2006/relationships/image" Target="../media/image52.png"/><Relationship Id="rId38" Type="http://schemas.openxmlformats.org/officeDocument/2006/relationships/image" Target="../media/image57.png"/><Relationship Id="rId46" Type="http://schemas.openxmlformats.org/officeDocument/2006/relationships/image" Target="../media/image65.png"/><Relationship Id="rId59" Type="http://schemas.openxmlformats.org/officeDocument/2006/relationships/image" Target="../media/image78.png"/><Relationship Id="rId67" Type="http://schemas.openxmlformats.org/officeDocument/2006/relationships/image" Target="../media/image86.png"/><Relationship Id="rId103" Type="http://schemas.openxmlformats.org/officeDocument/2006/relationships/image" Target="../media/image122.png"/><Relationship Id="rId20" Type="http://schemas.openxmlformats.org/officeDocument/2006/relationships/image" Target="../media/image39.png"/><Relationship Id="rId41" Type="http://schemas.openxmlformats.org/officeDocument/2006/relationships/image" Target="../media/image60.png"/><Relationship Id="rId54" Type="http://schemas.openxmlformats.org/officeDocument/2006/relationships/image" Target="../media/image73.png"/><Relationship Id="rId62" Type="http://schemas.openxmlformats.org/officeDocument/2006/relationships/image" Target="../media/image81.png"/><Relationship Id="rId70" Type="http://schemas.openxmlformats.org/officeDocument/2006/relationships/image" Target="../media/image89.png"/><Relationship Id="rId75" Type="http://schemas.openxmlformats.org/officeDocument/2006/relationships/image" Target="../media/image94.png"/><Relationship Id="rId83" Type="http://schemas.openxmlformats.org/officeDocument/2006/relationships/image" Target="../media/image102.png"/><Relationship Id="rId88" Type="http://schemas.openxmlformats.org/officeDocument/2006/relationships/image" Target="../media/image107.png"/><Relationship Id="rId91" Type="http://schemas.openxmlformats.org/officeDocument/2006/relationships/image" Target="../media/image110.png"/><Relationship Id="rId96"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25.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png"/><Relationship Id="rId36" Type="http://schemas.openxmlformats.org/officeDocument/2006/relationships/image" Target="../media/image55.png"/><Relationship Id="rId49" Type="http://schemas.openxmlformats.org/officeDocument/2006/relationships/image" Target="../media/image68.png"/><Relationship Id="rId57" Type="http://schemas.openxmlformats.org/officeDocument/2006/relationships/image" Target="../media/image76.png"/><Relationship Id="rId10" Type="http://schemas.openxmlformats.org/officeDocument/2006/relationships/image" Target="../media/image29.png"/><Relationship Id="rId31" Type="http://schemas.openxmlformats.org/officeDocument/2006/relationships/image" Target="../media/image50.png"/><Relationship Id="rId44" Type="http://schemas.openxmlformats.org/officeDocument/2006/relationships/image" Target="../media/image63.png"/><Relationship Id="rId52" Type="http://schemas.openxmlformats.org/officeDocument/2006/relationships/image" Target="../media/image71.png"/><Relationship Id="rId60" Type="http://schemas.openxmlformats.org/officeDocument/2006/relationships/image" Target="../media/image79.png"/><Relationship Id="rId65" Type="http://schemas.openxmlformats.org/officeDocument/2006/relationships/image" Target="../media/image84.png"/><Relationship Id="rId73" Type="http://schemas.openxmlformats.org/officeDocument/2006/relationships/image" Target="../media/image92.png"/><Relationship Id="rId78" Type="http://schemas.openxmlformats.org/officeDocument/2006/relationships/image" Target="../media/image97.png"/><Relationship Id="rId81" Type="http://schemas.openxmlformats.org/officeDocument/2006/relationships/image" Target="../media/image100.png"/><Relationship Id="rId86" Type="http://schemas.openxmlformats.org/officeDocument/2006/relationships/image" Target="../media/image105.png"/><Relationship Id="rId94" Type="http://schemas.openxmlformats.org/officeDocument/2006/relationships/image" Target="../media/image113.png"/><Relationship Id="rId99" Type="http://schemas.openxmlformats.org/officeDocument/2006/relationships/image" Target="../media/image118.png"/><Relationship Id="rId101" Type="http://schemas.openxmlformats.org/officeDocument/2006/relationships/image" Target="../media/image120.png"/><Relationship Id="rId4" Type="http://schemas.openxmlformats.org/officeDocument/2006/relationships/image" Target="../media/image23.png"/><Relationship Id="rId9" Type="http://schemas.openxmlformats.org/officeDocument/2006/relationships/image" Target="../media/image28.png"/><Relationship Id="rId13" Type="http://schemas.openxmlformats.org/officeDocument/2006/relationships/image" Target="../media/image32.png"/><Relationship Id="rId18" Type="http://schemas.openxmlformats.org/officeDocument/2006/relationships/image" Target="../media/image37.png"/><Relationship Id="rId39" Type="http://schemas.openxmlformats.org/officeDocument/2006/relationships/image" Target="../media/image58.png"/><Relationship Id="rId34" Type="http://schemas.openxmlformats.org/officeDocument/2006/relationships/image" Target="../media/image53.png"/><Relationship Id="rId50" Type="http://schemas.openxmlformats.org/officeDocument/2006/relationships/image" Target="../media/image69.png"/><Relationship Id="rId55" Type="http://schemas.openxmlformats.org/officeDocument/2006/relationships/image" Target="../media/image74.png"/><Relationship Id="rId76" Type="http://schemas.openxmlformats.org/officeDocument/2006/relationships/image" Target="../media/image95.png"/><Relationship Id="rId97" Type="http://schemas.openxmlformats.org/officeDocument/2006/relationships/image" Target="../media/image116.png"/><Relationship Id="rId104" Type="http://schemas.openxmlformats.org/officeDocument/2006/relationships/image" Target="../media/image123.png"/><Relationship Id="rId7" Type="http://schemas.openxmlformats.org/officeDocument/2006/relationships/image" Target="../media/image26.png"/><Relationship Id="rId71" Type="http://schemas.openxmlformats.org/officeDocument/2006/relationships/image" Target="../media/image90.png"/><Relationship Id="rId92" Type="http://schemas.openxmlformats.org/officeDocument/2006/relationships/image" Target="../media/image111.png"/><Relationship Id="rId2" Type="http://schemas.openxmlformats.org/officeDocument/2006/relationships/image" Target="../media/image21.png"/><Relationship Id="rId29" Type="http://schemas.openxmlformats.org/officeDocument/2006/relationships/image" Target="../media/image48.png"/><Relationship Id="rId24" Type="http://schemas.openxmlformats.org/officeDocument/2006/relationships/image" Target="../media/image43.png"/><Relationship Id="rId40" Type="http://schemas.openxmlformats.org/officeDocument/2006/relationships/image" Target="../media/image59.png"/><Relationship Id="rId45" Type="http://schemas.openxmlformats.org/officeDocument/2006/relationships/image" Target="../media/image64.png"/><Relationship Id="rId66" Type="http://schemas.openxmlformats.org/officeDocument/2006/relationships/image" Target="../media/image85.png"/><Relationship Id="rId87" Type="http://schemas.openxmlformats.org/officeDocument/2006/relationships/image" Target="../media/image106.png"/><Relationship Id="rId61" Type="http://schemas.openxmlformats.org/officeDocument/2006/relationships/image" Target="../media/image80.png"/><Relationship Id="rId82" Type="http://schemas.openxmlformats.org/officeDocument/2006/relationships/image" Target="../media/image101.png"/><Relationship Id="rId19" Type="http://schemas.openxmlformats.org/officeDocument/2006/relationships/image" Target="../media/image38.png"/><Relationship Id="rId14" Type="http://schemas.openxmlformats.org/officeDocument/2006/relationships/image" Target="../media/image33.png"/><Relationship Id="rId30" Type="http://schemas.openxmlformats.org/officeDocument/2006/relationships/image" Target="../media/image49.png"/><Relationship Id="rId35" Type="http://schemas.openxmlformats.org/officeDocument/2006/relationships/image" Target="../media/image54.png"/><Relationship Id="rId56" Type="http://schemas.openxmlformats.org/officeDocument/2006/relationships/image" Target="../media/image75.png"/><Relationship Id="rId77" Type="http://schemas.openxmlformats.org/officeDocument/2006/relationships/image" Target="../media/image96.png"/><Relationship Id="rId100" Type="http://schemas.openxmlformats.org/officeDocument/2006/relationships/image" Target="../media/image119.png"/><Relationship Id="rId8" Type="http://schemas.openxmlformats.org/officeDocument/2006/relationships/image" Target="../media/image27.png"/><Relationship Id="rId51" Type="http://schemas.openxmlformats.org/officeDocument/2006/relationships/image" Target="../media/image70.png"/><Relationship Id="rId72" Type="http://schemas.openxmlformats.org/officeDocument/2006/relationships/image" Target="../media/image91.png"/><Relationship Id="rId93" Type="http://schemas.openxmlformats.org/officeDocument/2006/relationships/image" Target="../media/image112.png"/><Relationship Id="rId98" Type="http://schemas.openxmlformats.org/officeDocument/2006/relationships/image" Target="../media/image117.png"/><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26" Type="http://schemas.openxmlformats.org/officeDocument/2006/relationships/image" Target="../media/image45.png"/><Relationship Id="rId21" Type="http://schemas.openxmlformats.org/officeDocument/2006/relationships/image" Target="../media/image40.png"/><Relationship Id="rId42" Type="http://schemas.openxmlformats.org/officeDocument/2006/relationships/image" Target="../media/image61.png"/><Relationship Id="rId47" Type="http://schemas.openxmlformats.org/officeDocument/2006/relationships/image" Target="../media/image66.png"/><Relationship Id="rId63" Type="http://schemas.openxmlformats.org/officeDocument/2006/relationships/image" Target="../media/image82.png"/><Relationship Id="rId68" Type="http://schemas.openxmlformats.org/officeDocument/2006/relationships/image" Target="../media/image87.png"/><Relationship Id="rId84" Type="http://schemas.openxmlformats.org/officeDocument/2006/relationships/image" Target="../media/image103.png"/><Relationship Id="rId89" Type="http://schemas.openxmlformats.org/officeDocument/2006/relationships/image" Target="../media/image108.png"/><Relationship Id="rId16" Type="http://schemas.openxmlformats.org/officeDocument/2006/relationships/image" Target="../media/image35.png"/><Relationship Id="rId11" Type="http://schemas.openxmlformats.org/officeDocument/2006/relationships/image" Target="../media/image30.png"/><Relationship Id="rId32" Type="http://schemas.openxmlformats.org/officeDocument/2006/relationships/image" Target="../media/image51.png"/><Relationship Id="rId37" Type="http://schemas.openxmlformats.org/officeDocument/2006/relationships/image" Target="../media/image56.png"/><Relationship Id="rId53" Type="http://schemas.openxmlformats.org/officeDocument/2006/relationships/image" Target="../media/image72.png"/><Relationship Id="rId58" Type="http://schemas.openxmlformats.org/officeDocument/2006/relationships/image" Target="../media/image77.png"/><Relationship Id="rId74" Type="http://schemas.openxmlformats.org/officeDocument/2006/relationships/image" Target="../media/image93.png"/><Relationship Id="rId79" Type="http://schemas.openxmlformats.org/officeDocument/2006/relationships/image" Target="../media/image98.png"/><Relationship Id="rId102" Type="http://schemas.openxmlformats.org/officeDocument/2006/relationships/image" Target="../media/image121.png"/><Relationship Id="rId5" Type="http://schemas.openxmlformats.org/officeDocument/2006/relationships/image" Target="../media/image24.png"/><Relationship Id="rId90" Type="http://schemas.openxmlformats.org/officeDocument/2006/relationships/image" Target="../media/image109.png"/><Relationship Id="rId95" Type="http://schemas.openxmlformats.org/officeDocument/2006/relationships/image" Target="../media/image114.png"/><Relationship Id="rId22" Type="http://schemas.openxmlformats.org/officeDocument/2006/relationships/image" Target="../media/image41.png"/><Relationship Id="rId27" Type="http://schemas.openxmlformats.org/officeDocument/2006/relationships/image" Target="../media/image46.png"/><Relationship Id="rId43" Type="http://schemas.openxmlformats.org/officeDocument/2006/relationships/image" Target="../media/image62.png"/><Relationship Id="rId48" Type="http://schemas.openxmlformats.org/officeDocument/2006/relationships/image" Target="../media/image67.png"/><Relationship Id="rId64" Type="http://schemas.openxmlformats.org/officeDocument/2006/relationships/image" Target="../media/image83.png"/><Relationship Id="rId69" Type="http://schemas.openxmlformats.org/officeDocument/2006/relationships/image" Target="../media/image88.png"/><Relationship Id="rId80" Type="http://schemas.openxmlformats.org/officeDocument/2006/relationships/image" Target="../media/image99.png"/><Relationship Id="rId85" Type="http://schemas.openxmlformats.org/officeDocument/2006/relationships/image" Target="../media/image104.pn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33" Type="http://schemas.openxmlformats.org/officeDocument/2006/relationships/image" Target="../media/image52.png"/><Relationship Id="rId38" Type="http://schemas.openxmlformats.org/officeDocument/2006/relationships/image" Target="../media/image57.png"/><Relationship Id="rId46" Type="http://schemas.openxmlformats.org/officeDocument/2006/relationships/image" Target="../media/image65.png"/><Relationship Id="rId59" Type="http://schemas.openxmlformats.org/officeDocument/2006/relationships/image" Target="../media/image78.png"/><Relationship Id="rId67" Type="http://schemas.openxmlformats.org/officeDocument/2006/relationships/image" Target="../media/image86.png"/><Relationship Id="rId103" Type="http://schemas.openxmlformats.org/officeDocument/2006/relationships/image" Target="../media/image122.png"/><Relationship Id="rId20" Type="http://schemas.openxmlformats.org/officeDocument/2006/relationships/image" Target="../media/image39.png"/><Relationship Id="rId41" Type="http://schemas.openxmlformats.org/officeDocument/2006/relationships/image" Target="../media/image60.png"/><Relationship Id="rId54" Type="http://schemas.openxmlformats.org/officeDocument/2006/relationships/image" Target="../media/image73.png"/><Relationship Id="rId62" Type="http://schemas.openxmlformats.org/officeDocument/2006/relationships/image" Target="../media/image81.png"/><Relationship Id="rId70" Type="http://schemas.openxmlformats.org/officeDocument/2006/relationships/image" Target="../media/image89.png"/><Relationship Id="rId75" Type="http://schemas.openxmlformats.org/officeDocument/2006/relationships/image" Target="../media/image94.png"/><Relationship Id="rId83" Type="http://schemas.openxmlformats.org/officeDocument/2006/relationships/image" Target="../media/image102.png"/><Relationship Id="rId88" Type="http://schemas.openxmlformats.org/officeDocument/2006/relationships/image" Target="../media/image107.png"/><Relationship Id="rId91" Type="http://schemas.openxmlformats.org/officeDocument/2006/relationships/image" Target="../media/image110.png"/><Relationship Id="rId96"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25.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png"/><Relationship Id="rId36" Type="http://schemas.openxmlformats.org/officeDocument/2006/relationships/image" Target="../media/image55.png"/><Relationship Id="rId49" Type="http://schemas.openxmlformats.org/officeDocument/2006/relationships/image" Target="../media/image68.png"/><Relationship Id="rId57" Type="http://schemas.openxmlformats.org/officeDocument/2006/relationships/image" Target="../media/image76.png"/><Relationship Id="rId10" Type="http://schemas.openxmlformats.org/officeDocument/2006/relationships/image" Target="../media/image29.png"/><Relationship Id="rId31" Type="http://schemas.openxmlformats.org/officeDocument/2006/relationships/image" Target="../media/image50.png"/><Relationship Id="rId44" Type="http://schemas.openxmlformats.org/officeDocument/2006/relationships/image" Target="../media/image63.png"/><Relationship Id="rId52" Type="http://schemas.openxmlformats.org/officeDocument/2006/relationships/image" Target="../media/image71.png"/><Relationship Id="rId60" Type="http://schemas.openxmlformats.org/officeDocument/2006/relationships/image" Target="../media/image79.png"/><Relationship Id="rId65" Type="http://schemas.openxmlformats.org/officeDocument/2006/relationships/image" Target="../media/image84.png"/><Relationship Id="rId73" Type="http://schemas.openxmlformats.org/officeDocument/2006/relationships/image" Target="../media/image92.png"/><Relationship Id="rId78" Type="http://schemas.openxmlformats.org/officeDocument/2006/relationships/image" Target="../media/image97.png"/><Relationship Id="rId81" Type="http://schemas.openxmlformats.org/officeDocument/2006/relationships/image" Target="../media/image100.png"/><Relationship Id="rId86" Type="http://schemas.openxmlformats.org/officeDocument/2006/relationships/image" Target="../media/image105.png"/><Relationship Id="rId94" Type="http://schemas.openxmlformats.org/officeDocument/2006/relationships/image" Target="../media/image113.png"/><Relationship Id="rId99" Type="http://schemas.openxmlformats.org/officeDocument/2006/relationships/image" Target="../media/image118.png"/><Relationship Id="rId101" Type="http://schemas.openxmlformats.org/officeDocument/2006/relationships/image" Target="../media/image120.png"/><Relationship Id="rId4" Type="http://schemas.openxmlformats.org/officeDocument/2006/relationships/image" Target="../media/image23.png"/><Relationship Id="rId9" Type="http://schemas.openxmlformats.org/officeDocument/2006/relationships/image" Target="../media/image28.png"/><Relationship Id="rId13" Type="http://schemas.openxmlformats.org/officeDocument/2006/relationships/image" Target="../media/image32.png"/><Relationship Id="rId18" Type="http://schemas.openxmlformats.org/officeDocument/2006/relationships/image" Target="../media/image37.png"/><Relationship Id="rId39" Type="http://schemas.openxmlformats.org/officeDocument/2006/relationships/image" Target="../media/image58.png"/><Relationship Id="rId34" Type="http://schemas.openxmlformats.org/officeDocument/2006/relationships/image" Target="../media/image53.png"/><Relationship Id="rId50" Type="http://schemas.openxmlformats.org/officeDocument/2006/relationships/image" Target="../media/image69.png"/><Relationship Id="rId55" Type="http://schemas.openxmlformats.org/officeDocument/2006/relationships/image" Target="../media/image74.png"/><Relationship Id="rId76" Type="http://schemas.openxmlformats.org/officeDocument/2006/relationships/image" Target="../media/image95.png"/><Relationship Id="rId97" Type="http://schemas.openxmlformats.org/officeDocument/2006/relationships/image" Target="../media/image116.png"/><Relationship Id="rId104" Type="http://schemas.openxmlformats.org/officeDocument/2006/relationships/image" Target="../media/image123.png"/><Relationship Id="rId7" Type="http://schemas.openxmlformats.org/officeDocument/2006/relationships/image" Target="../media/image26.png"/><Relationship Id="rId71" Type="http://schemas.openxmlformats.org/officeDocument/2006/relationships/image" Target="../media/image90.png"/><Relationship Id="rId92" Type="http://schemas.openxmlformats.org/officeDocument/2006/relationships/image" Target="../media/image111.png"/><Relationship Id="rId2" Type="http://schemas.openxmlformats.org/officeDocument/2006/relationships/image" Target="../media/image21.png"/><Relationship Id="rId29" Type="http://schemas.openxmlformats.org/officeDocument/2006/relationships/image" Target="../media/image48.png"/><Relationship Id="rId24" Type="http://schemas.openxmlformats.org/officeDocument/2006/relationships/image" Target="../media/image43.png"/><Relationship Id="rId40" Type="http://schemas.openxmlformats.org/officeDocument/2006/relationships/image" Target="../media/image59.png"/><Relationship Id="rId45" Type="http://schemas.openxmlformats.org/officeDocument/2006/relationships/image" Target="../media/image64.png"/><Relationship Id="rId66" Type="http://schemas.openxmlformats.org/officeDocument/2006/relationships/image" Target="../media/image85.png"/><Relationship Id="rId87" Type="http://schemas.openxmlformats.org/officeDocument/2006/relationships/image" Target="../media/image106.png"/><Relationship Id="rId61" Type="http://schemas.openxmlformats.org/officeDocument/2006/relationships/image" Target="../media/image80.png"/><Relationship Id="rId82" Type="http://schemas.openxmlformats.org/officeDocument/2006/relationships/image" Target="../media/image101.png"/><Relationship Id="rId19" Type="http://schemas.openxmlformats.org/officeDocument/2006/relationships/image" Target="../media/image38.png"/><Relationship Id="rId14" Type="http://schemas.openxmlformats.org/officeDocument/2006/relationships/image" Target="../media/image33.png"/><Relationship Id="rId30" Type="http://schemas.openxmlformats.org/officeDocument/2006/relationships/image" Target="../media/image49.png"/><Relationship Id="rId35" Type="http://schemas.openxmlformats.org/officeDocument/2006/relationships/image" Target="../media/image54.png"/><Relationship Id="rId56" Type="http://schemas.openxmlformats.org/officeDocument/2006/relationships/image" Target="../media/image75.png"/><Relationship Id="rId77" Type="http://schemas.openxmlformats.org/officeDocument/2006/relationships/image" Target="../media/image96.png"/><Relationship Id="rId100" Type="http://schemas.openxmlformats.org/officeDocument/2006/relationships/image" Target="../media/image119.png"/><Relationship Id="rId8" Type="http://schemas.openxmlformats.org/officeDocument/2006/relationships/image" Target="../media/image27.png"/><Relationship Id="rId51" Type="http://schemas.openxmlformats.org/officeDocument/2006/relationships/image" Target="../media/image70.png"/><Relationship Id="rId72" Type="http://schemas.openxmlformats.org/officeDocument/2006/relationships/image" Target="../media/image91.png"/><Relationship Id="rId93" Type="http://schemas.openxmlformats.org/officeDocument/2006/relationships/image" Target="../media/image112.png"/><Relationship Id="rId98" Type="http://schemas.openxmlformats.org/officeDocument/2006/relationships/image" Target="../media/image117.png"/><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26" Type="http://schemas.openxmlformats.org/officeDocument/2006/relationships/image" Target="../media/image45.png"/><Relationship Id="rId21" Type="http://schemas.openxmlformats.org/officeDocument/2006/relationships/image" Target="../media/image40.png"/><Relationship Id="rId42" Type="http://schemas.openxmlformats.org/officeDocument/2006/relationships/image" Target="../media/image61.png"/><Relationship Id="rId47" Type="http://schemas.openxmlformats.org/officeDocument/2006/relationships/image" Target="../media/image66.png"/><Relationship Id="rId63" Type="http://schemas.openxmlformats.org/officeDocument/2006/relationships/image" Target="../media/image82.png"/><Relationship Id="rId68" Type="http://schemas.openxmlformats.org/officeDocument/2006/relationships/image" Target="../media/image87.png"/><Relationship Id="rId84" Type="http://schemas.openxmlformats.org/officeDocument/2006/relationships/image" Target="../media/image103.png"/><Relationship Id="rId89" Type="http://schemas.openxmlformats.org/officeDocument/2006/relationships/image" Target="../media/image108.png"/><Relationship Id="rId16" Type="http://schemas.openxmlformats.org/officeDocument/2006/relationships/image" Target="../media/image35.png"/><Relationship Id="rId11" Type="http://schemas.openxmlformats.org/officeDocument/2006/relationships/image" Target="../media/image30.png"/><Relationship Id="rId32" Type="http://schemas.openxmlformats.org/officeDocument/2006/relationships/image" Target="../media/image51.png"/><Relationship Id="rId37" Type="http://schemas.openxmlformats.org/officeDocument/2006/relationships/image" Target="../media/image56.png"/><Relationship Id="rId53" Type="http://schemas.openxmlformats.org/officeDocument/2006/relationships/image" Target="../media/image72.png"/><Relationship Id="rId58" Type="http://schemas.openxmlformats.org/officeDocument/2006/relationships/image" Target="../media/image77.png"/><Relationship Id="rId74" Type="http://schemas.openxmlformats.org/officeDocument/2006/relationships/image" Target="../media/image93.png"/><Relationship Id="rId79" Type="http://schemas.openxmlformats.org/officeDocument/2006/relationships/image" Target="../media/image98.png"/><Relationship Id="rId102" Type="http://schemas.openxmlformats.org/officeDocument/2006/relationships/image" Target="../media/image121.png"/><Relationship Id="rId5" Type="http://schemas.openxmlformats.org/officeDocument/2006/relationships/image" Target="../media/image24.png"/><Relationship Id="rId90" Type="http://schemas.openxmlformats.org/officeDocument/2006/relationships/image" Target="../media/image109.png"/><Relationship Id="rId95" Type="http://schemas.openxmlformats.org/officeDocument/2006/relationships/image" Target="../media/image114.png"/><Relationship Id="rId22" Type="http://schemas.openxmlformats.org/officeDocument/2006/relationships/image" Target="../media/image41.png"/><Relationship Id="rId27" Type="http://schemas.openxmlformats.org/officeDocument/2006/relationships/image" Target="../media/image46.png"/><Relationship Id="rId43" Type="http://schemas.openxmlformats.org/officeDocument/2006/relationships/image" Target="../media/image62.png"/><Relationship Id="rId48" Type="http://schemas.openxmlformats.org/officeDocument/2006/relationships/image" Target="../media/image67.png"/><Relationship Id="rId64" Type="http://schemas.openxmlformats.org/officeDocument/2006/relationships/image" Target="../media/image83.png"/><Relationship Id="rId69" Type="http://schemas.openxmlformats.org/officeDocument/2006/relationships/image" Target="../media/image88.png"/><Relationship Id="rId80" Type="http://schemas.openxmlformats.org/officeDocument/2006/relationships/image" Target="../media/image99.png"/><Relationship Id="rId85" Type="http://schemas.openxmlformats.org/officeDocument/2006/relationships/image" Target="../media/image104.pn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33" Type="http://schemas.openxmlformats.org/officeDocument/2006/relationships/image" Target="../media/image52.png"/><Relationship Id="rId38" Type="http://schemas.openxmlformats.org/officeDocument/2006/relationships/image" Target="../media/image57.png"/><Relationship Id="rId46" Type="http://schemas.openxmlformats.org/officeDocument/2006/relationships/image" Target="../media/image65.png"/><Relationship Id="rId59" Type="http://schemas.openxmlformats.org/officeDocument/2006/relationships/image" Target="../media/image78.png"/><Relationship Id="rId67" Type="http://schemas.openxmlformats.org/officeDocument/2006/relationships/image" Target="../media/image86.png"/><Relationship Id="rId103" Type="http://schemas.openxmlformats.org/officeDocument/2006/relationships/image" Target="../media/image122.png"/><Relationship Id="rId20" Type="http://schemas.openxmlformats.org/officeDocument/2006/relationships/image" Target="../media/image39.png"/><Relationship Id="rId41" Type="http://schemas.openxmlformats.org/officeDocument/2006/relationships/image" Target="../media/image60.png"/><Relationship Id="rId54" Type="http://schemas.openxmlformats.org/officeDocument/2006/relationships/image" Target="../media/image73.png"/><Relationship Id="rId62" Type="http://schemas.openxmlformats.org/officeDocument/2006/relationships/image" Target="../media/image81.png"/><Relationship Id="rId70" Type="http://schemas.openxmlformats.org/officeDocument/2006/relationships/image" Target="../media/image89.png"/><Relationship Id="rId75" Type="http://schemas.openxmlformats.org/officeDocument/2006/relationships/image" Target="../media/image94.png"/><Relationship Id="rId83" Type="http://schemas.openxmlformats.org/officeDocument/2006/relationships/image" Target="../media/image102.png"/><Relationship Id="rId88" Type="http://schemas.openxmlformats.org/officeDocument/2006/relationships/image" Target="../media/image107.png"/><Relationship Id="rId91" Type="http://schemas.openxmlformats.org/officeDocument/2006/relationships/image" Target="../media/image110.png"/><Relationship Id="rId96"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25.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png"/><Relationship Id="rId36" Type="http://schemas.openxmlformats.org/officeDocument/2006/relationships/image" Target="../media/image55.png"/><Relationship Id="rId49" Type="http://schemas.openxmlformats.org/officeDocument/2006/relationships/image" Target="../media/image68.png"/><Relationship Id="rId57" Type="http://schemas.openxmlformats.org/officeDocument/2006/relationships/image" Target="../media/image76.png"/><Relationship Id="rId10" Type="http://schemas.openxmlformats.org/officeDocument/2006/relationships/image" Target="../media/image29.png"/><Relationship Id="rId31" Type="http://schemas.openxmlformats.org/officeDocument/2006/relationships/image" Target="../media/image50.png"/><Relationship Id="rId44" Type="http://schemas.openxmlformats.org/officeDocument/2006/relationships/image" Target="../media/image63.png"/><Relationship Id="rId52" Type="http://schemas.openxmlformats.org/officeDocument/2006/relationships/image" Target="../media/image71.png"/><Relationship Id="rId60" Type="http://schemas.openxmlformats.org/officeDocument/2006/relationships/image" Target="../media/image79.png"/><Relationship Id="rId65" Type="http://schemas.openxmlformats.org/officeDocument/2006/relationships/image" Target="../media/image84.png"/><Relationship Id="rId73" Type="http://schemas.openxmlformats.org/officeDocument/2006/relationships/image" Target="../media/image92.png"/><Relationship Id="rId78" Type="http://schemas.openxmlformats.org/officeDocument/2006/relationships/image" Target="../media/image97.png"/><Relationship Id="rId81" Type="http://schemas.openxmlformats.org/officeDocument/2006/relationships/image" Target="../media/image100.png"/><Relationship Id="rId86" Type="http://schemas.openxmlformats.org/officeDocument/2006/relationships/image" Target="../media/image105.png"/><Relationship Id="rId94" Type="http://schemas.openxmlformats.org/officeDocument/2006/relationships/image" Target="../media/image113.png"/><Relationship Id="rId99" Type="http://schemas.openxmlformats.org/officeDocument/2006/relationships/image" Target="../media/image118.png"/><Relationship Id="rId101" Type="http://schemas.openxmlformats.org/officeDocument/2006/relationships/image" Target="../media/image120.png"/><Relationship Id="rId4" Type="http://schemas.openxmlformats.org/officeDocument/2006/relationships/image" Target="../media/image23.png"/><Relationship Id="rId9" Type="http://schemas.openxmlformats.org/officeDocument/2006/relationships/image" Target="../media/image28.png"/><Relationship Id="rId13" Type="http://schemas.openxmlformats.org/officeDocument/2006/relationships/image" Target="../media/image32.png"/><Relationship Id="rId18" Type="http://schemas.openxmlformats.org/officeDocument/2006/relationships/image" Target="../media/image37.png"/><Relationship Id="rId39" Type="http://schemas.openxmlformats.org/officeDocument/2006/relationships/image" Target="../media/image58.png"/><Relationship Id="rId34" Type="http://schemas.openxmlformats.org/officeDocument/2006/relationships/image" Target="../media/image53.png"/><Relationship Id="rId50" Type="http://schemas.openxmlformats.org/officeDocument/2006/relationships/image" Target="../media/image69.png"/><Relationship Id="rId55" Type="http://schemas.openxmlformats.org/officeDocument/2006/relationships/image" Target="../media/image74.png"/><Relationship Id="rId76" Type="http://schemas.openxmlformats.org/officeDocument/2006/relationships/image" Target="../media/image95.png"/><Relationship Id="rId97" Type="http://schemas.openxmlformats.org/officeDocument/2006/relationships/image" Target="../media/image116.png"/><Relationship Id="rId104" Type="http://schemas.openxmlformats.org/officeDocument/2006/relationships/image" Target="../media/image123.png"/><Relationship Id="rId7" Type="http://schemas.openxmlformats.org/officeDocument/2006/relationships/image" Target="../media/image26.png"/><Relationship Id="rId71" Type="http://schemas.openxmlformats.org/officeDocument/2006/relationships/image" Target="../media/image90.png"/><Relationship Id="rId92" Type="http://schemas.openxmlformats.org/officeDocument/2006/relationships/image" Target="../media/image111.png"/><Relationship Id="rId2" Type="http://schemas.openxmlformats.org/officeDocument/2006/relationships/image" Target="../media/image21.png"/><Relationship Id="rId29" Type="http://schemas.openxmlformats.org/officeDocument/2006/relationships/image" Target="../media/image48.png"/><Relationship Id="rId24" Type="http://schemas.openxmlformats.org/officeDocument/2006/relationships/image" Target="../media/image43.png"/><Relationship Id="rId40" Type="http://schemas.openxmlformats.org/officeDocument/2006/relationships/image" Target="../media/image59.png"/><Relationship Id="rId45" Type="http://schemas.openxmlformats.org/officeDocument/2006/relationships/image" Target="../media/image64.png"/><Relationship Id="rId66" Type="http://schemas.openxmlformats.org/officeDocument/2006/relationships/image" Target="../media/image85.png"/><Relationship Id="rId87" Type="http://schemas.openxmlformats.org/officeDocument/2006/relationships/image" Target="../media/image106.png"/><Relationship Id="rId61" Type="http://schemas.openxmlformats.org/officeDocument/2006/relationships/image" Target="../media/image80.png"/><Relationship Id="rId82" Type="http://schemas.openxmlformats.org/officeDocument/2006/relationships/image" Target="../media/image101.png"/><Relationship Id="rId19" Type="http://schemas.openxmlformats.org/officeDocument/2006/relationships/image" Target="../media/image38.png"/><Relationship Id="rId14" Type="http://schemas.openxmlformats.org/officeDocument/2006/relationships/image" Target="../media/image33.png"/><Relationship Id="rId30" Type="http://schemas.openxmlformats.org/officeDocument/2006/relationships/image" Target="../media/image49.png"/><Relationship Id="rId35" Type="http://schemas.openxmlformats.org/officeDocument/2006/relationships/image" Target="../media/image54.png"/><Relationship Id="rId56" Type="http://schemas.openxmlformats.org/officeDocument/2006/relationships/image" Target="../media/image75.png"/><Relationship Id="rId77" Type="http://schemas.openxmlformats.org/officeDocument/2006/relationships/image" Target="../media/image96.png"/><Relationship Id="rId100" Type="http://schemas.openxmlformats.org/officeDocument/2006/relationships/image" Target="../media/image119.png"/><Relationship Id="rId8" Type="http://schemas.openxmlformats.org/officeDocument/2006/relationships/image" Target="../media/image27.png"/><Relationship Id="rId51" Type="http://schemas.openxmlformats.org/officeDocument/2006/relationships/image" Target="../media/image70.png"/><Relationship Id="rId72" Type="http://schemas.openxmlformats.org/officeDocument/2006/relationships/image" Target="../media/image91.png"/><Relationship Id="rId93" Type="http://schemas.openxmlformats.org/officeDocument/2006/relationships/image" Target="../media/image112.png"/><Relationship Id="rId98" Type="http://schemas.openxmlformats.org/officeDocument/2006/relationships/image" Target="../media/image117.png"/><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26" Type="http://schemas.openxmlformats.org/officeDocument/2006/relationships/image" Target="../media/image41.png"/><Relationship Id="rId21" Type="http://schemas.openxmlformats.org/officeDocument/2006/relationships/image" Target="../media/image36.png"/><Relationship Id="rId42" Type="http://schemas.openxmlformats.org/officeDocument/2006/relationships/image" Target="../media/image57.png"/><Relationship Id="rId47" Type="http://schemas.openxmlformats.org/officeDocument/2006/relationships/image" Target="../media/image62.png"/><Relationship Id="rId63" Type="http://schemas.openxmlformats.org/officeDocument/2006/relationships/image" Target="../media/image78.png"/><Relationship Id="rId68" Type="http://schemas.openxmlformats.org/officeDocument/2006/relationships/image" Target="../media/image83.png"/><Relationship Id="rId84" Type="http://schemas.openxmlformats.org/officeDocument/2006/relationships/image" Target="../media/image99.png"/><Relationship Id="rId89" Type="http://schemas.openxmlformats.org/officeDocument/2006/relationships/image" Target="../media/image104.png"/><Relationship Id="rId16" Type="http://schemas.openxmlformats.org/officeDocument/2006/relationships/image" Target="../media/image31.png"/><Relationship Id="rId107" Type="http://schemas.openxmlformats.org/officeDocument/2006/relationships/image" Target="../media/image122.png"/><Relationship Id="rId11" Type="http://schemas.openxmlformats.org/officeDocument/2006/relationships/image" Target="../media/image26.png"/><Relationship Id="rId32" Type="http://schemas.openxmlformats.org/officeDocument/2006/relationships/image" Target="../media/image47.png"/><Relationship Id="rId37" Type="http://schemas.openxmlformats.org/officeDocument/2006/relationships/image" Target="../media/image52.png"/><Relationship Id="rId53" Type="http://schemas.openxmlformats.org/officeDocument/2006/relationships/image" Target="../media/image68.png"/><Relationship Id="rId58" Type="http://schemas.openxmlformats.org/officeDocument/2006/relationships/image" Target="../media/image73.png"/><Relationship Id="rId74" Type="http://schemas.openxmlformats.org/officeDocument/2006/relationships/image" Target="../media/image89.png"/><Relationship Id="rId79" Type="http://schemas.openxmlformats.org/officeDocument/2006/relationships/image" Target="../media/image94.png"/><Relationship Id="rId102" Type="http://schemas.openxmlformats.org/officeDocument/2006/relationships/image" Target="../media/image117.png"/><Relationship Id="rId5" Type="http://schemas.openxmlformats.org/officeDocument/2006/relationships/image" Target="../media/image4.jpg"/><Relationship Id="rId90" Type="http://schemas.openxmlformats.org/officeDocument/2006/relationships/image" Target="../media/image105.png"/><Relationship Id="rId95" Type="http://schemas.openxmlformats.org/officeDocument/2006/relationships/image" Target="../media/image110.png"/><Relationship Id="rId22" Type="http://schemas.openxmlformats.org/officeDocument/2006/relationships/image" Target="../media/image37.png"/><Relationship Id="rId27" Type="http://schemas.openxmlformats.org/officeDocument/2006/relationships/image" Target="../media/image42.png"/><Relationship Id="rId43" Type="http://schemas.openxmlformats.org/officeDocument/2006/relationships/image" Target="../media/image58.png"/><Relationship Id="rId48" Type="http://schemas.openxmlformats.org/officeDocument/2006/relationships/image" Target="../media/image63.png"/><Relationship Id="rId64" Type="http://schemas.openxmlformats.org/officeDocument/2006/relationships/image" Target="../media/image79.png"/><Relationship Id="rId69" Type="http://schemas.openxmlformats.org/officeDocument/2006/relationships/image" Target="../media/image84.png"/><Relationship Id="rId80" Type="http://schemas.openxmlformats.org/officeDocument/2006/relationships/image" Target="../media/image95.png"/><Relationship Id="rId85" Type="http://schemas.openxmlformats.org/officeDocument/2006/relationships/image" Target="../media/image100.png"/><Relationship Id="rId12" Type="http://schemas.openxmlformats.org/officeDocument/2006/relationships/image" Target="../media/image27.png"/><Relationship Id="rId17" Type="http://schemas.openxmlformats.org/officeDocument/2006/relationships/image" Target="../media/image32.png"/><Relationship Id="rId33" Type="http://schemas.openxmlformats.org/officeDocument/2006/relationships/image" Target="../media/image48.png"/><Relationship Id="rId38" Type="http://schemas.openxmlformats.org/officeDocument/2006/relationships/image" Target="../media/image53.png"/><Relationship Id="rId59" Type="http://schemas.openxmlformats.org/officeDocument/2006/relationships/image" Target="../media/image74.png"/><Relationship Id="rId103" Type="http://schemas.openxmlformats.org/officeDocument/2006/relationships/image" Target="../media/image118.png"/><Relationship Id="rId108" Type="http://schemas.openxmlformats.org/officeDocument/2006/relationships/image" Target="../media/image123.png"/><Relationship Id="rId20" Type="http://schemas.openxmlformats.org/officeDocument/2006/relationships/image" Target="../media/image35.png"/><Relationship Id="rId41" Type="http://schemas.openxmlformats.org/officeDocument/2006/relationships/image" Target="../media/image56.png"/><Relationship Id="rId54" Type="http://schemas.openxmlformats.org/officeDocument/2006/relationships/image" Target="../media/image69.png"/><Relationship Id="rId62" Type="http://schemas.openxmlformats.org/officeDocument/2006/relationships/image" Target="../media/image77.png"/><Relationship Id="rId70" Type="http://schemas.openxmlformats.org/officeDocument/2006/relationships/image" Target="../media/image85.png"/><Relationship Id="rId75" Type="http://schemas.openxmlformats.org/officeDocument/2006/relationships/image" Target="../media/image90.png"/><Relationship Id="rId83" Type="http://schemas.openxmlformats.org/officeDocument/2006/relationships/image" Target="../media/image98.png"/><Relationship Id="rId88" Type="http://schemas.openxmlformats.org/officeDocument/2006/relationships/image" Target="../media/image103.png"/><Relationship Id="rId91" Type="http://schemas.openxmlformats.org/officeDocument/2006/relationships/image" Target="../media/image106.png"/><Relationship Id="rId96" Type="http://schemas.openxmlformats.org/officeDocument/2006/relationships/image" Target="../media/image111.png"/><Relationship Id="rId1" Type="http://schemas.openxmlformats.org/officeDocument/2006/relationships/slideLayout" Target="../slideLayouts/slideLayout5.xml"/><Relationship Id="rId6" Type="http://schemas.openxmlformats.org/officeDocument/2006/relationships/image" Target="../media/image21.png"/><Relationship Id="rId15" Type="http://schemas.openxmlformats.org/officeDocument/2006/relationships/image" Target="../media/image30.png"/><Relationship Id="rId23" Type="http://schemas.openxmlformats.org/officeDocument/2006/relationships/image" Target="../media/image38.png"/><Relationship Id="rId28" Type="http://schemas.openxmlformats.org/officeDocument/2006/relationships/image" Target="../media/image43.png"/><Relationship Id="rId36" Type="http://schemas.openxmlformats.org/officeDocument/2006/relationships/image" Target="../media/image51.png"/><Relationship Id="rId49" Type="http://schemas.openxmlformats.org/officeDocument/2006/relationships/image" Target="../media/image64.png"/><Relationship Id="rId57" Type="http://schemas.openxmlformats.org/officeDocument/2006/relationships/image" Target="../media/image72.png"/><Relationship Id="rId106" Type="http://schemas.openxmlformats.org/officeDocument/2006/relationships/image" Target="../media/image121.png"/><Relationship Id="rId10" Type="http://schemas.openxmlformats.org/officeDocument/2006/relationships/image" Target="../media/image25.png"/><Relationship Id="rId31" Type="http://schemas.openxmlformats.org/officeDocument/2006/relationships/image" Target="../media/image46.png"/><Relationship Id="rId44" Type="http://schemas.openxmlformats.org/officeDocument/2006/relationships/image" Target="../media/image59.png"/><Relationship Id="rId52" Type="http://schemas.openxmlformats.org/officeDocument/2006/relationships/image" Target="../media/image67.png"/><Relationship Id="rId60" Type="http://schemas.openxmlformats.org/officeDocument/2006/relationships/image" Target="../media/image75.png"/><Relationship Id="rId65" Type="http://schemas.openxmlformats.org/officeDocument/2006/relationships/image" Target="../media/image80.png"/><Relationship Id="rId73" Type="http://schemas.openxmlformats.org/officeDocument/2006/relationships/image" Target="../media/image88.png"/><Relationship Id="rId78" Type="http://schemas.openxmlformats.org/officeDocument/2006/relationships/image" Target="../media/image93.png"/><Relationship Id="rId81" Type="http://schemas.openxmlformats.org/officeDocument/2006/relationships/image" Target="../media/image96.png"/><Relationship Id="rId86" Type="http://schemas.openxmlformats.org/officeDocument/2006/relationships/image" Target="../media/image101.png"/><Relationship Id="rId94" Type="http://schemas.openxmlformats.org/officeDocument/2006/relationships/image" Target="../media/image109.png"/><Relationship Id="rId99" Type="http://schemas.openxmlformats.org/officeDocument/2006/relationships/image" Target="../media/image114.png"/><Relationship Id="rId101" Type="http://schemas.openxmlformats.org/officeDocument/2006/relationships/image" Target="../media/image116.png"/><Relationship Id="rId4" Type="http://schemas.openxmlformats.org/officeDocument/2006/relationships/image" Target="../media/image3.png"/><Relationship Id="rId9" Type="http://schemas.openxmlformats.org/officeDocument/2006/relationships/image" Target="../media/image24.png"/><Relationship Id="rId13" Type="http://schemas.openxmlformats.org/officeDocument/2006/relationships/image" Target="../media/image28.png"/><Relationship Id="rId18" Type="http://schemas.openxmlformats.org/officeDocument/2006/relationships/image" Target="../media/image33.png"/><Relationship Id="rId39" Type="http://schemas.openxmlformats.org/officeDocument/2006/relationships/image" Target="../media/image54.png"/><Relationship Id="rId34" Type="http://schemas.openxmlformats.org/officeDocument/2006/relationships/image" Target="../media/image49.png"/><Relationship Id="rId50" Type="http://schemas.openxmlformats.org/officeDocument/2006/relationships/image" Target="../media/image65.png"/><Relationship Id="rId55" Type="http://schemas.openxmlformats.org/officeDocument/2006/relationships/image" Target="../media/image70.png"/><Relationship Id="rId76" Type="http://schemas.openxmlformats.org/officeDocument/2006/relationships/image" Target="../media/image91.png"/><Relationship Id="rId97" Type="http://schemas.openxmlformats.org/officeDocument/2006/relationships/image" Target="../media/image112.png"/><Relationship Id="rId104" Type="http://schemas.openxmlformats.org/officeDocument/2006/relationships/image" Target="../media/image119.png"/><Relationship Id="rId7" Type="http://schemas.openxmlformats.org/officeDocument/2006/relationships/image" Target="../media/image22.png"/><Relationship Id="rId71" Type="http://schemas.openxmlformats.org/officeDocument/2006/relationships/image" Target="../media/image86.png"/><Relationship Id="rId92" Type="http://schemas.openxmlformats.org/officeDocument/2006/relationships/image" Target="../media/image107.png"/><Relationship Id="rId2" Type="http://schemas.openxmlformats.org/officeDocument/2006/relationships/image" Target="../media/image1.png"/><Relationship Id="rId29" Type="http://schemas.openxmlformats.org/officeDocument/2006/relationships/image" Target="../media/image44.png"/><Relationship Id="rId24" Type="http://schemas.openxmlformats.org/officeDocument/2006/relationships/image" Target="../media/image39.png"/><Relationship Id="rId40" Type="http://schemas.openxmlformats.org/officeDocument/2006/relationships/image" Target="../media/image55.png"/><Relationship Id="rId45" Type="http://schemas.openxmlformats.org/officeDocument/2006/relationships/image" Target="../media/image60.png"/><Relationship Id="rId66" Type="http://schemas.openxmlformats.org/officeDocument/2006/relationships/image" Target="../media/image81.png"/><Relationship Id="rId87" Type="http://schemas.openxmlformats.org/officeDocument/2006/relationships/image" Target="../media/image102.png"/><Relationship Id="rId61" Type="http://schemas.openxmlformats.org/officeDocument/2006/relationships/image" Target="../media/image76.png"/><Relationship Id="rId82" Type="http://schemas.openxmlformats.org/officeDocument/2006/relationships/image" Target="../media/image97.png"/><Relationship Id="rId19" Type="http://schemas.openxmlformats.org/officeDocument/2006/relationships/image" Target="../media/image34.png"/><Relationship Id="rId14" Type="http://schemas.openxmlformats.org/officeDocument/2006/relationships/image" Target="../media/image29.png"/><Relationship Id="rId30" Type="http://schemas.openxmlformats.org/officeDocument/2006/relationships/image" Target="../media/image45.png"/><Relationship Id="rId35" Type="http://schemas.openxmlformats.org/officeDocument/2006/relationships/image" Target="../media/image50.png"/><Relationship Id="rId56" Type="http://schemas.openxmlformats.org/officeDocument/2006/relationships/image" Target="../media/image71.png"/><Relationship Id="rId77" Type="http://schemas.openxmlformats.org/officeDocument/2006/relationships/image" Target="../media/image92.png"/><Relationship Id="rId100" Type="http://schemas.openxmlformats.org/officeDocument/2006/relationships/image" Target="../media/image115.png"/><Relationship Id="rId105" Type="http://schemas.openxmlformats.org/officeDocument/2006/relationships/image" Target="../media/image120.png"/><Relationship Id="rId8" Type="http://schemas.openxmlformats.org/officeDocument/2006/relationships/image" Target="../media/image23.png"/><Relationship Id="rId51" Type="http://schemas.openxmlformats.org/officeDocument/2006/relationships/image" Target="../media/image66.png"/><Relationship Id="rId72" Type="http://schemas.openxmlformats.org/officeDocument/2006/relationships/image" Target="../media/image87.png"/><Relationship Id="rId93" Type="http://schemas.openxmlformats.org/officeDocument/2006/relationships/image" Target="../media/image108.png"/><Relationship Id="rId98" Type="http://schemas.openxmlformats.org/officeDocument/2006/relationships/image" Target="../media/image113.png"/><Relationship Id="rId3" Type="http://schemas.openxmlformats.org/officeDocument/2006/relationships/image" Target="../media/image2.png"/><Relationship Id="rId25" Type="http://schemas.openxmlformats.org/officeDocument/2006/relationships/image" Target="../media/image40.png"/><Relationship Id="rId46" Type="http://schemas.openxmlformats.org/officeDocument/2006/relationships/image" Target="../media/image61.png"/><Relationship Id="rId67" Type="http://schemas.openxmlformats.org/officeDocument/2006/relationships/image" Target="../media/image82.png"/></Relationships>
</file>

<file path=ppt/slides/_rels/slide37.xml.rels><?xml version="1.0" encoding="UTF-8" standalone="yes"?>
<Relationships xmlns="http://schemas.openxmlformats.org/package/2006/relationships"><Relationship Id="rId26" Type="http://schemas.openxmlformats.org/officeDocument/2006/relationships/image" Target="../media/image41.png"/><Relationship Id="rId21" Type="http://schemas.openxmlformats.org/officeDocument/2006/relationships/image" Target="../media/image36.png"/><Relationship Id="rId42" Type="http://schemas.openxmlformats.org/officeDocument/2006/relationships/image" Target="../media/image57.png"/><Relationship Id="rId47" Type="http://schemas.openxmlformats.org/officeDocument/2006/relationships/image" Target="../media/image62.png"/><Relationship Id="rId63" Type="http://schemas.openxmlformats.org/officeDocument/2006/relationships/image" Target="../media/image78.png"/><Relationship Id="rId68" Type="http://schemas.openxmlformats.org/officeDocument/2006/relationships/image" Target="../media/image83.png"/><Relationship Id="rId84" Type="http://schemas.openxmlformats.org/officeDocument/2006/relationships/image" Target="../media/image99.png"/><Relationship Id="rId89" Type="http://schemas.openxmlformats.org/officeDocument/2006/relationships/image" Target="../media/image104.png"/><Relationship Id="rId16" Type="http://schemas.openxmlformats.org/officeDocument/2006/relationships/image" Target="../media/image31.png"/><Relationship Id="rId107" Type="http://schemas.openxmlformats.org/officeDocument/2006/relationships/image" Target="../media/image122.png"/><Relationship Id="rId11" Type="http://schemas.openxmlformats.org/officeDocument/2006/relationships/image" Target="../media/image26.png"/><Relationship Id="rId32" Type="http://schemas.openxmlformats.org/officeDocument/2006/relationships/image" Target="../media/image47.png"/><Relationship Id="rId37" Type="http://schemas.openxmlformats.org/officeDocument/2006/relationships/image" Target="../media/image52.png"/><Relationship Id="rId53" Type="http://schemas.openxmlformats.org/officeDocument/2006/relationships/image" Target="../media/image68.png"/><Relationship Id="rId58" Type="http://schemas.openxmlformats.org/officeDocument/2006/relationships/image" Target="../media/image73.png"/><Relationship Id="rId74" Type="http://schemas.openxmlformats.org/officeDocument/2006/relationships/image" Target="../media/image89.png"/><Relationship Id="rId79" Type="http://schemas.openxmlformats.org/officeDocument/2006/relationships/image" Target="../media/image94.png"/><Relationship Id="rId102" Type="http://schemas.openxmlformats.org/officeDocument/2006/relationships/image" Target="../media/image117.png"/><Relationship Id="rId5" Type="http://schemas.openxmlformats.org/officeDocument/2006/relationships/image" Target="../media/image4.jpg"/><Relationship Id="rId90" Type="http://schemas.openxmlformats.org/officeDocument/2006/relationships/image" Target="../media/image105.png"/><Relationship Id="rId95" Type="http://schemas.openxmlformats.org/officeDocument/2006/relationships/image" Target="../media/image110.png"/><Relationship Id="rId22" Type="http://schemas.openxmlformats.org/officeDocument/2006/relationships/image" Target="../media/image37.png"/><Relationship Id="rId27" Type="http://schemas.openxmlformats.org/officeDocument/2006/relationships/image" Target="../media/image42.png"/><Relationship Id="rId43" Type="http://schemas.openxmlformats.org/officeDocument/2006/relationships/image" Target="../media/image58.png"/><Relationship Id="rId48" Type="http://schemas.openxmlformats.org/officeDocument/2006/relationships/image" Target="../media/image63.png"/><Relationship Id="rId64" Type="http://schemas.openxmlformats.org/officeDocument/2006/relationships/image" Target="../media/image79.png"/><Relationship Id="rId69" Type="http://schemas.openxmlformats.org/officeDocument/2006/relationships/image" Target="../media/image84.png"/><Relationship Id="rId80" Type="http://schemas.openxmlformats.org/officeDocument/2006/relationships/image" Target="../media/image95.png"/><Relationship Id="rId85" Type="http://schemas.openxmlformats.org/officeDocument/2006/relationships/image" Target="../media/image100.png"/><Relationship Id="rId12" Type="http://schemas.openxmlformats.org/officeDocument/2006/relationships/image" Target="../media/image27.png"/><Relationship Id="rId17" Type="http://schemas.openxmlformats.org/officeDocument/2006/relationships/image" Target="../media/image32.png"/><Relationship Id="rId33" Type="http://schemas.openxmlformats.org/officeDocument/2006/relationships/image" Target="../media/image48.png"/><Relationship Id="rId38" Type="http://schemas.openxmlformats.org/officeDocument/2006/relationships/image" Target="../media/image53.png"/><Relationship Id="rId59" Type="http://schemas.openxmlformats.org/officeDocument/2006/relationships/image" Target="../media/image74.png"/><Relationship Id="rId103" Type="http://schemas.openxmlformats.org/officeDocument/2006/relationships/image" Target="../media/image118.png"/><Relationship Id="rId108" Type="http://schemas.openxmlformats.org/officeDocument/2006/relationships/image" Target="../media/image123.png"/><Relationship Id="rId20" Type="http://schemas.openxmlformats.org/officeDocument/2006/relationships/image" Target="../media/image35.png"/><Relationship Id="rId41" Type="http://schemas.openxmlformats.org/officeDocument/2006/relationships/image" Target="../media/image56.png"/><Relationship Id="rId54" Type="http://schemas.openxmlformats.org/officeDocument/2006/relationships/image" Target="../media/image69.png"/><Relationship Id="rId62" Type="http://schemas.openxmlformats.org/officeDocument/2006/relationships/image" Target="../media/image77.png"/><Relationship Id="rId70" Type="http://schemas.openxmlformats.org/officeDocument/2006/relationships/image" Target="../media/image85.png"/><Relationship Id="rId75" Type="http://schemas.openxmlformats.org/officeDocument/2006/relationships/image" Target="../media/image90.png"/><Relationship Id="rId83" Type="http://schemas.openxmlformats.org/officeDocument/2006/relationships/image" Target="../media/image98.png"/><Relationship Id="rId88" Type="http://schemas.openxmlformats.org/officeDocument/2006/relationships/image" Target="../media/image103.png"/><Relationship Id="rId91" Type="http://schemas.openxmlformats.org/officeDocument/2006/relationships/image" Target="../media/image106.png"/><Relationship Id="rId96"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21.png"/><Relationship Id="rId15" Type="http://schemas.openxmlformats.org/officeDocument/2006/relationships/image" Target="../media/image30.png"/><Relationship Id="rId23" Type="http://schemas.openxmlformats.org/officeDocument/2006/relationships/image" Target="../media/image38.png"/><Relationship Id="rId28" Type="http://schemas.openxmlformats.org/officeDocument/2006/relationships/image" Target="../media/image43.png"/><Relationship Id="rId36" Type="http://schemas.openxmlformats.org/officeDocument/2006/relationships/image" Target="../media/image51.png"/><Relationship Id="rId49" Type="http://schemas.openxmlformats.org/officeDocument/2006/relationships/image" Target="../media/image64.png"/><Relationship Id="rId57" Type="http://schemas.openxmlformats.org/officeDocument/2006/relationships/image" Target="../media/image72.png"/><Relationship Id="rId106" Type="http://schemas.openxmlformats.org/officeDocument/2006/relationships/image" Target="../media/image121.png"/><Relationship Id="rId10" Type="http://schemas.openxmlformats.org/officeDocument/2006/relationships/image" Target="../media/image25.png"/><Relationship Id="rId31" Type="http://schemas.openxmlformats.org/officeDocument/2006/relationships/image" Target="../media/image46.png"/><Relationship Id="rId44" Type="http://schemas.openxmlformats.org/officeDocument/2006/relationships/image" Target="../media/image59.png"/><Relationship Id="rId52" Type="http://schemas.openxmlformats.org/officeDocument/2006/relationships/image" Target="../media/image67.png"/><Relationship Id="rId60" Type="http://schemas.openxmlformats.org/officeDocument/2006/relationships/image" Target="../media/image75.png"/><Relationship Id="rId65" Type="http://schemas.openxmlformats.org/officeDocument/2006/relationships/image" Target="../media/image80.png"/><Relationship Id="rId73" Type="http://schemas.openxmlformats.org/officeDocument/2006/relationships/image" Target="../media/image88.png"/><Relationship Id="rId78" Type="http://schemas.openxmlformats.org/officeDocument/2006/relationships/image" Target="../media/image93.png"/><Relationship Id="rId81" Type="http://schemas.openxmlformats.org/officeDocument/2006/relationships/image" Target="../media/image96.png"/><Relationship Id="rId86" Type="http://schemas.openxmlformats.org/officeDocument/2006/relationships/image" Target="../media/image101.png"/><Relationship Id="rId94" Type="http://schemas.openxmlformats.org/officeDocument/2006/relationships/image" Target="../media/image109.png"/><Relationship Id="rId99" Type="http://schemas.openxmlformats.org/officeDocument/2006/relationships/image" Target="../media/image114.png"/><Relationship Id="rId101" Type="http://schemas.openxmlformats.org/officeDocument/2006/relationships/image" Target="../media/image116.png"/><Relationship Id="rId4" Type="http://schemas.openxmlformats.org/officeDocument/2006/relationships/image" Target="../media/image3.png"/><Relationship Id="rId9" Type="http://schemas.openxmlformats.org/officeDocument/2006/relationships/image" Target="../media/image24.png"/><Relationship Id="rId13" Type="http://schemas.openxmlformats.org/officeDocument/2006/relationships/image" Target="../media/image28.png"/><Relationship Id="rId18" Type="http://schemas.openxmlformats.org/officeDocument/2006/relationships/image" Target="../media/image33.png"/><Relationship Id="rId39" Type="http://schemas.openxmlformats.org/officeDocument/2006/relationships/image" Target="../media/image54.png"/><Relationship Id="rId34" Type="http://schemas.openxmlformats.org/officeDocument/2006/relationships/image" Target="../media/image49.png"/><Relationship Id="rId50" Type="http://schemas.openxmlformats.org/officeDocument/2006/relationships/image" Target="../media/image65.png"/><Relationship Id="rId55" Type="http://schemas.openxmlformats.org/officeDocument/2006/relationships/image" Target="../media/image70.png"/><Relationship Id="rId76" Type="http://schemas.openxmlformats.org/officeDocument/2006/relationships/image" Target="../media/image91.png"/><Relationship Id="rId97" Type="http://schemas.openxmlformats.org/officeDocument/2006/relationships/image" Target="../media/image112.png"/><Relationship Id="rId104" Type="http://schemas.openxmlformats.org/officeDocument/2006/relationships/image" Target="../media/image119.png"/><Relationship Id="rId7" Type="http://schemas.openxmlformats.org/officeDocument/2006/relationships/image" Target="../media/image22.png"/><Relationship Id="rId71" Type="http://schemas.openxmlformats.org/officeDocument/2006/relationships/image" Target="../media/image86.png"/><Relationship Id="rId92" Type="http://schemas.openxmlformats.org/officeDocument/2006/relationships/image" Target="../media/image107.png"/><Relationship Id="rId2" Type="http://schemas.openxmlformats.org/officeDocument/2006/relationships/image" Target="../media/image1.png"/><Relationship Id="rId29" Type="http://schemas.openxmlformats.org/officeDocument/2006/relationships/image" Target="../media/image44.png"/><Relationship Id="rId24" Type="http://schemas.openxmlformats.org/officeDocument/2006/relationships/image" Target="../media/image39.png"/><Relationship Id="rId40" Type="http://schemas.openxmlformats.org/officeDocument/2006/relationships/image" Target="../media/image55.png"/><Relationship Id="rId45" Type="http://schemas.openxmlformats.org/officeDocument/2006/relationships/image" Target="../media/image60.png"/><Relationship Id="rId66" Type="http://schemas.openxmlformats.org/officeDocument/2006/relationships/image" Target="../media/image81.png"/><Relationship Id="rId87" Type="http://schemas.openxmlformats.org/officeDocument/2006/relationships/image" Target="../media/image102.png"/><Relationship Id="rId61" Type="http://schemas.openxmlformats.org/officeDocument/2006/relationships/image" Target="../media/image76.png"/><Relationship Id="rId82" Type="http://schemas.openxmlformats.org/officeDocument/2006/relationships/image" Target="../media/image97.png"/><Relationship Id="rId19" Type="http://schemas.openxmlformats.org/officeDocument/2006/relationships/image" Target="../media/image34.png"/><Relationship Id="rId14" Type="http://schemas.openxmlformats.org/officeDocument/2006/relationships/image" Target="../media/image29.png"/><Relationship Id="rId30" Type="http://schemas.openxmlformats.org/officeDocument/2006/relationships/image" Target="../media/image45.png"/><Relationship Id="rId35" Type="http://schemas.openxmlformats.org/officeDocument/2006/relationships/image" Target="../media/image50.png"/><Relationship Id="rId56" Type="http://schemas.openxmlformats.org/officeDocument/2006/relationships/image" Target="../media/image71.png"/><Relationship Id="rId77" Type="http://schemas.openxmlformats.org/officeDocument/2006/relationships/image" Target="../media/image92.png"/><Relationship Id="rId100" Type="http://schemas.openxmlformats.org/officeDocument/2006/relationships/image" Target="../media/image115.png"/><Relationship Id="rId105" Type="http://schemas.openxmlformats.org/officeDocument/2006/relationships/image" Target="../media/image120.png"/><Relationship Id="rId8" Type="http://schemas.openxmlformats.org/officeDocument/2006/relationships/image" Target="../media/image23.png"/><Relationship Id="rId51" Type="http://schemas.openxmlformats.org/officeDocument/2006/relationships/image" Target="../media/image66.png"/><Relationship Id="rId72" Type="http://schemas.openxmlformats.org/officeDocument/2006/relationships/image" Target="../media/image87.png"/><Relationship Id="rId93" Type="http://schemas.openxmlformats.org/officeDocument/2006/relationships/image" Target="../media/image108.png"/><Relationship Id="rId98" Type="http://schemas.openxmlformats.org/officeDocument/2006/relationships/image" Target="../media/image113.png"/><Relationship Id="rId3" Type="http://schemas.openxmlformats.org/officeDocument/2006/relationships/image" Target="../media/image2.png"/><Relationship Id="rId25" Type="http://schemas.openxmlformats.org/officeDocument/2006/relationships/image" Target="../media/image40.png"/><Relationship Id="rId46" Type="http://schemas.openxmlformats.org/officeDocument/2006/relationships/image" Target="../media/image61.png"/><Relationship Id="rId67"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8706" y="0"/>
            <a:ext cx="9144000" cy="6858000"/>
          </a:xfrm>
          <a:custGeom>
            <a:avLst/>
            <a:gdLst/>
            <a:ahLst/>
            <a:cxnLst/>
            <a:rect l="l" t="t" r="r" b="b"/>
            <a:pathLst>
              <a:path w="9144000" h="6858000">
                <a:moveTo>
                  <a:pt x="9143999" y="0"/>
                </a:moveTo>
                <a:lnTo>
                  <a:pt x="0" y="0"/>
                </a:lnTo>
                <a:lnTo>
                  <a:pt x="0" y="6857999"/>
                </a:lnTo>
                <a:lnTo>
                  <a:pt x="9143999" y="6857999"/>
                </a:lnTo>
                <a:lnTo>
                  <a:pt x="9143999" y="0"/>
                </a:lnTo>
                <a:close/>
              </a:path>
            </a:pathLst>
          </a:custGeom>
          <a:solidFill>
            <a:srgbClr val="1E4648"/>
          </a:solidFill>
        </p:spPr>
        <p:txBody>
          <a:bodyPr wrap="square" lIns="0" tIns="0" rIns="0" bIns="0" rtlCol="0"/>
          <a:lstStyle/>
          <a:p>
            <a:endParaRPr/>
          </a:p>
        </p:txBody>
      </p:sp>
      <p:sp>
        <p:nvSpPr>
          <p:cNvPr id="3" name="object 3"/>
          <p:cNvSpPr txBox="1"/>
          <p:nvPr/>
        </p:nvSpPr>
        <p:spPr>
          <a:xfrm>
            <a:off x="2529588" y="4379466"/>
            <a:ext cx="3947412" cy="1120820"/>
          </a:xfrm>
          <a:prstGeom prst="rect">
            <a:avLst/>
          </a:prstGeom>
        </p:spPr>
        <p:txBody>
          <a:bodyPr vert="horz" wrap="square" lIns="0" tIns="12700" rIns="0" bIns="0" rtlCol="0">
            <a:spAutoFit/>
          </a:bodyPr>
          <a:lstStyle/>
          <a:p>
            <a:r>
              <a:rPr lang="en-US" sz="2400" dirty="0" err="1" smtClean="0">
                <a:solidFill>
                  <a:schemeClr val="bg1"/>
                </a:solidFill>
                <a:latin typeface="Times New Roman" panose="02020603050405020304" pitchFamily="18" charset="0"/>
                <a:cs typeface="Times New Roman" panose="02020603050405020304" pitchFamily="18" charset="0"/>
              </a:rPr>
              <a:t>Ananya</a:t>
            </a:r>
            <a:r>
              <a:rPr lang="en-US" sz="2400" dirty="0" smtClean="0">
                <a:solidFill>
                  <a:schemeClr val="bg1"/>
                </a:solidFill>
                <a:latin typeface="Times New Roman" panose="02020603050405020304" pitchFamily="18" charset="0"/>
                <a:cs typeface="Times New Roman" panose="02020603050405020304" pitchFamily="18" charset="0"/>
              </a:rPr>
              <a:t> </a:t>
            </a:r>
            <a:r>
              <a:rPr lang="en-US" sz="2400" dirty="0" err="1" smtClean="0">
                <a:solidFill>
                  <a:schemeClr val="bg1"/>
                </a:solidFill>
                <a:latin typeface="Times New Roman" panose="02020603050405020304" pitchFamily="18" charset="0"/>
                <a:cs typeface="Times New Roman" panose="02020603050405020304" pitchFamily="18" charset="0"/>
              </a:rPr>
              <a:t>Sarker</a:t>
            </a:r>
            <a:endParaRPr lang="en-US" sz="2400" dirty="0" smtClean="0">
              <a:solidFill>
                <a:schemeClr val="bg1"/>
              </a:solidFill>
              <a:latin typeface="Times New Roman" panose="02020603050405020304" pitchFamily="18" charset="0"/>
              <a:cs typeface="Times New Roman" panose="02020603050405020304" pitchFamily="18" charset="0"/>
            </a:endParaRPr>
          </a:p>
          <a:p>
            <a:r>
              <a:rPr lang="en-US" sz="2400" dirty="0" smtClean="0">
                <a:solidFill>
                  <a:schemeClr val="bg1"/>
                </a:solidFill>
                <a:latin typeface="Times New Roman" panose="02020603050405020304" pitchFamily="18" charset="0"/>
                <a:cs typeface="Times New Roman" panose="02020603050405020304" pitchFamily="18" charset="0"/>
              </a:rPr>
              <a:t>Assistant Prof., CSE,</a:t>
            </a:r>
          </a:p>
          <a:p>
            <a:r>
              <a:rPr lang="en-US" sz="2400" dirty="0" smtClean="0">
                <a:solidFill>
                  <a:schemeClr val="bg1"/>
                </a:solidFill>
                <a:latin typeface="Times New Roman" panose="02020603050405020304" pitchFamily="18" charset="0"/>
                <a:cs typeface="Times New Roman" panose="02020603050405020304" pitchFamily="18" charset="0"/>
              </a:rPr>
              <a:t>BAUET</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4" name="object 4"/>
          <p:cNvSpPr txBox="1">
            <a:spLocks noGrp="1"/>
          </p:cNvSpPr>
          <p:nvPr>
            <p:ph type="title"/>
          </p:nvPr>
        </p:nvSpPr>
        <p:spPr>
          <a:xfrm>
            <a:off x="1600201" y="1004150"/>
            <a:ext cx="6629400" cy="1807803"/>
          </a:xfrm>
          <a:prstGeom prst="rect">
            <a:avLst/>
          </a:prstGeom>
        </p:spPr>
        <p:txBody>
          <a:bodyPr vert="horz" wrap="square" lIns="0" tIns="180975" rIns="0" bIns="0" rtlCol="0">
            <a:spAutoFit/>
          </a:bodyPr>
          <a:lstStyle/>
          <a:p>
            <a:pPr marL="12700" marR="5080" algn="ctr">
              <a:lnSpc>
                <a:spcPct val="120000"/>
              </a:lnSpc>
              <a:spcBef>
                <a:spcPts val="30"/>
              </a:spcBef>
            </a:pPr>
            <a:r>
              <a:rPr sz="4400" spc="-5" dirty="0" smtClean="0">
                <a:solidFill>
                  <a:srgbClr val="FFFFFF"/>
                </a:solidFill>
              </a:rPr>
              <a:t>Data</a:t>
            </a:r>
            <a:r>
              <a:rPr sz="4400" spc="-50" dirty="0" smtClean="0">
                <a:solidFill>
                  <a:srgbClr val="FFFFFF"/>
                </a:solidFill>
              </a:rPr>
              <a:t> </a:t>
            </a:r>
            <a:r>
              <a:rPr sz="4400" spc="-5" dirty="0" smtClean="0">
                <a:solidFill>
                  <a:srgbClr val="FFFFFF"/>
                </a:solidFill>
              </a:rPr>
              <a:t>Structure</a:t>
            </a:r>
            <a:r>
              <a:rPr lang="en-US" sz="4400" spc="-5" dirty="0" smtClean="0">
                <a:solidFill>
                  <a:srgbClr val="FFFFFF"/>
                </a:solidFill>
              </a:rPr>
              <a:t>s and Algorithms-I</a:t>
            </a:r>
            <a:endParaRPr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53" y="146425"/>
            <a:ext cx="8813292" cy="492443"/>
          </a:xfrm>
        </p:spPr>
        <p:txBody>
          <a:bodyPr/>
          <a:lstStyle/>
          <a:p>
            <a:r>
              <a:rPr lang="en-US" dirty="0" smtClean="0"/>
              <a:t>Course Details</a:t>
            </a:r>
            <a:endParaRPr lang="en-US" dirty="0"/>
          </a:p>
        </p:txBody>
      </p:sp>
      <p:sp>
        <p:nvSpPr>
          <p:cNvPr id="3" name="Text Placeholder 2"/>
          <p:cNvSpPr>
            <a:spLocks noGrp="1"/>
          </p:cNvSpPr>
          <p:nvPr>
            <p:ph type="body" idx="1"/>
          </p:nvPr>
        </p:nvSpPr>
        <p:spPr>
          <a:xfrm>
            <a:off x="1295400" y="990600"/>
            <a:ext cx="8097122" cy="1754326"/>
          </a:xfrm>
        </p:spPr>
        <p:txBody>
          <a:bodyPr/>
          <a:lstStyle/>
          <a:p>
            <a:r>
              <a:rPr lang="en-US" sz="3200" dirty="0">
                <a:solidFill>
                  <a:schemeClr val="bg1"/>
                </a:solidFill>
                <a:latin typeface="Times New Roman" panose="02020603050405020304" pitchFamily="18" charset="0"/>
                <a:cs typeface="Times New Roman" panose="02020603050405020304" pitchFamily="18" charset="0"/>
              </a:rPr>
              <a:t>CSE-2103: Data Structures and Algorithms-I </a:t>
            </a:r>
            <a:br>
              <a:rPr lang="en-US" sz="3200" dirty="0">
                <a:solidFill>
                  <a:schemeClr val="bg1"/>
                </a:solidFill>
                <a:latin typeface="Times New Roman" panose="02020603050405020304" pitchFamily="18" charset="0"/>
                <a:cs typeface="Times New Roman" panose="02020603050405020304" pitchFamily="18" charset="0"/>
              </a:rPr>
            </a:br>
            <a:r>
              <a:rPr lang="en-US" sz="3200" dirty="0">
                <a:solidFill>
                  <a:schemeClr val="bg1"/>
                </a:solidFill>
                <a:latin typeface="Times New Roman" panose="02020603050405020304" pitchFamily="18" charset="0"/>
                <a:cs typeface="Times New Roman" panose="02020603050405020304" pitchFamily="18" charset="0"/>
              </a:rPr>
              <a:t>3 hours in a week, 3.00 Cr.</a:t>
            </a:r>
            <a:br>
              <a:rPr lang="en-US" sz="3200" dirty="0">
                <a:solidFill>
                  <a:schemeClr val="bg1"/>
                </a:solidFill>
                <a:latin typeface="Times New Roman" panose="02020603050405020304" pitchFamily="18" charset="0"/>
                <a:cs typeface="Times New Roman" panose="02020603050405020304" pitchFamily="18" charset="0"/>
              </a:rPr>
            </a:br>
            <a:r>
              <a:rPr lang="en-US" sz="3200" dirty="0">
                <a:solidFill>
                  <a:schemeClr val="bg1"/>
                </a:solidFill>
                <a:latin typeface="Times New Roman" panose="02020603050405020304" pitchFamily="18" charset="0"/>
                <a:cs typeface="Times New Roman" panose="02020603050405020304" pitchFamily="18" charset="0"/>
              </a:rPr>
              <a:t>Pre-requisite: CSE-1213</a:t>
            </a:r>
            <a:r>
              <a:rPr lang="en-US" dirty="0"/>
              <a:t/>
            </a:r>
            <a:br>
              <a:rPr lang="en-US" dirty="0"/>
            </a:br>
            <a:endParaRPr lang="en-US" dirty="0"/>
          </a:p>
        </p:txBody>
      </p:sp>
      <p:sp>
        <p:nvSpPr>
          <p:cNvPr id="4" name="Rectangle 3"/>
          <p:cNvSpPr/>
          <p:nvPr/>
        </p:nvSpPr>
        <p:spPr>
          <a:xfrm>
            <a:off x="295210" y="3131294"/>
            <a:ext cx="9054847" cy="3139321"/>
          </a:xfrm>
          <a:prstGeom prst="rect">
            <a:avLst/>
          </a:prstGeom>
        </p:spPr>
        <p:txBody>
          <a:bodyPr wrap="square">
            <a:spAutoFit/>
          </a:bodyPr>
          <a:lstStyle/>
          <a:p>
            <a:r>
              <a:rPr lang="en-US" dirty="0" smtClean="0">
                <a:solidFill>
                  <a:schemeClr val="bg1"/>
                </a:solidFill>
              </a:rPr>
              <a:t>Course Content:</a:t>
            </a:r>
          </a:p>
          <a:p>
            <a:endParaRPr lang="en-US" dirty="0" smtClean="0">
              <a:solidFill>
                <a:schemeClr val="bg1"/>
              </a:solidFill>
            </a:endParaRPr>
          </a:p>
          <a:p>
            <a:r>
              <a:rPr lang="en-US" b="1" dirty="0" smtClean="0">
                <a:solidFill>
                  <a:schemeClr val="bg1"/>
                </a:solidFill>
              </a:rPr>
              <a:t>Introduction</a:t>
            </a:r>
            <a:r>
              <a:rPr lang="en-US" dirty="0" smtClean="0">
                <a:solidFill>
                  <a:schemeClr val="bg1"/>
                </a:solidFill>
              </a:rPr>
              <a:t>: Internal data representation; Abstract data types; Introduction to algorithms. </a:t>
            </a:r>
            <a:r>
              <a:rPr lang="en-US" b="1" dirty="0" smtClean="0">
                <a:solidFill>
                  <a:schemeClr val="bg1"/>
                </a:solidFill>
              </a:rPr>
              <a:t>Asymptotic analysis</a:t>
            </a:r>
            <a:r>
              <a:rPr lang="en-US" dirty="0" smtClean="0">
                <a:solidFill>
                  <a:schemeClr val="bg1"/>
                </a:solidFill>
              </a:rPr>
              <a:t>: Growth of functions, O, </a:t>
            </a:r>
            <a:r>
              <a:rPr lang="el-GR" dirty="0" smtClean="0">
                <a:solidFill>
                  <a:schemeClr val="bg1"/>
                </a:solidFill>
              </a:rPr>
              <a:t>Ω </a:t>
            </a:r>
            <a:r>
              <a:rPr lang="en-US" dirty="0" smtClean="0">
                <a:solidFill>
                  <a:schemeClr val="bg1"/>
                </a:solidFill>
              </a:rPr>
              <a:t>and </a:t>
            </a:r>
            <a:r>
              <a:rPr lang="el-GR" dirty="0" smtClean="0">
                <a:solidFill>
                  <a:schemeClr val="bg1"/>
                </a:solidFill>
              </a:rPr>
              <a:t>Θ </a:t>
            </a:r>
            <a:r>
              <a:rPr lang="en-US" dirty="0" smtClean="0">
                <a:solidFill>
                  <a:schemeClr val="bg1"/>
                </a:solidFill>
              </a:rPr>
              <a:t>notations; Correctness proof and techniques for analysis of algorithms; Master Theorem.</a:t>
            </a:r>
          </a:p>
          <a:p>
            <a:r>
              <a:rPr lang="en-US" b="1" dirty="0" smtClean="0">
                <a:solidFill>
                  <a:schemeClr val="bg1"/>
                </a:solidFill>
              </a:rPr>
              <a:t>Elementary data structures</a:t>
            </a:r>
            <a:r>
              <a:rPr lang="en-US" dirty="0" smtClean="0">
                <a:solidFill>
                  <a:schemeClr val="bg1"/>
                </a:solidFill>
              </a:rPr>
              <a:t>: Arrays, linked lists, stacks, queues, trees and tree traversals, graphs and graph representations, heaps, binary search trees.</a:t>
            </a:r>
          </a:p>
          <a:p>
            <a:r>
              <a:rPr lang="en-US" b="1" dirty="0" smtClean="0">
                <a:solidFill>
                  <a:schemeClr val="bg1"/>
                </a:solidFill>
              </a:rPr>
              <a:t>Graph Traversals</a:t>
            </a:r>
            <a:r>
              <a:rPr lang="en-US" dirty="0" smtClean="0">
                <a:solidFill>
                  <a:schemeClr val="bg1"/>
                </a:solidFill>
              </a:rPr>
              <a:t>: DFS, BFS, Applications of DFS and BFS.</a:t>
            </a:r>
          </a:p>
          <a:p>
            <a:r>
              <a:rPr lang="en-US" b="1" dirty="0" smtClean="0">
                <a:solidFill>
                  <a:schemeClr val="bg1"/>
                </a:solidFill>
              </a:rPr>
              <a:t>Sorting:</a:t>
            </a:r>
            <a:r>
              <a:rPr lang="en-US" dirty="0" smtClean="0">
                <a:solidFill>
                  <a:schemeClr val="bg1"/>
                </a:solidFill>
              </a:rPr>
              <a:t> heapsort, merge sort, quicksort; Data structures for set operations.</a:t>
            </a:r>
          </a:p>
          <a:p>
            <a:r>
              <a:rPr lang="en-US" b="1" dirty="0" smtClean="0">
                <a:solidFill>
                  <a:schemeClr val="bg1"/>
                </a:solidFill>
              </a:rPr>
              <a:t>Methods for the design of efficient algorithms</a:t>
            </a:r>
            <a:r>
              <a:rPr lang="en-US" dirty="0" smtClean="0">
                <a:solidFill>
                  <a:schemeClr val="bg1"/>
                </a:solidFill>
              </a:rPr>
              <a:t>: Divide and conquer, greedy methods, dynamic programming.</a:t>
            </a:r>
            <a:endParaRPr lang="en-US" dirty="0">
              <a:solidFill>
                <a:schemeClr val="bg1"/>
              </a:solidFill>
            </a:endParaRPr>
          </a:p>
        </p:txBody>
      </p:sp>
    </p:spTree>
    <p:extLst>
      <p:ext uri="{BB962C8B-B14F-4D97-AF65-F5344CB8AC3E}">
        <p14:creationId xmlns:p14="http://schemas.microsoft.com/office/powerpoint/2010/main" val="4100176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25730"/>
          </a:xfrm>
          <a:custGeom>
            <a:avLst/>
            <a:gdLst/>
            <a:ahLst/>
            <a:cxnLst/>
            <a:rect l="l" t="t" r="r" b="b"/>
            <a:pathLst>
              <a:path w="9144000" h="125730">
                <a:moveTo>
                  <a:pt x="0" y="125473"/>
                </a:moveTo>
                <a:lnTo>
                  <a:pt x="9143999" y="125473"/>
                </a:lnTo>
                <a:lnTo>
                  <a:pt x="9143999" y="0"/>
                </a:lnTo>
                <a:lnTo>
                  <a:pt x="0" y="0"/>
                </a:lnTo>
                <a:lnTo>
                  <a:pt x="0" y="125473"/>
                </a:lnTo>
                <a:close/>
              </a:path>
            </a:pathLst>
          </a:custGeom>
          <a:solidFill>
            <a:srgbClr val="1E4648"/>
          </a:solidFill>
        </p:spPr>
        <p:txBody>
          <a:bodyPr wrap="square" lIns="0" tIns="0" rIns="0" bIns="0" rtlCol="0"/>
          <a:lstStyle/>
          <a:p>
            <a:endParaRPr/>
          </a:p>
        </p:txBody>
      </p:sp>
      <p:grpSp>
        <p:nvGrpSpPr>
          <p:cNvPr id="3" name="object 3"/>
          <p:cNvGrpSpPr/>
          <p:nvPr/>
        </p:nvGrpSpPr>
        <p:grpSpPr>
          <a:xfrm>
            <a:off x="0" y="125474"/>
            <a:ext cx="9144000" cy="6732905"/>
            <a:chOff x="0" y="125474"/>
            <a:chExt cx="9144000" cy="6732905"/>
          </a:xfrm>
        </p:grpSpPr>
        <p:sp>
          <p:nvSpPr>
            <p:cNvPr id="4" name="object 4"/>
            <p:cNvSpPr/>
            <p:nvPr/>
          </p:nvSpPr>
          <p:spPr>
            <a:xfrm>
              <a:off x="0" y="995415"/>
              <a:ext cx="9144000" cy="5862955"/>
            </a:xfrm>
            <a:custGeom>
              <a:avLst/>
              <a:gdLst/>
              <a:ahLst/>
              <a:cxnLst/>
              <a:rect l="l" t="t" r="r" b="b"/>
              <a:pathLst>
                <a:path w="9144000" h="5862955">
                  <a:moveTo>
                    <a:pt x="0" y="5862584"/>
                  </a:moveTo>
                  <a:lnTo>
                    <a:pt x="9143999" y="5862584"/>
                  </a:lnTo>
                  <a:lnTo>
                    <a:pt x="9143999" y="0"/>
                  </a:lnTo>
                  <a:lnTo>
                    <a:pt x="0" y="0"/>
                  </a:lnTo>
                  <a:lnTo>
                    <a:pt x="0" y="5862584"/>
                  </a:lnTo>
                  <a:close/>
                </a:path>
              </a:pathLst>
            </a:custGeom>
            <a:solidFill>
              <a:srgbClr val="1E4648"/>
            </a:solidFill>
          </p:spPr>
          <p:txBody>
            <a:bodyPr wrap="square" lIns="0" tIns="0" rIns="0" bIns="0" rtlCol="0"/>
            <a:lstStyle/>
            <a:p>
              <a:endParaRPr/>
            </a:p>
          </p:txBody>
        </p:sp>
        <p:sp>
          <p:nvSpPr>
            <p:cNvPr id="5" name="object 5"/>
            <p:cNvSpPr/>
            <p:nvPr/>
          </p:nvSpPr>
          <p:spPr>
            <a:xfrm>
              <a:off x="0" y="125474"/>
              <a:ext cx="9144000" cy="869950"/>
            </a:xfrm>
            <a:custGeom>
              <a:avLst/>
              <a:gdLst/>
              <a:ahLst/>
              <a:cxnLst/>
              <a:rect l="l" t="t" r="r" b="b"/>
              <a:pathLst>
                <a:path w="9144000" h="869950">
                  <a:moveTo>
                    <a:pt x="9143999" y="0"/>
                  </a:moveTo>
                  <a:lnTo>
                    <a:pt x="0" y="0"/>
                  </a:lnTo>
                  <a:lnTo>
                    <a:pt x="0" y="869941"/>
                  </a:lnTo>
                  <a:lnTo>
                    <a:pt x="9143999" y="869941"/>
                  </a:lnTo>
                  <a:lnTo>
                    <a:pt x="9143999" y="0"/>
                  </a:lnTo>
                  <a:close/>
                </a:path>
              </a:pathLst>
            </a:custGeom>
            <a:solidFill>
              <a:srgbClr val="7F7F7F"/>
            </a:solidFill>
          </p:spPr>
          <p:txBody>
            <a:bodyPr wrap="square" lIns="0" tIns="0" rIns="0" bIns="0" rtlCol="0"/>
            <a:lstStyle/>
            <a:p>
              <a:endParaRPr/>
            </a:p>
          </p:txBody>
        </p:sp>
      </p:grpSp>
      <p:sp>
        <p:nvSpPr>
          <p:cNvPr id="6" name="object 6"/>
          <p:cNvSpPr txBox="1">
            <a:spLocks noGrp="1"/>
          </p:cNvSpPr>
          <p:nvPr>
            <p:ph type="title"/>
          </p:nvPr>
        </p:nvSpPr>
        <p:spPr>
          <a:xfrm>
            <a:off x="389636" y="143377"/>
            <a:ext cx="5027930" cy="696595"/>
          </a:xfrm>
          <a:prstGeom prst="rect">
            <a:avLst/>
          </a:prstGeom>
        </p:spPr>
        <p:txBody>
          <a:bodyPr vert="horz" wrap="square" lIns="0" tIns="13335" rIns="0" bIns="0" rtlCol="0">
            <a:spAutoFit/>
          </a:bodyPr>
          <a:lstStyle/>
          <a:p>
            <a:pPr marL="12700">
              <a:lnSpc>
                <a:spcPct val="100000"/>
              </a:lnSpc>
              <a:spcBef>
                <a:spcPts val="105"/>
              </a:spcBef>
            </a:pPr>
            <a:r>
              <a:rPr sz="4400" spc="-5" dirty="0"/>
              <a:t>Basic</a:t>
            </a:r>
            <a:r>
              <a:rPr sz="4400" spc="-75" dirty="0"/>
              <a:t> </a:t>
            </a:r>
            <a:r>
              <a:rPr sz="4400" dirty="0"/>
              <a:t>Terminology</a:t>
            </a:r>
            <a:endParaRPr sz="4400"/>
          </a:p>
        </p:txBody>
      </p:sp>
      <p:sp>
        <p:nvSpPr>
          <p:cNvPr id="7" name="object 7"/>
          <p:cNvSpPr/>
          <p:nvPr/>
        </p:nvSpPr>
        <p:spPr>
          <a:xfrm>
            <a:off x="227012" y="1200149"/>
            <a:ext cx="8383905" cy="5408930"/>
          </a:xfrm>
          <a:custGeom>
            <a:avLst/>
            <a:gdLst/>
            <a:ahLst/>
            <a:cxnLst/>
            <a:rect l="l" t="t" r="r" b="b"/>
            <a:pathLst>
              <a:path w="8383905" h="5408930">
                <a:moveTo>
                  <a:pt x="5856275" y="83578"/>
                </a:moveTo>
                <a:lnTo>
                  <a:pt x="5849696" y="51066"/>
                </a:lnTo>
                <a:lnTo>
                  <a:pt x="5831776" y="24498"/>
                </a:lnTo>
                <a:lnTo>
                  <a:pt x="5805221" y="6578"/>
                </a:lnTo>
                <a:lnTo>
                  <a:pt x="5772721" y="0"/>
                </a:lnTo>
                <a:lnTo>
                  <a:pt x="118541" y="0"/>
                </a:lnTo>
                <a:lnTo>
                  <a:pt x="85991" y="6578"/>
                </a:lnTo>
                <a:lnTo>
                  <a:pt x="59410" y="24498"/>
                </a:lnTo>
                <a:lnTo>
                  <a:pt x="41490" y="51066"/>
                </a:lnTo>
                <a:lnTo>
                  <a:pt x="34925" y="83578"/>
                </a:lnTo>
                <a:lnTo>
                  <a:pt x="34925" y="418096"/>
                </a:lnTo>
                <a:lnTo>
                  <a:pt x="41490" y="450596"/>
                </a:lnTo>
                <a:lnTo>
                  <a:pt x="59410" y="477151"/>
                </a:lnTo>
                <a:lnTo>
                  <a:pt x="85991" y="495071"/>
                </a:lnTo>
                <a:lnTo>
                  <a:pt x="118541" y="501650"/>
                </a:lnTo>
                <a:lnTo>
                  <a:pt x="5772721" y="501650"/>
                </a:lnTo>
                <a:lnTo>
                  <a:pt x="5805221" y="495071"/>
                </a:lnTo>
                <a:lnTo>
                  <a:pt x="5831776" y="477151"/>
                </a:lnTo>
                <a:lnTo>
                  <a:pt x="5849696" y="450596"/>
                </a:lnTo>
                <a:lnTo>
                  <a:pt x="5856275" y="418096"/>
                </a:lnTo>
                <a:lnTo>
                  <a:pt x="5856275" y="83578"/>
                </a:lnTo>
                <a:close/>
              </a:path>
              <a:path w="8383905" h="5408930">
                <a:moveTo>
                  <a:pt x="5875325" y="672604"/>
                </a:moveTo>
                <a:lnTo>
                  <a:pt x="5868746" y="640041"/>
                </a:lnTo>
                <a:lnTo>
                  <a:pt x="5850826" y="613486"/>
                </a:lnTo>
                <a:lnTo>
                  <a:pt x="5824271" y="595591"/>
                </a:lnTo>
                <a:lnTo>
                  <a:pt x="5791771" y="589026"/>
                </a:lnTo>
                <a:lnTo>
                  <a:pt x="137591" y="589026"/>
                </a:lnTo>
                <a:lnTo>
                  <a:pt x="105041" y="595591"/>
                </a:lnTo>
                <a:lnTo>
                  <a:pt x="78460" y="613486"/>
                </a:lnTo>
                <a:lnTo>
                  <a:pt x="60540" y="640041"/>
                </a:lnTo>
                <a:lnTo>
                  <a:pt x="53975" y="672604"/>
                </a:lnTo>
                <a:lnTo>
                  <a:pt x="53975" y="1006970"/>
                </a:lnTo>
                <a:lnTo>
                  <a:pt x="60540" y="1039558"/>
                </a:lnTo>
                <a:lnTo>
                  <a:pt x="78460" y="1066165"/>
                </a:lnTo>
                <a:lnTo>
                  <a:pt x="105041" y="1084097"/>
                </a:lnTo>
                <a:lnTo>
                  <a:pt x="137591" y="1090676"/>
                </a:lnTo>
                <a:lnTo>
                  <a:pt x="5791771" y="1090676"/>
                </a:lnTo>
                <a:lnTo>
                  <a:pt x="5824271" y="1084097"/>
                </a:lnTo>
                <a:lnTo>
                  <a:pt x="5850826" y="1066165"/>
                </a:lnTo>
                <a:lnTo>
                  <a:pt x="5868746" y="1039558"/>
                </a:lnTo>
                <a:lnTo>
                  <a:pt x="5875325" y="1006970"/>
                </a:lnTo>
                <a:lnTo>
                  <a:pt x="5875325" y="672604"/>
                </a:lnTo>
                <a:close/>
              </a:path>
              <a:path w="8383905" h="5408930">
                <a:moveTo>
                  <a:pt x="8283638" y="4990566"/>
                </a:moveTo>
                <a:lnTo>
                  <a:pt x="8277060" y="4958029"/>
                </a:lnTo>
                <a:lnTo>
                  <a:pt x="8259127" y="4931461"/>
                </a:lnTo>
                <a:lnTo>
                  <a:pt x="8232521" y="4913541"/>
                </a:lnTo>
                <a:lnTo>
                  <a:pt x="8199945" y="4906962"/>
                </a:lnTo>
                <a:lnTo>
                  <a:pt x="128066" y="4906962"/>
                </a:lnTo>
                <a:lnTo>
                  <a:pt x="95516" y="4913541"/>
                </a:lnTo>
                <a:lnTo>
                  <a:pt x="68935" y="4931461"/>
                </a:lnTo>
                <a:lnTo>
                  <a:pt x="51015" y="4958029"/>
                </a:lnTo>
                <a:lnTo>
                  <a:pt x="44450" y="4990566"/>
                </a:lnTo>
                <a:lnTo>
                  <a:pt x="44450" y="5325021"/>
                </a:lnTo>
                <a:lnTo>
                  <a:pt x="51015" y="5357558"/>
                </a:lnTo>
                <a:lnTo>
                  <a:pt x="68935" y="5384127"/>
                </a:lnTo>
                <a:lnTo>
                  <a:pt x="95516" y="5402046"/>
                </a:lnTo>
                <a:lnTo>
                  <a:pt x="128066" y="5408625"/>
                </a:lnTo>
                <a:lnTo>
                  <a:pt x="8199945" y="5408625"/>
                </a:lnTo>
                <a:lnTo>
                  <a:pt x="8232521" y="5402046"/>
                </a:lnTo>
                <a:lnTo>
                  <a:pt x="8259127" y="5384127"/>
                </a:lnTo>
                <a:lnTo>
                  <a:pt x="8277060" y="5357558"/>
                </a:lnTo>
                <a:lnTo>
                  <a:pt x="8283638" y="5325021"/>
                </a:lnTo>
                <a:lnTo>
                  <a:pt x="8283638" y="4990566"/>
                </a:lnTo>
                <a:close/>
              </a:path>
              <a:path w="8383905" h="5408930">
                <a:moveTo>
                  <a:pt x="8291500" y="3561588"/>
                </a:moveTo>
                <a:lnTo>
                  <a:pt x="8287271" y="3514356"/>
                </a:lnTo>
                <a:lnTo>
                  <a:pt x="8275066" y="3469894"/>
                </a:lnTo>
                <a:lnTo>
                  <a:pt x="8255635" y="3428962"/>
                </a:lnTo>
                <a:lnTo>
                  <a:pt x="8229714" y="3392284"/>
                </a:lnTo>
                <a:lnTo>
                  <a:pt x="8198053" y="3360623"/>
                </a:lnTo>
                <a:lnTo>
                  <a:pt x="8161375" y="3334702"/>
                </a:lnTo>
                <a:lnTo>
                  <a:pt x="8120443" y="3315271"/>
                </a:lnTo>
                <a:lnTo>
                  <a:pt x="8075981" y="3303066"/>
                </a:lnTo>
                <a:lnTo>
                  <a:pt x="8028737" y="3298837"/>
                </a:lnTo>
                <a:lnTo>
                  <a:pt x="262737" y="3298837"/>
                </a:lnTo>
                <a:lnTo>
                  <a:pt x="215506" y="3303066"/>
                </a:lnTo>
                <a:lnTo>
                  <a:pt x="171056" y="3315271"/>
                </a:lnTo>
                <a:lnTo>
                  <a:pt x="130124" y="3334702"/>
                </a:lnTo>
                <a:lnTo>
                  <a:pt x="93446" y="3360623"/>
                </a:lnTo>
                <a:lnTo>
                  <a:pt x="61785" y="3392284"/>
                </a:lnTo>
                <a:lnTo>
                  <a:pt x="35864" y="3428962"/>
                </a:lnTo>
                <a:lnTo>
                  <a:pt x="16433" y="3469894"/>
                </a:lnTo>
                <a:lnTo>
                  <a:pt x="4229" y="3514356"/>
                </a:lnTo>
                <a:lnTo>
                  <a:pt x="0" y="3561588"/>
                </a:lnTo>
                <a:lnTo>
                  <a:pt x="0" y="4612475"/>
                </a:lnTo>
                <a:lnTo>
                  <a:pt x="4229" y="4659706"/>
                </a:lnTo>
                <a:lnTo>
                  <a:pt x="16433" y="4704156"/>
                </a:lnTo>
                <a:lnTo>
                  <a:pt x="35864" y="4745088"/>
                </a:lnTo>
                <a:lnTo>
                  <a:pt x="61785" y="4781766"/>
                </a:lnTo>
                <a:lnTo>
                  <a:pt x="93446" y="4813427"/>
                </a:lnTo>
                <a:lnTo>
                  <a:pt x="130124" y="4839347"/>
                </a:lnTo>
                <a:lnTo>
                  <a:pt x="171056" y="4858778"/>
                </a:lnTo>
                <a:lnTo>
                  <a:pt x="215506" y="4870983"/>
                </a:lnTo>
                <a:lnTo>
                  <a:pt x="262737" y="4875225"/>
                </a:lnTo>
                <a:lnTo>
                  <a:pt x="8028737" y="4875225"/>
                </a:lnTo>
                <a:lnTo>
                  <a:pt x="8075981" y="4870983"/>
                </a:lnTo>
                <a:lnTo>
                  <a:pt x="8120443" y="4858778"/>
                </a:lnTo>
                <a:lnTo>
                  <a:pt x="8161375" y="4839347"/>
                </a:lnTo>
                <a:lnTo>
                  <a:pt x="8198053" y="4813427"/>
                </a:lnTo>
                <a:lnTo>
                  <a:pt x="8229714" y="4781766"/>
                </a:lnTo>
                <a:lnTo>
                  <a:pt x="8255635" y="4745088"/>
                </a:lnTo>
                <a:lnTo>
                  <a:pt x="8275066" y="4704156"/>
                </a:lnTo>
                <a:lnTo>
                  <a:pt x="8287271" y="4659706"/>
                </a:lnTo>
                <a:lnTo>
                  <a:pt x="8291500" y="4612475"/>
                </a:lnTo>
                <a:lnTo>
                  <a:pt x="8291500" y="3561588"/>
                </a:lnTo>
                <a:close/>
              </a:path>
              <a:path w="8383905" h="5408930">
                <a:moveTo>
                  <a:pt x="8310550" y="2529446"/>
                </a:moveTo>
                <a:lnTo>
                  <a:pt x="8303158" y="2483599"/>
                </a:lnTo>
                <a:lnTo>
                  <a:pt x="8282584" y="2443784"/>
                </a:lnTo>
                <a:lnTo>
                  <a:pt x="8251190" y="2412390"/>
                </a:lnTo>
                <a:lnTo>
                  <a:pt x="8211375" y="2391816"/>
                </a:lnTo>
                <a:lnTo>
                  <a:pt x="8165528" y="2384425"/>
                </a:lnTo>
                <a:lnTo>
                  <a:pt x="162445" y="2384425"/>
                </a:lnTo>
                <a:lnTo>
                  <a:pt x="116624" y="2391816"/>
                </a:lnTo>
                <a:lnTo>
                  <a:pt x="76822" y="2412390"/>
                </a:lnTo>
                <a:lnTo>
                  <a:pt x="45427" y="2443784"/>
                </a:lnTo>
                <a:lnTo>
                  <a:pt x="24841" y="2483599"/>
                </a:lnTo>
                <a:lnTo>
                  <a:pt x="17449" y="2529446"/>
                </a:lnTo>
                <a:lnTo>
                  <a:pt x="17449" y="3109341"/>
                </a:lnTo>
                <a:lnTo>
                  <a:pt x="24841" y="3155200"/>
                </a:lnTo>
                <a:lnTo>
                  <a:pt x="45427" y="3195015"/>
                </a:lnTo>
                <a:lnTo>
                  <a:pt x="76822" y="3226409"/>
                </a:lnTo>
                <a:lnTo>
                  <a:pt x="116624" y="3246983"/>
                </a:lnTo>
                <a:lnTo>
                  <a:pt x="162445" y="3254375"/>
                </a:lnTo>
                <a:lnTo>
                  <a:pt x="8165528" y="3254375"/>
                </a:lnTo>
                <a:lnTo>
                  <a:pt x="8211375" y="3246983"/>
                </a:lnTo>
                <a:lnTo>
                  <a:pt x="8251190" y="3226409"/>
                </a:lnTo>
                <a:lnTo>
                  <a:pt x="8282584" y="3195015"/>
                </a:lnTo>
                <a:lnTo>
                  <a:pt x="8303158" y="3155200"/>
                </a:lnTo>
                <a:lnTo>
                  <a:pt x="8310550" y="3109341"/>
                </a:lnTo>
                <a:lnTo>
                  <a:pt x="8310550" y="2529446"/>
                </a:lnTo>
                <a:close/>
              </a:path>
              <a:path w="8383905" h="5408930">
                <a:moveTo>
                  <a:pt x="8383587" y="1367155"/>
                </a:moveTo>
                <a:lnTo>
                  <a:pt x="8378545" y="1323403"/>
                </a:lnTo>
                <a:lnTo>
                  <a:pt x="8364182" y="1283246"/>
                </a:lnTo>
                <a:lnTo>
                  <a:pt x="8341652" y="1247838"/>
                </a:lnTo>
                <a:lnTo>
                  <a:pt x="8312112" y="1218298"/>
                </a:lnTo>
                <a:lnTo>
                  <a:pt x="8276691" y="1195793"/>
                </a:lnTo>
                <a:lnTo>
                  <a:pt x="8236547" y="1181442"/>
                </a:lnTo>
                <a:lnTo>
                  <a:pt x="8192833" y="1176413"/>
                </a:lnTo>
                <a:lnTo>
                  <a:pt x="252666" y="1176413"/>
                </a:lnTo>
                <a:lnTo>
                  <a:pt x="208927" y="1181442"/>
                </a:lnTo>
                <a:lnTo>
                  <a:pt x="168783" y="1195793"/>
                </a:lnTo>
                <a:lnTo>
                  <a:pt x="133362" y="1218298"/>
                </a:lnTo>
                <a:lnTo>
                  <a:pt x="103822" y="1247838"/>
                </a:lnTo>
                <a:lnTo>
                  <a:pt x="81305" y="1283246"/>
                </a:lnTo>
                <a:lnTo>
                  <a:pt x="66954" y="1323403"/>
                </a:lnTo>
                <a:lnTo>
                  <a:pt x="61912" y="1367155"/>
                </a:lnTo>
                <a:lnTo>
                  <a:pt x="61912" y="2130158"/>
                </a:lnTo>
                <a:lnTo>
                  <a:pt x="66954" y="2173884"/>
                </a:lnTo>
                <a:lnTo>
                  <a:pt x="81305" y="2214041"/>
                </a:lnTo>
                <a:lnTo>
                  <a:pt x="103822" y="2249462"/>
                </a:lnTo>
                <a:lnTo>
                  <a:pt x="133362" y="2279015"/>
                </a:lnTo>
                <a:lnTo>
                  <a:pt x="168783" y="2301532"/>
                </a:lnTo>
                <a:lnTo>
                  <a:pt x="208927" y="2315895"/>
                </a:lnTo>
                <a:lnTo>
                  <a:pt x="252666" y="2320937"/>
                </a:lnTo>
                <a:lnTo>
                  <a:pt x="8192833" y="2320937"/>
                </a:lnTo>
                <a:lnTo>
                  <a:pt x="8236547" y="2315895"/>
                </a:lnTo>
                <a:lnTo>
                  <a:pt x="8276691" y="2301532"/>
                </a:lnTo>
                <a:lnTo>
                  <a:pt x="8312112" y="2279015"/>
                </a:lnTo>
                <a:lnTo>
                  <a:pt x="8341652" y="2249462"/>
                </a:lnTo>
                <a:lnTo>
                  <a:pt x="8364182" y="2214041"/>
                </a:lnTo>
                <a:lnTo>
                  <a:pt x="8378545" y="2173884"/>
                </a:lnTo>
                <a:lnTo>
                  <a:pt x="8383587" y="2130158"/>
                </a:lnTo>
                <a:lnTo>
                  <a:pt x="8383587" y="1367155"/>
                </a:lnTo>
                <a:close/>
              </a:path>
            </a:pathLst>
          </a:custGeom>
          <a:solidFill>
            <a:srgbClr val="3B8B92"/>
          </a:solidFill>
        </p:spPr>
        <p:txBody>
          <a:bodyPr wrap="square" lIns="0" tIns="0" rIns="0" bIns="0" rtlCol="0"/>
          <a:lstStyle/>
          <a:p>
            <a:endParaRPr/>
          </a:p>
        </p:txBody>
      </p:sp>
      <p:sp>
        <p:nvSpPr>
          <p:cNvPr id="8" name="object 8"/>
          <p:cNvSpPr txBox="1"/>
          <p:nvPr/>
        </p:nvSpPr>
        <p:spPr>
          <a:xfrm>
            <a:off x="365252" y="1250437"/>
            <a:ext cx="7866380" cy="5239385"/>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FFFF00"/>
                </a:solidFill>
                <a:latin typeface="Arial"/>
                <a:cs typeface="Arial"/>
              </a:rPr>
              <a:t>Data</a:t>
            </a:r>
            <a:r>
              <a:rPr sz="2000" dirty="0">
                <a:solidFill>
                  <a:srgbClr val="FFFFFF"/>
                </a:solidFill>
                <a:latin typeface="Arial"/>
                <a:cs typeface="Arial"/>
              </a:rPr>
              <a:t>: It </a:t>
            </a:r>
            <a:r>
              <a:rPr sz="2000" spc="-5" dirty="0">
                <a:solidFill>
                  <a:srgbClr val="FFFFFF"/>
                </a:solidFill>
                <a:latin typeface="Arial"/>
                <a:cs typeface="Arial"/>
              </a:rPr>
              <a:t>is </a:t>
            </a:r>
            <a:r>
              <a:rPr sz="2000" dirty="0">
                <a:solidFill>
                  <a:srgbClr val="FFFFFF"/>
                </a:solidFill>
                <a:latin typeface="Arial"/>
                <a:cs typeface="Arial"/>
              </a:rPr>
              <a:t>simply a </a:t>
            </a:r>
            <a:r>
              <a:rPr sz="2000" spc="-5" dirty="0">
                <a:solidFill>
                  <a:srgbClr val="FFFFFF"/>
                </a:solidFill>
                <a:latin typeface="Arial"/>
                <a:cs typeface="Arial"/>
              </a:rPr>
              <a:t>value or </a:t>
            </a:r>
            <a:r>
              <a:rPr sz="2000" dirty="0">
                <a:solidFill>
                  <a:srgbClr val="FFFFFF"/>
                </a:solidFill>
                <a:latin typeface="Arial"/>
                <a:cs typeface="Arial"/>
              </a:rPr>
              <a:t>set </a:t>
            </a:r>
            <a:r>
              <a:rPr sz="2000" spc="-5" dirty="0">
                <a:solidFill>
                  <a:srgbClr val="FFFFFF"/>
                </a:solidFill>
                <a:latin typeface="Arial"/>
                <a:cs typeface="Arial"/>
              </a:rPr>
              <a:t>of</a:t>
            </a:r>
            <a:r>
              <a:rPr sz="2000" spc="-150" dirty="0">
                <a:solidFill>
                  <a:srgbClr val="FFFFFF"/>
                </a:solidFill>
                <a:latin typeface="Arial"/>
                <a:cs typeface="Arial"/>
              </a:rPr>
              <a:t> </a:t>
            </a:r>
            <a:r>
              <a:rPr sz="2000" dirty="0">
                <a:solidFill>
                  <a:srgbClr val="FFFFFF"/>
                </a:solidFill>
                <a:latin typeface="Arial"/>
                <a:cs typeface="Arial"/>
              </a:rPr>
              <a:t>values</a:t>
            </a:r>
            <a:endParaRPr sz="2000">
              <a:latin typeface="Arial"/>
              <a:cs typeface="Arial"/>
            </a:endParaRPr>
          </a:p>
          <a:p>
            <a:pPr>
              <a:lnSpc>
                <a:spcPct val="100000"/>
              </a:lnSpc>
              <a:spcBef>
                <a:spcPts val="50"/>
              </a:spcBef>
            </a:pPr>
            <a:endParaRPr sz="1900">
              <a:latin typeface="Arial"/>
              <a:cs typeface="Arial"/>
            </a:endParaRPr>
          </a:p>
          <a:p>
            <a:pPr marL="31115">
              <a:lnSpc>
                <a:spcPct val="100000"/>
              </a:lnSpc>
            </a:pPr>
            <a:r>
              <a:rPr sz="2000" b="1" dirty="0">
                <a:solidFill>
                  <a:srgbClr val="FFFF00"/>
                </a:solidFill>
                <a:latin typeface="Arial"/>
                <a:cs typeface="Arial"/>
              </a:rPr>
              <a:t>Data </a:t>
            </a:r>
            <a:r>
              <a:rPr sz="2000" b="1" spc="-5" dirty="0">
                <a:solidFill>
                  <a:srgbClr val="FFFF00"/>
                </a:solidFill>
                <a:latin typeface="Arial"/>
                <a:cs typeface="Arial"/>
              </a:rPr>
              <a:t>Item</a:t>
            </a:r>
            <a:r>
              <a:rPr sz="2000" spc="-5" dirty="0">
                <a:solidFill>
                  <a:srgbClr val="FFFFFF"/>
                </a:solidFill>
                <a:latin typeface="Arial"/>
                <a:cs typeface="Arial"/>
              </a:rPr>
              <a:t>: </a:t>
            </a:r>
            <a:r>
              <a:rPr sz="2000" dirty="0">
                <a:solidFill>
                  <a:srgbClr val="FFFFFF"/>
                </a:solidFill>
                <a:latin typeface="Arial"/>
                <a:cs typeface="Arial"/>
              </a:rPr>
              <a:t>refers to single unit </a:t>
            </a:r>
            <a:r>
              <a:rPr sz="2000" spc="-5" dirty="0">
                <a:solidFill>
                  <a:srgbClr val="FFFFFF"/>
                </a:solidFill>
                <a:latin typeface="Arial"/>
                <a:cs typeface="Arial"/>
              </a:rPr>
              <a:t>of</a:t>
            </a:r>
            <a:r>
              <a:rPr sz="2000" spc="-165" dirty="0">
                <a:solidFill>
                  <a:srgbClr val="FFFFFF"/>
                </a:solidFill>
                <a:latin typeface="Arial"/>
                <a:cs typeface="Arial"/>
              </a:rPr>
              <a:t> </a:t>
            </a:r>
            <a:r>
              <a:rPr sz="2000" dirty="0">
                <a:solidFill>
                  <a:srgbClr val="FFFFFF"/>
                </a:solidFill>
                <a:latin typeface="Arial"/>
                <a:cs typeface="Arial"/>
              </a:rPr>
              <a:t>values</a:t>
            </a:r>
            <a:endParaRPr sz="2000">
              <a:latin typeface="Arial"/>
              <a:cs typeface="Arial"/>
            </a:endParaRPr>
          </a:p>
          <a:p>
            <a:pPr>
              <a:lnSpc>
                <a:spcPct val="100000"/>
              </a:lnSpc>
            </a:pPr>
            <a:endParaRPr sz="2150">
              <a:latin typeface="Arial"/>
              <a:cs typeface="Arial"/>
            </a:endParaRPr>
          </a:p>
          <a:p>
            <a:pPr marL="71120" marR="231140">
              <a:lnSpc>
                <a:spcPct val="100000"/>
              </a:lnSpc>
            </a:pPr>
            <a:r>
              <a:rPr sz="2000" b="1" spc="-5" dirty="0">
                <a:solidFill>
                  <a:srgbClr val="FFFF00"/>
                </a:solidFill>
                <a:latin typeface="Arial"/>
                <a:cs typeface="Arial"/>
              </a:rPr>
              <a:t>Entity</a:t>
            </a:r>
            <a:r>
              <a:rPr sz="2000" spc="-5" dirty="0">
                <a:solidFill>
                  <a:srgbClr val="FFFFFF"/>
                </a:solidFill>
                <a:latin typeface="Arial"/>
                <a:cs typeface="Arial"/>
              </a:rPr>
              <a:t>: </a:t>
            </a:r>
            <a:r>
              <a:rPr sz="2000" dirty="0">
                <a:solidFill>
                  <a:srgbClr val="FFFFFF"/>
                </a:solidFill>
                <a:latin typeface="Arial"/>
                <a:cs typeface="Arial"/>
              </a:rPr>
              <a:t>It </a:t>
            </a:r>
            <a:r>
              <a:rPr sz="2000" spc="-5" dirty="0">
                <a:solidFill>
                  <a:srgbClr val="FFFFFF"/>
                </a:solidFill>
                <a:latin typeface="Arial"/>
                <a:cs typeface="Arial"/>
              </a:rPr>
              <a:t>is </a:t>
            </a:r>
            <a:r>
              <a:rPr sz="2000" dirty="0">
                <a:solidFill>
                  <a:srgbClr val="FFFFFF"/>
                </a:solidFill>
                <a:latin typeface="Arial"/>
                <a:cs typeface="Arial"/>
              </a:rPr>
              <a:t>something that </a:t>
            </a:r>
            <a:r>
              <a:rPr sz="2000" spc="-5" dirty="0">
                <a:solidFill>
                  <a:srgbClr val="FFFFFF"/>
                </a:solidFill>
                <a:latin typeface="Arial"/>
                <a:cs typeface="Arial"/>
              </a:rPr>
              <a:t>has </a:t>
            </a:r>
            <a:r>
              <a:rPr sz="2000" dirty="0">
                <a:solidFill>
                  <a:srgbClr val="FFFFFF"/>
                </a:solidFill>
                <a:latin typeface="Arial"/>
                <a:cs typeface="Arial"/>
              </a:rPr>
              <a:t>certain properties </a:t>
            </a:r>
            <a:r>
              <a:rPr sz="2000" spc="-5" dirty="0">
                <a:solidFill>
                  <a:srgbClr val="FFFFFF"/>
                </a:solidFill>
                <a:latin typeface="Arial"/>
                <a:cs typeface="Arial"/>
              </a:rPr>
              <a:t>or </a:t>
            </a:r>
            <a:r>
              <a:rPr sz="2000" dirty="0">
                <a:solidFill>
                  <a:srgbClr val="FFFFFF"/>
                </a:solidFill>
                <a:latin typeface="Arial"/>
                <a:cs typeface="Arial"/>
              </a:rPr>
              <a:t>attributes  </a:t>
            </a:r>
            <a:r>
              <a:rPr sz="2000" spc="-5" dirty="0">
                <a:solidFill>
                  <a:srgbClr val="FFC000"/>
                </a:solidFill>
                <a:latin typeface="Arial"/>
                <a:cs typeface="Arial"/>
              </a:rPr>
              <a:t>Example</a:t>
            </a:r>
            <a:r>
              <a:rPr sz="2000" spc="-5" dirty="0">
                <a:solidFill>
                  <a:srgbClr val="FFFFFF"/>
                </a:solidFill>
                <a:latin typeface="Arial"/>
                <a:cs typeface="Arial"/>
              </a:rPr>
              <a:t>: </a:t>
            </a:r>
            <a:r>
              <a:rPr sz="2000" dirty="0">
                <a:solidFill>
                  <a:srgbClr val="FFFFFF"/>
                </a:solidFill>
                <a:latin typeface="Arial"/>
                <a:cs typeface="Arial"/>
              </a:rPr>
              <a:t>In </a:t>
            </a:r>
            <a:r>
              <a:rPr sz="2000" spc="-5" dirty="0">
                <a:solidFill>
                  <a:srgbClr val="FFFFFF"/>
                </a:solidFill>
                <a:latin typeface="Arial"/>
                <a:cs typeface="Arial"/>
              </a:rPr>
              <a:t>an organization </a:t>
            </a:r>
            <a:r>
              <a:rPr sz="2000" i="1" spc="-5" dirty="0">
                <a:solidFill>
                  <a:srgbClr val="FFFF00"/>
                </a:solidFill>
                <a:latin typeface="Arial"/>
                <a:cs typeface="Arial"/>
              </a:rPr>
              <a:t>Employee </a:t>
            </a:r>
            <a:r>
              <a:rPr sz="2000" spc="-5" dirty="0">
                <a:solidFill>
                  <a:srgbClr val="FFFFFF"/>
                </a:solidFill>
                <a:latin typeface="Arial"/>
                <a:cs typeface="Arial"/>
              </a:rPr>
              <a:t>is an </a:t>
            </a:r>
            <a:r>
              <a:rPr sz="2000" spc="-25" dirty="0">
                <a:solidFill>
                  <a:srgbClr val="FFFFFF"/>
                </a:solidFill>
                <a:latin typeface="Arial"/>
                <a:cs typeface="Arial"/>
              </a:rPr>
              <a:t>entity, </a:t>
            </a:r>
            <a:r>
              <a:rPr sz="2000" spc="-5" dirty="0">
                <a:solidFill>
                  <a:srgbClr val="FFFFFF"/>
                </a:solidFill>
                <a:latin typeface="Arial"/>
                <a:cs typeface="Arial"/>
              </a:rPr>
              <a:t>its </a:t>
            </a:r>
            <a:r>
              <a:rPr sz="2000" dirty="0">
                <a:solidFill>
                  <a:srgbClr val="FFFFFF"/>
                </a:solidFill>
                <a:latin typeface="Arial"/>
                <a:cs typeface="Arial"/>
              </a:rPr>
              <a:t>attributes are  (ID, Name, Age, </a:t>
            </a:r>
            <a:r>
              <a:rPr sz="2000" spc="-5" dirty="0">
                <a:solidFill>
                  <a:srgbClr val="FFFFFF"/>
                </a:solidFill>
                <a:latin typeface="Arial"/>
                <a:cs typeface="Arial"/>
              </a:rPr>
              <a:t>Sex, </a:t>
            </a:r>
            <a:r>
              <a:rPr sz="2000" dirty="0">
                <a:solidFill>
                  <a:srgbClr val="FFFFFF"/>
                </a:solidFill>
                <a:latin typeface="Arial"/>
                <a:cs typeface="Arial"/>
              </a:rPr>
              <a:t>Salary)</a:t>
            </a:r>
            <a:r>
              <a:rPr sz="2000" spc="-220" dirty="0">
                <a:solidFill>
                  <a:srgbClr val="FFFFFF"/>
                </a:solidFill>
                <a:latin typeface="Arial"/>
                <a:cs typeface="Arial"/>
              </a:rPr>
              <a:t> </a:t>
            </a:r>
            <a:r>
              <a:rPr sz="2000" spc="-5" dirty="0">
                <a:solidFill>
                  <a:srgbClr val="FFFFFF"/>
                </a:solidFill>
                <a:latin typeface="Arial"/>
                <a:cs typeface="Arial"/>
              </a:rPr>
              <a:t>etc.</a:t>
            </a:r>
            <a:endParaRPr sz="2000">
              <a:latin typeface="Arial"/>
              <a:cs typeface="Arial"/>
            </a:endParaRPr>
          </a:p>
          <a:p>
            <a:pPr>
              <a:lnSpc>
                <a:spcPct val="100000"/>
              </a:lnSpc>
              <a:spcBef>
                <a:spcPts val="25"/>
              </a:spcBef>
            </a:pPr>
            <a:endParaRPr sz="1900">
              <a:latin typeface="Arial"/>
              <a:cs typeface="Arial"/>
            </a:endParaRPr>
          </a:p>
          <a:p>
            <a:pPr marL="12700">
              <a:lnSpc>
                <a:spcPct val="100000"/>
              </a:lnSpc>
            </a:pPr>
            <a:r>
              <a:rPr sz="2000" b="1" dirty="0">
                <a:solidFill>
                  <a:srgbClr val="FFFF00"/>
                </a:solidFill>
                <a:latin typeface="Arial"/>
                <a:cs typeface="Arial"/>
              </a:rPr>
              <a:t>Information</a:t>
            </a:r>
            <a:r>
              <a:rPr sz="2000" dirty="0">
                <a:solidFill>
                  <a:srgbClr val="FFFFFF"/>
                </a:solidFill>
                <a:latin typeface="Arial"/>
                <a:cs typeface="Arial"/>
              </a:rPr>
              <a:t>: refers to meaningful </a:t>
            </a:r>
            <a:r>
              <a:rPr sz="2000" spc="-5" dirty="0">
                <a:solidFill>
                  <a:srgbClr val="FFFFFF"/>
                </a:solidFill>
                <a:latin typeface="Arial"/>
                <a:cs typeface="Arial"/>
              </a:rPr>
              <a:t>or </a:t>
            </a:r>
            <a:r>
              <a:rPr sz="2000" dirty="0">
                <a:solidFill>
                  <a:srgbClr val="FFFFFF"/>
                </a:solidFill>
                <a:latin typeface="Arial"/>
                <a:cs typeface="Arial"/>
              </a:rPr>
              <a:t>processed</a:t>
            </a:r>
            <a:r>
              <a:rPr sz="2000" spc="-200" dirty="0">
                <a:solidFill>
                  <a:srgbClr val="FFFFFF"/>
                </a:solidFill>
                <a:latin typeface="Arial"/>
                <a:cs typeface="Arial"/>
              </a:rPr>
              <a:t> </a:t>
            </a:r>
            <a:r>
              <a:rPr sz="2000" spc="-5" dirty="0">
                <a:solidFill>
                  <a:srgbClr val="FFFFFF"/>
                </a:solidFill>
                <a:latin typeface="Arial"/>
                <a:cs typeface="Arial"/>
              </a:rPr>
              <a:t>data.</a:t>
            </a:r>
            <a:endParaRPr sz="2000">
              <a:latin typeface="Arial"/>
              <a:cs typeface="Arial"/>
            </a:endParaRPr>
          </a:p>
          <a:p>
            <a:pPr marL="12700">
              <a:lnSpc>
                <a:spcPct val="100000"/>
              </a:lnSpc>
            </a:pPr>
            <a:r>
              <a:rPr sz="2000" spc="-5" dirty="0">
                <a:solidFill>
                  <a:srgbClr val="FFFFFF"/>
                </a:solidFill>
                <a:latin typeface="Arial"/>
                <a:cs typeface="Arial"/>
              </a:rPr>
              <a:t>Example: 21 is </a:t>
            </a:r>
            <a:r>
              <a:rPr sz="2000" dirty="0">
                <a:solidFill>
                  <a:srgbClr val="FFFFFF"/>
                </a:solidFill>
                <a:latin typeface="Arial"/>
                <a:cs typeface="Arial"/>
              </a:rPr>
              <a:t>simply a </a:t>
            </a:r>
            <a:r>
              <a:rPr sz="2000" spc="-5" dirty="0">
                <a:solidFill>
                  <a:srgbClr val="FFFFFF"/>
                </a:solidFill>
                <a:latin typeface="Arial"/>
                <a:cs typeface="Arial"/>
              </a:rPr>
              <a:t>data but if it is an age </a:t>
            </a:r>
            <a:r>
              <a:rPr sz="2000" dirty="0">
                <a:solidFill>
                  <a:srgbClr val="FFFFFF"/>
                </a:solidFill>
                <a:latin typeface="Arial"/>
                <a:cs typeface="Arial"/>
              </a:rPr>
              <a:t>then </a:t>
            </a:r>
            <a:r>
              <a:rPr sz="2000" spc="-5" dirty="0">
                <a:solidFill>
                  <a:srgbClr val="FFFFFF"/>
                </a:solidFill>
                <a:latin typeface="Arial"/>
                <a:cs typeface="Arial"/>
              </a:rPr>
              <a:t>it is an</a:t>
            </a:r>
            <a:r>
              <a:rPr sz="2000" spc="-75" dirty="0">
                <a:solidFill>
                  <a:srgbClr val="FFFFFF"/>
                </a:solidFill>
                <a:latin typeface="Arial"/>
                <a:cs typeface="Arial"/>
              </a:rPr>
              <a:t> </a:t>
            </a:r>
            <a:r>
              <a:rPr sz="2000" spc="-5" dirty="0">
                <a:solidFill>
                  <a:srgbClr val="FFFFFF"/>
                </a:solidFill>
                <a:latin typeface="Arial"/>
                <a:cs typeface="Arial"/>
              </a:rPr>
              <a:t>information</a:t>
            </a:r>
            <a:endParaRPr sz="2000">
              <a:latin typeface="Arial"/>
              <a:cs typeface="Arial"/>
            </a:endParaRPr>
          </a:p>
          <a:p>
            <a:pPr>
              <a:lnSpc>
                <a:spcPct val="100000"/>
              </a:lnSpc>
              <a:spcBef>
                <a:spcPts val="30"/>
              </a:spcBef>
            </a:pPr>
            <a:endParaRPr sz="2300">
              <a:latin typeface="Arial"/>
              <a:cs typeface="Arial"/>
            </a:endParaRPr>
          </a:p>
          <a:p>
            <a:pPr marL="29845" marR="3127375">
              <a:lnSpc>
                <a:spcPct val="100000"/>
              </a:lnSpc>
              <a:tabLst>
                <a:tab pos="676910" algn="l"/>
              </a:tabLst>
            </a:pPr>
            <a:r>
              <a:rPr sz="2000" b="1" spc="-5" dirty="0">
                <a:solidFill>
                  <a:srgbClr val="FFFF00"/>
                </a:solidFill>
                <a:latin typeface="Arial"/>
                <a:cs typeface="Arial"/>
              </a:rPr>
              <a:t>Field</a:t>
            </a:r>
            <a:r>
              <a:rPr sz="2000" spc="-5" dirty="0">
                <a:solidFill>
                  <a:srgbClr val="FFFFFF"/>
                </a:solidFill>
                <a:latin typeface="Arial"/>
                <a:cs typeface="Arial"/>
              </a:rPr>
              <a:t>: </a:t>
            </a:r>
            <a:r>
              <a:rPr sz="2000" dirty="0">
                <a:solidFill>
                  <a:srgbClr val="FFFFFF"/>
                </a:solidFill>
                <a:latin typeface="Arial"/>
                <a:cs typeface="Arial"/>
              </a:rPr>
              <a:t>One </a:t>
            </a:r>
            <a:r>
              <a:rPr sz="2000" spc="-5" dirty="0">
                <a:solidFill>
                  <a:srgbClr val="FFFFFF"/>
                </a:solidFill>
                <a:latin typeface="Arial"/>
                <a:cs typeface="Arial"/>
              </a:rPr>
              <a:t>attribute </a:t>
            </a:r>
            <a:r>
              <a:rPr sz="2000" dirty="0">
                <a:solidFill>
                  <a:srgbClr val="FFFFFF"/>
                </a:solidFill>
                <a:latin typeface="Arial"/>
                <a:cs typeface="Arial"/>
              </a:rPr>
              <a:t>refers to a </a:t>
            </a:r>
            <a:r>
              <a:rPr sz="2000" spc="-5" dirty="0">
                <a:solidFill>
                  <a:srgbClr val="FFFFFF"/>
                </a:solidFill>
                <a:latin typeface="Arial"/>
                <a:cs typeface="Arial"/>
              </a:rPr>
              <a:t>field  </a:t>
            </a:r>
            <a:r>
              <a:rPr sz="2000" b="1" dirty="0">
                <a:solidFill>
                  <a:srgbClr val="FFFF00"/>
                </a:solidFill>
                <a:latin typeface="Arial"/>
                <a:cs typeface="Arial"/>
              </a:rPr>
              <a:t>Record</a:t>
            </a:r>
            <a:r>
              <a:rPr sz="2000" dirty="0">
                <a:solidFill>
                  <a:srgbClr val="FFFFFF"/>
                </a:solidFill>
                <a:latin typeface="Arial"/>
                <a:cs typeface="Arial"/>
              </a:rPr>
              <a:t>: </a:t>
            </a:r>
            <a:r>
              <a:rPr sz="2000" spc="-5" dirty="0">
                <a:solidFill>
                  <a:srgbClr val="FFFFFF"/>
                </a:solidFill>
                <a:latin typeface="Arial"/>
                <a:cs typeface="Arial"/>
              </a:rPr>
              <a:t>Several </a:t>
            </a:r>
            <a:r>
              <a:rPr sz="2000" dirty="0">
                <a:solidFill>
                  <a:srgbClr val="FFFFFF"/>
                </a:solidFill>
                <a:latin typeface="Arial"/>
                <a:cs typeface="Arial"/>
              </a:rPr>
              <a:t>fields constitute a</a:t>
            </a:r>
            <a:r>
              <a:rPr sz="2000" spc="-120" dirty="0">
                <a:solidFill>
                  <a:srgbClr val="FFFFFF"/>
                </a:solidFill>
                <a:latin typeface="Arial"/>
                <a:cs typeface="Arial"/>
              </a:rPr>
              <a:t> </a:t>
            </a:r>
            <a:r>
              <a:rPr sz="2000" dirty="0">
                <a:solidFill>
                  <a:srgbClr val="FFFFFF"/>
                </a:solidFill>
                <a:latin typeface="Arial"/>
                <a:cs typeface="Arial"/>
              </a:rPr>
              <a:t>record  </a:t>
            </a:r>
            <a:r>
              <a:rPr sz="2000" b="1" spc="-5" dirty="0">
                <a:solidFill>
                  <a:srgbClr val="FFFF00"/>
                </a:solidFill>
                <a:latin typeface="Arial"/>
                <a:cs typeface="Arial"/>
              </a:rPr>
              <a:t>File</a:t>
            </a:r>
            <a:r>
              <a:rPr sz="2000" spc="-5" dirty="0">
                <a:solidFill>
                  <a:srgbClr val="FFFFFF"/>
                </a:solidFill>
                <a:latin typeface="Arial"/>
                <a:cs typeface="Arial"/>
              </a:rPr>
              <a:t>:</a:t>
            </a:r>
            <a:r>
              <a:rPr sz="2000" spc="-5" dirty="0">
                <a:solidFill>
                  <a:srgbClr val="FFFFFF"/>
                </a:solidFill>
                <a:latin typeface="Times New Roman"/>
                <a:cs typeface="Times New Roman"/>
              </a:rPr>
              <a:t>	</a:t>
            </a:r>
            <a:r>
              <a:rPr sz="2000" spc="-5" dirty="0">
                <a:solidFill>
                  <a:srgbClr val="FFFFFF"/>
                </a:solidFill>
                <a:latin typeface="Arial"/>
                <a:cs typeface="Arial"/>
              </a:rPr>
              <a:t>Several </a:t>
            </a:r>
            <a:r>
              <a:rPr sz="2000" dirty="0">
                <a:solidFill>
                  <a:srgbClr val="FFFFFF"/>
                </a:solidFill>
                <a:latin typeface="Arial"/>
                <a:cs typeface="Arial"/>
              </a:rPr>
              <a:t>records </a:t>
            </a:r>
            <a:r>
              <a:rPr sz="2000" spc="-5" dirty="0">
                <a:solidFill>
                  <a:srgbClr val="FFFFFF"/>
                </a:solidFill>
                <a:latin typeface="Arial"/>
                <a:cs typeface="Arial"/>
              </a:rPr>
              <a:t>constitute </a:t>
            </a:r>
            <a:r>
              <a:rPr sz="2000" dirty="0">
                <a:solidFill>
                  <a:srgbClr val="FFFFFF"/>
                </a:solidFill>
                <a:latin typeface="Arial"/>
                <a:cs typeface="Arial"/>
              </a:rPr>
              <a:t>a </a:t>
            </a:r>
            <a:r>
              <a:rPr sz="2000" spc="-5" dirty="0">
                <a:solidFill>
                  <a:srgbClr val="FFFFFF"/>
                </a:solidFill>
                <a:latin typeface="Arial"/>
                <a:cs typeface="Arial"/>
              </a:rPr>
              <a:t>file  </a:t>
            </a:r>
            <a:r>
              <a:rPr sz="2000" b="1" dirty="0">
                <a:solidFill>
                  <a:srgbClr val="FFFF00"/>
                </a:solidFill>
                <a:latin typeface="Arial"/>
                <a:cs typeface="Arial"/>
              </a:rPr>
              <a:t>Database</a:t>
            </a:r>
            <a:r>
              <a:rPr sz="2000" dirty="0">
                <a:solidFill>
                  <a:srgbClr val="FFFFFF"/>
                </a:solidFill>
                <a:latin typeface="Arial"/>
                <a:cs typeface="Arial"/>
              </a:rPr>
              <a:t>: </a:t>
            </a:r>
            <a:r>
              <a:rPr sz="2000" spc="-5" dirty="0">
                <a:solidFill>
                  <a:srgbClr val="FFFFFF"/>
                </a:solidFill>
                <a:latin typeface="Arial"/>
                <a:cs typeface="Arial"/>
              </a:rPr>
              <a:t>Several file makes </a:t>
            </a:r>
            <a:r>
              <a:rPr sz="2000" dirty="0">
                <a:solidFill>
                  <a:srgbClr val="FFFFFF"/>
                </a:solidFill>
                <a:latin typeface="Arial"/>
                <a:cs typeface="Arial"/>
              </a:rPr>
              <a:t>a</a:t>
            </a:r>
            <a:r>
              <a:rPr sz="2000" spc="-70" dirty="0">
                <a:solidFill>
                  <a:srgbClr val="FFFFFF"/>
                </a:solidFill>
                <a:latin typeface="Arial"/>
                <a:cs typeface="Arial"/>
              </a:rPr>
              <a:t> </a:t>
            </a:r>
            <a:r>
              <a:rPr sz="2000" spc="-5" dirty="0">
                <a:solidFill>
                  <a:srgbClr val="FFFFFF"/>
                </a:solidFill>
                <a:latin typeface="Arial"/>
                <a:cs typeface="Arial"/>
              </a:rPr>
              <a:t>database</a:t>
            </a:r>
            <a:endParaRPr sz="2000">
              <a:latin typeface="Arial"/>
              <a:cs typeface="Arial"/>
            </a:endParaRPr>
          </a:p>
          <a:p>
            <a:pPr>
              <a:lnSpc>
                <a:spcPct val="100000"/>
              </a:lnSpc>
              <a:spcBef>
                <a:spcPts val="5"/>
              </a:spcBef>
            </a:pPr>
            <a:endParaRPr sz="2300">
              <a:latin typeface="Arial"/>
              <a:cs typeface="Arial"/>
            </a:endParaRPr>
          </a:p>
          <a:p>
            <a:pPr marL="21590">
              <a:lnSpc>
                <a:spcPct val="100000"/>
              </a:lnSpc>
              <a:spcBef>
                <a:spcPts val="5"/>
              </a:spcBef>
              <a:tabLst>
                <a:tab pos="699135" algn="l"/>
                <a:tab pos="3503929" algn="l"/>
              </a:tabLst>
            </a:pPr>
            <a:r>
              <a:rPr sz="2000" b="1" spc="-10" dirty="0">
                <a:solidFill>
                  <a:srgbClr val="FFFF00"/>
                </a:solidFill>
                <a:latin typeface="Arial"/>
                <a:cs typeface="Arial"/>
              </a:rPr>
              <a:t>Key</a:t>
            </a:r>
            <a:r>
              <a:rPr sz="2000" spc="-10" dirty="0">
                <a:solidFill>
                  <a:srgbClr val="FFFFFF"/>
                </a:solidFill>
                <a:latin typeface="Arial"/>
                <a:cs typeface="Arial"/>
              </a:rPr>
              <a:t>:</a:t>
            </a:r>
            <a:r>
              <a:rPr sz="2000" spc="-10" dirty="0">
                <a:solidFill>
                  <a:srgbClr val="FFFFFF"/>
                </a:solidFill>
                <a:latin typeface="Times New Roman"/>
                <a:cs typeface="Times New Roman"/>
              </a:rPr>
              <a:t>	</a:t>
            </a:r>
            <a:r>
              <a:rPr sz="2000" dirty="0">
                <a:solidFill>
                  <a:srgbClr val="FFFFFF"/>
                </a:solidFill>
                <a:latin typeface="Arial"/>
                <a:cs typeface="Arial"/>
              </a:rPr>
              <a:t>a </a:t>
            </a:r>
            <a:r>
              <a:rPr sz="2000" spc="-5" dirty="0">
                <a:solidFill>
                  <a:srgbClr val="FFFFFF"/>
                </a:solidFill>
                <a:latin typeface="Arial"/>
                <a:cs typeface="Arial"/>
              </a:rPr>
              <a:t>filed </a:t>
            </a:r>
            <a:r>
              <a:rPr sz="2000" dirty="0">
                <a:solidFill>
                  <a:srgbClr val="FFFFFF"/>
                </a:solidFill>
                <a:latin typeface="Arial"/>
                <a:cs typeface="Arial"/>
              </a:rPr>
              <a:t>that</a:t>
            </a:r>
            <a:r>
              <a:rPr sz="2000" spc="-20" dirty="0">
                <a:solidFill>
                  <a:srgbClr val="FFFFFF"/>
                </a:solidFill>
                <a:latin typeface="Arial"/>
                <a:cs typeface="Arial"/>
              </a:rPr>
              <a:t> </a:t>
            </a:r>
            <a:r>
              <a:rPr sz="2000" dirty="0">
                <a:solidFill>
                  <a:srgbClr val="FFFFFF"/>
                </a:solidFill>
                <a:latin typeface="Arial"/>
                <a:cs typeface="Arial"/>
              </a:rPr>
              <a:t>can </a:t>
            </a:r>
            <a:r>
              <a:rPr sz="2000" spc="-5" dirty="0">
                <a:solidFill>
                  <a:srgbClr val="FFFFFF"/>
                </a:solidFill>
                <a:latin typeface="Arial"/>
                <a:cs typeface="Arial"/>
              </a:rPr>
              <a:t>uniquely</a:t>
            </a:r>
            <a:r>
              <a:rPr sz="2000" spc="-5" dirty="0">
                <a:solidFill>
                  <a:srgbClr val="FFFFFF"/>
                </a:solidFill>
                <a:latin typeface="Times New Roman"/>
                <a:cs typeface="Times New Roman"/>
              </a:rPr>
              <a:t>	</a:t>
            </a:r>
            <a:r>
              <a:rPr sz="2000" spc="-5" dirty="0">
                <a:solidFill>
                  <a:srgbClr val="FFFFFF"/>
                </a:solidFill>
                <a:latin typeface="Arial"/>
                <a:cs typeface="Arial"/>
              </a:rPr>
              <a:t>identify </a:t>
            </a:r>
            <a:r>
              <a:rPr sz="2000" dirty="0">
                <a:solidFill>
                  <a:srgbClr val="FFFFFF"/>
                </a:solidFill>
                <a:latin typeface="Arial"/>
                <a:cs typeface="Arial"/>
              </a:rPr>
              <a:t>a record (ID, </a:t>
            </a:r>
            <a:r>
              <a:rPr sz="2000" spc="-5" dirty="0">
                <a:solidFill>
                  <a:srgbClr val="FFFFFF"/>
                </a:solidFill>
                <a:latin typeface="Arial"/>
                <a:cs typeface="Arial"/>
              </a:rPr>
              <a:t>Roll, SSN</a:t>
            </a:r>
            <a:r>
              <a:rPr sz="2000" spc="-90" dirty="0">
                <a:solidFill>
                  <a:srgbClr val="FFFFFF"/>
                </a:solidFill>
                <a:latin typeface="Arial"/>
                <a:cs typeface="Arial"/>
              </a:rPr>
              <a:t> </a:t>
            </a:r>
            <a:r>
              <a:rPr sz="2000" spc="-5" dirty="0">
                <a:solidFill>
                  <a:srgbClr val="FFFFFF"/>
                </a:solidFill>
                <a:latin typeface="Arial"/>
                <a:cs typeface="Arial"/>
              </a:rPr>
              <a:t>etc)</a:t>
            </a:r>
            <a:endParaRPr sz="20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53" y="146425"/>
            <a:ext cx="8813292" cy="492443"/>
          </a:xfrm>
        </p:spPr>
        <p:txBody>
          <a:bodyPr/>
          <a:lstStyle/>
          <a:p>
            <a:r>
              <a:rPr lang="en-US" spc="-5" dirty="0"/>
              <a:t>Basics </a:t>
            </a:r>
            <a:r>
              <a:rPr lang="en-US" dirty="0"/>
              <a:t>of </a:t>
            </a:r>
            <a:r>
              <a:rPr lang="en-US" spc="-5" dirty="0"/>
              <a:t>Data</a:t>
            </a:r>
            <a:r>
              <a:rPr lang="en-US" spc="-20" dirty="0"/>
              <a:t> </a:t>
            </a:r>
            <a:r>
              <a:rPr lang="en-US" spc="-5" dirty="0"/>
              <a:t>Structure</a:t>
            </a:r>
            <a:endParaRPr lang="en-US" dirty="0"/>
          </a:p>
        </p:txBody>
      </p:sp>
      <p:sp>
        <p:nvSpPr>
          <p:cNvPr id="3" name="Text Placeholder 2"/>
          <p:cNvSpPr>
            <a:spLocks noGrp="1"/>
          </p:cNvSpPr>
          <p:nvPr>
            <p:ph type="body" idx="1"/>
          </p:nvPr>
        </p:nvSpPr>
        <p:spPr>
          <a:xfrm>
            <a:off x="1295400" y="1752601"/>
            <a:ext cx="7325160" cy="3016210"/>
          </a:xfrm>
        </p:spPr>
        <p:txBody>
          <a:bodyPr/>
          <a:lstStyle/>
          <a:p>
            <a:pPr marL="457200" indent="-45720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Data Structure is a way to organized data in such a way that it can be used efficiently.</a:t>
            </a:r>
          </a:p>
          <a:p>
            <a:pPr marL="457200" indent="-45720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The logical or mathematical model of a particular organization of data is called data </a:t>
            </a:r>
            <a:r>
              <a:rPr lang="en-US" sz="2800" dirty="0" smtClean="0">
                <a:solidFill>
                  <a:schemeClr val="bg1"/>
                </a:solidFill>
                <a:latin typeface="Times New Roman" panose="02020603050405020304" pitchFamily="18" charset="0"/>
                <a:cs typeface="Times New Roman" panose="02020603050405020304" pitchFamily="18" charset="0"/>
              </a:rPr>
              <a:t>structure</a:t>
            </a:r>
          </a:p>
          <a:p>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523438" y="1219200"/>
            <a:ext cx="4404767" cy="584775"/>
          </a:xfrm>
          <a:prstGeom prst="rect">
            <a:avLst/>
          </a:prstGeom>
        </p:spPr>
        <p:txBody>
          <a:bodyPr wrap="square">
            <a:spAutoFit/>
          </a:bodyPr>
          <a:lstStyle/>
          <a:p>
            <a:r>
              <a:rPr lang="en-US" sz="3200" dirty="0" smtClean="0">
                <a:solidFill>
                  <a:schemeClr val="bg1"/>
                </a:solidFill>
              </a:rPr>
              <a:t>What is Data Structure :</a:t>
            </a:r>
            <a:endParaRPr lang="en-US" sz="3200" dirty="0">
              <a:solidFill>
                <a:schemeClr val="bg1"/>
              </a:solidFill>
            </a:endParaRPr>
          </a:p>
        </p:txBody>
      </p:sp>
    </p:spTree>
    <p:extLst>
      <p:ext uri="{BB962C8B-B14F-4D97-AF65-F5344CB8AC3E}">
        <p14:creationId xmlns:p14="http://schemas.microsoft.com/office/powerpoint/2010/main" val="29211951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25730"/>
          </a:xfrm>
          <a:custGeom>
            <a:avLst/>
            <a:gdLst/>
            <a:ahLst/>
            <a:cxnLst/>
            <a:rect l="l" t="t" r="r" b="b"/>
            <a:pathLst>
              <a:path w="9144000" h="125730">
                <a:moveTo>
                  <a:pt x="0" y="125473"/>
                </a:moveTo>
                <a:lnTo>
                  <a:pt x="9143999" y="125473"/>
                </a:lnTo>
                <a:lnTo>
                  <a:pt x="9143999" y="0"/>
                </a:lnTo>
                <a:lnTo>
                  <a:pt x="0" y="0"/>
                </a:lnTo>
                <a:lnTo>
                  <a:pt x="0" y="125473"/>
                </a:lnTo>
                <a:close/>
              </a:path>
            </a:pathLst>
          </a:custGeom>
          <a:solidFill>
            <a:srgbClr val="1E4648"/>
          </a:solidFill>
        </p:spPr>
        <p:txBody>
          <a:bodyPr wrap="square" lIns="0" tIns="0" rIns="0" bIns="0" rtlCol="0"/>
          <a:lstStyle/>
          <a:p>
            <a:endParaRPr/>
          </a:p>
        </p:txBody>
      </p:sp>
      <p:grpSp>
        <p:nvGrpSpPr>
          <p:cNvPr id="3" name="object 3"/>
          <p:cNvGrpSpPr/>
          <p:nvPr/>
        </p:nvGrpSpPr>
        <p:grpSpPr>
          <a:xfrm>
            <a:off x="34636" y="995424"/>
            <a:ext cx="9144000" cy="5862955"/>
            <a:chOff x="0" y="995415"/>
            <a:chExt cx="9144000" cy="5862955"/>
          </a:xfrm>
        </p:grpSpPr>
        <p:sp>
          <p:nvSpPr>
            <p:cNvPr id="4" name="object 4"/>
            <p:cNvSpPr/>
            <p:nvPr/>
          </p:nvSpPr>
          <p:spPr>
            <a:xfrm>
              <a:off x="0" y="995415"/>
              <a:ext cx="9144000" cy="5862955"/>
            </a:xfrm>
            <a:custGeom>
              <a:avLst/>
              <a:gdLst/>
              <a:ahLst/>
              <a:cxnLst/>
              <a:rect l="l" t="t" r="r" b="b"/>
              <a:pathLst>
                <a:path w="9144000" h="5862955">
                  <a:moveTo>
                    <a:pt x="0" y="5862584"/>
                  </a:moveTo>
                  <a:lnTo>
                    <a:pt x="9143999" y="5862584"/>
                  </a:lnTo>
                  <a:lnTo>
                    <a:pt x="9143999" y="0"/>
                  </a:lnTo>
                  <a:lnTo>
                    <a:pt x="0" y="0"/>
                  </a:lnTo>
                  <a:lnTo>
                    <a:pt x="0" y="5862584"/>
                  </a:lnTo>
                  <a:close/>
                </a:path>
              </a:pathLst>
            </a:custGeom>
            <a:solidFill>
              <a:srgbClr val="1E4648"/>
            </a:solidFill>
          </p:spPr>
          <p:txBody>
            <a:bodyPr wrap="square" lIns="0" tIns="0" rIns="0" bIns="0" rtlCol="0"/>
            <a:lstStyle/>
            <a:p>
              <a:endParaRPr/>
            </a:p>
          </p:txBody>
        </p:sp>
        <p:sp>
          <p:nvSpPr>
            <p:cNvPr id="5" name="object 5"/>
            <p:cNvSpPr/>
            <p:nvPr/>
          </p:nvSpPr>
          <p:spPr>
            <a:xfrm>
              <a:off x="2948046" y="2013012"/>
              <a:ext cx="2169160" cy="462280"/>
            </a:xfrm>
            <a:custGeom>
              <a:avLst/>
              <a:gdLst/>
              <a:ahLst/>
              <a:cxnLst/>
              <a:rect l="l" t="t" r="r" b="b"/>
              <a:pathLst>
                <a:path w="2169160" h="462280">
                  <a:moveTo>
                    <a:pt x="2168533" y="0"/>
                  </a:moveTo>
                  <a:lnTo>
                    <a:pt x="0" y="0"/>
                  </a:lnTo>
                  <a:lnTo>
                    <a:pt x="0" y="461964"/>
                  </a:lnTo>
                  <a:lnTo>
                    <a:pt x="2168533" y="461964"/>
                  </a:lnTo>
                  <a:lnTo>
                    <a:pt x="2168533" y="0"/>
                  </a:lnTo>
                  <a:close/>
                </a:path>
              </a:pathLst>
            </a:custGeom>
            <a:solidFill>
              <a:srgbClr val="45969F"/>
            </a:solidFill>
          </p:spPr>
          <p:txBody>
            <a:bodyPr wrap="square" lIns="0" tIns="0" rIns="0" bIns="0" rtlCol="0"/>
            <a:lstStyle/>
            <a:p>
              <a:endParaRPr/>
            </a:p>
          </p:txBody>
        </p:sp>
        <p:sp>
          <p:nvSpPr>
            <p:cNvPr id="6" name="object 6"/>
            <p:cNvSpPr/>
            <p:nvPr/>
          </p:nvSpPr>
          <p:spPr>
            <a:xfrm>
              <a:off x="2948046" y="2013012"/>
              <a:ext cx="2169160" cy="462280"/>
            </a:xfrm>
            <a:custGeom>
              <a:avLst/>
              <a:gdLst/>
              <a:ahLst/>
              <a:cxnLst/>
              <a:rect l="l" t="t" r="r" b="b"/>
              <a:pathLst>
                <a:path w="2169160" h="462280">
                  <a:moveTo>
                    <a:pt x="0" y="461964"/>
                  </a:moveTo>
                  <a:lnTo>
                    <a:pt x="2168533" y="461964"/>
                  </a:lnTo>
                  <a:lnTo>
                    <a:pt x="2168533" y="0"/>
                  </a:lnTo>
                  <a:lnTo>
                    <a:pt x="0" y="0"/>
                  </a:lnTo>
                  <a:lnTo>
                    <a:pt x="0" y="461964"/>
                  </a:lnTo>
                  <a:close/>
                </a:path>
              </a:pathLst>
            </a:custGeom>
            <a:ln w="9524">
              <a:solidFill>
                <a:srgbClr val="BAE0E3"/>
              </a:solidFill>
            </a:ln>
          </p:spPr>
          <p:txBody>
            <a:bodyPr wrap="square" lIns="0" tIns="0" rIns="0" bIns="0" rtlCol="0"/>
            <a:lstStyle/>
            <a:p>
              <a:endParaRPr/>
            </a:p>
          </p:txBody>
        </p:sp>
        <p:sp>
          <p:nvSpPr>
            <p:cNvPr id="7" name="object 7"/>
            <p:cNvSpPr/>
            <p:nvPr/>
          </p:nvSpPr>
          <p:spPr>
            <a:xfrm>
              <a:off x="1562100" y="3071856"/>
              <a:ext cx="1365250" cy="460375"/>
            </a:xfrm>
            <a:custGeom>
              <a:avLst/>
              <a:gdLst/>
              <a:ahLst/>
              <a:cxnLst/>
              <a:rect l="l" t="t" r="r" b="b"/>
              <a:pathLst>
                <a:path w="1365250" h="460375">
                  <a:moveTo>
                    <a:pt x="1365254" y="0"/>
                  </a:moveTo>
                  <a:lnTo>
                    <a:pt x="0" y="0"/>
                  </a:lnTo>
                  <a:lnTo>
                    <a:pt x="0" y="460379"/>
                  </a:lnTo>
                  <a:lnTo>
                    <a:pt x="1365254" y="460379"/>
                  </a:lnTo>
                  <a:lnTo>
                    <a:pt x="1365254" y="0"/>
                  </a:lnTo>
                  <a:close/>
                </a:path>
              </a:pathLst>
            </a:custGeom>
            <a:solidFill>
              <a:srgbClr val="45969F"/>
            </a:solidFill>
          </p:spPr>
          <p:txBody>
            <a:bodyPr wrap="square" lIns="0" tIns="0" rIns="0" bIns="0" rtlCol="0"/>
            <a:lstStyle/>
            <a:p>
              <a:endParaRPr/>
            </a:p>
          </p:txBody>
        </p:sp>
        <p:sp>
          <p:nvSpPr>
            <p:cNvPr id="8" name="object 8"/>
            <p:cNvSpPr/>
            <p:nvPr/>
          </p:nvSpPr>
          <p:spPr>
            <a:xfrm>
              <a:off x="1562100" y="3071856"/>
              <a:ext cx="1365250" cy="460375"/>
            </a:xfrm>
            <a:custGeom>
              <a:avLst/>
              <a:gdLst/>
              <a:ahLst/>
              <a:cxnLst/>
              <a:rect l="l" t="t" r="r" b="b"/>
              <a:pathLst>
                <a:path w="1365250" h="460375">
                  <a:moveTo>
                    <a:pt x="0" y="460379"/>
                  </a:moveTo>
                  <a:lnTo>
                    <a:pt x="1365254" y="460379"/>
                  </a:lnTo>
                  <a:lnTo>
                    <a:pt x="1365254" y="0"/>
                  </a:lnTo>
                  <a:lnTo>
                    <a:pt x="0" y="0"/>
                  </a:lnTo>
                  <a:lnTo>
                    <a:pt x="0" y="460379"/>
                  </a:lnTo>
                  <a:close/>
                </a:path>
              </a:pathLst>
            </a:custGeom>
            <a:ln w="9524">
              <a:solidFill>
                <a:srgbClr val="BAE0E3"/>
              </a:solidFill>
            </a:ln>
          </p:spPr>
          <p:txBody>
            <a:bodyPr wrap="square" lIns="0" tIns="0" rIns="0" bIns="0" rtlCol="0"/>
            <a:lstStyle/>
            <a:p>
              <a:endParaRPr/>
            </a:p>
          </p:txBody>
        </p:sp>
      </p:grpSp>
      <p:sp>
        <p:nvSpPr>
          <p:cNvPr id="9" name="object 9"/>
          <p:cNvSpPr txBox="1"/>
          <p:nvPr/>
        </p:nvSpPr>
        <p:spPr>
          <a:xfrm>
            <a:off x="1641095" y="3097730"/>
            <a:ext cx="1194435" cy="3917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a:cs typeface="Arial"/>
              </a:rPr>
              <a:t>Primitive</a:t>
            </a:r>
            <a:endParaRPr sz="2400">
              <a:latin typeface="Arial"/>
              <a:cs typeface="Arial"/>
            </a:endParaRPr>
          </a:p>
        </p:txBody>
      </p:sp>
      <p:grpSp>
        <p:nvGrpSpPr>
          <p:cNvPr id="10" name="object 10"/>
          <p:cNvGrpSpPr/>
          <p:nvPr/>
        </p:nvGrpSpPr>
        <p:grpSpPr>
          <a:xfrm>
            <a:off x="5473773" y="3047983"/>
            <a:ext cx="2044700" cy="471805"/>
            <a:chOff x="5473773" y="3047983"/>
            <a:chExt cx="2044700" cy="471805"/>
          </a:xfrm>
        </p:grpSpPr>
        <p:sp>
          <p:nvSpPr>
            <p:cNvPr id="11" name="object 11"/>
            <p:cNvSpPr/>
            <p:nvPr/>
          </p:nvSpPr>
          <p:spPr>
            <a:xfrm>
              <a:off x="5478536" y="3052745"/>
              <a:ext cx="2035175" cy="462280"/>
            </a:xfrm>
            <a:custGeom>
              <a:avLst/>
              <a:gdLst/>
              <a:ahLst/>
              <a:cxnLst/>
              <a:rect l="l" t="t" r="r" b="b"/>
              <a:pathLst>
                <a:path w="2035175" h="462279">
                  <a:moveTo>
                    <a:pt x="2035170" y="0"/>
                  </a:moveTo>
                  <a:lnTo>
                    <a:pt x="0" y="0"/>
                  </a:lnTo>
                  <a:lnTo>
                    <a:pt x="0" y="461964"/>
                  </a:lnTo>
                  <a:lnTo>
                    <a:pt x="2035170" y="461964"/>
                  </a:lnTo>
                  <a:lnTo>
                    <a:pt x="2035170" y="0"/>
                  </a:lnTo>
                  <a:close/>
                </a:path>
              </a:pathLst>
            </a:custGeom>
            <a:solidFill>
              <a:srgbClr val="45969F"/>
            </a:solidFill>
          </p:spPr>
          <p:txBody>
            <a:bodyPr wrap="square" lIns="0" tIns="0" rIns="0" bIns="0" rtlCol="0"/>
            <a:lstStyle/>
            <a:p>
              <a:endParaRPr/>
            </a:p>
          </p:txBody>
        </p:sp>
        <p:sp>
          <p:nvSpPr>
            <p:cNvPr id="12" name="object 12"/>
            <p:cNvSpPr/>
            <p:nvPr/>
          </p:nvSpPr>
          <p:spPr>
            <a:xfrm>
              <a:off x="5478536" y="3052745"/>
              <a:ext cx="2035175" cy="462280"/>
            </a:xfrm>
            <a:custGeom>
              <a:avLst/>
              <a:gdLst/>
              <a:ahLst/>
              <a:cxnLst/>
              <a:rect l="l" t="t" r="r" b="b"/>
              <a:pathLst>
                <a:path w="2035175" h="462279">
                  <a:moveTo>
                    <a:pt x="0" y="461964"/>
                  </a:moveTo>
                  <a:lnTo>
                    <a:pt x="2035170" y="461964"/>
                  </a:lnTo>
                  <a:lnTo>
                    <a:pt x="2035170" y="0"/>
                  </a:lnTo>
                  <a:lnTo>
                    <a:pt x="0" y="0"/>
                  </a:lnTo>
                  <a:lnTo>
                    <a:pt x="0" y="461964"/>
                  </a:lnTo>
                  <a:close/>
                </a:path>
              </a:pathLst>
            </a:custGeom>
            <a:ln w="9524">
              <a:solidFill>
                <a:srgbClr val="BAE0E3"/>
              </a:solidFill>
            </a:ln>
          </p:spPr>
          <p:txBody>
            <a:bodyPr wrap="square" lIns="0" tIns="0" rIns="0" bIns="0" rtlCol="0"/>
            <a:lstStyle/>
            <a:p>
              <a:endParaRPr/>
            </a:p>
          </p:txBody>
        </p:sp>
      </p:grpSp>
      <p:sp>
        <p:nvSpPr>
          <p:cNvPr id="13" name="object 13"/>
          <p:cNvSpPr txBox="1"/>
          <p:nvPr/>
        </p:nvSpPr>
        <p:spPr>
          <a:xfrm>
            <a:off x="5558159" y="3078858"/>
            <a:ext cx="185420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FFFF"/>
                </a:solidFill>
                <a:latin typeface="Arial"/>
                <a:cs typeface="Arial"/>
              </a:rPr>
              <a:t>Non-Primitive</a:t>
            </a:r>
            <a:endParaRPr sz="2400">
              <a:latin typeface="Arial"/>
              <a:cs typeface="Arial"/>
            </a:endParaRPr>
          </a:p>
        </p:txBody>
      </p:sp>
      <p:grpSp>
        <p:nvGrpSpPr>
          <p:cNvPr id="14" name="object 14"/>
          <p:cNvGrpSpPr/>
          <p:nvPr/>
        </p:nvGrpSpPr>
        <p:grpSpPr>
          <a:xfrm>
            <a:off x="4232353" y="4167126"/>
            <a:ext cx="1050925" cy="471805"/>
            <a:chOff x="4232353" y="4167126"/>
            <a:chExt cx="1050925" cy="471805"/>
          </a:xfrm>
        </p:grpSpPr>
        <p:sp>
          <p:nvSpPr>
            <p:cNvPr id="15" name="object 15"/>
            <p:cNvSpPr/>
            <p:nvPr/>
          </p:nvSpPr>
          <p:spPr>
            <a:xfrm>
              <a:off x="4237116" y="4171889"/>
              <a:ext cx="1041400" cy="462280"/>
            </a:xfrm>
            <a:custGeom>
              <a:avLst/>
              <a:gdLst/>
              <a:ahLst/>
              <a:cxnLst/>
              <a:rect l="l" t="t" r="r" b="b"/>
              <a:pathLst>
                <a:path w="1041400" h="462279">
                  <a:moveTo>
                    <a:pt x="1041404" y="0"/>
                  </a:moveTo>
                  <a:lnTo>
                    <a:pt x="0" y="0"/>
                  </a:lnTo>
                  <a:lnTo>
                    <a:pt x="0" y="461964"/>
                  </a:lnTo>
                  <a:lnTo>
                    <a:pt x="1041404" y="461964"/>
                  </a:lnTo>
                  <a:lnTo>
                    <a:pt x="1041404" y="0"/>
                  </a:lnTo>
                  <a:close/>
                </a:path>
              </a:pathLst>
            </a:custGeom>
            <a:solidFill>
              <a:srgbClr val="45969F"/>
            </a:solidFill>
          </p:spPr>
          <p:txBody>
            <a:bodyPr wrap="square" lIns="0" tIns="0" rIns="0" bIns="0" rtlCol="0"/>
            <a:lstStyle/>
            <a:p>
              <a:endParaRPr/>
            </a:p>
          </p:txBody>
        </p:sp>
        <p:sp>
          <p:nvSpPr>
            <p:cNvPr id="16" name="object 16"/>
            <p:cNvSpPr/>
            <p:nvPr/>
          </p:nvSpPr>
          <p:spPr>
            <a:xfrm>
              <a:off x="4237116" y="4171889"/>
              <a:ext cx="1041400" cy="462280"/>
            </a:xfrm>
            <a:custGeom>
              <a:avLst/>
              <a:gdLst/>
              <a:ahLst/>
              <a:cxnLst/>
              <a:rect l="l" t="t" r="r" b="b"/>
              <a:pathLst>
                <a:path w="1041400" h="462279">
                  <a:moveTo>
                    <a:pt x="0" y="461964"/>
                  </a:moveTo>
                  <a:lnTo>
                    <a:pt x="1041404" y="461964"/>
                  </a:lnTo>
                  <a:lnTo>
                    <a:pt x="1041404" y="0"/>
                  </a:lnTo>
                  <a:lnTo>
                    <a:pt x="0" y="0"/>
                  </a:lnTo>
                  <a:lnTo>
                    <a:pt x="0" y="461964"/>
                  </a:lnTo>
                  <a:close/>
                </a:path>
              </a:pathLst>
            </a:custGeom>
            <a:ln w="9524">
              <a:solidFill>
                <a:srgbClr val="BAE0E3"/>
              </a:solidFill>
            </a:ln>
          </p:spPr>
          <p:txBody>
            <a:bodyPr wrap="square" lIns="0" tIns="0" rIns="0" bIns="0" rtlCol="0"/>
            <a:lstStyle/>
            <a:p>
              <a:endParaRPr/>
            </a:p>
          </p:txBody>
        </p:sp>
      </p:grpSp>
      <p:sp>
        <p:nvSpPr>
          <p:cNvPr id="17" name="object 17"/>
          <p:cNvSpPr txBox="1"/>
          <p:nvPr/>
        </p:nvSpPr>
        <p:spPr>
          <a:xfrm>
            <a:off x="4316733" y="4198363"/>
            <a:ext cx="871219"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FFFF"/>
                </a:solidFill>
                <a:latin typeface="Arial"/>
                <a:cs typeface="Arial"/>
              </a:rPr>
              <a:t>Linear</a:t>
            </a:r>
            <a:endParaRPr sz="2400" dirty="0">
              <a:latin typeface="Arial"/>
              <a:cs typeface="Arial"/>
            </a:endParaRPr>
          </a:p>
        </p:txBody>
      </p:sp>
      <p:sp>
        <p:nvSpPr>
          <p:cNvPr id="18" name="object 18"/>
          <p:cNvSpPr txBox="1"/>
          <p:nvPr/>
        </p:nvSpPr>
        <p:spPr>
          <a:xfrm>
            <a:off x="7239000" y="4171889"/>
            <a:ext cx="1711325" cy="462280"/>
          </a:xfrm>
          <a:prstGeom prst="rect">
            <a:avLst/>
          </a:prstGeom>
          <a:solidFill>
            <a:srgbClr val="45969F"/>
          </a:solidFill>
          <a:ln w="9524">
            <a:solidFill>
              <a:srgbClr val="BAE0E3"/>
            </a:solidFill>
          </a:ln>
        </p:spPr>
        <p:txBody>
          <a:bodyPr vert="horz" wrap="square" lIns="0" tIns="38735" rIns="0" bIns="0" rtlCol="0">
            <a:spAutoFit/>
          </a:bodyPr>
          <a:lstStyle/>
          <a:p>
            <a:pPr marL="92710">
              <a:lnSpc>
                <a:spcPct val="100000"/>
              </a:lnSpc>
              <a:spcBef>
                <a:spcPts val="305"/>
              </a:spcBef>
            </a:pPr>
            <a:r>
              <a:rPr sz="2400" spc="-10" dirty="0">
                <a:solidFill>
                  <a:srgbClr val="FFFFFF"/>
                </a:solidFill>
                <a:latin typeface="Arial"/>
                <a:cs typeface="Arial"/>
              </a:rPr>
              <a:t>Non-Linear</a:t>
            </a:r>
            <a:endParaRPr sz="2400">
              <a:latin typeface="Arial"/>
              <a:cs typeface="Arial"/>
            </a:endParaRPr>
          </a:p>
        </p:txBody>
      </p:sp>
      <p:sp>
        <p:nvSpPr>
          <p:cNvPr id="19" name="object 19"/>
          <p:cNvSpPr/>
          <p:nvPr/>
        </p:nvSpPr>
        <p:spPr>
          <a:xfrm>
            <a:off x="2244598" y="2450198"/>
            <a:ext cx="4251960" cy="668655"/>
          </a:xfrm>
          <a:custGeom>
            <a:avLst/>
            <a:gdLst/>
            <a:ahLst/>
            <a:cxnLst/>
            <a:rect l="l" t="t" r="r" b="b"/>
            <a:pathLst>
              <a:path w="4251960" h="668655">
                <a:moveTo>
                  <a:pt x="4251566" y="602627"/>
                </a:moveTo>
                <a:lnTo>
                  <a:pt x="4091940" y="451256"/>
                </a:lnTo>
                <a:lnTo>
                  <a:pt x="4083342" y="445909"/>
                </a:lnTo>
                <a:lnTo>
                  <a:pt x="4073728" y="444334"/>
                </a:lnTo>
                <a:lnTo>
                  <a:pt x="4064241" y="446468"/>
                </a:lnTo>
                <a:lnTo>
                  <a:pt x="4056011" y="452259"/>
                </a:lnTo>
                <a:lnTo>
                  <a:pt x="4050639" y="460806"/>
                </a:lnTo>
                <a:lnTo>
                  <a:pt x="4049014" y="470420"/>
                </a:lnTo>
                <a:lnTo>
                  <a:pt x="4051096" y="479933"/>
                </a:lnTo>
                <a:lnTo>
                  <a:pt x="4056888" y="488200"/>
                </a:lnTo>
                <a:lnTo>
                  <a:pt x="4116755" y="544868"/>
                </a:lnTo>
                <a:lnTo>
                  <a:pt x="1793481" y="0"/>
                </a:lnTo>
                <a:lnTo>
                  <a:pt x="1787639" y="24726"/>
                </a:lnTo>
                <a:lnTo>
                  <a:pt x="1779638" y="647"/>
                </a:lnTo>
                <a:lnTo>
                  <a:pt x="128905" y="551789"/>
                </a:lnTo>
                <a:lnTo>
                  <a:pt x="183261" y="489851"/>
                </a:lnTo>
                <a:lnTo>
                  <a:pt x="172224" y="448995"/>
                </a:lnTo>
                <a:lnTo>
                  <a:pt x="162585" y="447751"/>
                </a:lnTo>
                <a:lnTo>
                  <a:pt x="153174" y="450215"/>
                </a:lnTo>
                <a:lnTo>
                  <a:pt x="145161" y="456323"/>
                </a:lnTo>
                <a:lnTo>
                  <a:pt x="0" y="621677"/>
                </a:lnTo>
                <a:lnTo>
                  <a:pt x="215379" y="666635"/>
                </a:lnTo>
                <a:lnTo>
                  <a:pt x="225463" y="666661"/>
                </a:lnTo>
                <a:lnTo>
                  <a:pt x="234467" y="662978"/>
                </a:lnTo>
                <a:lnTo>
                  <a:pt x="241427" y="656196"/>
                </a:lnTo>
                <a:lnTo>
                  <a:pt x="245364" y="646938"/>
                </a:lnTo>
                <a:lnTo>
                  <a:pt x="245465" y="636866"/>
                </a:lnTo>
                <a:lnTo>
                  <a:pt x="242595" y="629805"/>
                </a:lnTo>
                <a:lnTo>
                  <a:pt x="241808" y="627849"/>
                </a:lnTo>
                <a:lnTo>
                  <a:pt x="235000" y="620864"/>
                </a:lnTo>
                <a:lnTo>
                  <a:pt x="225666" y="616851"/>
                </a:lnTo>
                <a:lnTo>
                  <a:pt x="145059" y="600024"/>
                </a:lnTo>
                <a:lnTo>
                  <a:pt x="1788795" y="51066"/>
                </a:lnTo>
                <a:lnTo>
                  <a:pt x="4105135" y="594372"/>
                </a:lnTo>
                <a:lnTo>
                  <a:pt x="4026408" y="618502"/>
                </a:lnTo>
                <a:lnTo>
                  <a:pt x="4017518" y="623366"/>
                </a:lnTo>
                <a:lnTo>
                  <a:pt x="4011384" y="630948"/>
                </a:lnTo>
                <a:lnTo>
                  <a:pt x="4008551" y="640257"/>
                </a:lnTo>
                <a:lnTo>
                  <a:pt x="4009529" y="650265"/>
                </a:lnTo>
                <a:lnTo>
                  <a:pt x="4014355" y="659142"/>
                </a:lnTo>
                <a:lnTo>
                  <a:pt x="4021912" y="665264"/>
                </a:lnTo>
                <a:lnTo>
                  <a:pt x="4031208" y="668108"/>
                </a:lnTo>
                <a:lnTo>
                  <a:pt x="4041254" y="667143"/>
                </a:lnTo>
                <a:lnTo>
                  <a:pt x="4208449" y="615848"/>
                </a:lnTo>
                <a:lnTo>
                  <a:pt x="4251566" y="602627"/>
                </a:lnTo>
                <a:close/>
              </a:path>
            </a:pathLst>
          </a:custGeom>
          <a:solidFill>
            <a:srgbClr val="FF0000"/>
          </a:solidFill>
        </p:spPr>
        <p:txBody>
          <a:bodyPr wrap="square" lIns="0" tIns="0" rIns="0" bIns="0" rtlCol="0"/>
          <a:lstStyle/>
          <a:p>
            <a:endParaRPr/>
          </a:p>
        </p:txBody>
      </p:sp>
      <p:sp>
        <p:nvSpPr>
          <p:cNvPr id="20" name="object 20"/>
          <p:cNvSpPr txBox="1"/>
          <p:nvPr/>
        </p:nvSpPr>
        <p:spPr>
          <a:xfrm>
            <a:off x="1581150" y="4176772"/>
            <a:ext cx="1346200" cy="1570355"/>
          </a:xfrm>
          <a:prstGeom prst="rect">
            <a:avLst/>
          </a:prstGeom>
          <a:solidFill>
            <a:srgbClr val="FFCC00"/>
          </a:solidFill>
          <a:ln w="9524">
            <a:solidFill>
              <a:srgbClr val="BAE0E3"/>
            </a:solidFill>
          </a:ln>
        </p:spPr>
        <p:txBody>
          <a:bodyPr vert="horz" wrap="square" lIns="0" tIns="39369" rIns="0" bIns="0" rtlCol="0">
            <a:spAutoFit/>
          </a:bodyPr>
          <a:lstStyle/>
          <a:p>
            <a:pPr marL="91440" marR="296545">
              <a:lnSpc>
                <a:spcPct val="100000"/>
              </a:lnSpc>
              <a:spcBef>
                <a:spcPts val="309"/>
              </a:spcBef>
            </a:pPr>
            <a:r>
              <a:rPr sz="2400" spc="-5" dirty="0">
                <a:latin typeface="Arial"/>
                <a:cs typeface="Arial"/>
              </a:rPr>
              <a:t>Char  </a:t>
            </a:r>
            <a:r>
              <a:rPr sz="2400" dirty="0">
                <a:latin typeface="Arial"/>
                <a:cs typeface="Arial"/>
              </a:rPr>
              <a:t>I</a:t>
            </a:r>
            <a:r>
              <a:rPr sz="2400" spc="5" dirty="0">
                <a:latin typeface="Arial"/>
                <a:cs typeface="Arial"/>
              </a:rPr>
              <a:t>n</a:t>
            </a:r>
            <a:r>
              <a:rPr sz="2400" dirty="0">
                <a:latin typeface="Arial"/>
                <a:cs typeface="Arial"/>
              </a:rPr>
              <a:t>t</a:t>
            </a:r>
            <a:r>
              <a:rPr sz="2400" spc="5" dirty="0">
                <a:latin typeface="Arial"/>
                <a:cs typeface="Arial"/>
              </a:rPr>
              <a:t>e</a:t>
            </a:r>
            <a:r>
              <a:rPr sz="2400" spc="-5" dirty="0">
                <a:latin typeface="Arial"/>
                <a:cs typeface="Arial"/>
              </a:rPr>
              <a:t>ger </a:t>
            </a:r>
            <a:r>
              <a:rPr sz="2400" spc="-5" dirty="0">
                <a:latin typeface="Times New Roman"/>
                <a:cs typeface="Times New Roman"/>
              </a:rPr>
              <a:t> </a:t>
            </a:r>
            <a:r>
              <a:rPr sz="2400" dirty="0">
                <a:latin typeface="Arial"/>
                <a:cs typeface="Arial"/>
              </a:rPr>
              <a:t>Float  </a:t>
            </a:r>
            <a:r>
              <a:rPr sz="2400" spc="-5" dirty="0">
                <a:latin typeface="Arial"/>
                <a:cs typeface="Arial"/>
              </a:rPr>
              <a:t>double</a:t>
            </a:r>
            <a:endParaRPr sz="2400">
              <a:latin typeface="Arial"/>
              <a:cs typeface="Arial"/>
            </a:endParaRPr>
          </a:p>
        </p:txBody>
      </p:sp>
      <p:sp>
        <p:nvSpPr>
          <p:cNvPr id="21" name="object 21"/>
          <p:cNvSpPr txBox="1"/>
          <p:nvPr/>
        </p:nvSpPr>
        <p:spPr>
          <a:xfrm>
            <a:off x="4132326" y="5173658"/>
            <a:ext cx="1346200" cy="1569085"/>
          </a:xfrm>
          <a:prstGeom prst="rect">
            <a:avLst/>
          </a:prstGeom>
          <a:solidFill>
            <a:srgbClr val="FFCC00"/>
          </a:solidFill>
          <a:ln w="9524">
            <a:solidFill>
              <a:srgbClr val="BAE0E3"/>
            </a:solidFill>
          </a:ln>
        </p:spPr>
        <p:txBody>
          <a:bodyPr vert="horz" wrap="square" lIns="0" tIns="39369" rIns="0" bIns="0" rtlCol="0">
            <a:spAutoFit/>
          </a:bodyPr>
          <a:lstStyle/>
          <a:p>
            <a:pPr marL="92075" marR="128270">
              <a:lnSpc>
                <a:spcPct val="100000"/>
              </a:lnSpc>
              <a:spcBef>
                <a:spcPts val="309"/>
              </a:spcBef>
            </a:pPr>
            <a:r>
              <a:rPr sz="2400" dirty="0">
                <a:latin typeface="Arial"/>
                <a:cs typeface="Arial"/>
              </a:rPr>
              <a:t>Array  Stack  </a:t>
            </a:r>
            <a:r>
              <a:rPr sz="2400" spc="-5" dirty="0">
                <a:latin typeface="Arial"/>
                <a:cs typeface="Arial"/>
              </a:rPr>
              <a:t>Queue  Link</a:t>
            </a:r>
            <a:r>
              <a:rPr sz="2400" spc="-85" dirty="0">
                <a:latin typeface="Arial"/>
                <a:cs typeface="Arial"/>
              </a:rPr>
              <a:t> </a:t>
            </a:r>
            <a:r>
              <a:rPr sz="2400" spc="-5" dirty="0">
                <a:latin typeface="Arial"/>
                <a:cs typeface="Arial"/>
              </a:rPr>
              <a:t>List</a:t>
            </a:r>
            <a:endParaRPr sz="2400">
              <a:latin typeface="Arial"/>
              <a:cs typeface="Arial"/>
            </a:endParaRPr>
          </a:p>
        </p:txBody>
      </p:sp>
      <p:sp>
        <p:nvSpPr>
          <p:cNvPr id="22" name="object 22"/>
          <p:cNvSpPr txBox="1"/>
          <p:nvPr/>
        </p:nvSpPr>
        <p:spPr>
          <a:xfrm>
            <a:off x="7421636" y="5173660"/>
            <a:ext cx="1346200" cy="830580"/>
          </a:xfrm>
          <a:prstGeom prst="rect">
            <a:avLst/>
          </a:prstGeom>
          <a:solidFill>
            <a:srgbClr val="FFCC00"/>
          </a:solidFill>
          <a:ln w="9524">
            <a:solidFill>
              <a:srgbClr val="BAE0E3"/>
            </a:solidFill>
          </a:ln>
        </p:spPr>
        <p:txBody>
          <a:bodyPr vert="horz" wrap="square" lIns="0" tIns="39369" rIns="0" bIns="0" rtlCol="0">
            <a:spAutoFit/>
          </a:bodyPr>
          <a:lstStyle/>
          <a:p>
            <a:pPr marL="92075" marR="397510">
              <a:lnSpc>
                <a:spcPct val="100000"/>
              </a:lnSpc>
              <a:spcBef>
                <a:spcPts val="309"/>
              </a:spcBef>
            </a:pPr>
            <a:r>
              <a:rPr sz="2400" spc="-25" dirty="0">
                <a:latin typeface="Arial"/>
                <a:cs typeface="Arial"/>
              </a:rPr>
              <a:t>Tree  </a:t>
            </a:r>
            <a:r>
              <a:rPr sz="2400" dirty="0">
                <a:latin typeface="Arial"/>
                <a:cs typeface="Arial"/>
              </a:rPr>
              <a:t>G</a:t>
            </a:r>
            <a:r>
              <a:rPr sz="2400" spc="5" dirty="0">
                <a:latin typeface="Arial"/>
                <a:cs typeface="Arial"/>
              </a:rPr>
              <a:t>r</a:t>
            </a:r>
            <a:r>
              <a:rPr sz="2400" spc="-5" dirty="0">
                <a:latin typeface="Arial"/>
                <a:cs typeface="Arial"/>
              </a:rPr>
              <a:t>aph</a:t>
            </a:r>
            <a:endParaRPr sz="2400">
              <a:latin typeface="Arial"/>
              <a:cs typeface="Arial"/>
            </a:endParaRPr>
          </a:p>
        </p:txBody>
      </p:sp>
      <p:sp>
        <p:nvSpPr>
          <p:cNvPr id="23" name="object 23"/>
          <p:cNvSpPr/>
          <p:nvPr/>
        </p:nvSpPr>
        <p:spPr>
          <a:xfrm>
            <a:off x="2137204" y="3531870"/>
            <a:ext cx="228600" cy="645160"/>
          </a:xfrm>
          <a:custGeom>
            <a:avLst/>
            <a:gdLst/>
            <a:ahLst/>
            <a:cxnLst/>
            <a:rect l="l" t="t" r="r" b="b"/>
            <a:pathLst>
              <a:path w="228600" h="645160">
                <a:moveTo>
                  <a:pt x="21543" y="418365"/>
                </a:moveTo>
                <a:lnTo>
                  <a:pt x="12016" y="421767"/>
                </a:lnTo>
                <a:lnTo>
                  <a:pt x="4611" y="428579"/>
                </a:lnTo>
                <a:lnTo>
                  <a:pt x="507" y="437404"/>
                </a:lnTo>
                <a:lnTo>
                  <a:pt x="0" y="447111"/>
                </a:lnTo>
                <a:lnTo>
                  <a:pt x="3384" y="456569"/>
                </a:lnTo>
                <a:lnTo>
                  <a:pt x="117041" y="644901"/>
                </a:lnTo>
                <a:lnTo>
                  <a:pt x="145210" y="594990"/>
                </a:lnTo>
                <a:lnTo>
                  <a:pt x="90883" y="594990"/>
                </a:lnTo>
                <a:lnTo>
                  <a:pt x="89497" y="500977"/>
                </a:lnTo>
                <a:lnTo>
                  <a:pt x="46937" y="430398"/>
                </a:lnTo>
                <a:lnTo>
                  <a:pt x="40123" y="422944"/>
                </a:lnTo>
                <a:lnTo>
                  <a:pt x="31285" y="418845"/>
                </a:lnTo>
                <a:lnTo>
                  <a:pt x="21543" y="418365"/>
                </a:lnTo>
                <a:close/>
              </a:path>
              <a:path w="228600" h="645160">
                <a:moveTo>
                  <a:pt x="89497" y="500977"/>
                </a:moveTo>
                <a:lnTo>
                  <a:pt x="90883" y="594990"/>
                </a:lnTo>
                <a:lnTo>
                  <a:pt x="141687" y="594228"/>
                </a:lnTo>
                <a:lnTo>
                  <a:pt x="141507" y="582036"/>
                </a:lnTo>
                <a:lnTo>
                  <a:pt x="94181" y="582036"/>
                </a:lnTo>
                <a:lnTo>
                  <a:pt x="115534" y="544156"/>
                </a:lnTo>
                <a:lnTo>
                  <a:pt x="89497" y="500977"/>
                </a:lnTo>
                <a:close/>
              </a:path>
              <a:path w="228600" h="645160">
                <a:moveTo>
                  <a:pt x="205818" y="415620"/>
                </a:moveTo>
                <a:lnTo>
                  <a:pt x="196085" y="416403"/>
                </a:lnTo>
                <a:lnTo>
                  <a:pt x="187377" y="420758"/>
                </a:lnTo>
                <a:lnTo>
                  <a:pt x="180799" y="428375"/>
                </a:lnTo>
                <a:lnTo>
                  <a:pt x="140301" y="500219"/>
                </a:lnTo>
                <a:lnTo>
                  <a:pt x="141687" y="594228"/>
                </a:lnTo>
                <a:lnTo>
                  <a:pt x="90883" y="594990"/>
                </a:lnTo>
                <a:lnTo>
                  <a:pt x="145210" y="594990"/>
                </a:lnTo>
                <a:lnTo>
                  <a:pt x="225126" y="453390"/>
                </a:lnTo>
                <a:lnTo>
                  <a:pt x="228225" y="443738"/>
                </a:lnTo>
                <a:lnTo>
                  <a:pt x="227442" y="434005"/>
                </a:lnTo>
                <a:lnTo>
                  <a:pt x="223087" y="425296"/>
                </a:lnTo>
                <a:lnTo>
                  <a:pt x="215470" y="418719"/>
                </a:lnTo>
                <a:lnTo>
                  <a:pt x="205818" y="415620"/>
                </a:lnTo>
                <a:close/>
              </a:path>
              <a:path w="228600" h="645160">
                <a:moveTo>
                  <a:pt x="115534" y="544156"/>
                </a:moveTo>
                <a:lnTo>
                  <a:pt x="94181" y="582036"/>
                </a:lnTo>
                <a:lnTo>
                  <a:pt x="137996" y="581406"/>
                </a:lnTo>
                <a:lnTo>
                  <a:pt x="115534" y="544156"/>
                </a:lnTo>
                <a:close/>
              </a:path>
              <a:path w="228600" h="645160">
                <a:moveTo>
                  <a:pt x="140301" y="500219"/>
                </a:moveTo>
                <a:lnTo>
                  <a:pt x="115534" y="544156"/>
                </a:lnTo>
                <a:lnTo>
                  <a:pt x="137996" y="581406"/>
                </a:lnTo>
                <a:lnTo>
                  <a:pt x="94181" y="582036"/>
                </a:lnTo>
                <a:lnTo>
                  <a:pt x="141507" y="582036"/>
                </a:lnTo>
                <a:lnTo>
                  <a:pt x="140301" y="500219"/>
                </a:lnTo>
                <a:close/>
              </a:path>
              <a:path w="228600" h="645160">
                <a:moveTo>
                  <a:pt x="132924" y="0"/>
                </a:moveTo>
                <a:lnTo>
                  <a:pt x="82120" y="640"/>
                </a:lnTo>
                <a:lnTo>
                  <a:pt x="89497" y="500977"/>
                </a:lnTo>
                <a:lnTo>
                  <a:pt x="115534" y="544156"/>
                </a:lnTo>
                <a:lnTo>
                  <a:pt x="140301" y="500219"/>
                </a:lnTo>
                <a:lnTo>
                  <a:pt x="132924" y="0"/>
                </a:lnTo>
                <a:close/>
              </a:path>
            </a:pathLst>
          </a:custGeom>
          <a:solidFill>
            <a:srgbClr val="FF0000"/>
          </a:solidFill>
        </p:spPr>
        <p:txBody>
          <a:bodyPr wrap="square" lIns="0" tIns="0" rIns="0" bIns="0" rtlCol="0"/>
          <a:lstStyle/>
          <a:p>
            <a:endParaRPr/>
          </a:p>
        </p:txBody>
      </p:sp>
      <p:sp>
        <p:nvSpPr>
          <p:cNvPr id="24" name="object 24"/>
          <p:cNvSpPr/>
          <p:nvPr/>
        </p:nvSpPr>
        <p:spPr>
          <a:xfrm>
            <a:off x="4643638" y="4633852"/>
            <a:ext cx="228600" cy="497205"/>
          </a:xfrm>
          <a:custGeom>
            <a:avLst/>
            <a:gdLst/>
            <a:ahLst/>
            <a:cxnLst/>
            <a:rect l="l" t="t" r="r" b="b"/>
            <a:pathLst>
              <a:path w="228600" h="497204">
                <a:moveTo>
                  <a:pt x="21956" y="269068"/>
                </a:moveTo>
                <a:lnTo>
                  <a:pt x="12425" y="272283"/>
                </a:lnTo>
                <a:lnTo>
                  <a:pt x="4854" y="279005"/>
                </a:lnTo>
                <a:lnTo>
                  <a:pt x="618" y="287778"/>
                </a:lnTo>
                <a:lnTo>
                  <a:pt x="0" y="297504"/>
                </a:lnTo>
                <a:lnTo>
                  <a:pt x="3281" y="307086"/>
                </a:lnTo>
                <a:lnTo>
                  <a:pt x="114046" y="497073"/>
                </a:lnTo>
                <a:lnTo>
                  <a:pt x="143467" y="446650"/>
                </a:lnTo>
                <a:lnTo>
                  <a:pt x="88625" y="446650"/>
                </a:lnTo>
                <a:lnTo>
                  <a:pt x="88657" y="352641"/>
                </a:lnTo>
                <a:lnTo>
                  <a:pt x="47112" y="281427"/>
                </a:lnTo>
                <a:lnTo>
                  <a:pt x="40445" y="273928"/>
                </a:lnTo>
                <a:lnTo>
                  <a:pt x="31677" y="269712"/>
                </a:lnTo>
                <a:lnTo>
                  <a:pt x="21956" y="269068"/>
                </a:lnTo>
                <a:close/>
              </a:path>
              <a:path w="228600" h="497204">
                <a:moveTo>
                  <a:pt x="88657" y="352641"/>
                </a:moveTo>
                <a:lnTo>
                  <a:pt x="88625" y="446650"/>
                </a:lnTo>
                <a:lnTo>
                  <a:pt x="139436" y="446650"/>
                </a:lnTo>
                <a:lnTo>
                  <a:pt x="139439" y="433827"/>
                </a:lnTo>
                <a:lnTo>
                  <a:pt x="92192" y="433827"/>
                </a:lnTo>
                <a:lnTo>
                  <a:pt x="114107" y="396263"/>
                </a:lnTo>
                <a:lnTo>
                  <a:pt x="88657" y="352641"/>
                </a:lnTo>
                <a:close/>
              </a:path>
              <a:path w="228600" h="497204">
                <a:moveTo>
                  <a:pt x="206232" y="269068"/>
                </a:moveTo>
                <a:lnTo>
                  <a:pt x="139556" y="352641"/>
                </a:lnTo>
                <a:lnTo>
                  <a:pt x="139436" y="446650"/>
                </a:lnTo>
                <a:lnTo>
                  <a:pt x="143467" y="446650"/>
                </a:lnTo>
                <a:lnTo>
                  <a:pt x="224901" y="307086"/>
                </a:lnTo>
                <a:lnTo>
                  <a:pt x="228196" y="297504"/>
                </a:lnTo>
                <a:lnTo>
                  <a:pt x="227576" y="287778"/>
                </a:lnTo>
                <a:lnTo>
                  <a:pt x="223333" y="279005"/>
                </a:lnTo>
                <a:lnTo>
                  <a:pt x="215757" y="272283"/>
                </a:lnTo>
                <a:lnTo>
                  <a:pt x="206232" y="269068"/>
                </a:lnTo>
                <a:close/>
              </a:path>
              <a:path w="228600" h="497204">
                <a:moveTo>
                  <a:pt x="114107" y="396263"/>
                </a:moveTo>
                <a:lnTo>
                  <a:pt x="92192" y="433827"/>
                </a:lnTo>
                <a:lnTo>
                  <a:pt x="136022" y="433827"/>
                </a:lnTo>
                <a:lnTo>
                  <a:pt x="114107" y="396263"/>
                </a:lnTo>
                <a:close/>
              </a:path>
              <a:path w="228600" h="497204">
                <a:moveTo>
                  <a:pt x="139461" y="352803"/>
                </a:moveTo>
                <a:lnTo>
                  <a:pt x="114107" y="396263"/>
                </a:lnTo>
                <a:lnTo>
                  <a:pt x="136022" y="433827"/>
                </a:lnTo>
                <a:lnTo>
                  <a:pt x="139439" y="433827"/>
                </a:lnTo>
                <a:lnTo>
                  <a:pt x="139461" y="352803"/>
                </a:lnTo>
                <a:close/>
              </a:path>
              <a:path w="228600" h="497204">
                <a:moveTo>
                  <a:pt x="139557" y="0"/>
                </a:moveTo>
                <a:lnTo>
                  <a:pt x="88778" y="0"/>
                </a:lnTo>
                <a:lnTo>
                  <a:pt x="88752" y="352803"/>
                </a:lnTo>
                <a:lnTo>
                  <a:pt x="114107" y="396263"/>
                </a:lnTo>
                <a:lnTo>
                  <a:pt x="139461" y="352803"/>
                </a:lnTo>
                <a:lnTo>
                  <a:pt x="139557" y="0"/>
                </a:lnTo>
                <a:close/>
              </a:path>
            </a:pathLst>
          </a:custGeom>
          <a:solidFill>
            <a:srgbClr val="FF0000"/>
          </a:solidFill>
        </p:spPr>
        <p:txBody>
          <a:bodyPr wrap="square" lIns="0" tIns="0" rIns="0" bIns="0" rtlCol="0"/>
          <a:lstStyle/>
          <a:p>
            <a:endParaRPr/>
          </a:p>
        </p:txBody>
      </p:sp>
      <p:sp>
        <p:nvSpPr>
          <p:cNvPr id="25" name="object 25"/>
          <p:cNvSpPr/>
          <p:nvPr/>
        </p:nvSpPr>
        <p:spPr>
          <a:xfrm>
            <a:off x="4757674" y="3490975"/>
            <a:ext cx="3205480" cy="717550"/>
          </a:xfrm>
          <a:custGeom>
            <a:avLst/>
            <a:gdLst/>
            <a:ahLst/>
            <a:cxnLst/>
            <a:rect l="l" t="t" r="r" b="b"/>
            <a:pathLst>
              <a:path w="3205479" h="717550">
                <a:moveTo>
                  <a:pt x="3205340" y="642874"/>
                </a:moveTo>
                <a:lnTo>
                  <a:pt x="3073400" y="466852"/>
                </a:lnTo>
                <a:lnTo>
                  <a:pt x="3065869" y="460171"/>
                </a:lnTo>
                <a:lnTo>
                  <a:pt x="3056661" y="456984"/>
                </a:lnTo>
                <a:lnTo>
                  <a:pt x="3046920" y="457454"/>
                </a:lnTo>
                <a:lnTo>
                  <a:pt x="3037827" y="461772"/>
                </a:lnTo>
                <a:lnTo>
                  <a:pt x="3031096" y="469353"/>
                </a:lnTo>
                <a:lnTo>
                  <a:pt x="3027921" y="478561"/>
                </a:lnTo>
                <a:lnTo>
                  <a:pt x="3028429" y="488264"/>
                </a:lnTo>
                <a:lnTo>
                  <a:pt x="3032760" y="497332"/>
                </a:lnTo>
                <a:lnTo>
                  <a:pt x="3082302" y="563460"/>
                </a:lnTo>
                <a:lnTo>
                  <a:pt x="1748282" y="393"/>
                </a:lnTo>
                <a:lnTo>
                  <a:pt x="1738363" y="23774"/>
                </a:lnTo>
                <a:lnTo>
                  <a:pt x="1729346" y="0"/>
                </a:lnTo>
                <a:lnTo>
                  <a:pt x="125958" y="606234"/>
                </a:lnTo>
                <a:lnTo>
                  <a:pt x="177914" y="542163"/>
                </a:lnTo>
                <a:lnTo>
                  <a:pt x="165277" y="501713"/>
                </a:lnTo>
                <a:lnTo>
                  <a:pt x="155562" y="500875"/>
                </a:lnTo>
                <a:lnTo>
                  <a:pt x="146227" y="503732"/>
                </a:lnTo>
                <a:lnTo>
                  <a:pt x="138417" y="510159"/>
                </a:lnTo>
                <a:lnTo>
                  <a:pt x="0" y="680974"/>
                </a:lnTo>
                <a:lnTo>
                  <a:pt x="216903" y="717550"/>
                </a:lnTo>
                <a:lnTo>
                  <a:pt x="226999" y="717194"/>
                </a:lnTo>
                <a:lnTo>
                  <a:pt x="235864" y="713130"/>
                </a:lnTo>
                <a:lnTo>
                  <a:pt x="242544" y="706043"/>
                </a:lnTo>
                <a:lnTo>
                  <a:pt x="246126" y="696595"/>
                </a:lnTo>
                <a:lnTo>
                  <a:pt x="245795" y="686943"/>
                </a:lnTo>
                <a:lnTo>
                  <a:pt x="143954" y="653732"/>
                </a:lnTo>
                <a:lnTo>
                  <a:pt x="1737893" y="51104"/>
                </a:lnTo>
                <a:lnTo>
                  <a:pt x="3062503" y="610196"/>
                </a:lnTo>
                <a:lnTo>
                  <a:pt x="2980677" y="620776"/>
                </a:lnTo>
                <a:lnTo>
                  <a:pt x="2971101" y="624014"/>
                </a:lnTo>
                <a:lnTo>
                  <a:pt x="2963786" y="630428"/>
                </a:lnTo>
                <a:lnTo>
                  <a:pt x="2959430" y="639140"/>
                </a:lnTo>
                <a:lnTo>
                  <a:pt x="2958731" y="649224"/>
                </a:lnTo>
                <a:lnTo>
                  <a:pt x="2961970" y="658749"/>
                </a:lnTo>
                <a:lnTo>
                  <a:pt x="2968421" y="666076"/>
                </a:lnTo>
                <a:lnTo>
                  <a:pt x="2977134" y="670471"/>
                </a:lnTo>
                <a:lnTo>
                  <a:pt x="2987167" y="671207"/>
                </a:lnTo>
                <a:lnTo>
                  <a:pt x="3175990" y="646684"/>
                </a:lnTo>
                <a:lnTo>
                  <a:pt x="3205340" y="642874"/>
                </a:lnTo>
                <a:close/>
              </a:path>
            </a:pathLst>
          </a:custGeom>
          <a:solidFill>
            <a:srgbClr val="FF0000"/>
          </a:solidFill>
        </p:spPr>
        <p:txBody>
          <a:bodyPr wrap="square" lIns="0" tIns="0" rIns="0" bIns="0" rtlCol="0"/>
          <a:lstStyle/>
          <a:p>
            <a:endParaRPr/>
          </a:p>
        </p:txBody>
      </p:sp>
      <p:sp>
        <p:nvSpPr>
          <p:cNvPr id="26" name="object 26"/>
          <p:cNvSpPr/>
          <p:nvPr/>
        </p:nvSpPr>
        <p:spPr>
          <a:xfrm>
            <a:off x="7980575" y="4633852"/>
            <a:ext cx="228600" cy="540385"/>
          </a:xfrm>
          <a:custGeom>
            <a:avLst/>
            <a:gdLst/>
            <a:ahLst/>
            <a:cxnLst/>
            <a:rect l="l" t="t" r="r" b="b"/>
            <a:pathLst>
              <a:path w="228600" h="540385">
                <a:moveTo>
                  <a:pt x="21951" y="311921"/>
                </a:moveTo>
                <a:lnTo>
                  <a:pt x="12438" y="315205"/>
                </a:lnTo>
                <a:lnTo>
                  <a:pt x="4863" y="321875"/>
                </a:lnTo>
                <a:lnTo>
                  <a:pt x="620" y="330639"/>
                </a:lnTo>
                <a:lnTo>
                  <a:pt x="0" y="340354"/>
                </a:lnTo>
                <a:lnTo>
                  <a:pt x="3294" y="349876"/>
                </a:lnTo>
                <a:lnTo>
                  <a:pt x="114028" y="539877"/>
                </a:lnTo>
                <a:lnTo>
                  <a:pt x="143447" y="489453"/>
                </a:lnTo>
                <a:lnTo>
                  <a:pt x="88638" y="489453"/>
                </a:lnTo>
                <a:lnTo>
                  <a:pt x="88662" y="395600"/>
                </a:lnTo>
                <a:lnTo>
                  <a:pt x="47094" y="324349"/>
                </a:lnTo>
                <a:lnTo>
                  <a:pt x="40427" y="316778"/>
                </a:lnTo>
                <a:lnTo>
                  <a:pt x="31663" y="312540"/>
                </a:lnTo>
                <a:lnTo>
                  <a:pt x="21951" y="311921"/>
                </a:lnTo>
                <a:close/>
              </a:path>
              <a:path w="228600" h="540385">
                <a:moveTo>
                  <a:pt x="88662" y="395600"/>
                </a:moveTo>
                <a:lnTo>
                  <a:pt x="88638" y="489453"/>
                </a:lnTo>
                <a:lnTo>
                  <a:pt x="139418" y="489453"/>
                </a:lnTo>
                <a:lnTo>
                  <a:pt x="139421" y="476749"/>
                </a:lnTo>
                <a:lnTo>
                  <a:pt x="92174" y="476749"/>
                </a:lnTo>
                <a:lnTo>
                  <a:pt x="114089" y="439185"/>
                </a:lnTo>
                <a:lnTo>
                  <a:pt x="88662" y="395600"/>
                </a:lnTo>
                <a:close/>
              </a:path>
              <a:path w="228600" h="540385">
                <a:moveTo>
                  <a:pt x="206227" y="311921"/>
                </a:moveTo>
                <a:lnTo>
                  <a:pt x="139516" y="395600"/>
                </a:lnTo>
                <a:lnTo>
                  <a:pt x="139418" y="489453"/>
                </a:lnTo>
                <a:lnTo>
                  <a:pt x="143447" y="489453"/>
                </a:lnTo>
                <a:lnTo>
                  <a:pt x="224884" y="349876"/>
                </a:lnTo>
                <a:lnTo>
                  <a:pt x="228179" y="340354"/>
                </a:lnTo>
                <a:lnTo>
                  <a:pt x="227558" y="330639"/>
                </a:lnTo>
                <a:lnTo>
                  <a:pt x="223315" y="321875"/>
                </a:lnTo>
                <a:lnTo>
                  <a:pt x="215740" y="315205"/>
                </a:lnTo>
                <a:lnTo>
                  <a:pt x="206227" y="311921"/>
                </a:lnTo>
                <a:close/>
              </a:path>
              <a:path w="228600" h="540385">
                <a:moveTo>
                  <a:pt x="114089" y="439185"/>
                </a:moveTo>
                <a:lnTo>
                  <a:pt x="92174" y="476749"/>
                </a:lnTo>
                <a:lnTo>
                  <a:pt x="136004" y="476749"/>
                </a:lnTo>
                <a:lnTo>
                  <a:pt x="114089" y="439185"/>
                </a:lnTo>
                <a:close/>
              </a:path>
              <a:path w="228600" h="540385">
                <a:moveTo>
                  <a:pt x="139441" y="395729"/>
                </a:moveTo>
                <a:lnTo>
                  <a:pt x="114089" y="439185"/>
                </a:lnTo>
                <a:lnTo>
                  <a:pt x="136004" y="476749"/>
                </a:lnTo>
                <a:lnTo>
                  <a:pt x="139421" y="476749"/>
                </a:lnTo>
                <a:lnTo>
                  <a:pt x="139441" y="395729"/>
                </a:lnTo>
                <a:close/>
              </a:path>
              <a:path w="228600" h="540385">
                <a:moveTo>
                  <a:pt x="139540" y="0"/>
                </a:moveTo>
                <a:lnTo>
                  <a:pt x="88760" y="0"/>
                </a:lnTo>
                <a:lnTo>
                  <a:pt x="88737" y="395729"/>
                </a:lnTo>
                <a:lnTo>
                  <a:pt x="114089" y="439185"/>
                </a:lnTo>
                <a:lnTo>
                  <a:pt x="139441" y="395729"/>
                </a:lnTo>
                <a:lnTo>
                  <a:pt x="139540" y="0"/>
                </a:lnTo>
                <a:close/>
              </a:path>
            </a:pathLst>
          </a:custGeom>
          <a:solidFill>
            <a:srgbClr val="FF0000"/>
          </a:solidFill>
        </p:spPr>
        <p:txBody>
          <a:bodyPr wrap="square" lIns="0" tIns="0" rIns="0" bIns="0" rtlCol="0"/>
          <a:lstStyle/>
          <a:p>
            <a:endParaRPr/>
          </a:p>
        </p:txBody>
      </p:sp>
      <p:sp>
        <p:nvSpPr>
          <p:cNvPr id="27" name="object 27"/>
          <p:cNvSpPr/>
          <p:nvPr/>
        </p:nvSpPr>
        <p:spPr>
          <a:xfrm>
            <a:off x="0" y="125474"/>
            <a:ext cx="9144000" cy="869950"/>
          </a:xfrm>
          <a:custGeom>
            <a:avLst/>
            <a:gdLst/>
            <a:ahLst/>
            <a:cxnLst/>
            <a:rect l="l" t="t" r="r" b="b"/>
            <a:pathLst>
              <a:path w="9144000" h="869950">
                <a:moveTo>
                  <a:pt x="9143999" y="0"/>
                </a:moveTo>
                <a:lnTo>
                  <a:pt x="0" y="0"/>
                </a:lnTo>
                <a:lnTo>
                  <a:pt x="0" y="869941"/>
                </a:lnTo>
                <a:lnTo>
                  <a:pt x="9143999" y="869941"/>
                </a:lnTo>
                <a:lnTo>
                  <a:pt x="9143999" y="0"/>
                </a:lnTo>
                <a:close/>
              </a:path>
            </a:pathLst>
          </a:custGeom>
          <a:solidFill>
            <a:srgbClr val="7F7F7F"/>
          </a:solidFill>
        </p:spPr>
        <p:txBody>
          <a:bodyPr wrap="square" lIns="0" tIns="0" rIns="0" bIns="0" rtlCol="0"/>
          <a:lstStyle/>
          <a:p>
            <a:endParaRPr/>
          </a:p>
        </p:txBody>
      </p:sp>
      <p:sp>
        <p:nvSpPr>
          <p:cNvPr id="28" name="object 28"/>
          <p:cNvSpPr txBox="1">
            <a:spLocks noGrp="1"/>
          </p:cNvSpPr>
          <p:nvPr>
            <p:ph type="title"/>
          </p:nvPr>
        </p:nvSpPr>
        <p:spPr>
          <a:xfrm>
            <a:off x="389636" y="143377"/>
            <a:ext cx="6518909" cy="696595"/>
          </a:xfrm>
          <a:prstGeom prst="rect">
            <a:avLst/>
          </a:prstGeom>
        </p:spPr>
        <p:txBody>
          <a:bodyPr vert="horz" wrap="square" lIns="0" tIns="13335" rIns="0" bIns="0" rtlCol="0">
            <a:spAutoFit/>
          </a:bodyPr>
          <a:lstStyle/>
          <a:p>
            <a:pPr marL="12700">
              <a:lnSpc>
                <a:spcPct val="100000"/>
              </a:lnSpc>
              <a:spcBef>
                <a:spcPts val="105"/>
              </a:spcBef>
            </a:pPr>
            <a:r>
              <a:rPr sz="4400" spc="-5" dirty="0"/>
              <a:t>Basics </a:t>
            </a:r>
            <a:r>
              <a:rPr sz="4400" dirty="0"/>
              <a:t>of </a:t>
            </a:r>
            <a:r>
              <a:rPr sz="4400" spc="-5" dirty="0"/>
              <a:t>Data</a:t>
            </a:r>
            <a:r>
              <a:rPr sz="4400" spc="-20" dirty="0"/>
              <a:t> </a:t>
            </a:r>
            <a:r>
              <a:rPr sz="4400" spc="-5" dirty="0"/>
              <a:t>Structure</a:t>
            </a:r>
            <a:endParaRPr sz="4400" dirty="0"/>
          </a:p>
        </p:txBody>
      </p:sp>
      <p:sp>
        <p:nvSpPr>
          <p:cNvPr id="29" name="object 29"/>
          <p:cNvSpPr/>
          <p:nvPr/>
        </p:nvSpPr>
        <p:spPr>
          <a:xfrm>
            <a:off x="439734" y="1065276"/>
            <a:ext cx="8242934" cy="825500"/>
          </a:xfrm>
          <a:custGeom>
            <a:avLst/>
            <a:gdLst/>
            <a:ahLst/>
            <a:cxnLst/>
            <a:rect l="l" t="t" r="r" b="b"/>
            <a:pathLst>
              <a:path w="8242934" h="825500">
                <a:moveTo>
                  <a:pt x="8104692" y="0"/>
                </a:moveTo>
                <a:lnTo>
                  <a:pt x="137598" y="0"/>
                </a:lnTo>
                <a:lnTo>
                  <a:pt x="94105" y="7013"/>
                </a:lnTo>
                <a:lnTo>
                  <a:pt x="56332" y="26542"/>
                </a:lnTo>
                <a:lnTo>
                  <a:pt x="26547" y="56316"/>
                </a:lnTo>
                <a:lnTo>
                  <a:pt x="7014" y="94067"/>
                </a:lnTo>
                <a:lnTo>
                  <a:pt x="0" y="137525"/>
                </a:lnTo>
                <a:lnTo>
                  <a:pt x="0" y="687842"/>
                </a:lnTo>
                <a:lnTo>
                  <a:pt x="7014" y="731312"/>
                </a:lnTo>
                <a:lnTo>
                  <a:pt x="26547" y="769094"/>
                </a:lnTo>
                <a:lnTo>
                  <a:pt x="56332" y="798904"/>
                </a:lnTo>
                <a:lnTo>
                  <a:pt x="94105" y="818463"/>
                </a:lnTo>
                <a:lnTo>
                  <a:pt x="137598" y="825489"/>
                </a:lnTo>
                <a:lnTo>
                  <a:pt x="8104692" y="825489"/>
                </a:lnTo>
                <a:lnTo>
                  <a:pt x="8148178" y="818463"/>
                </a:lnTo>
                <a:lnTo>
                  <a:pt x="8185968" y="798904"/>
                </a:lnTo>
                <a:lnTo>
                  <a:pt x="8215783" y="769094"/>
                </a:lnTo>
                <a:lnTo>
                  <a:pt x="8235344" y="731312"/>
                </a:lnTo>
                <a:lnTo>
                  <a:pt x="8242370" y="687842"/>
                </a:lnTo>
                <a:lnTo>
                  <a:pt x="8242370" y="137525"/>
                </a:lnTo>
                <a:lnTo>
                  <a:pt x="8235344" y="94067"/>
                </a:lnTo>
                <a:lnTo>
                  <a:pt x="8215783" y="56316"/>
                </a:lnTo>
                <a:lnTo>
                  <a:pt x="8185968" y="26542"/>
                </a:lnTo>
                <a:lnTo>
                  <a:pt x="8148178" y="7013"/>
                </a:lnTo>
                <a:lnTo>
                  <a:pt x="8104692" y="0"/>
                </a:lnTo>
                <a:close/>
              </a:path>
            </a:pathLst>
          </a:custGeom>
          <a:solidFill>
            <a:srgbClr val="3B8B92"/>
          </a:solidFill>
        </p:spPr>
        <p:txBody>
          <a:bodyPr wrap="square" lIns="0" tIns="0" rIns="0" bIns="0" rtlCol="0"/>
          <a:lstStyle/>
          <a:p>
            <a:endParaRPr/>
          </a:p>
        </p:txBody>
      </p:sp>
      <p:sp>
        <p:nvSpPr>
          <p:cNvPr id="30" name="object 30"/>
          <p:cNvSpPr txBox="1"/>
          <p:nvPr/>
        </p:nvSpPr>
        <p:spPr>
          <a:xfrm>
            <a:off x="779459" y="1117660"/>
            <a:ext cx="7903209" cy="1121461"/>
          </a:xfrm>
          <a:prstGeom prst="rect">
            <a:avLst/>
          </a:prstGeom>
        </p:spPr>
        <p:txBody>
          <a:bodyPr vert="horz" wrap="square" lIns="0" tIns="13335" rIns="0" bIns="0" rtlCol="0">
            <a:spAutoFit/>
          </a:bodyPr>
          <a:lstStyle/>
          <a:p>
            <a:pPr marL="2480945">
              <a:lnSpc>
                <a:spcPct val="100000"/>
              </a:lnSpc>
            </a:pPr>
            <a:r>
              <a:rPr lang="en-US" sz="2400" spc="-5" dirty="0" smtClean="0">
                <a:solidFill>
                  <a:srgbClr val="FFFFFF"/>
                </a:solidFill>
                <a:latin typeface="Arial"/>
                <a:cs typeface="Arial"/>
              </a:rPr>
              <a:t>Types of DS</a:t>
            </a:r>
          </a:p>
          <a:p>
            <a:pPr marL="2480945">
              <a:lnSpc>
                <a:spcPct val="100000"/>
              </a:lnSpc>
            </a:pPr>
            <a:endParaRPr lang="en-US" sz="2400" spc="-5" dirty="0" smtClean="0">
              <a:solidFill>
                <a:srgbClr val="FFFFFF"/>
              </a:solidFill>
              <a:latin typeface="Arial"/>
              <a:cs typeface="Arial"/>
            </a:endParaRPr>
          </a:p>
          <a:p>
            <a:pPr marL="2480945">
              <a:lnSpc>
                <a:spcPct val="100000"/>
              </a:lnSpc>
            </a:pPr>
            <a:r>
              <a:rPr sz="2400" spc="-5" dirty="0" smtClean="0">
                <a:solidFill>
                  <a:srgbClr val="FFFFFF"/>
                </a:solidFill>
                <a:latin typeface="Arial"/>
                <a:cs typeface="Arial"/>
              </a:rPr>
              <a:t>Data</a:t>
            </a:r>
            <a:r>
              <a:rPr sz="2400" dirty="0" smtClean="0">
                <a:solidFill>
                  <a:srgbClr val="FFFFFF"/>
                </a:solidFill>
                <a:latin typeface="Arial"/>
                <a:cs typeface="Arial"/>
              </a:rPr>
              <a:t> </a:t>
            </a:r>
            <a:r>
              <a:rPr sz="2400" spc="-5" dirty="0" smtClean="0">
                <a:solidFill>
                  <a:srgbClr val="FFFFFF"/>
                </a:solidFill>
                <a:latin typeface="Arial"/>
                <a:cs typeface="Arial"/>
              </a:rPr>
              <a:t>Structure</a:t>
            </a:r>
            <a:endParaRPr sz="2400" dirty="0">
              <a:latin typeface="Arial"/>
              <a:cs typeface="Aria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9636" y="143377"/>
            <a:ext cx="7016750" cy="696595"/>
          </a:xfrm>
          <a:prstGeom prst="rect">
            <a:avLst/>
          </a:prstGeom>
        </p:spPr>
        <p:txBody>
          <a:bodyPr vert="horz" wrap="square" lIns="0" tIns="13335" rIns="0" bIns="0" rtlCol="0">
            <a:spAutoFit/>
          </a:bodyPr>
          <a:lstStyle/>
          <a:p>
            <a:pPr marL="12700">
              <a:lnSpc>
                <a:spcPct val="100000"/>
              </a:lnSpc>
              <a:spcBef>
                <a:spcPts val="105"/>
              </a:spcBef>
            </a:pPr>
            <a:r>
              <a:rPr sz="4400" dirty="0"/>
              <a:t>Example of </a:t>
            </a:r>
            <a:r>
              <a:rPr sz="4400" spc="-5" dirty="0"/>
              <a:t>Data</a:t>
            </a:r>
            <a:r>
              <a:rPr sz="4400" spc="-65" dirty="0"/>
              <a:t> </a:t>
            </a:r>
            <a:r>
              <a:rPr sz="4400" dirty="0"/>
              <a:t>Structure</a:t>
            </a:r>
            <a:endParaRPr sz="4400"/>
          </a:p>
        </p:txBody>
      </p:sp>
      <p:sp>
        <p:nvSpPr>
          <p:cNvPr id="3" name="object 3"/>
          <p:cNvSpPr/>
          <p:nvPr/>
        </p:nvSpPr>
        <p:spPr>
          <a:xfrm>
            <a:off x="0" y="2743200"/>
            <a:ext cx="5775326" cy="3262243"/>
          </a:xfrm>
          <a:prstGeom prst="rect">
            <a:avLst/>
          </a:prstGeom>
          <a:blipFill>
            <a:blip r:embed="rId2" cstate="print"/>
            <a:stretch>
              <a:fillRect/>
            </a:stretch>
          </a:blipFill>
        </p:spPr>
        <p:txBody>
          <a:bodyPr wrap="square" lIns="0" tIns="0" rIns="0" bIns="0" rtlCol="0"/>
          <a:lstStyle/>
          <a:p>
            <a:endParaRPr/>
          </a:p>
        </p:txBody>
      </p:sp>
      <p:pic>
        <p:nvPicPr>
          <p:cNvPr id="4" name="Picture 3"/>
          <p:cNvPicPr>
            <a:picLocks noChangeAspect="1"/>
          </p:cNvPicPr>
          <p:nvPr/>
        </p:nvPicPr>
        <p:blipFill>
          <a:blip r:embed="rId3"/>
          <a:stretch>
            <a:fillRect/>
          </a:stretch>
        </p:blipFill>
        <p:spPr>
          <a:xfrm>
            <a:off x="5867400" y="2728843"/>
            <a:ext cx="3353091" cy="3276600"/>
          </a:xfrm>
          <a:prstGeom prst="rect">
            <a:avLst/>
          </a:prstGeom>
        </p:spPr>
      </p:pic>
      <p:sp>
        <p:nvSpPr>
          <p:cNvPr id="6" name="Rectangle 5"/>
          <p:cNvSpPr/>
          <p:nvPr/>
        </p:nvSpPr>
        <p:spPr>
          <a:xfrm>
            <a:off x="685800" y="1149607"/>
            <a:ext cx="7772400" cy="1200329"/>
          </a:xfrm>
          <a:prstGeom prst="rect">
            <a:avLst/>
          </a:prstGeom>
        </p:spPr>
        <p:txBody>
          <a:bodyPr wrap="square">
            <a:spAutoFit/>
          </a:bodyPr>
          <a:lstStyle/>
          <a:p>
            <a:r>
              <a:rPr lang="en-US" sz="2400" dirty="0" smtClean="0">
                <a:solidFill>
                  <a:schemeClr val="bg1"/>
                </a:solidFill>
                <a:latin typeface="Times New Roman" panose="02020603050405020304" pitchFamily="18" charset="0"/>
                <a:cs typeface="Times New Roman" panose="02020603050405020304" pitchFamily="18" charset="0"/>
              </a:rPr>
              <a:t>In simple language, Data Structures are structures programmed to store ordered data, so that various operations can be performed on it easily.</a:t>
            </a:r>
            <a:endParaRPr lang="en-US" sz="2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25730"/>
          </a:xfrm>
          <a:custGeom>
            <a:avLst/>
            <a:gdLst/>
            <a:ahLst/>
            <a:cxnLst/>
            <a:rect l="l" t="t" r="r" b="b"/>
            <a:pathLst>
              <a:path w="9144000" h="125730">
                <a:moveTo>
                  <a:pt x="0" y="125473"/>
                </a:moveTo>
                <a:lnTo>
                  <a:pt x="9143999" y="125473"/>
                </a:lnTo>
                <a:lnTo>
                  <a:pt x="9143999" y="0"/>
                </a:lnTo>
                <a:lnTo>
                  <a:pt x="0" y="0"/>
                </a:lnTo>
                <a:lnTo>
                  <a:pt x="0" y="125473"/>
                </a:lnTo>
                <a:close/>
              </a:path>
            </a:pathLst>
          </a:custGeom>
          <a:solidFill>
            <a:srgbClr val="1E4648"/>
          </a:solidFill>
        </p:spPr>
        <p:txBody>
          <a:bodyPr wrap="square" lIns="0" tIns="0" rIns="0" bIns="0" rtlCol="0"/>
          <a:lstStyle/>
          <a:p>
            <a:endParaRPr/>
          </a:p>
        </p:txBody>
      </p:sp>
      <p:grpSp>
        <p:nvGrpSpPr>
          <p:cNvPr id="3" name="object 3"/>
          <p:cNvGrpSpPr/>
          <p:nvPr/>
        </p:nvGrpSpPr>
        <p:grpSpPr>
          <a:xfrm>
            <a:off x="0" y="125474"/>
            <a:ext cx="9220200" cy="6732896"/>
            <a:chOff x="0" y="125474"/>
            <a:chExt cx="9220200" cy="6732896"/>
          </a:xfrm>
        </p:grpSpPr>
        <p:sp>
          <p:nvSpPr>
            <p:cNvPr id="4" name="object 4"/>
            <p:cNvSpPr/>
            <p:nvPr/>
          </p:nvSpPr>
          <p:spPr>
            <a:xfrm>
              <a:off x="76200" y="995415"/>
              <a:ext cx="9144000" cy="5862955"/>
            </a:xfrm>
            <a:custGeom>
              <a:avLst/>
              <a:gdLst/>
              <a:ahLst/>
              <a:cxnLst/>
              <a:rect l="l" t="t" r="r" b="b"/>
              <a:pathLst>
                <a:path w="9144000" h="5862955">
                  <a:moveTo>
                    <a:pt x="0" y="5862584"/>
                  </a:moveTo>
                  <a:lnTo>
                    <a:pt x="9143999" y="5862584"/>
                  </a:lnTo>
                  <a:lnTo>
                    <a:pt x="9143999" y="0"/>
                  </a:lnTo>
                  <a:lnTo>
                    <a:pt x="0" y="0"/>
                  </a:lnTo>
                  <a:lnTo>
                    <a:pt x="0" y="5862584"/>
                  </a:lnTo>
                  <a:close/>
                </a:path>
              </a:pathLst>
            </a:custGeom>
            <a:solidFill>
              <a:srgbClr val="1E4648"/>
            </a:solidFill>
          </p:spPr>
          <p:txBody>
            <a:bodyPr wrap="square" lIns="0" tIns="0" rIns="0" bIns="0" rtlCol="0"/>
            <a:lstStyle/>
            <a:p>
              <a:endParaRPr/>
            </a:p>
          </p:txBody>
        </p:sp>
        <p:sp>
          <p:nvSpPr>
            <p:cNvPr id="5" name="object 5"/>
            <p:cNvSpPr/>
            <p:nvPr/>
          </p:nvSpPr>
          <p:spPr>
            <a:xfrm>
              <a:off x="0" y="125474"/>
              <a:ext cx="9144000" cy="869950"/>
            </a:xfrm>
            <a:custGeom>
              <a:avLst/>
              <a:gdLst/>
              <a:ahLst/>
              <a:cxnLst/>
              <a:rect l="l" t="t" r="r" b="b"/>
              <a:pathLst>
                <a:path w="9144000" h="869950">
                  <a:moveTo>
                    <a:pt x="9143999" y="0"/>
                  </a:moveTo>
                  <a:lnTo>
                    <a:pt x="0" y="0"/>
                  </a:lnTo>
                  <a:lnTo>
                    <a:pt x="0" y="869941"/>
                  </a:lnTo>
                  <a:lnTo>
                    <a:pt x="9143999" y="869941"/>
                  </a:lnTo>
                  <a:lnTo>
                    <a:pt x="9143999" y="0"/>
                  </a:lnTo>
                  <a:close/>
                </a:path>
              </a:pathLst>
            </a:custGeom>
            <a:solidFill>
              <a:srgbClr val="7F7F7F"/>
            </a:solidFill>
          </p:spPr>
          <p:txBody>
            <a:bodyPr wrap="square" lIns="0" tIns="0" rIns="0" bIns="0" rtlCol="0"/>
            <a:lstStyle/>
            <a:p>
              <a:endParaRPr/>
            </a:p>
          </p:txBody>
        </p:sp>
      </p:grpSp>
      <p:sp>
        <p:nvSpPr>
          <p:cNvPr id="6" name="object 6"/>
          <p:cNvSpPr txBox="1">
            <a:spLocks noGrp="1"/>
          </p:cNvSpPr>
          <p:nvPr>
            <p:ph type="title"/>
          </p:nvPr>
        </p:nvSpPr>
        <p:spPr>
          <a:xfrm>
            <a:off x="220472" y="144901"/>
            <a:ext cx="8716645" cy="635000"/>
          </a:xfrm>
          <a:prstGeom prst="rect">
            <a:avLst/>
          </a:prstGeom>
        </p:spPr>
        <p:txBody>
          <a:bodyPr vert="horz" wrap="square" lIns="0" tIns="12065" rIns="0" bIns="0" rtlCol="0">
            <a:spAutoFit/>
          </a:bodyPr>
          <a:lstStyle/>
          <a:p>
            <a:pPr marL="12700">
              <a:lnSpc>
                <a:spcPct val="100000"/>
              </a:lnSpc>
              <a:spcBef>
                <a:spcPts val="95"/>
              </a:spcBef>
            </a:pPr>
            <a:r>
              <a:rPr sz="4000" spc="-5" dirty="0"/>
              <a:t>Linear </a:t>
            </a:r>
            <a:r>
              <a:rPr sz="4000" spc="-10" dirty="0"/>
              <a:t>vs Non-Linear </a:t>
            </a:r>
            <a:r>
              <a:rPr sz="4000" spc="-5" dirty="0"/>
              <a:t>Data</a:t>
            </a:r>
            <a:r>
              <a:rPr sz="4000" spc="80" dirty="0"/>
              <a:t> </a:t>
            </a:r>
            <a:r>
              <a:rPr sz="4000" spc="-5" dirty="0"/>
              <a:t>Structure</a:t>
            </a:r>
            <a:endParaRPr sz="4000"/>
          </a:p>
        </p:txBody>
      </p:sp>
      <p:sp>
        <p:nvSpPr>
          <p:cNvPr id="7" name="object 7"/>
          <p:cNvSpPr/>
          <p:nvPr/>
        </p:nvSpPr>
        <p:spPr>
          <a:xfrm>
            <a:off x="444495" y="1297055"/>
            <a:ext cx="8115300" cy="2554605"/>
          </a:xfrm>
          <a:custGeom>
            <a:avLst/>
            <a:gdLst/>
            <a:ahLst/>
            <a:cxnLst/>
            <a:rect l="l" t="t" r="r" b="b"/>
            <a:pathLst>
              <a:path w="8115300" h="2554604">
                <a:moveTo>
                  <a:pt x="8115299" y="0"/>
                </a:moveTo>
                <a:lnTo>
                  <a:pt x="0" y="0"/>
                </a:lnTo>
                <a:lnTo>
                  <a:pt x="0" y="2554223"/>
                </a:lnTo>
                <a:lnTo>
                  <a:pt x="8115299" y="2554223"/>
                </a:lnTo>
                <a:lnTo>
                  <a:pt x="8115299" y="0"/>
                </a:lnTo>
                <a:close/>
              </a:path>
            </a:pathLst>
          </a:custGeom>
          <a:solidFill>
            <a:srgbClr val="45969F"/>
          </a:solidFill>
        </p:spPr>
        <p:txBody>
          <a:bodyPr wrap="square" lIns="0" tIns="0" rIns="0" bIns="0" rtlCol="0"/>
          <a:lstStyle/>
          <a:p>
            <a:endParaRPr/>
          </a:p>
        </p:txBody>
      </p:sp>
      <p:sp>
        <p:nvSpPr>
          <p:cNvPr id="8" name="object 8"/>
          <p:cNvSpPr txBox="1"/>
          <p:nvPr/>
        </p:nvSpPr>
        <p:spPr>
          <a:xfrm>
            <a:off x="523438" y="1322573"/>
            <a:ext cx="7781925" cy="2465070"/>
          </a:xfrm>
          <a:prstGeom prst="rect">
            <a:avLst/>
          </a:prstGeom>
        </p:spPr>
        <p:txBody>
          <a:bodyPr vert="horz" wrap="square" lIns="0" tIns="13335" rIns="0" bIns="0" rtlCol="0">
            <a:spAutoFit/>
          </a:bodyPr>
          <a:lstStyle/>
          <a:p>
            <a:pPr marL="12700" marR="5080">
              <a:lnSpc>
                <a:spcPct val="100000"/>
              </a:lnSpc>
              <a:spcBef>
                <a:spcPts val="105"/>
              </a:spcBef>
            </a:pPr>
            <a:r>
              <a:rPr sz="2000" b="1" dirty="0">
                <a:solidFill>
                  <a:srgbClr val="FFFF00"/>
                </a:solidFill>
                <a:latin typeface="Arial"/>
                <a:cs typeface="Arial"/>
              </a:rPr>
              <a:t>Linear data structure</a:t>
            </a:r>
            <a:r>
              <a:rPr sz="2000" b="1" dirty="0">
                <a:latin typeface="Arial"/>
                <a:cs typeface="Arial"/>
              </a:rPr>
              <a:t>: </a:t>
            </a:r>
            <a:r>
              <a:rPr sz="2000" dirty="0">
                <a:solidFill>
                  <a:srgbClr val="FFFFFF"/>
                </a:solidFill>
                <a:latin typeface="Arial"/>
                <a:cs typeface="Arial"/>
              </a:rPr>
              <a:t>A </a:t>
            </a:r>
            <a:r>
              <a:rPr sz="2000" spc="-5" dirty="0">
                <a:solidFill>
                  <a:srgbClr val="FFFFFF"/>
                </a:solidFill>
                <a:latin typeface="Arial"/>
                <a:cs typeface="Arial"/>
              </a:rPr>
              <a:t>linear </a:t>
            </a:r>
            <a:r>
              <a:rPr sz="2000" dirty="0">
                <a:solidFill>
                  <a:srgbClr val="FFFFFF"/>
                </a:solidFill>
                <a:latin typeface="Arial"/>
                <a:cs typeface="Arial"/>
              </a:rPr>
              <a:t>data structure traverses the data  elements </a:t>
            </a:r>
            <a:r>
              <a:rPr sz="2000" spc="-15" dirty="0">
                <a:solidFill>
                  <a:srgbClr val="FFFFFF"/>
                </a:solidFill>
                <a:latin typeface="Arial"/>
                <a:cs typeface="Arial"/>
              </a:rPr>
              <a:t>sequentially, </a:t>
            </a:r>
            <a:r>
              <a:rPr sz="2000" dirty="0">
                <a:solidFill>
                  <a:srgbClr val="FFFFFF"/>
                </a:solidFill>
                <a:latin typeface="Arial"/>
                <a:cs typeface="Arial"/>
              </a:rPr>
              <a:t>in which only one data element can directly</a:t>
            </a:r>
            <a:r>
              <a:rPr sz="2000" spc="-110" dirty="0">
                <a:solidFill>
                  <a:srgbClr val="FFFFFF"/>
                </a:solidFill>
                <a:latin typeface="Arial"/>
                <a:cs typeface="Arial"/>
              </a:rPr>
              <a:t> </a:t>
            </a:r>
            <a:r>
              <a:rPr sz="2000" dirty="0">
                <a:solidFill>
                  <a:srgbClr val="FFFFFF"/>
                </a:solidFill>
                <a:latin typeface="Arial"/>
                <a:cs typeface="Arial"/>
              </a:rPr>
              <a:t>be  reached. </a:t>
            </a:r>
            <a:r>
              <a:rPr sz="2000" b="1" dirty="0">
                <a:solidFill>
                  <a:srgbClr val="FFFFFF"/>
                </a:solidFill>
                <a:latin typeface="Arial"/>
                <a:cs typeface="Arial"/>
              </a:rPr>
              <a:t>Ex: </a:t>
            </a:r>
            <a:r>
              <a:rPr sz="2000" dirty="0">
                <a:solidFill>
                  <a:srgbClr val="FFFFFF"/>
                </a:solidFill>
                <a:latin typeface="Arial"/>
                <a:cs typeface="Arial"/>
              </a:rPr>
              <a:t>Arrays, Linked</a:t>
            </a:r>
            <a:r>
              <a:rPr sz="2000" spc="-220" dirty="0">
                <a:solidFill>
                  <a:srgbClr val="FFFFFF"/>
                </a:solidFill>
                <a:latin typeface="Arial"/>
                <a:cs typeface="Arial"/>
              </a:rPr>
              <a:t> </a:t>
            </a:r>
            <a:r>
              <a:rPr sz="2000" dirty="0">
                <a:solidFill>
                  <a:srgbClr val="FFFFFF"/>
                </a:solidFill>
                <a:latin typeface="Arial"/>
                <a:cs typeface="Arial"/>
              </a:rPr>
              <a:t>Lists</a:t>
            </a:r>
            <a:endParaRPr sz="2000">
              <a:latin typeface="Arial"/>
              <a:cs typeface="Arial"/>
            </a:endParaRPr>
          </a:p>
          <a:p>
            <a:pPr>
              <a:lnSpc>
                <a:spcPct val="100000"/>
              </a:lnSpc>
              <a:spcBef>
                <a:spcPts val="40"/>
              </a:spcBef>
            </a:pPr>
            <a:endParaRPr sz="2050">
              <a:latin typeface="Arial"/>
              <a:cs typeface="Arial"/>
            </a:endParaRPr>
          </a:p>
          <a:p>
            <a:pPr marL="12700" marR="87630">
              <a:lnSpc>
                <a:spcPct val="100000"/>
              </a:lnSpc>
              <a:spcBef>
                <a:spcPts val="5"/>
              </a:spcBef>
            </a:pPr>
            <a:r>
              <a:rPr sz="2000" b="1" dirty="0">
                <a:solidFill>
                  <a:srgbClr val="FFFF00"/>
                </a:solidFill>
                <a:latin typeface="Arial"/>
                <a:cs typeface="Arial"/>
              </a:rPr>
              <a:t>Non-Linear data structure</a:t>
            </a:r>
            <a:r>
              <a:rPr sz="2000" b="1" dirty="0">
                <a:latin typeface="Arial"/>
                <a:cs typeface="Arial"/>
              </a:rPr>
              <a:t>: </a:t>
            </a:r>
            <a:r>
              <a:rPr sz="2000" dirty="0">
                <a:solidFill>
                  <a:srgbClr val="FFFFFF"/>
                </a:solidFill>
                <a:latin typeface="Arial"/>
                <a:cs typeface="Arial"/>
              </a:rPr>
              <a:t>Every data item is attached to several  other data items in a way that is specific for reflecting relationships.  The data items are not arranged in a sequential structure. </a:t>
            </a:r>
            <a:r>
              <a:rPr sz="2000" spc="-5" dirty="0">
                <a:solidFill>
                  <a:srgbClr val="FFFFFF"/>
                </a:solidFill>
                <a:latin typeface="Arial"/>
                <a:cs typeface="Arial"/>
              </a:rPr>
              <a:t>Ex:</a:t>
            </a:r>
            <a:r>
              <a:rPr sz="2000" spc="-240" dirty="0">
                <a:solidFill>
                  <a:srgbClr val="FFFFFF"/>
                </a:solidFill>
                <a:latin typeface="Arial"/>
                <a:cs typeface="Arial"/>
              </a:rPr>
              <a:t> </a:t>
            </a:r>
            <a:r>
              <a:rPr sz="2000" spc="-10" dirty="0">
                <a:solidFill>
                  <a:srgbClr val="FFFFFF"/>
                </a:solidFill>
                <a:latin typeface="Arial"/>
                <a:cs typeface="Arial"/>
              </a:rPr>
              <a:t>Trees,  </a:t>
            </a:r>
            <a:r>
              <a:rPr sz="2000" dirty="0">
                <a:solidFill>
                  <a:srgbClr val="FFFFFF"/>
                </a:solidFill>
                <a:latin typeface="Arial"/>
                <a:cs typeface="Arial"/>
              </a:rPr>
              <a:t>Graphs</a:t>
            </a:r>
            <a:endParaRPr sz="2000">
              <a:latin typeface="Arial"/>
              <a:cs typeface="Aria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25730"/>
          </a:xfrm>
          <a:custGeom>
            <a:avLst/>
            <a:gdLst/>
            <a:ahLst/>
            <a:cxnLst/>
            <a:rect l="l" t="t" r="r" b="b"/>
            <a:pathLst>
              <a:path w="9144000" h="125730">
                <a:moveTo>
                  <a:pt x="0" y="125473"/>
                </a:moveTo>
                <a:lnTo>
                  <a:pt x="9143999" y="125473"/>
                </a:lnTo>
                <a:lnTo>
                  <a:pt x="9143999" y="0"/>
                </a:lnTo>
                <a:lnTo>
                  <a:pt x="0" y="0"/>
                </a:lnTo>
                <a:lnTo>
                  <a:pt x="0" y="125473"/>
                </a:lnTo>
                <a:close/>
              </a:path>
            </a:pathLst>
          </a:custGeom>
          <a:solidFill>
            <a:srgbClr val="1E4648"/>
          </a:solidFill>
        </p:spPr>
        <p:txBody>
          <a:bodyPr wrap="square" lIns="0" tIns="0" rIns="0" bIns="0" rtlCol="0"/>
          <a:lstStyle/>
          <a:p>
            <a:endParaRPr/>
          </a:p>
        </p:txBody>
      </p:sp>
      <p:sp>
        <p:nvSpPr>
          <p:cNvPr id="3" name="object 3"/>
          <p:cNvSpPr/>
          <p:nvPr/>
        </p:nvSpPr>
        <p:spPr>
          <a:xfrm>
            <a:off x="0" y="995415"/>
            <a:ext cx="9144000" cy="5862955"/>
          </a:xfrm>
          <a:custGeom>
            <a:avLst/>
            <a:gdLst/>
            <a:ahLst/>
            <a:cxnLst/>
            <a:rect l="l" t="t" r="r" b="b"/>
            <a:pathLst>
              <a:path w="9144000" h="5862955">
                <a:moveTo>
                  <a:pt x="0" y="5862584"/>
                </a:moveTo>
                <a:lnTo>
                  <a:pt x="9143999" y="5862584"/>
                </a:lnTo>
                <a:lnTo>
                  <a:pt x="9143999" y="0"/>
                </a:lnTo>
                <a:lnTo>
                  <a:pt x="0" y="0"/>
                </a:lnTo>
                <a:lnTo>
                  <a:pt x="0" y="5862584"/>
                </a:lnTo>
                <a:close/>
              </a:path>
            </a:pathLst>
          </a:custGeom>
          <a:solidFill>
            <a:srgbClr val="1E4648"/>
          </a:solidFill>
        </p:spPr>
        <p:txBody>
          <a:bodyPr wrap="square" lIns="0" tIns="0" rIns="0" bIns="0" rtlCol="0"/>
          <a:lstStyle/>
          <a:p>
            <a:endParaRPr/>
          </a:p>
        </p:txBody>
      </p:sp>
      <p:sp>
        <p:nvSpPr>
          <p:cNvPr id="4" name="object 4"/>
          <p:cNvSpPr/>
          <p:nvPr/>
        </p:nvSpPr>
        <p:spPr>
          <a:xfrm>
            <a:off x="0" y="125474"/>
            <a:ext cx="9144000" cy="869950"/>
          </a:xfrm>
          <a:custGeom>
            <a:avLst/>
            <a:gdLst/>
            <a:ahLst/>
            <a:cxnLst/>
            <a:rect l="l" t="t" r="r" b="b"/>
            <a:pathLst>
              <a:path w="9144000" h="869950">
                <a:moveTo>
                  <a:pt x="9143999" y="0"/>
                </a:moveTo>
                <a:lnTo>
                  <a:pt x="0" y="0"/>
                </a:lnTo>
                <a:lnTo>
                  <a:pt x="0" y="869941"/>
                </a:lnTo>
                <a:lnTo>
                  <a:pt x="9143999" y="869941"/>
                </a:lnTo>
                <a:lnTo>
                  <a:pt x="9143999" y="0"/>
                </a:lnTo>
                <a:close/>
              </a:path>
            </a:pathLst>
          </a:custGeom>
          <a:solidFill>
            <a:srgbClr val="7F7F7F"/>
          </a:solidFill>
        </p:spPr>
        <p:txBody>
          <a:bodyPr wrap="square" lIns="0" tIns="0" rIns="0" bIns="0" rtlCol="0"/>
          <a:lstStyle/>
          <a:p>
            <a:endParaRPr/>
          </a:p>
        </p:txBody>
      </p:sp>
      <p:sp>
        <p:nvSpPr>
          <p:cNvPr id="5" name="object 5"/>
          <p:cNvSpPr txBox="1">
            <a:spLocks noGrp="1"/>
          </p:cNvSpPr>
          <p:nvPr>
            <p:ph type="title"/>
          </p:nvPr>
        </p:nvSpPr>
        <p:spPr>
          <a:xfrm>
            <a:off x="220472" y="144901"/>
            <a:ext cx="6063615" cy="635000"/>
          </a:xfrm>
          <a:prstGeom prst="rect">
            <a:avLst/>
          </a:prstGeom>
        </p:spPr>
        <p:txBody>
          <a:bodyPr vert="horz" wrap="square" lIns="0" tIns="12065" rIns="0" bIns="0" rtlCol="0">
            <a:spAutoFit/>
          </a:bodyPr>
          <a:lstStyle/>
          <a:p>
            <a:pPr marL="12700">
              <a:lnSpc>
                <a:spcPct val="100000"/>
              </a:lnSpc>
              <a:spcBef>
                <a:spcPts val="95"/>
              </a:spcBef>
            </a:pPr>
            <a:r>
              <a:rPr sz="4000" spc="-5" dirty="0"/>
              <a:t>Data Structure</a:t>
            </a:r>
            <a:r>
              <a:rPr sz="4000" spc="-15" dirty="0"/>
              <a:t> </a:t>
            </a:r>
            <a:r>
              <a:rPr sz="4000" spc="-5" dirty="0"/>
              <a:t>Operation</a:t>
            </a:r>
            <a:endParaRPr sz="4000"/>
          </a:p>
        </p:txBody>
      </p:sp>
      <p:sp>
        <p:nvSpPr>
          <p:cNvPr id="6" name="object 6"/>
          <p:cNvSpPr/>
          <p:nvPr/>
        </p:nvSpPr>
        <p:spPr>
          <a:xfrm>
            <a:off x="482587" y="1904999"/>
            <a:ext cx="7866380" cy="2819400"/>
          </a:xfrm>
          <a:custGeom>
            <a:avLst/>
            <a:gdLst/>
            <a:ahLst/>
            <a:cxnLst/>
            <a:rect l="l" t="t" r="r" b="b"/>
            <a:pathLst>
              <a:path w="7866380" h="2819400">
                <a:moveTo>
                  <a:pt x="7823213" y="1838591"/>
                </a:moveTo>
                <a:lnTo>
                  <a:pt x="7816456" y="1805114"/>
                </a:lnTo>
                <a:lnTo>
                  <a:pt x="7798028" y="1777784"/>
                </a:lnTo>
                <a:lnTo>
                  <a:pt x="7770698" y="1759356"/>
                </a:lnTo>
                <a:lnTo>
                  <a:pt x="7737221" y="1752600"/>
                </a:lnTo>
                <a:lnTo>
                  <a:pt x="86004" y="1752600"/>
                </a:lnTo>
                <a:lnTo>
                  <a:pt x="52527" y="1759356"/>
                </a:lnTo>
                <a:lnTo>
                  <a:pt x="25184" y="1777784"/>
                </a:lnTo>
                <a:lnTo>
                  <a:pt x="6756" y="1805114"/>
                </a:lnTo>
                <a:lnTo>
                  <a:pt x="0" y="1838591"/>
                </a:lnTo>
                <a:lnTo>
                  <a:pt x="0" y="2182507"/>
                </a:lnTo>
                <a:lnTo>
                  <a:pt x="6756" y="2215972"/>
                </a:lnTo>
                <a:lnTo>
                  <a:pt x="25184" y="2243302"/>
                </a:lnTo>
                <a:lnTo>
                  <a:pt x="52527" y="2261730"/>
                </a:lnTo>
                <a:lnTo>
                  <a:pt x="86004" y="2268474"/>
                </a:lnTo>
                <a:lnTo>
                  <a:pt x="7737221" y="2268474"/>
                </a:lnTo>
                <a:lnTo>
                  <a:pt x="7770698" y="2261730"/>
                </a:lnTo>
                <a:lnTo>
                  <a:pt x="7798028" y="2243302"/>
                </a:lnTo>
                <a:lnTo>
                  <a:pt x="7816456" y="2215972"/>
                </a:lnTo>
                <a:lnTo>
                  <a:pt x="7823213" y="2182507"/>
                </a:lnTo>
                <a:lnTo>
                  <a:pt x="7823213" y="1838591"/>
                </a:lnTo>
                <a:close/>
              </a:path>
              <a:path w="7866380" h="2819400">
                <a:moveTo>
                  <a:pt x="7840739" y="993013"/>
                </a:moveTo>
                <a:lnTo>
                  <a:pt x="7833246" y="946569"/>
                </a:lnTo>
                <a:lnTo>
                  <a:pt x="7812379" y="906233"/>
                </a:lnTo>
                <a:lnTo>
                  <a:pt x="7780579" y="874433"/>
                </a:lnTo>
                <a:lnTo>
                  <a:pt x="7740243" y="853567"/>
                </a:lnTo>
                <a:lnTo>
                  <a:pt x="7693787" y="846074"/>
                </a:lnTo>
                <a:lnTo>
                  <a:pt x="164325" y="846074"/>
                </a:lnTo>
                <a:lnTo>
                  <a:pt x="117906" y="853567"/>
                </a:lnTo>
                <a:lnTo>
                  <a:pt x="77597" y="874433"/>
                </a:lnTo>
                <a:lnTo>
                  <a:pt x="45808" y="906233"/>
                </a:lnTo>
                <a:lnTo>
                  <a:pt x="24955" y="946569"/>
                </a:lnTo>
                <a:lnTo>
                  <a:pt x="17475" y="993013"/>
                </a:lnTo>
                <a:lnTo>
                  <a:pt x="17475" y="1580388"/>
                </a:lnTo>
                <a:lnTo>
                  <a:pt x="24955" y="1626768"/>
                </a:lnTo>
                <a:lnTo>
                  <a:pt x="45808" y="1667078"/>
                </a:lnTo>
                <a:lnTo>
                  <a:pt x="77597" y="1698866"/>
                </a:lnTo>
                <a:lnTo>
                  <a:pt x="117906" y="1719719"/>
                </a:lnTo>
                <a:lnTo>
                  <a:pt x="164325" y="1727212"/>
                </a:lnTo>
                <a:lnTo>
                  <a:pt x="7693787" y="1727212"/>
                </a:lnTo>
                <a:lnTo>
                  <a:pt x="7740243" y="1719719"/>
                </a:lnTo>
                <a:lnTo>
                  <a:pt x="7780579" y="1698866"/>
                </a:lnTo>
                <a:lnTo>
                  <a:pt x="7812379" y="1667078"/>
                </a:lnTo>
                <a:lnTo>
                  <a:pt x="7833246" y="1626768"/>
                </a:lnTo>
                <a:lnTo>
                  <a:pt x="7840739" y="1580388"/>
                </a:lnTo>
                <a:lnTo>
                  <a:pt x="7840739" y="993013"/>
                </a:lnTo>
                <a:close/>
              </a:path>
              <a:path w="7866380" h="2819400">
                <a:moveTo>
                  <a:pt x="7856614" y="135521"/>
                </a:moveTo>
                <a:lnTo>
                  <a:pt x="7849705" y="92710"/>
                </a:lnTo>
                <a:lnTo>
                  <a:pt x="7830452" y="55511"/>
                </a:lnTo>
                <a:lnTo>
                  <a:pt x="7801115" y="26162"/>
                </a:lnTo>
                <a:lnTo>
                  <a:pt x="7763916" y="6921"/>
                </a:lnTo>
                <a:lnTo>
                  <a:pt x="7721105" y="0"/>
                </a:lnTo>
                <a:lnTo>
                  <a:pt x="168808" y="0"/>
                </a:lnTo>
                <a:lnTo>
                  <a:pt x="125996" y="6921"/>
                </a:lnTo>
                <a:lnTo>
                  <a:pt x="88811" y="26162"/>
                </a:lnTo>
                <a:lnTo>
                  <a:pt x="59486" y="55511"/>
                </a:lnTo>
                <a:lnTo>
                  <a:pt x="40246" y="92710"/>
                </a:lnTo>
                <a:lnTo>
                  <a:pt x="33337" y="135521"/>
                </a:lnTo>
                <a:lnTo>
                  <a:pt x="33337" y="677303"/>
                </a:lnTo>
                <a:lnTo>
                  <a:pt x="40246" y="720115"/>
                </a:lnTo>
                <a:lnTo>
                  <a:pt x="59486" y="757313"/>
                </a:lnTo>
                <a:lnTo>
                  <a:pt x="88811" y="786663"/>
                </a:lnTo>
                <a:lnTo>
                  <a:pt x="125996" y="805903"/>
                </a:lnTo>
                <a:lnTo>
                  <a:pt x="168808" y="812812"/>
                </a:lnTo>
                <a:lnTo>
                  <a:pt x="7721105" y="812812"/>
                </a:lnTo>
                <a:lnTo>
                  <a:pt x="7763916" y="805903"/>
                </a:lnTo>
                <a:lnTo>
                  <a:pt x="7801115" y="786663"/>
                </a:lnTo>
                <a:lnTo>
                  <a:pt x="7830452" y="757313"/>
                </a:lnTo>
                <a:lnTo>
                  <a:pt x="7849705" y="720115"/>
                </a:lnTo>
                <a:lnTo>
                  <a:pt x="7856614" y="677303"/>
                </a:lnTo>
                <a:lnTo>
                  <a:pt x="7856614" y="135521"/>
                </a:lnTo>
                <a:close/>
              </a:path>
              <a:path w="7866380" h="2819400">
                <a:moveTo>
                  <a:pt x="7866126" y="2389505"/>
                </a:moveTo>
                <a:lnTo>
                  <a:pt x="7859344" y="2356040"/>
                </a:lnTo>
                <a:lnTo>
                  <a:pt x="7840891" y="2328710"/>
                </a:lnTo>
                <a:lnTo>
                  <a:pt x="7813522" y="2310282"/>
                </a:lnTo>
                <a:lnTo>
                  <a:pt x="7780020" y="2303526"/>
                </a:lnTo>
                <a:lnTo>
                  <a:pt x="128866" y="2303526"/>
                </a:lnTo>
                <a:lnTo>
                  <a:pt x="95389" y="2310282"/>
                </a:lnTo>
                <a:lnTo>
                  <a:pt x="68046" y="2328710"/>
                </a:lnTo>
                <a:lnTo>
                  <a:pt x="49618" y="2356040"/>
                </a:lnTo>
                <a:lnTo>
                  <a:pt x="42862" y="2389505"/>
                </a:lnTo>
                <a:lnTo>
                  <a:pt x="42862" y="2733433"/>
                </a:lnTo>
                <a:lnTo>
                  <a:pt x="49618" y="2766898"/>
                </a:lnTo>
                <a:lnTo>
                  <a:pt x="68046" y="2794228"/>
                </a:lnTo>
                <a:lnTo>
                  <a:pt x="95389" y="2812656"/>
                </a:lnTo>
                <a:lnTo>
                  <a:pt x="128866" y="2819400"/>
                </a:lnTo>
                <a:lnTo>
                  <a:pt x="7780020" y="2819400"/>
                </a:lnTo>
                <a:lnTo>
                  <a:pt x="7813522" y="2812656"/>
                </a:lnTo>
                <a:lnTo>
                  <a:pt x="7840891" y="2794228"/>
                </a:lnTo>
                <a:lnTo>
                  <a:pt x="7859344" y="2766898"/>
                </a:lnTo>
                <a:lnTo>
                  <a:pt x="7866126" y="2733433"/>
                </a:lnTo>
                <a:lnTo>
                  <a:pt x="7866126" y="2389505"/>
                </a:lnTo>
                <a:close/>
              </a:path>
            </a:pathLst>
          </a:custGeom>
          <a:solidFill>
            <a:srgbClr val="45969F"/>
          </a:solidFill>
        </p:spPr>
        <p:txBody>
          <a:bodyPr wrap="square" lIns="0" tIns="0" rIns="0" bIns="0" rtlCol="0"/>
          <a:lstStyle/>
          <a:p>
            <a:endParaRPr/>
          </a:p>
        </p:txBody>
      </p:sp>
      <p:sp>
        <p:nvSpPr>
          <p:cNvPr id="7" name="object 7"/>
          <p:cNvSpPr/>
          <p:nvPr/>
        </p:nvSpPr>
        <p:spPr>
          <a:xfrm>
            <a:off x="515924" y="5427726"/>
            <a:ext cx="8171180" cy="1066800"/>
          </a:xfrm>
          <a:custGeom>
            <a:avLst/>
            <a:gdLst/>
            <a:ahLst/>
            <a:cxnLst/>
            <a:rect l="l" t="t" r="r" b="b"/>
            <a:pathLst>
              <a:path w="8171180" h="1066800">
                <a:moveTo>
                  <a:pt x="8128076" y="635482"/>
                </a:moveTo>
                <a:lnTo>
                  <a:pt x="8121282" y="601903"/>
                </a:lnTo>
                <a:lnTo>
                  <a:pt x="8102752" y="574484"/>
                </a:lnTo>
                <a:lnTo>
                  <a:pt x="8075308" y="555993"/>
                </a:lnTo>
                <a:lnTo>
                  <a:pt x="8041729" y="549211"/>
                </a:lnTo>
                <a:lnTo>
                  <a:pt x="129120" y="549211"/>
                </a:lnTo>
                <a:lnTo>
                  <a:pt x="95554" y="555993"/>
                </a:lnTo>
                <a:lnTo>
                  <a:pt x="68135" y="574484"/>
                </a:lnTo>
                <a:lnTo>
                  <a:pt x="49644" y="601903"/>
                </a:lnTo>
                <a:lnTo>
                  <a:pt x="42862" y="635482"/>
                </a:lnTo>
                <a:lnTo>
                  <a:pt x="42862" y="980490"/>
                </a:lnTo>
                <a:lnTo>
                  <a:pt x="49644" y="1014056"/>
                </a:lnTo>
                <a:lnTo>
                  <a:pt x="68135" y="1041476"/>
                </a:lnTo>
                <a:lnTo>
                  <a:pt x="95554" y="1059967"/>
                </a:lnTo>
                <a:lnTo>
                  <a:pt x="129120" y="1066749"/>
                </a:lnTo>
                <a:lnTo>
                  <a:pt x="8041729" y="1066749"/>
                </a:lnTo>
                <a:lnTo>
                  <a:pt x="8075308" y="1059967"/>
                </a:lnTo>
                <a:lnTo>
                  <a:pt x="8102752" y="1041476"/>
                </a:lnTo>
                <a:lnTo>
                  <a:pt x="8121282" y="1014056"/>
                </a:lnTo>
                <a:lnTo>
                  <a:pt x="8128076" y="980490"/>
                </a:lnTo>
                <a:lnTo>
                  <a:pt x="8128076" y="635482"/>
                </a:lnTo>
                <a:close/>
              </a:path>
              <a:path w="8171180" h="1066800">
                <a:moveTo>
                  <a:pt x="8170875" y="85979"/>
                </a:moveTo>
                <a:lnTo>
                  <a:pt x="8164119" y="52514"/>
                </a:lnTo>
                <a:lnTo>
                  <a:pt x="8145691" y="25184"/>
                </a:lnTo>
                <a:lnTo>
                  <a:pt x="8118361" y="6756"/>
                </a:lnTo>
                <a:lnTo>
                  <a:pt x="8084883" y="0"/>
                </a:lnTo>
                <a:lnTo>
                  <a:pt x="86004" y="0"/>
                </a:lnTo>
                <a:lnTo>
                  <a:pt x="52527" y="6756"/>
                </a:lnTo>
                <a:lnTo>
                  <a:pt x="25184" y="25184"/>
                </a:lnTo>
                <a:lnTo>
                  <a:pt x="6756" y="52514"/>
                </a:lnTo>
                <a:lnTo>
                  <a:pt x="0" y="85979"/>
                </a:lnTo>
                <a:lnTo>
                  <a:pt x="0" y="429895"/>
                </a:lnTo>
                <a:lnTo>
                  <a:pt x="6756" y="463359"/>
                </a:lnTo>
                <a:lnTo>
                  <a:pt x="25184" y="490702"/>
                </a:lnTo>
                <a:lnTo>
                  <a:pt x="52527" y="509117"/>
                </a:lnTo>
                <a:lnTo>
                  <a:pt x="86004" y="515874"/>
                </a:lnTo>
                <a:lnTo>
                  <a:pt x="8084883" y="515874"/>
                </a:lnTo>
                <a:lnTo>
                  <a:pt x="8118361" y="509117"/>
                </a:lnTo>
                <a:lnTo>
                  <a:pt x="8145691" y="490702"/>
                </a:lnTo>
                <a:lnTo>
                  <a:pt x="8164119" y="463359"/>
                </a:lnTo>
                <a:lnTo>
                  <a:pt x="8170875" y="429895"/>
                </a:lnTo>
                <a:lnTo>
                  <a:pt x="8170875" y="85979"/>
                </a:lnTo>
                <a:close/>
              </a:path>
            </a:pathLst>
          </a:custGeom>
          <a:solidFill>
            <a:srgbClr val="45969F"/>
          </a:solidFill>
        </p:spPr>
        <p:txBody>
          <a:bodyPr wrap="square" lIns="0" tIns="0" rIns="0" bIns="0" rtlCol="0"/>
          <a:lstStyle/>
          <a:p>
            <a:endParaRPr/>
          </a:p>
        </p:txBody>
      </p:sp>
      <p:sp>
        <p:nvSpPr>
          <p:cNvPr id="8" name="object 8"/>
          <p:cNvSpPr txBox="1"/>
          <p:nvPr/>
        </p:nvSpPr>
        <p:spPr>
          <a:xfrm>
            <a:off x="586542" y="1364102"/>
            <a:ext cx="7701280" cy="5056505"/>
          </a:xfrm>
          <a:prstGeom prst="rect">
            <a:avLst/>
          </a:prstGeom>
        </p:spPr>
        <p:txBody>
          <a:bodyPr vert="horz" wrap="square" lIns="0" tIns="12700" rIns="0" bIns="0" rtlCol="0">
            <a:spAutoFit/>
          </a:bodyPr>
          <a:lstStyle/>
          <a:p>
            <a:pPr marL="88900">
              <a:lnSpc>
                <a:spcPct val="100000"/>
              </a:lnSpc>
              <a:spcBef>
                <a:spcPts val="100"/>
              </a:spcBef>
            </a:pPr>
            <a:r>
              <a:rPr sz="2400" b="1" dirty="0">
                <a:solidFill>
                  <a:srgbClr val="C00000"/>
                </a:solidFill>
                <a:latin typeface="Arial"/>
                <a:cs typeface="Arial"/>
              </a:rPr>
              <a:t>Four </a:t>
            </a:r>
            <a:r>
              <a:rPr sz="2400" b="1" spc="-5" dirty="0">
                <a:solidFill>
                  <a:srgbClr val="C00000"/>
                </a:solidFill>
                <a:latin typeface="Arial"/>
                <a:cs typeface="Arial"/>
              </a:rPr>
              <a:t>Basic </a:t>
            </a:r>
            <a:r>
              <a:rPr sz="2400" b="1" dirty="0">
                <a:solidFill>
                  <a:srgbClr val="C00000"/>
                </a:solidFill>
                <a:latin typeface="Arial"/>
                <a:cs typeface="Arial"/>
              </a:rPr>
              <a:t>Operations</a:t>
            </a:r>
            <a:endParaRPr sz="2400">
              <a:latin typeface="Arial"/>
              <a:cs typeface="Arial"/>
            </a:endParaRPr>
          </a:p>
          <a:p>
            <a:pPr marL="60325" marR="228600">
              <a:lnSpc>
                <a:spcPct val="100000"/>
              </a:lnSpc>
              <a:spcBef>
                <a:spcPts val="1895"/>
              </a:spcBef>
              <a:buAutoNum type="arabicPeriod"/>
              <a:tabLst>
                <a:tab pos="399415" algn="l"/>
              </a:tabLst>
            </a:pPr>
            <a:r>
              <a:rPr sz="2400" b="1" spc="-15" dirty="0">
                <a:solidFill>
                  <a:srgbClr val="FFFF00"/>
                </a:solidFill>
                <a:latin typeface="Arial"/>
                <a:cs typeface="Arial"/>
              </a:rPr>
              <a:t>Traversing:</a:t>
            </a:r>
            <a:r>
              <a:rPr sz="2400" spc="-15" dirty="0">
                <a:latin typeface="Arial"/>
                <a:cs typeface="Arial"/>
              </a:rPr>
              <a:t>: </a:t>
            </a:r>
            <a:r>
              <a:rPr sz="2400" spc="-5" dirty="0">
                <a:solidFill>
                  <a:srgbClr val="FFFFFF"/>
                </a:solidFill>
                <a:latin typeface="Arial"/>
                <a:cs typeface="Arial"/>
              </a:rPr>
              <a:t>Accessing each record </a:t>
            </a:r>
            <a:r>
              <a:rPr sz="2400" spc="-10" dirty="0">
                <a:solidFill>
                  <a:srgbClr val="FFFFFF"/>
                </a:solidFill>
                <a:latin typeface="Arial"/>
                <a:cs typeface="Arial"/>
              </a:rPr>
              <a:t>exactly </a:t>
            </a:r>
            <a:r>
              <a:rPr sz="2400" spc="-5" dirty="0">
                <a:solidFill>
                  <a:srgbClr val="FFFFFF"/>
                </a:solidFill>
                <a:latin typeface="Arial"/>
                <a:cs typeface="Arial"/>
              </a:rPr>
              <a:t>once </a:t>
            </a:r>
            <a:r>
              <a:rPr sz="2400" dirty="0">
                <a:solidFill>
                  <a:srgbClr val="FFFFFF"/>
                </a:solidFill>
                <a:latin typeface="Arial"/>
                <a:cs typeface="Arial"/>
              </a:rPr>
              <a:t>so  that certain </a:t>
            </a:r>
            <a:r>
              <a:rPr sz="2400" spc="-5" dirty="0">
                <a:solidFill>
                  <a:srgbClr val="FFFFFF"/>
                </a:solidFill>
                <a:latin typeface="Arial"/>
                <a:cs typeface="Arial"/>
              </a:rPr>
              <a:t>items in </a:t>
            </a:r>
            <a:r>
              <a:rPr sz="2400" dirty="0">
                <a:solidFill>
                  <a:srgbClr val="FFFFFF"/>
                </a:solidFill>
                <a:latin typeface="Arial"/>
                <a:cs typeface="Arial"/>
              </a:rPr>
              <a:t>the record may </a:t>
            </a:r>
            <a:r>
              <a:rPr sz="2400" spc="-5" dirty="0">
                <a:solidFill>
                  <a:srgbClr val="FFFFFF"/>
                </a:solidFill>
                <a:latin typeface="Arial"/>
                <a:cs typeface="Arial"/>
              </a:rPr>
              <a:t>be</a:t>
            </a:r>
            <a:r>
              <a:rPr sz="2400" spc="-50" dirty="0">
                <a:solidFill>
                  <a:srgbClr val="FFFFFF"/>
                </a:solidFill>
                <a:latin typeface="Arial"/>
                <a:cs typeface="Arial"/>
              </a:rPr>
              <a:t> </a:t>
            </a:r>
            <a:r>
              <a:rPr sz="2400" spc="-5" dirty="0">
                <a:solidFill>
                  <a:srgbClr val="FFFFFF"/>
                </a:solidFill>
                <a:latin typeface="Arial"/>
                <a:cs typeface="Arial"/>
              </a:rPr>
              <a:t>processed.</a:t>
            </a:r>
            <a:endParaRPr sz="2400">
              <a:latin typeface="Arial"/>
              <a:cs typeface="Arial"/>
            </a:endParaRPr>
          </a:p>
          <a:p>
            <a:pPr marL="470534" indent="-423545">
              <a:lnSpc>
                <a:spcPct val="100000"/>
              </a:lnSpc>
              <a:spcBef>
                <a:spcPts val="930"/>
              </a:spcBef>
              <a:buAutoNum type="arabicPeriod"/>
              <a:tabLst>
                <a:tab pos="470534" algn="l"/>
                <a:tab pos="471170" algn="l"/>
              </a:tabLst>
            </a:pPr>
            <a:r>
              <a:rPr sz="2400" b="1" spc="-5" dirty="0">
                <a:solidFill>
                  <a:srgbClr val="FFFF00"/>
                </a:solidFill>
                <a:latin typeface="Arial"/>
                <a:cs typeface="Arial"/>
              </a:rPr>
              <a:t>Searching:</a:t>
            </a:r>
            <a:r>
              <a:rPr sz="2400" spc="-5" dirty="0">
                <a:latin typeface="Arial"/>
                <a:cs typeface="Arial"/>
              </a:rPr>
              <a:t>: </a:t>
            </a:r>
            <a:r>
              <a:rPr sz="2400" spc="-5" dirty="0">
                <a:solidFill>
                  <a:srgbClr val="FFFFFF"/>
                </a:solidFill>
                <a:latin typeface="Arial"/>
                <a:cs typeface="Arial"/>
              </a:rPr>
              <a:t>Finding </a:t>
            </a:r>
            <a:r>
              <a:rPr sz="2400" dirty="0">
                <a:solidFill>
                  <a:srgbClr val="FFFFFF"/>
                </a:solidFill>
                <a:latin typeface="Arial"/>
                <a:cs typeface="Arial"/>
              </a:rPr>
              <a:t>the </a:t>
            </a:r>
            <a:r>
              <a:rPr sz="2400" spc="-5" dirty="0">
                <a:solidFill>
                  <a:srgbClr val="FFFFFF"/>
                </a:solidFill>
                <a:latin typeface="Arial"/>
                <a:cs typeface="Arial"/>
              </a:rPr>
              <a:t>location of </a:t>
            </a:r>
            <a:r>
              <a:rPr sz="2400" dirty="0">
                <a:solidFill>
                  <a:srgbClr val="FFFFFF"/>
                </a:solidFill>
                <a:latin typeface="Arial"/>
                <a:cs typeface="Arial"/>
              </a:rPr>
              <a:t>the record(s)</a:t>
            </a:r>
            <a:endParaRPr sz="2400">
              <a:latin typeface="Arial"/>
              <a:cs typeface="Arial"/>
            </a:endParaRPr>
          </a:p>
          <a:p>
            <a:pPr marL="47625">
              <a:lnSpc>
                <a:spcPct val="100000"/>
              </a:lnSpc>
            </a:pPr>
            <a:r>
              <a:rPr sz="2400" spc="-5" dirty="0">
                <a:solidFill>
                  <a:srgbClr val="FFFFFF"/>
                </a:solidFill>
                <a:latin typeface="Arial"/>
                <a:cs typeface="Arial"/>
              </a:rPr>
              <a:t>with </a:t>
            </a:r>
            <a:r>
              <a:rPr sz="2400" dirty="0">
                <a:solidFill>
                  <a:srgbClr val="FFFFFF"/>
                </a:solidFill>
                <a:latin typeface="Arial"/>
                <a:cs typeface="Arial"/>
              </a:rPr>
              <a:t>a </a:t>
            </a:r>
            <a:r>
              <a:rPr sz="2400" spc="-5" dirty="0">
                <a:solidFill>
                  <a:srgbClr val="FFFFFF"/>
                </a:solidFill>
                <a:latin typeface="Arial"/>
                <a:cs typeface="Arial"/>
              </a:rPr>
              <a:t>given </a:t>
            </a:r>
            <a:r>
              <a:rPr sz="2400" dirty="0">
                <a:solidFill>
                  <a:srgbClr val="FFFFFF"/>
                </a:solidFill>
                <a:latin typeface="Arial"/>
                <a:cs typeface="Arial"/>
              </a:rPr>
              <a:t>key</a:t>
            </a:r>
            <a:r>
              <a:rPr sz="2400" spc="5" dirty="0">
                <a:solidFill>
                  <a:srgbClr val="FFFFFF"/>
                </a:solidFill>
                <a:latin typeface="Arial"/>
                <a:cs typeface="Arial"/>
              </a:rPr>
              <a:t> </a:t>
            </a:r>
            <a:r>
              <a:rPr sz="2400" spc="-5" dirty="0">
                <a:solidFill>
                  <a:srgbClr val="FFFFFF"/>
                </a:solidFill>
                <a:latin typeface="Arial"/>
                <a:cs typeface="Arial"/>
              </a:rPr>
              <a:t>value/conditions.</a:t>
            </a:r>
            <a:endParaRPr sz="2400">
              <a:latin typeface="Arial"/>
              <a:cs typeface="Arial"/>
            </a:endParaRPr>
          </a:p>
          <a:p>
            <a:pPr marL="435609" indent="-423545">
              <a:lnSpc>
                <a:spcPct val="100000"/>
              </a:lnSpc>
              <a:spcBef>
                <a:spcPts val="1240"/>
              </a:spcBef>
              <a:buAutoNum type="arabicPeriod" startAt="3"/>
              <a:tabLst>
                <a:tab pos="435609" algn="l"/>
                <a:tab pos="436245" algn="l"/>
              </a:tabLst>
            </a:pPr>
            <a:r>
              <a:rPr sz="2400" b="1" spc="-5" dirty="0">
                <a:solidFill>
                  <a:srgbClr val="FFFF00"/>
                </a:solidFill>
                <a:latin typeface="Arial"/>
                <a:cs typeface="Arial"/>
              </a:rPr>
              <a:t>Inserting:</a:t>
            </a:r>
            <a:r>
              <a:rPr sz="2400" spc="-5" dirty="0">
                <a:latin typeface="Arial"/>
                <a:cs typeface="Arial"/>
              </a:rPr>
              <a:t>: </a:t>
            </a:r>
            <a:r>
              <a:rPr sz="2400" spc="-5" dirty="0">
                <a:solidFill>
                  <a:srgbClr val="FFFFFF"/>
                </a:solidFill>
                <a:latin typeface="Arial"/>
                <a:cs typeface="Arial"/>
              </a:rPr>
              <a:t>Adding </a:t>
            </a:r>
            <a:r>
              <a:rPr sz="2400" dirty="0">
                <a:solidFill>
                  <a:srgbClr val="FFFFFF"/>
                </a:solidFill>
                <a:latin typeface="Arial"/>
                <a:cs typeface="Arial"/>
              </a:rPr>
              <a:t>a </a:t>
            </a:r>
            <a:r>
              <a:rPr sz="2400" spc="-5" dirty="0">
                <a:solidFill>
                  <a:srgbClr val="FFFFFF"/>
                </a:solidFill>
                <a:latin typeface="Arial"/>
                <a:cs typeface="Arial"/>
              </a:rPr>
              <a:t>new </a:t>
            </a:r>
            <a:r>
              <a:rPr sz="2400" dirty="0">
                <a:solidFill>
                  <a:srgbClr val="FFFFFF"/>
                </a:solidFill>
                <a:latin typeface="Arial"/>
                <a:cs typeface="Arial"/>
              </a:rPr>
              <a:t>record to the</a:t>
            </a:r>
            <a:r>
              <a:rPr sz="2400" spc="-170" dirty="0">
                <a:solidFill>
                  <a:srgbClr val="FFFFFF"/>
                </a:solidFill>
                <a:latin typeface="Arial"/>
                <a:cs typeface="Arial"/>
              </a:rPr>
              <a:t> </a:t>
            </a:r>
            <a:r>
              <a:rPr sz="2400" spc="-5" dirty="0">
                <a:solidFill>
                  <a:srgbClr val="FFFFFF"/>
                </a:solidFill>
                <a:latin typeface="Arial"/>
                <a:cs typeface="Arial"/>
              </a:rPr>
              <a:t>structure.</a:t>
            </a:r>
            <a:endParaRPr sz="2400">
              <a:latin typeface="Arial"/>
              <a:cs typeface="Arial"/>
            </a:endParaRPr>
          </a:p>
          <a:p>
            <a:pPr marL="478790" indent="-424180">
              <a:lnSpc>
                <a:spcPct val="100000"/>
              </a:lnSpc>
              <a:spcBef>
                <a:spcPts val="1455"/>
              </a:spcBef>
              <a:buAutoNum type="arabicPeriod" startAt="3"/>
              <a:tabLst>
                <a:tab pos="478790" algn="l"/>
                <a:tab pos="479425" algn="l"/>
              </a:tabLst>
            </a:pPr>
            <a:r>
              <a:rPr sz="2400" b="1" spc="-5" dirty="0">
                <a:solidFill>
                  <a:srgbClr val="FFFF00"/>
                </a:solidFill>
                <a:latin typeface="Arial"/>
                <a:cs typeface="Arial"/>
              </a:rPr>
              <a:t>Deleting:</a:t>
            </a:r>
            <a:r>
              <a:rPr sz="2400" spc="-5" dirty="0">
                <a:latin typeface="Arial"/>
                <a:cs typeface="Arial"/>
              </a:rPr>
              <a:t>: </a:t>
            </a:r>
            <a:r>
              <a:rPr sz="2400" spc="-5" dirty="0">
                <a:solidFill>
                  <a:srgbClr val="FFFFFF"/>
                </a:solidFill>
                <a:latin typeface="Arial"/>
                <a:cs typeface="Arial"/>
              </a:rPr>
              <a:t>Removing </a:t>
            </a:r>
            <a:r>
              <a:rPr sz="2400" dirty="0">
                <a:solidFill>
                  <a:srgbClr val="FFFFFF"/>
                </a:solidFill>
                <a:latin typeface="Arial"/>
                <a:cs typeface="Arial"/>
              </a:rPr>
              <a:t>a </a:t>
            </a:r>
            <a:r>
              <a:rPr sz="2400" spc="-5" dirty="0">
                <a:solidFill>
                  <a:srgbClr val="FFFFFF"/>
                </a:solidFill>
                <a:latin typeface="Arial"/>
                <a:cs typeface="Arial"/>
              </a:rPr>
              <a:t>record </a:t>
            </a:r>
            <a:r>
              <a:rPr sz="2400" dirty="0">
                <a:solidFill>
                  <a:srgbClr val="FFFFFF"/>
                </a:solidFill>
                <a:latin typeface="Arial"/>
                <a:cs typeface="Arial"/>
              </a:rPr>
              <a:t>from the</a:t>
            </a:r>
            <a:r>
              <a:rPr sz="2400" spc="-20" dirty="0">
                <a:solidFill>
                  <a:srgbClr val="FFFFFF"/>
                </a:solidFill>
                <a:latin typeface="Arial"/>
                <a:cs typeface="Arial"/>
              </a:rPr>
              <a:t> </a:t>
            </a:r>
            <a:r>
              <a:rPr sz="2400" spc="-5" dirty="0">
                <a:solidFill>
                  <a:srgbClr val="FFFFFF"/>
                </a:solidFill>
                <a:latin typeface="Arial"/>
                <a:cs typeface="Arial"/>
              </a:rPr>
              <a:t>structure.</a:t>
            </a:r>
            <a:endParaRPr sz="2400">
              <a:latin typeface="Arial"/>
              <a:cs typeface="Arial"/>
            </a:endParaRPr>
          </a:p>
          <a:p>
            <a:pPr>
              <a:lnSpc>
                <a:spcPct val="100000"/>
              </a:lnSpc>
            </a:pPr>
            <a:endParaRPr sz="2250">
              <a:latin typeface="Arial"/>
              <a:cs typeface="Arial"/>
            </a:endParaRPr>
          </a:p>
          <a:p>
            <a:pPr marL="29845">
              <a:lnSpc>
                <a:spcPct val="100000"/>
              </a:lnSpc>
            </a:pPr>
            <a:r>
              <a:rPr sz="2400" b="1" spc="-55" dirty="0">
                <a:solidFill>
                  <a:srgbClr val="C00000"/>
                </a:solidFill>
                <a:latin typeface="Arial"/>
                <a:cs typeface="Arial"/>
              </a:rPr>
              <a:t>Two </a:t>
            </a:r>
            <a:r>
              <a:rPr sz="2400" b="1" spc="-5" dirty="0">
                <a:solidFill>
                  <a:srgbClr val="C00000"/>
                </a:solidFill>
                <a:latin typeface="Arial"/>
                <a:cs typeface="Arial"/>
              </a:rPr>
              <a:t>Special</a:t>
            </a:r>
            <a:r>
              <a:rPr sz="2400" b="1" spc="10" dirty="0">
                <a:solidFill>
                  <a:srgbClr val="C00000"/>
                </a:solidFill>
                <a:latin typeface="Arial"/>
                <a:cs typeface="Arial"/>
              </a:rPr>
              <a:t> </a:t>
            </a:r>
            <a:r>
              <a:rPr sz="2400" b="1" dirty="0">
                <a:solidFill>
                  <a:srgbClr val="C00000"/>
                </a:solidFill>
                <a:latin typeface="Arial"/>
                <a:cs typeface="Arial"/>
              </a:rPr>
              <a:t>Operations</a:t>
            </a:r>
            <a:endParaRPr sz="2400">
              <a:latin typeface="Arial"/>
              <a:cs typeface="Arial"/>
            </a:endParaRPr>
          </a:p>
          <a:p>
            <a:pPr marL="469265" indent="-424180">
              <a:lnSpc>
                <a:spcPct val="100000"/>
              </a:lnSpc>
              <a:spcBef>
                <a:spcPts val="1255"/>
              </a:spcBef>
              <a:buAutoNum type="arabicPeriod"/>
              <a:tabLst>
                <a:tab pos="469265" algn="l"/>
                <a:tab pos="469900" algn="l"/>
              </a:tabLst>
            </a:pPr>
            <a:r>
              <a:rPr sz="2400" b="1" spc="-5" dirty="0">
                <a:solidFill>
                  <a:srgbClr val="FFFF00"/>
                </a:solidFill>
                <a:latin typeface="Arial"/>
                <a:cs typeface="Arial"/>
              </a:rPr>
              <a:t>Sorting:</a:t>
            </a:r>
            <a:r>
              <a:rPr sz="2400" spc="-5" dirty="0">
                <a:latin typeface="Arial"/>
                <a:cs typeface="Arial"/>
              </a:rPr>
              <a:t>: </a:t>
            </a:r>
            <a:r>
              <a:rPr sz="2400" spc="-5" dirty="0">
                <a:solidFill>
                  <a:srgbClr val="FFFFFF"/>
                </a:solidFill>
                <a:latin typeface="Arial"/>
                <a:cs typeface="Arial"/>
              </a:rPr>
              <a:t>Arranging </a:t>
            </a:r>
            <a:r>
              <a:rPr sz="2400" dirty="0">
                <a:solidFill>
                  <a:srgbClr val="FFFFFF"/>
                </a:solidFill>
                <a:latin typeface="Arial"/>
                <a:cs typeface="Arial"/>
              </a:rPr>
              <a:t>the records </a:t>
            </a:r>
            <a:r>
              <a:rPr sz="2400" spc="-5" dirty="0">
                <a:solidFill>
                  <a:srgbClr val="FFFFFF"/>
                </a:solidFill>
                <a:latin typeface="Arial"/>
                <a:cs typeface="Arial"/>
              </a:rPr>
              <a:t>in </a:t>
            </a:r>
            <a:r>
              <a:rPr sz="2400" dirty="0">
                <a:solidFill>
                  <a:srgbClr val="FFFFFF"/>
                </a:solidFill>
                <a:latin typeface="Arial"/>
                <a:cs typeface="Arial"/>
              </a:rPr>
              <a:t>some </a:t>
            </a:r>
            <a:r>
              <a:rPr sz="2400" spc="-5" dirty="0">
                <a:solidFill>
                  <a:srgbClr val="FFFFFF"/>
                </a:solidFill>
                <a:latin typeface="Arial"/>
                <a:cs typeface="Arial"/>
              </a:rPr>
              <a:t>logical</a:t>
            </a:r>
            <a:r>
              <a:rPr sz="2400" spc="-120" dirty="0">
                <a:solidFill>
                  <a:srgbClr val="FFFFFF"/>
                </a:solidFill>
                <a:latin typeface="Arial"/>
                <a:cs typeface="Arial"/>
              </a:rPr>
              <a:t> </a:t>
            </a:r>
            <a:r>
              <a:rPr sz="2400" spc="-25" dirty="0">
                <a:solidFill>
                  <a:srgbClr val="FFFFFF"/>
                </a:solidFill>
                <a:latin typeface="Arial"/>
                <a:cs typeface="Arial"/>
              </a:rPr>
              <a:t>order.</a:t>
            </a:r>
            <a:endParaRPr sz="2400">
              <a:latin typeface="Arial"/>
              <a:cs typeface="Arial"/>
            </a:endParaRPr>
          </a:p>
          <a:p>
            <a:pPr marL="512445" indent="-424180">
              <a:lnSpc>
                <a:spcPct val="100000"/>
              </a:lnSpc>
              <a:spcBef>
                <a:spcPts val="1450"/>
              </a:spcBef>
              <a:buAutoNum type="arabicPeriod"/>
              <a:tabLst>
                <a:tab pos="512445" algn="l"/>
                <a:tab pos="513080" algn="l"/>
              </a:tabLst>
            </a:pPr>
            <a:r>
              <a:rPr sz="2400" b="1" dirty="0">
                <a:solidFill>
                  <a:srgbClr val="FFFF00"/>
                </a:solidFill>
                <a:latin typeface="Arial"/>
                <a:cs typeface="Arial"/>
              </a:rPr>
              <a:t>Merging:</a:t>
            </a:r>
            <a:r>
              <a:rPr sz="2400" dirty="0">
                <a:latin typeface="Arial"/>
                <a:cs typeface="Arial"/>
              </a:rPr>
              <a:t>: </a:t>
            </a:r>
            <a:r>
              <a:rPr sz="2400" spc="-5" dirty="0">
                <a:solidFill>
                  <a:srgbClr val="FFFFFF"/>
                </a:solidFill>
                <a:latin typeface="Arial"/>
                <a:cs typeface="Arial"/>
              </a:rPr>
              <a:t>Combining </a:t>
            </a:r>
            <a:r>
              <a:rPr sz="2400" dirty="0">
                <a:solidFill>
                  <a:srgbClr val="FFFFFF"/>
                </a:solidFill>
                <a:latin typeface="Arial"/>
                <a:cs typeface="Arial"/>
              </a:rPr>
              <a:t>records from </a:t>
            </a:r>
            <a:r>
              <a:rPr sz="2400" spc="-10" dirty="0">
                <a:solidFill>
                  <a:srgbClr val="FFFFFF"/>
                </a:solidFill>
                <a:latin typeface="Arial"/>
                <a:cs typeface="Arial"/>
              </a:rPr>
              <a:t>different</a:t>
            </a:r>
            <a:r>
              <a:rPr sz="2400" spc="-40" dirty="0">
                <a:solidFill>
                  <a:srgbClr val="FFFFFF"/>
                </a:solidFill>
                <a:latin typeface="Arial"/>
                <a:cs typeface="Arial"/>
              </a:rPr>
              <a:t> </a:t>
            </a:r>
            <a:r>
              <a:rPr sz="2400" spc="-5" dirty="0">
                <a:solidFill>
                  <a:srgbClr val="FFFFFF"/>
                </a:solidFill>
                <a:latin typeface="Arial"/>
                <a:cs typeface="Arial"/>
              </a:rPr>
              <a:t>files.</a:t>
            </a:r>
            <a:endParaRPr sz="24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3675" y="127010"/>
            <a:ext cx="8832850" cy="6731000"/>
            <a:chOff x="193675" y="127010"/>
            <a:chExt cx="8832850" cy="6731000"/>
          </a:xfrm>
        </p:grpSpPr>
        <p:sp>
          <p:nvSpPr>
            <p:cNvPr id="3" name="object 3"/>
            <p:cNvSpPr/>
            <p:nvPr/>
          </p:nvSpPr>
          <p:spPr>
            <a:xfrm>
              <a:off x="212725" y="127010"/>
              <a:ext cx="8759830" cy="3586093"/>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93675" y="3754437"/>
              <a:ext cx="3724290" cy="63658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209549" y="4389499"/>
              <a:ext cx="2008122" cy="2468499"/>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214312" y="3351160"/>
              <a:ext cx="4964033" cy="377823"/>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4970526" y="3767072"/>
              <a:ext cx="4056004" cy="641351"/>
            </a:xfrm>
            <a:prstGeom prst="rect">
              <a:avLst/>
            </a:prstGeom>
            <a:blipFill>
              <a:blip r:embed="rId6" cstate="print"/>
              <a:stretch>
                <a:fillRect/>
              </a:stretch>
            </a:blipFill>
          </p:spPr>
          <p:txBody>
            <a:bodyPr wrap="square" lIns="0" tIns="0" rIns="0" bIns="0" rtlCol="0"/>
            <a:lstStyle/>
            <a:p>
              <a:endParaRPr/>
            </a:p>
          </p:txBody>
        </p:sp>
        <p:sp>
          <p:nvSpPr>
            <p:cNvPr id="8" name="object 8"/>
            <p:cNvSpPr/>
            <p:nvPr/>
          </p:nvSpPr>
          <p:spPr>
            <a:xfrm>
              <a:off x="7097786" y="4399024"/>
              <a:ext cx="1912872" cy="2458974"/>
            </a:xfrm>
            <a:prstGeom prst="rect">
              <a:avLst/>
            </a:prstGeom>
            <a:blipFill>
              <a:blip r:embed="rId7" cstate="print"/>
              <a:stretch>
                <a:fillRect/>
              </a:stretch>
            </a:blipFill>
          </p:spPr>
          <p:txBody>
            <a:bodyPr wrap="square" lIns="0" tIns="0" rIns="0" bIns="0" rtlCol="0"/>
            <a:lstStyle/>
            <a:p>
              <a:endParaRPr/>
            </a:p>
          </p:txBody>
        </p:sp>
        <p:sp>
          <p:nvSpPr>
            <p:cNvPr id="9" name="object 9"/>
            <p:cNvSpPr/>
            <p:nvPr/>
          </p:nvSpPr>
          <p:spPr>
            <a:xfrm>
              <a:off x="2271774" y="5178488"/>
              <a:ext cx="4754483" cy="1430274"/>
            </a:xfrm>
            <a:prstGeom prst="rect">
              <a:avLst/>
            </a:prstGeom>
            <a:blipFill>
              <a:blip r:embed="rId8" cstate="print"/>
              <a:stretch>
                <a:fillRect/>
              </a:stretch>
            </a:blipFill>
          </p:spPr>
          <p:txBody>
            <a:bodyPr wrap="square" lIns="0" tIns="0" rIns="0" bIns="0" rtlCol="0"/>
            <a:lstStyle/>
            <a:p>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28343"/>
            <a:ext cx="8991600" cy="3785652"/>
          </a:xfrm>
          <a:prstGeom prst="rect">
            <a:avLst/>
          </a:prstGeom>
        </p:spPr>
        <p:txBody>
          <a:bodyPr wrap="square">
            <a:spAutoFit/>
          </a:bodyPr>
          <a:lstStyle/>
          <a:p>
            <a:r>
              <a:rPr lang="en-US" sz="2400" dirty="0" smtClean="0">
                <a:solidFill>
                  <a:schemeClr val="bg1"/>
                </a:solidFill>
                <a:latin typeface="Times New Roman" panose="02020603050405020304" pitchFamily="18" charset="0"/>
                <a:cs typeface="Times New Roman" panose="02020603050405020304" pitchFamily="18" charset="0"/>
              </a:rPr>
              <a:t>we will learn about ADT but before understanding what ADT is let us consider different in-built data types that are provided to us. Data types such as </a:t>
            </a:r>
            <a:r>
              <a:rPr lang="en-US" sz="2400" dirty="0" err="1" smtClean="0">
                <a:solidFill>
                  <a:schemeClr val="bg1"/>
                </a:solidFill>
                <a:latin typeface="Times New Roman" panose="02020603050405020304" pitchFamily="18" charset="0"/>
                <a:cs typeface="Times New Roman" panose="02020603050405020304" pitchFamily="18" charset="0"/>
              </a:rPr>
              <a:t>int</a:t>
            </a:r>
            <a:r>
              <a:rPr lang="en-US" sz="2400" dirty="0" smtClean="0">
                <a:solidFill>
                  <a:schemeClr val="bg1"/>
                </a:solidFill>
                <a:latin typeface="Times New Roman" panose="02020603050405020304" pitchFamily="18" charset="0"/>
                <a:cs typeface="Times New Roman" panose="02020603050405020304" pitchFamily="18" charset="0"/>
              </a:rPr>
              <a:t>, float, double, long, etc. are considered to be in-built data types and we can perform basic operations with them such as addition, subtraction, division, multiplication, etc. Now there might be a situation when we need operations for our user-defined data type which have to be defined. These operations can be defined only as and when we require them. So, in order to simplify the process of solving problems, we can create data structures along with their operations, and such data structures that are not in-built are known as Abstract Data Type (ADT).</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78223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ctr" eaLnBrk="1" hangingPunct="1"/>
            <a:r>
              <a:rPr lang="en-US" altLang="en-US" sz="3600" smtClean="0"/>
              <a:t>ALGORITHMS AND FLOWCHARTS</a:t>
            </a:r>
            <a:r>
              <a:rPr lang="en-US" altLang="en-US" smtClean="0"/>
              <a:t> </a:t>
            </a:r>
          </a:p>
        </p:txBody>
      </p:sp>
      <p:sp>
        <p:nvSpPr>
          <p:cNvPr id="4099" name="Rectangle 3"/>
          <p:cNvSpPr>
            <a:spLocks noGrp="1" noChangeArrowheads="1"/>
          </p:cNvSpPr>
          <p:nvPr>
            <p:ph type="body" idx="1"/>
          </p:nvPr>
        </p:nvSpPr>
        <p:spPr>
          <a:xfrm>
            <a:off x="457200" y="1828800"/>
            <a:ext cx="8229600" cy="4038600"/>
          </a:xfrm>
        </p:spPr>
        <p:txBody>
          <a:bodyPr/>
          <a:lstStyle/>
          <a:p>
            <a:pPr eaLnBrk="1" hangingPunct="1"/>
            <a:r>
              <a:rPr lang="en-US" altLang="en-US" sz="2800" smtClean="0"/>
              <a:t>A typical programming task can be divided into two phases:</a:t>
            </a:r>
            <a:endParaRPr lang="en-US" altLang="en-US" sz="2800" b="1" i="1" smtClean="0"/>
          </a:p>
          <a:p>
            <a:pPr eaLnBrk="1" hangingPunct="1"/>
            <a:r>
              <a:rPr lang="en-US" altLang="en-US" sz="2800" b="1" i="1" smtClean="0"/>
              <a:t>Problem solving phase</a:t>
            </a:r>
            <a:endParaRPr lang="en-US" altLang="en-US" sz="2800" smtClean="0"/>
          </a:p>
          <a:p>
            <a:pPr lvl="1" eaLnBrk="1" hangingPunct="1"/>
            <a:r>
              <a:rPr lang="en-US" altLang="en-US" sz="2400" smtClean="0"/>
              <a:t>produce an ordered sequence of steps that describe solution of problem</a:t>
            </a:r>
          </a:p>
          <a:p>
            <a:pPr lvl="1" eaLnBrk="1" hangingPunct="1"/>
            <a:r>
              <a:rPr lang="en-US" altLang="en-US" sz="2400" smtClean="0"/>
              <a:t>this sequence of steps is called an </a:t>
            </a:r>
            <a:r>
              <a:rPr lang="en-US" altLang="en-US" sz="2400" b="1" i="1" smtClean="0"/>
              <a:t>algorithm</a:t>
            </a:r>
            <a:endParaRPr lang="en-US" altLang="en-US" sz="2400" smtClean="0"/>
          </a:p>
          <a:p>
            <a:pPr eaLnBrk="1" hangingPunct="1"/>
            <a:r>
              <a:rPr lang="en-US" altLang="en-US" sz="2800" b="1" i="1" smtClean="0"/>
              <a:t>Implementation phase</a:t>
            </a:r>
            <a:r>
              <a:rPr lang="en-US" altLang="en-US" sz="2800" smtClean="0"/>
              <a:t> </a:t>
            </a:r>
          </a:p>
          <a:p>
            <a:pPr lvl="1" eaLnBrk="1" hangingPunct="1"/>
            <a:r>
              <a:rPr lang="en-US" altLang="en-US" sz="2400" smtClean="0"/>
              <a:t>implement the program in some programming language</a:t>
            </a:r>
          </a:p>
        </p:txBody>
      </p:sp>
    </p:spTree>
    <p:extLst>
      <p:ext uri="{BB962C8B-B14F-4D97-AF65-F5344CB8AC3E}">
        <p14:creationId xmlns:p14="http://schemas.microsoft.com/office/powerpoint/2010/main" val="30440154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ctr" eaLnBrk="1" hangingPunct="1"/>
            <a:r>
              <a:rPr lang="en-US" altLang="en-US" smtClean="0"/>
              <a:t>Steps in Problem Solving</a:t>
            </a:r>
          </a:p>
        </p:txBody>
      </p:sp>
      <p:sp>
        <p:nvSpPr>
          <p:cNvPr id="5123" name="Rectangle 3"/>
          <p:cNvSpPr>
            <a:spLocks noGrp="1" noChangeArrowheads="1"/>
          </p:cNvSpPr>
          <p:nvPr>
            <p:ph type="body" idx="1"/>
          </p:nvPr>
        </p:nvSpPr>
        <p:spPr/>
        <p:txBody>
          <a:bodyPr/>
          <a:lstStyle/>
          <a:p>
            <a:pPr eaLnBrk="1" hangingPunct="1">
              <a:lnSpc>
                <a:spcPct val="90000"/>
              </a:lnSpc>
            </a:pPr>
            <a:r>
              <a:rPr lang="en-US" altLang="en-US" sz="2800" smtClean="0"/>
              <a:t>First produce a general algorithm (one can use </a:t>
            </a:r>
            <a:r>
              <a:rPr lang="en-US" altLang="en-US" sz="2800" b="1" i="1" smtClean="0"/>
              <a:t>pseudocode</a:t>
            </a:r>
            <a:r>
              <a:rPr lang="en-US" altLang="en-US" sz="2800" smtClean="0"/>
              <a:t>) </a:t>
            </a:r>
          </a:p>
          <a:p>
            <a:pPr eaLnBrk="1" hangingPunct="1">
              <a:lnSpc>
                <a:spcPct val="90000"/>
              </a:lnSpc>
            </a:pPr>
            <a:r>
              <a:rPr lang="en-US" altLang="en-US" sz="2800" smtClean="0"/>
              <a:t>Refine the algorithm successively to get step by step detailed</a:t>
            </a:r>
            <a:r>
              <a:rPr lang="en-US" altLang="en-US" sz="2800" b="1" i="1" smtClean="0"/>
              <a:t> algorithm</a:t>
            </a:r>
            <a:r>
              <a:rPr lang="en-US" altLang="en-US" sz="2800" smtClean="0"/>
              <a:t> that is very close to a computer language.</a:t>
            </a:r>
            <a:endParaRPr lang="en-US" altLang="en-US" sz="2800" b="1" i="1" smtClean="0"/>
          </a:p>
          <a:p>
            <a:pPr eaLnBrk="1" hangingPunct="1">
              <a:lnSpc>
                <a:spcPct val="90000"/>
              </a:lnSpc>
            </a:pPr>
            <a:r>
              <a:rPr lang="en-US" altLang="en-US" sz="2800" b="1" i="1" smtClean="0"/>
              <a:t>Pseudocode</a:t>
            </a:r>
            <a:r>
              <a:rPr lang="en-US" altLang="en-US" sz="2800" smtClean="0"/>
              <a:t> is an artificial and informal language that helps programmers develop algorithms. Pseudocode is very similar to everyday English.</a:t>
            </a:r>
          </a:p>
        </p:txBody>
      </p:sp>
    </p:spTree>
    <p:extLst>
      <p:ext uri="{BB962C8B-B14F-4D97-AF65-F5344CB8AC3E}">
        <p14:creationId xmlns:p14="http://schemas.microsoft.com/office/powerpoint/2010/main" val="17305294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rmAutofit/>
          </a:bodyPr>
          <a:lstStyle/>
          <a:p>
            <a:r>
              <a:rPr lang="en-US" dirty="0"/>
              <a:t>Characteristics of an </a:t>
            </a:r>
            <a:r>
              <a:rPr lang="en-US" dirty="0" smtClean="0"/>
              <a:t>Algorithm</a:t>
            </a:r>
            <a:endParaRPr lang="en-US" dirty="0"/>
          </a:p>
        </p:txBody>
      </p:sp>
      <p:sp>
        <p:nvSpPr>
          <p:cNvPr id="3" name="Content Placeholder 2"/>
          <p:cNvSpPr>
            <a:spLocks noGrp="1"/>
          </p:cNvSpPr>
          <p:nvPr>
            <p:ph idx="1"/>
          </p:nvPr>
        </p:nvSpPr>
        <p:spPr>
          <a:xfrm>
            <a:off x="457200" y="1295400"/>
            <a:ext cx="8229600" cy="5562600"/>
          </a:xfrm>
        </p:spPr>
        <p:txBody>
          <a:bodyPr>
            <a:noAutofit/>
          </a:bodyPr>
          <a:lstStyle/>
          <a:p>
            <a:pPr marL="0" indent="0" algn="just">
              <a:buNone/>
            </a:pPr>
            <a:r>
              <a:rPr lang="en-US" sz="2200" dirty="0"/>
              <a:t>Not all procedures can be called an algorithm. An algorithm should have the below mentioned characteristics </a:t>
            </a:r>
          </a:p>
          <a:p>
            <a:pPr algn="just"/>
            <a:r>
              <a:rPr lang="en-US" sz="2200" b="1" dirty="0"/>
              <a:t>Unambiguous</a:t>
            </a:r>
            <a:r>
              <a:rPr lang="en-US" sz="2200" dirty="0"/>
              <a:t> − Algorithm should be clear and unambiguous. Each of its steps (or phases), and their input/outputs should be clear and must lead to only one meaning.</a:t>
            </a:r>
          </a:p>
          <a:p>
            <a:pPr algn="just"/>
            <a:r>
              <a:rPr lang="en-US" sz="2200" b="1" dirty="0"/>
              <a:t>Input</a:t>
            </a:r>
            <a:r>
              <a:rPr lang="en-US" sz="2200" dirty="0"/>
              <a:t> − An algorithm should have </a:t>
            </a:r>
            <a:r>
              <a:rPr lang="en-US" sz="2200" dirty="0" smtClean="0"/>
              <a:t>0ne </a:t>
            </a:r>
            <a:r>
              <a:rPr lang="en-US" sz="2200" dirty="0"/>
              <a:t>or more well defined inputs.</a:t>
            </a:r>
          </a:p>
          <a:p>
            <a:pPr algn="just"/>
            <a:r>
              <a:rPr lang="en-US" sz="2200" b="1" dirty="0"/>
              <a:t>Output</a:t>
            </a:r>
            <a:r>
              <a:rPr lang="en-US" sz="2200" dirty="0"/>
              <a:t> − An algorithm should have 1 or more well defined outputs, and should match the desired output.</a:t>
            </a:r>
          </a:p>
          <a:p>
            <a:pPr algn="just"/>
            <a:r>
              <a:rPr lang="en-US" sz="2200" b="1" dirty="0"/>
              <a:t>Finiteness</a:t>
            </a:r>
            <a:r>
              <a:rPr lang="en-US" sz="2200" dirty="0"/>
              <a:t> − Algorithms must terminate after a finite number of steps.</a:t>
            </a:r>
          </a:p>
          <a:p>
            <a:pPr algn="just"/>
            <a:r>
              <a:rPr lang="en-US" sz="2200" b="1" dirty="0"/>
              <a:t>Feasibility</a:t>
            </a:r>
            <a:r>
              <a:rPr lang="en-US" sz="2200" dirty="0"/>
              <a:t> − Should be feasible with the available resources.</a:t>
            </a:r>
          </a:p>
          <a:p>
            <a:pPr algn="just"/>
            <a:r>
              <a:rPr lang="en-US" sz="2200" b="1" dirty="0"/>
              <a:t>Independent</a:t>
            </a:r>
            <a:r>
              <a:rPr lang="en-US" sz="2200" dirty="0"/>
              <a:t> − An algorithm should have step-by-step directions which should be independent of any programming code</a:t>
            </a:r>
            <a:r>
              <a:rPr lang="en-US" sz="2200" dirty="0" smtClean="0"/>
              <a:t>.</a:t>
            </a:r>
            <a:endParaRPr lang="en-US" sz="2200" dirty="0"/>
          </a:p>
        </p:txBody>
      </p:sp>
    </p:spTree>
    <p:extLst>
      <p:ext uri="{BB962C8B-B14F-4D97-AF65-F5344CB8AC3E}">
        <p14:creationId xmlns:p14="http://schemas.microsoft.com/office/powerpoint/2010/main" val="25988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5474"/>
            <a:ext cx="9144000" cy="869950"/>
          </a:xfrm>
          <a:custGeom>
            <a:avLst/>
            <a:gdLst/>
            <a:ahLst/>
            <a:cxnLst/>
            <a:rect l="l" t="t" r="r" b="b"/>
            <a:pathLst>
              <a:path w="9144000" h="869950">
                <a:moveTo>
                  <a:pt x="9143999" y="0"/>
                </a:moveTo>
                <a:lnTo>
                  <a:pt x="0" y="0"/>
                </a:lnTo>
                <a:lnTo>
                  <a:pt x="0" y="869941"/>
                </a:lnTo>
                <a:lnTo>
                  <a:pt x="9143999" y="869941"/>
                </a:lnTo>
                <a:lnTo>
                  <a:pt x="9143999" y="0"/>
                </a:lnTo>
                <a:close/>
              </a:path>
            </a:pathLst>
          </a:custGeom>
          <a:solidFill>
            <a:srgbClr val="7F7F7F"/>
          </a:solidFill>
        </p:spPr>
        <p:txBody>
          <a:bodyPr wrap="square" lIns="0" tIns="0" rIns="0" bIns="0" rtlCol="0"/>
          <a:lstStyle/>
          <a:p>
            <a:endParaRPr/>
          </a:p>
        </p:txBody>
      </p:sp>
      <p:sp>
        <p:nvSpPr>
          <p:cNvPr id="3" name="object 3"/>
          <p:cNvSpPr txBox="1"/>
          <p:nvPr/>
        </p:nvSpPr>
        <p:spPr>
          <a:xfrm>
            <a:off x="220472" y="144901"/>
            <a:ext cx="5693410" cy="635000"/>
          </a:xfrm>
          <a:prstGeom prst="rect">
            <a:avLst/>
          </a:prstGeom>
        </p:spPr>
        <p:txBody>
          <a:bodyPr vert="horz" wrap="square" lIns="0" tIns="12065" rIns="0" bIns="0" rtlCol="0">
            <a:spAutoFit/>
          </a:bodyPr>
          <a:lstStyle/>
          <a:p>
            <a:pPr marL="12700">
              <a:lnSpc>
                <a:spcPct val="100000"/>
              </a:lnSpc>
              <a:spcBef>
                <a:spcPts val="95"/>
              </a:spcBef>
            </a:pPr>
            <a:r>
              <a:rPr sz="4000" b="1" spc="-5" dirty="0">
                <a:solidFill>
                  <a:srgbClr val="FFFF00"/>
                </a:solidFill>
                <a:latin typeface="Arial"/>
                <a:cs typeface="Arial"/>
              </a:rPr>
              <a:t>Algorithm &amp; Flow</a:t>
            </a:r>
            <a:r>
              <a:rPr sz="4000" b="1" spc="-20" dirty="0">
                <a:solidFill>
                  <a:srgbClr val="FFFF00"/>
                </a:solidFill>
                <a:latin typeface="Arial"/>
                <a:cs typeface="Arial"/>
              </a:rPr>
              <a:t> </a:t>
            </a:r>
            <a:r>
              <a:rPr sz="4000" b="1" spc="-10" dirty="0">
                <a:solidFill>
                  <a:srgbClr val="FFFF00"/>
                </a:solidFill>
                <a:latin typeface="Arial"/>
                <a:cs typeface="Arial"/>
              </a:rPr>
              <a:t>Chart</a:t>
            </a:r>
            <a:endParaRPr sz="4000">
              <a:latin typeface="Arial"/>
              <a:cs typeface="Arial"/>
            </a:endParaRPr>
          </a:p>
        </p:txBody>
      </p:sp>
      <p:grpSp>
        <p:nvGrpSpPr>
          <p:cNvPr id="4" name="object 4"/>
          <p:cNvGrpSpPr/>
          <p:nvPr/>
        </p:nvGrpSpPr>
        <p:grpSpPr>
          <a:xfrm>
            <a:off x="366714" y="1020839"/>
            <a:ext cx="7523480" cy="5634355"/>
            <a:chOff x="366714" y="1020839"/>
            <a:chExt cx="7523480" cy="5634355"/>
          </a:xfrm>
        </p:grpSpPr>
        <p:sp>
          <p:nvSpPr>
            <p:cNvPr id="5" name="object 5"/>
            <p:cNvSpPr/>
            <p:nvPr/>
          </p:nvSpPr>
          <p:spPr>
            <a:xfrm>
              <a:off x="479426" y="2006600"/>
              <a:ext cx="7410450" cy="464820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66712" y="1020851"/>
              <a:ext cx="7169784" cy="942975"/>
            </a:xfrm>
            <a:custGeom>
              <a:avLst/>
              <a:gdLst/>
              <a:ahLst/>
              <a:cxnLst/>
              <a:rect l="l" t="t" r="r" b="b"/>
              <a:pathLst>
                <a:path w="7169784" h="942975">
                  <a:moveTo>
                    <a:pt x="6518262" y="0"/>
                  </a:moveTo>
                  <a:lnTo>
                    <a:pt x="0" y="0"/>
                  </a:lnTo>
                  <a:lnTo>
                    <a:pt x="0" y="460362"/>
                  </a:lnTo>
                  <a:lnTo>
                    <a:pt x="6518262" y="460362"/>
                  </a:lnTo>
                  <a:lnTo>
                    <a:pt x="6518262" y="0"/>
                  </a:lnTo>
                  <a:close/>
                </a:path>
                <a:path w="7169784" h="942975">
                  <a:moveTo>
                    <a:pt x="7169163" y="482574"/>
                  </a:moveTo>
                  <a:lnTo>
                    <a:pt x="34912" y="482574"/>
                  </a:lnTo>
                  <a:lnTo>
                    <a:pt x="34912" y="942949"/>
                  </a:lnTo>
                  <a:lnTo>
                    <a:pt x="7169163" y="942949"/>
                  </a:lnTo>
                  <a:lnTo>
                    <a:pt x="7169163" y="482574"/>
                  </a:lnTo>
                  <a:close/>
                </a:path>
              </a:pathLst>
            </a:custGeom>
            <a:solidFill>
              <a:srgbClr val="3F3F3F"/>
            </a:solidFill>
          </p:spPr>
          <p:txBody>
            <a:bodyPr wrap="square" lIns="0" tIns="0" rIns="0" bIns="0" rtlCol="0"/>
            <a:lstStyle/>
            <a:p>
              <a:endParaRPr/>
            </a:p>
          </p:txBody>
        </p:sp>
      </p:grpSp>
      <p:sp>
        <p:nvSpPr>
          <p:cNvPr id="7" name="object 7"/>
          <p:cNvSpPr txBox="1"/>
          <p:nvPr/>
        </p:nvSpPr>
        <p:spPr>
          <a:xfrm>
            <a:off x="445417" y="929802"/>
            <a:ext cx="6941184" cy="991235"/>
          </a:xfrm>
          <a:prstGeom prst="rect">
            <a:avLst/>
          </a:prstGeom>
        </p:spPr>
        <p:txBody>
          <a:bodyPr vert="horz" wrap="square" lIns="0" tIns="12065" rIns="0" bIns="0" rtlCol="0">
            <a:spAutoFit/>
          </a:bodyPr>
          <a:lstStyle/>
          <a:p>
            <a:pPr marL="47625" marR="5080" indent="-35560">
              <a:lnSpc>
                <a:spcPct val="132000"/>
              </a:lnSpc>
              <a:spcBef>
                <a:spcPts val="95"/>
              </a:spcBef>
            </a:pPr>
            <a:r>
              <a:rPr sz="2400" spc="-5" dirty="0">
                <a:solidFill>
                  <a:srgbClr val="FFFF00"/>
                </a:solidFill>
                <a:latin typeface="Arial"/>
                <a:cs typeface="Arial"/>
              </a:rPr>
              <a:t>Algorithm </a:t>
            </a:r>
            <a:r>
              <a:rPr sz="2400" spc="-5" dirty="0">
                <a:solidFill>
                  <a:srgbClr val="FFFFFF"/>
                </a:solidFill>
                <a:latin typeface="Arial"/>
                <a:cs typeface="Arial"/>
              </a:rPr>
              <a:t>is </a:t>
            </a:r>
            <a:r>
              <a:rPr sz="2400" dirty="0">
                <a:solidFill>
                  <a:srgbClr val="FFFFFF"/>
                </a:solidFill>
                <a:latin typeface="Arial"/>
                <a:cs typeface="Arial"/>
              </a:rPr>
              <a:t>a </a:t>
            </a:r>
            <a:r>
              <a:rPr sz="2400" spc="-5" dirty="0">
                <a:solidFill>
                  <a:srgbClr val="FFFFFF"/>
                </a:solidFill>
                <a:latin typeface="Arial"/>
                <a:cs typeface="Arial"/>
              </a:rPr>
              <a:t>step-by-step solution of problem  </a:t>
            </a:r>
            <a:r>
              <a:rPr sz="2400" spc="-5" dirty="0">
                <a:solidFill>
                  <a:srgbClr val="FFFF00"/>
                </a:solidFill>
                <a:latin typeface="Arial"/>
                <a:cs typeface="Arial"/>
              </a:rPr>
              <a:t>Flowchart </a:t>
            </a:r>
            <a:r>
              <a:rPr sz="2400" spc="-5" dirty="0">
                <a:solidFill>
                  <a:srgbClr val="FFFFFF"/>
                </a:solidFill>
                <a:latin typeface="Arial"/>
                <a:cs typeface="Arial"/>
              </a:rPr>
              <a:t>is </a:t>
            </a:r>
            <a:r>
              <a:rPr sz="2400" dirty="0">
                <a:solidFill>
                  <a:srgbClr val="FFFFFF"/>
                </a:solidFill>
                <a:latin typeface="Arial"/>
                <a:cs typeface="Arial"/>
              </a:rPr>
              <a:t>a </a:t>
            </a:r>
            <a:r>
              <a:rPr sz="2400" spc="-5" dirty="0">
                <a:solidFill>
                  <a:srgbClr val="FFFFFF"/>
                </a:solidFill>
                <a:latin typeface="Arial"/>
                <a:cs typeface="Arial"/>
              </a:rPr>
              <a:t>pictorial presentation of an</a:t>
            </a:r>
            <a:r>
              <a:rPr sz="2400" spc="35" dirty="0">
                <a:solidFill>
                  <a:srgbClr val="FFFFFF"/>
                </a:solidFill>
                <a:latin typeface="Arial"/>
                <a:cs typeface="Arial"/>
              </a:rPr>
              <a:t> </a:t>
            </a:r>
            <a:r>
              <a:rPr sz="2400" spc="-5" dirty="0">
                <a:solidFill>
                  <a:srgbClr val="FFFFFF"/>
                </a:solidFill>
                <a:latin typeface="Arial"/>
                <a:cs typeface="Arial"/>
              </a:rPr>
              <a:t>algorithm</a:t>
            </a:r>
            <a:endParaRPr sz="2400">
              <a:latin typeface="Arial"/>
              <a:cs typeface="Aria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5474"/>
            <a:ext cx="9144000" cy="869950"/>
          </a:xfrm>
          <a:custGeom>
            <a:avLst/>
            <a:gdLst/>
            <a:ahLst/>
            <a:cxnLst/>
            <a:rect l="l" t="t" r="r" b="b"/>
            <a:pathLst>
              <a:path w="9144000" h="869950">
                <a:moveTo>
                  <a:pt x="9143999" y="0"/>
                </a:moveTo>
                <a:lnTo>
                  <a:pt x="0" y="0"/>
                </a:lnTo>
                <a:lnTo>
                  <a:pt x="0" y="869941"/>
                </a:lnTo>
                <a:lnTo>
                  <a:pt x="9143999" y="869941"/>
                </a:lnTo>
                <a:lnTo>
                  <a:pt x="9143999" y="0"/>
                </a:lnTo>
                <a:close/>
              </a:path>
            </a:pathLst>
          </a:custGeom>
          <a:solidFill>
            <a:srgbClr val="7F7F7F"/>
          </a:solidFill>
        </p:spPr>
        <p:txBody>
          <a:bodyPr wrap="square" lIns="0" tIns="0" rIns="0" bIns="0" rtlCol="0"/>
          <a:lstStyle/>
          <a:p>
            <a:endParaRPr/>
          </a:p>
        </p:txBody>
      </p:sp>
      <p:sp>
        <p:nvSpPr>
          <p:cNvPr id="3" name="object 3"/>
          <p:cNvSpPr txBox="1"/>
          <p:nvPr/>
        </p:nvSpPr>
        <p:spPr>
          <a:xfrm>
            <a:off x="220472" y="144901"/>
            <a:ext cx="5779135" cy="635000"/>
          </a:xfrm>
          <a:prstGeom prst="rect">
            <a:avLst/>
          </a:prstGeom>
        </p:spPr>
        <p:txBody>
          <a:bodyPr vert="horz" wrap="square" lIns="0" tIns="12065" rIns="0" bIns="0" rtlCol="0">
            <a:spAutoFit/>
          </a:bodyPr>
          <a:lstStyle/>
          <a:p>
            <a:pPr marL="12700">
              <a:lnSpc>
                <a:spcPct val="100000"/>
              </a:lnSpc>
              <a:spcBef>
                <a:spcPts val="95"/>
              </a:spcBef>
            </a:pPr>
            <a:r>
              <a:rPr sz="4000" b="1" spc="-5" dirty="0">
                <a:solidFill>
                  <a:srgbClr val="FFFF00"/>
                </a:solidFill>
                <a:latin typeface="Arial"/>
                <a:cs typeface="Arial"/>
              </a:rPr>
              <a:t>Examples of Flow</a:t>
            </a:r>
            <a:r>
              <a:rPr sz="4000" b="1" spc="-25" dirty="0">
                <a:solidFill>
                  <a:srgbClr val="FFFF00"/>
                </a:solidFill>
                <a:latin typeface="Arial"/>
                <a:cs typeface="Arial"/>
              </a:rPr>
              <a:t> </a:t>
            </a:r>
            <a:r>
              <a:rPr sz="4000" b="1" spc="-10" dirty="0">
                <a:solidFill>
                  <a:srgbClr val="FFFF00"/>
                </a:solidFill>
                <a:latin typeface="Arial"/>
                <a:cs typeface="Arial"/>
              </a:rPr>
              <a:t>Chart</a:t>
            </a:r>
            <a:endParaRPr sz="4000">
              <a:latin typeface="Arial"/>
              <a:cs typeface="Arial"/>
            </a:endParaRPr>
          </a:p>
        </p:txBody>
      </p:sp>
      <p:sp>
        <p:nvSpPr>
          <p:cNvPr id="4" name="object 4"/>
          <p:cNvSpPr/>
          <p:nvPr/>
        </p:nvSpPr>
        <p:spPr>
          <a:xfrm>
            <a:off x="476250" y="1135121"/>
            <a:ext cx="7807325" cy="561975"/>
          </a:xfrm>
          <a:custGeom>
            <a:avLst/>
            <a:gdLst/>
            <a:ahLst/>
            <a:cxnLst/>
            <a:rect l="l" t="t" r="r" b="b"/>
            <a:pathLst>
              <a:path w="7807325" h="561975">
                <a:moveTo>
                  <a:pt x="7807329" y="0"/>
                </a:moveTo>
                <a:lnTo>
                  <a:pt x="0" y="0"/>
                </a:lnTo>
                <a:lnTo>
                  <a:pt x="0" y="561974"/>
                </a:lnTo>
                <a:lnTo>
                  <a:pt x="7807329" y="561974"/>
                </a:lnTo>
                <a:lnTo>
                  <a:pt x="7807329" y="0"/>
                </a:lnTo>
                <a:close/>
              </a:path>
            </a:pathLst>
          </a:custGeom>
          <a:solidFill>
            <a:srgbClr val="45969F"/>
          </a:solidFill>
        </p:spPr>
        <p:txBody>
          <a:bodyPr wrap="square" lIns="0" tIns="0" rIns="0" bIns="0" rtlCol="0"/>
          <a:lstStyle/>
          <a:p>
            <a:endParaRPr/>
          </a:p>
        </p:txBody>
      </p:sp>
      <p:sp>
        <p:nvSpPr>
          <p:cNvPr id="5" name="object 5"/>
          <p:cNvSpPr txBox="1"/>
          <p:nvPr/>
        </p:nvSpPr>
        <p:spPr>
          <a:xfrm>
            <a:off x="555145" y="1197351"/>
            <a:ext cx="7088505" cy="452120"/>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FFFF00"/>
                </a:solidFill>
                <a:latin typeface="Arial"/>
                <a:cs typeface="Arial"/>
              </a:rPr>
              <a:t>Prob</a:t>
            </a:r>
            <a:r>
              <a:rPr sz="2800" spc="-5" dirty="0">
                <a:latin typeface="Arial"/>
                <a:cs typeface="Arial"/>
              </a:rPr>
              <a:t>: </a:t>
            </a:r>
            <a:r>
              <a:rPr sz="2800" spc="-5" dirty="0">
                <a:solidFill>
                  <a:srgbClr val="FFFFFF"/>
                </a:solidFill>
                <a:latin typeface="Arial"/>
                <a:cs typeface="Arial"/>
              </a:rPr>
              <a:t>Find the bigger between two</a:t>
            </a:r>
            <a:r>
              <a:rPr sz="2800" spc="90" dirty="0">
                <a:solidFill>
                  <a:srgbClr val="FFFFFF"/>
                </a:solidFill>
                <a:latin typeface="Arial"/>
                <a:cs typeface="Arial"/>
              </a:rPr>
              <a:t> </a:t>
            </a:r>
            <a:r>
              <a:rPr sz="2800" spc="-5" dirty="0">
                <a:solidFill>
                  <a:srgbClr val="FFFFFF"/>
                </a:solidFill>
                <a:latin typeface="Arial"/>
                <a:cs typeface="Arial"/>
              </a:rPr>
              <a:t>numbers.</a:t>
            </a:r>
            <a:endParaRPr sz="2800">
              <a:latin typeface="Arial"/>
              <a:cs typeface="Arial"/>
            </a:endParaRPr>
          </a:p>
        </p:txBody>
      </p:sp>
      <p:sp>
        <p:nvSpPr>
          <p:cNvPr id="6" name="object 6"/>
          <p:cNvSpPr/>
          <p:nvPr/>
        </p:nvSpPr>
        <p:spPr>
          <a:xfrm>
            <a:off x="1030287" y="1838260"/>
            <a:ext cx="6576029" cy="423339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5474"/>
            <a:ext cx="9144000" cy="869950"/>
          </a:xfrm>
          <a:custGeom>
            <a:avLst/>
            <a:gdLst/>
            <a:ahLst/>
            <a:cxnLst/>
            <a:rect l="l" t="t" r="r" b="b"/>
            <a:pathLst>
              <a:path w="9144000" h="869950">
                <a:moveTo>
                  <a:pt x="9143999" y="0"/>
                </a:moveTo>
                <a:lnTo>
                  <a:pt x="0" y="0"/>
                </a:lnTo>
                <a:lnTo>
                  <a:pt x="0" y="869941"/>
                </a:lnTo>
                <a:lnTo>
                  <a:pt x="9143999" y="869941"/>
                </a:lnTo>
                <a:lnTo>
                  <a:pt x="9143999" y="0"/>
                </a:lnTo>
                <a:close/>
              </a:path>
            </a:pathLst>
          </a:custGeom>
          <a:solidFill>
            <a:srgbClr val="3F3F3F"/>
          </a:solidFill>
        </p:spPr>
        <p:txBody>
          <a:bodyPr wrap="square" lIns="0" tIns="0" rIns="0" bIns="0" rtlCol="0"/>
          <a:lstStyle/>
          <a:p>
            <a:endParaRPr/>
          </a:p>
        </p:txBody>
      </p:sp>
      <p:sp>
        <p:nvSpPr>
          <p:cNvPr id="3" name="object 3"/>
          <p:cNvSpPr txBox="1"/>
          <p:nvPr/>
        </p:nvSpPr>
        <p:spPr>
          <a:xfrm>
            <a:off x="220472" y="144901"/>
            <a:ext cx="5779135" cy="635000"/>
          </a:xfrm>
          <a:prstGeom prst="rect">
            <a:avLst/>
          </a:prstGeom>
        </p:spPr>
        <p:txBody>
          <a:bodyPr vert="horz" wrap="square" lIns="0" tIns="12065" rIns="0" bIns="0" rtlCol="0">
            <a:spAutoFit/>
          </a:bodyPr>
          <a:lstStyle/>
          <a:p>
            <a:pPr marL="12700">
              <a:lnSpc>
                <a:spcPct val="100000"/>
              </a:lnSpc>
              <a:spcBef>
                <a:spcPts val="95"/>
              </a:spcBef>
            </a:pPr>
            <a:r>
              <a:rPr sz="4000" b="1" spc="-5" dirty="0">
                <a:solidFill>
                  <a:srgbClr val="FFFF00"/>
                </a:solidFill>
                <a:latin typeface="Arial"/>
                <a:cs typeface="Arial"/>
              </a:rPr>
              <a:t>Examples of Flow</a:t>
            </a:r>
            <a:r>
              <a:rPr sz="4000" b="1" spc="-25" dirty="0">
                <a:solidFill>
                  <a:srgbClr val="FFFF00"/>
                </a:solidFill>
                <a:latin typeface="Arial"/>
                <a:cs typeface="Arial"/>
              </a:rPr>
              <a:t> </a:t>
            </a:r>
            <a:r>
              <a:rPr sz="4000" b="1" spc="-10" dirty="0">
                <a:solidFill>
                  <a:srgbClr val="FFFF00"/>
                </a:solidFill>
                <a:latin typeface="Arial"/>
                <a:cs typeface="Arial"/>
              </a:rPr>
              <a:t>Chart</a:t>
            </a:r>
            <a:endParaRPr sz="4000">
              <a:latin typeface="Arial"/>
              <a:cs typeface="Arial"/>
            </a:endParaRPr>
          </a:p>
        </p:txBody>
      </p:sp>
      <p:sp>
        <p:nvSpPr>
          <p:cNvPr id="4" name="object 4"/>
          <p:cNvSpPr txBox="1"/>
          <p:nvPr/>
        </p:nvSpPr>
        <p:spPr>
          <a:xfrm>
            <a:off x="476250" y="1135136"/>
            <a:ext cx="7807325" cy="609600"/>
          </a:xfrm>
          <a:prstGeom prst="rect">
            <a:avLst/>
          </a:prstGeom>
          <a:solidFill>
            <a:srgbClr val="5F5F5F"/>
          </a:solidFill>
        </p:spPr>
        <p:txBody>
          <a:bodyPr vert="horz" wrap="square" lIns="0" tIns="74295" rIns="0" bIns="0" rtlCol="0">
            <a:spAutoFit/>
          </a:bodyPr>
          <a:lstStyle/>
          <a:p>
            <a:pPr marL="91440">
              <a:lnSpc>
                <a:spcPct val="100000"/>
              </a:lnSpc>
              <a:spcBef>
                <a:spcPts val="585"/>
              </a:spcBef>
            </a:pPr>
            <a:r>
              <a:rPr sz="2800" b="1" spc="-5" dirty="0">
                <a:solidFill>
                  <a:srgbClr val="FFFF00"/>
                </a:solidFill>
                <a:latin typeface="Arial"/>
                <a:cs typeface="Arial"/>
              </a:rPr>
              <a:t>Prob</a:t>
            </a:r>
            <a:r>
              <a:rPr sz="2800" spc="-5" dirty="0">
                <a:latin typeface="Arial"/>
                <a:cs typeface="Arial"/>
              </a:rPr>
              <a:t>: </a:t>
            </a:r>
            <a:r>
              <a:rPr sz="2800" spc="-5" dirty="0">
                <a:solidFill>
                  <a:srgbClr val="FFFFFF"/>
                </a:solidFill>
                <a:latin typeface="Arial"/>
                <a:cs typeface="Arial"/>
              </a:rPr>
              <a:t>Find the biggest among three</a:t>
            </a:r>
            <a:r>
              <a:rPr sz="2800" spc="75" dirty="0">
                <a:solidFill>
                  <a:srgbClr val="FFFFFF"/>
                </a:solidFill>
                <a:latin typeface="Arial"/>
                <a:cs typeface="Arial"/>
              </a:rPr>
              <a:t> </a:t>
            </a:r>
            <a:r>
              <a:rPr sz="2800" spc="-5" dirty="0">
                <a:solidFill>
                  <a:srgbClr val="FFFFFF"/>
                </a:solidFill>
                <a:latin typeface="Arial"/>
                <a:cs typeface="Arial"/>
              </a:rPr>
              <a:t>numbers.</a:t>
            </a:r>
            <a:endParaRPr sz="2800">
              <a:latin typeface="Arial"/>
              <a:cs typeface="Arial"/>
            </a:endParaRPr>
          </a:p>
        </p:txBody>
      </p:sp>
      <p:sp>
        <p:nvSpPr>
          <p:cNvPr id="5" name="object 5"/>
          <p:cNvSpPr/>
          <p:nvPr/>
        </p:nvSpPr>
        <p:spPr>
          <a:xfrm>
            <a:off x="1247775" y="1887595"/>
            <a:ext cx="5876909" cy="466560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125730"/>
          </a:xfrm>
          <a:custGeom>
            <a:avLst/>
            <a:gdLst/>
            <a:ahLst/>
            <a:cxnLst/>
            <a:rect l="l" t="t" r="r" b="b"/>
            <a:pathLst>
              <a:path w="9144000" h="125730">
                <a:moveTo>
                  <a:pt x="0" y="125486"/>
                </a:moveTo>
                <a:lnTo>
                  <a:pt x="9143999" y="125486"/>
                </a:lnTo>
                <a:lnTo>
                  <a:pt x="9143999" y="0"/>
                </a:lnTo>
                <a:lnTo>
                  <a:pt x="0" y="0"/>
                </a:lnTo>
                <a:lnTo>
                  <a:pt x="0" y="125486"/>
                </a:lnTo>
                <a:close/>
              </a:path>
            </a:pathLst>
          </a:custGeom>
          <a:solidFill>
            <a:srgbClr val="1E4648"/>
          </a:solidFill>
        </p:spPr>
        <p:txBody>
          <a:bodyPr wrap="square" lIns="0" tIns="0" rIns="0" bIns="0" rtlCol="0"/>
          <a:lstStyle/>
          <a:p>
            <a:endParaRPr/>
          </a:p>
        </p:txBody>
      </p:sp>
      <p:sp>
        <p:nvSpPr>
          <p:cNvPr id="3" name="object 3"/>
          <p:cNvSpPr/>
          <p:nvPr/>
        </p:nvSpPr>
        <p:spPr>
          <a:xfrm>
            <a:off x="0" y="830336"/>
            <a:ext cx="9144000" cy="6028055"/>
          </a:xfrm>
          <a:custGeom>
            <a:avLst/>
            <a:gdLst/>
            <a:ahLst/>
            <a:cxnLst/>
            <a:rect l="l" t="t" r="r" b="b"/>
            <a:pathLst>
              <a:path w="9144000" h="6028055">
                <a:moveTo>
                  <a:pt x="0" y="6027663"/>
                </a:moveTo>
                <a:lnTo>
                  <a:pt x="9143999" y="6027663"/>
                </a:lnTo>
                <a:lnTo>
                  <a:pt x="9143999" y="0"/>
                </a:lnTo>
                <a:lnTo>
                  <a:pt x="0" y="0"/>
                </a:lnTo>
                <a:lnTo>
                  <a:pt x="0" y="6027663"/>
                </a:lnTo>
                <a:close/>
              </a:path>
            </a:pathLst>
          </a:custGeom>
          <a:solidFill>
            <a:srgbClr val="1E4648"/>
          </a:solidFill>
        </p:spPr>
        <p:txBody>
          <a:bodyPr wrap="square" lIns="0" tIns="0" rIns="0" bIns="0" rtlCol="0"/>
          <a:lstStyle/>
          <a:p>
            <a:endParaRPr/>
          </a:p>
        </p:txBody>
      </p:sp>
      <p:sp>
        <p:nvSpPr>
          <p:cNvPr id="4" name="object 4"/>
          <p:cNvSpPr/>
          <p:nvPr/>
        </p:nvSpPr>
        <p:spPr>
          <a:xfrm>
            <a:off x="0" y="125486"/>
            <a:ext cx="9144000" cy="704850"/>
          </a:xfrm>
          <a:custGeom>
            <a:avLst/>
            <a:gdLst/>
            <a:ahLst/>
            <a:cxnLst/>
            <a:rect l="l" t="t" r="r" b="b"/>
            <a:pathLst>
              <a:path w="9144000" h="704850">
                <a:moveTo>
                  <a:pt x="9143999" y="0"/>
                </a:moveTo>
                <a:lnTo>
                  <a:pt x="0" y="0"/>
                </a:lnTo>
                <a:lnTo>
                  <a:pt x="0" y="704849"/>
                </a:lnTo>
                <a:lnTo>
                  <a:pt x="9143999" y="704849"/>
                </a:lnTo>
                <a:lnTo>
                  <a:pt x="9143999" y="0"/>
                </a:lnTo>
                <a:close/>
              </a:path>
            </a:pathLst>
          </a:custGeom>
          <a:solidFill>
            <a:srgbClr val="595959"/>
          </a:solidFill>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3335" rIns="0" bIns="0" rtlCol="0">
            <a:spAutoFit/>
          </a:bodyPr>
          <a:lstStyle/>
          <a:p>
            <a:pPr marL="38735">
              <a:lnSpc>
                <a:spcPct val="100000"/>
              </a:lnSpc>
              <a:spcBef>
                <a:spcPts val="105"/>
              </a:spcBef>
            </a:pPr>
            <a:r>
              <a:rPr dirty="0"/>
              <a:t>Algorithms: </a:t>
            </a:r>
            <a:r>
              <a:rPr spc="-25" dirty="0"/>
              <a:t>Complexity, </a:t>
            </a:r>
            <a:r>
              <a:rPr spc="-10" dirty="0"/>
              <a:t>Time-Space</a:t>
            </a:r>
            <a:r>
              <a:rPr spc="-70" dirty="0"/>
              <a:t> </a:t>
            </a:r>
            <a:r>
              <a:rPr spc="-25" dirty="0"/>
              <a:t>Tradeoff</a:t>
            </a:r>
          </a:p>
        </p:txBody>
      </p:sp>
      <p:sp>
        <p:nvSpPr>
          <p:cNvPr id="6" name="object 6"/>
          <p:cNvSpPr/>
          <p:nvPr/>
        </p:nvSpPr>
        <p:spPr>
          <a:xfrm>
            <a:off x="423864" y="922385"/>
            <a:ext cx="7823834" cy="1211580"/>
          </a:xfrm>
          <a:custGeom>
            <a:avLst/>
            <a:gdLst/>
            <a:ahLst/>
            <a:cxnLst/>
            <a:rect l="l" t="t" r="r" b="b"/>
            <a:pathLst>
              <a:path w="7823834" h="1211580">
                <a:moveTo>
                  <a:pt x="7621331" y="0"/>
                </a:moveTo>
                <a:lnTo>
                  <a:pt x="201881" y="0"/>
                </a:lnTo>
                <a:lnTo>
                  <a:pt x="155589" y="5327"/>
                </a:lnTo>
                <a:lnTo>
                  <a:pt x="113096" y="20504"/>
                </a:lnTo>
                <a:lnTo>
                  <a:pt x="75612" y="44322"/>
                </a:lnTo>
                <a:lnTo>
                  <a:pt x="44349" y="75570"/>
                </a:lnTo>
                <a:lnTo>
                  <a:pt x="20518" y="113040"/>
                </a:lnTo>
                <a:lnTo>
                  <a:pt x="5331" y="155522"/>
                </a:lnTo>
                <a:lnTo>
                  <a:pt x="0" y="201808"/>
                </a:lnTo>
                <a:lnTo>
                  <a:pt x="0" y="1009284"/>
                </a:lnTo>
                <a:lnTo>
                  <a:pt x="5331" y="1055576"/>
                </a:lnTo>
                <a:lnTo>
                  <a:pt x="20518" y="1098076"/>
                </a:lnTo>
                <a:lnTo>
                  <a:pt x="44349" y="1135569"/>
                </a:lnTo>
                <a:lnTo>
                  <a:pt x="75612" y="1166843"/>
                </a:lnTo>
                <a:lnTo>
                  <a:pt x="113096" y="1190685"/>
                </a:lnTo>
                <a:lnTo>
                  <a:pt x="155589" y="1205879"/>
                </a:lnTo>
                <a:lnTo>
                  <a:pt x="201881" y="1211214"/>
                </a:lnTo>
                <a:lnTo>
                  <a:pt x="7621331" y="1211214"/>
                </a:lnTo>
                <a:lnTo>
                  <a:pt x="7667623" y="1205879"/>
                </a:lnTo>
                <a:lnTo>
                  <a:pt x="7710123" y="1190685"/>
                </a:lnTo>
                <a:lnTo>
                  <a:pt x="7747617" y="1166843"/>
                </a:lnTo>
                <a:lnTo>
                  <a:pt x="7778891" y="1135569"/>
                </a:lnTo>
                <a:lnTo>
                  <a:pt x="7802732" y="1098076"/>
                </a:lnTo>
                <a:lnTo>
                  <a:pt x="7817927" y="1055576"/>
                </a:lnTo>
                <a:lnTo>
                  <a:pt x="7823261" y="1009284"/>
                </a:lnTo>
                <a:lnTo>
                  <a:pt x="7823261" y="201808"/>
                </a:lnTo>
                <a:lnTo>
                  <a:pt x="7817927" y="155522"/>
                </a:lnTo>
                <a:lnTo>
                  <a:pt x="7802732" y="113040"/>
                </a:lnTo>
                <a:lnTo>
                  <a:pt x="7778891" y="75570"/>
                </a:lnTo>
                <a:lnTo>
                  <a:pt x="7747617" y="44322"/>
                </a:lnTo>
                <a:lnTo>
                  <a:pt x="7710123" y="20504"/>
                </a:lnTo>
                <a:lnTo>
                  <a:pt x="7667623" y="5327"/>
                </a:lnTo>
                <a:lnTo>
                  <a:pt x="7621331" y="0"/>
                </a:lnTo>
                <a:close/>
              </a:path>
            </a:pathLst>
          </a:custGeom>
          <a:solidFill>
            <a:srgbClr val="1E4648"/>
          </a:solidFill>
        </p:spPr>
        <p:txBody>
          <a:bodyPr wrap="square" lIns="0" tIns="0" rIns="0" bIns="0" rtlCol="0"/>
          <a:lstStyle/>
          <a:p>
            <a:endParaRPr/>
          </a:p>
        </p:txBody>
      </p:sp>
      <p:sp>
        <p:nvSpPr>
          <p:cNvPr id="7" name="object 7"/>
          <p:cNvSpPr/>
          <p:nvPr/>
        </p:nvSpPr>
        <p:spPr>
          <a:xfrm>
            <a:off x="449259" y="2243206"/>
            <a:ext cx="8001634" cy="2219325"/>
          </a:xfrm>
          <a:custGeom>
            <a:avLst/>
            <a:gdLst/>
            <a:ahLst/>
            <a:cxnLst/>
            <a:rect l="l" t="t" r="r" b="b"/>
            <a:pathLst>
              <a:path w="8001634" h="2219325">
                <a:moveTo>
                  <a:pt x="7631109" y="0"/>
                </a:moveTo>
                <a:lnTo>
                  <a:pt x="369902" y="0"/>
                </a:lnTo>
                <a:lnTo>
                  <a:pt x="323502" y="2879"/>
                </a:lnTo>
                <a:lnTo>
                  <a:pt x="278823" y="11288"/>
                </a:lnTo>
                <a:lnTo>
                  <a:pt x="236210" y="24880"/>
                </a:lnTo>
                <a:lnTo>
                  <a:pt x="196010" y="43310"/>
                </a:lnTo>
                <a:lnTo>
                  <a:pt x="158570" y="66232"/>
                </a:lnTo>
                <a:lnTo>
                  <a:pt x="124236" y="93299"/>
                </a:lnTo>
                <a:lnTo>
                  <a:pt x="93355" y="124167"/>
                </a:lnTo>
                <a:lnTo>
                  <a:pt x="66274" y="158489"/>
                </a:lnTo>
                <a:lnTo>
                  <a:pt x="43340" y="195920"/>
                </a:lnTo>
                <a:lnTo>
                  <a:pt x="24898" y="236113"/>
                </a:lnTo>
                <a:lnTo>
                  <a:pt x="11297" y="278724"/>
                </a:lnTo>
                <a:lnTo>
                  <a:pt x="2882" y="323406"/>
                </a:lnTo>
                <a:lnTo>
                  <a:pt x="0" y="369813"/>
                </a:lnTo>
                <a:lnTo>
                  <a:pt x="0" y="1849364"/>
                </a:lnTo>
                <a:lnTo>
                  <a:pt x="2882" y="1895774"/>
                </a:lnTo>
                <a:lnTo>
                  <a:pt x="11297" y="1940458"/>
                </a:lnTo>
                <a:lnTo>
                  <a:pt x="24898" y="1983071"/>
                </a:lnTo>
                <a:lnTo>
                  <a:pt x="43340" y="2023266"/>
                </a:lnTo>
                <a:lnTo>
                  <a:pt x="66274" y="2060699"/>
                </a:lnTo>
                <a:lnTo>
                  <a:pt x="93355" y="2095022"/>
                </a:lnTo>
                <a:lnTo>
                  <a:pt x="124236" y="2125892"/>
                </a:lnTo>
                <a:lnTo>
                  <a:pt x="158570" y="2152961"/>
                </a:lnTo>
                <a:lnTo>
                  <a:pt x="196010" y="2175883"/>
                </a:lnTo>
                <a:lnTo>
                  <a:pt x="236210" y="2194314"/>
                </a:lnTo>
                <a:lnTo>
                  <a:pt x="278823" y="2207907"/>
                </a:lnTo>
                <a:lnTo>
                  <a:pt x="323502" y="2216316"/>
                </a:lnTo>
                <a:lnTo>
                  <a:pt x="369902" y="2219196"/>
                </a:lnTo>
                <a:lnTo>
                  <a:pt x="7631109" y="2219196"/>
                </a:lnTo>
                <a:lnTo>
                  <a:pt x="7677519" y="2216316"/>
                </a:lnTo>
                <a:lnTo>
                  <a:pt x="7722208" y="2207907"/>
                </a:lnTo>
                <a:lnTo>
                  <a:pt x="7764830" y="2194314"/>
                </a:lnTo>
                <a:lnTo>
                  <a:pt x="7805037" y="2175883"/>
                </a:lnTo>
                <a:lnTo>
                  <a:pt x="7842484" y="2152961"/>
                </a:lnTo>
                <a:lnTo>
                  <a:pt x="7876823" y="2125892"/>
                </a:lnTo>
                <a:lnTo>
                  <a:pt x="7907708" y="2095022"/>
                </a:lnTo>
                <a:lnTo>
                  <a:pt x="7934793" y="2060699"/>
                </a:lnTo>
                <a:lnTo>
                  <a:pt x="7957730" y="2023266"/>
                </a:lnTo>
                <a:lnTo>
                  <a:pt x="7976174" y="1983071"/>
                </a:lnTo>
                <a:lnTo>
                  <a:pt x="7989777" y="1940458"/>
                </a:lnTo>
                <a:lnTo>
                  <a:pt x="7998193" y="1895774"/>
                </a:lnTo>
                <a:lnTo>
                  <a:pt x="8001076" y="1849364"/>
                </a:lnTo>
                <a:lnTo>
                  <a:pt x="8001076" y="369813"/>
                </a:lnTo>
                <a:lnTo>
                  <a:pt x="7998193" y="323406"/>
                </a:lnTo>
                <a:lnTo>
                  <a:pt x="7989777" y="278724"/>
                </a:lnTo>
                <a:lnTo>
                  <a:pt x="7976174" y="236113"/>
                </a:lnTo>
                <a:lnTo>
                  <a:pt x="7957730" y="195920"/>
                </a:lnTo>
                <a:lnTo>
                  <a:pt x="7934793" y="158489"/>
                </a:lnTo>
                <a:lnTo>
                  <a:pt x="7907708" y="124167"/>
                </a:lnTo>
                <a:lnTo>
                  <a:pt x="7876823" y="93299"/>
                </a:lnTo>
                <a:lnTo>
                  <a:pt x="7842484" y="66232"/>
                </a:lnTo>
                <a:lnTo>
                  <a:pt x="7805037" y="43310"/>
                </a:lnTo>
                <a:lnTo>
                  <a:pt x="7764830" y="24880"/>
                </a:lnTo>
                <a:lnTo>
                  <a:pt x="7722208" y="11288"/>
                </a:lnTo>
                <a:lnTo>
                  <a:pt x="7677519" y="2879"/>
                </a:lnTo>
                <a:lnTo>
                  <a:pt x="7631109" y="0"/>
                </a:lnTo>
                <a:close/>
              </a:path>
            </a:pathLst>
          </a:custGeom>
          <a:solidFill>
            <a:srgbClr val="1E4648"/>
          </a:solidFill>
        </p:spPr>
        <p:txBody>
          <a:bodyPr wrap="square" lIns="0" tIns="0" rIns="0" bIns="0" rtlCol="0"/>
          <a:lstStyle/>
          <a:p>
            <a:endParaRPr/>
          </a:p>
        </p:txBody>
      </p:sp>
      <p:sp>
        <p:nvSpPr>
          <p:cNvPr id="8" name="object 8"/>
          <p:cNvSpPr/>
          <p:nvPr/>
        </p:nvSpPr>
        <p:spPr>
          <a:xfrm>
            <a:off x="449259" y="4580001"/>
            <a:ext cx="8169909" cy="1228725"/>
          </a:xfrm>
          <a:custGeom>
            <a:avLst/>
            <a:gdLst/>
            <a:ahLst/>
            <a:cxnLst/>
            <a:rect l="l" t="t" r="r" b="b"/>
            <a:pathLst>
              <a:path w="8169909" h="1228725">
                <a:moveTo>
                  <a:pt x="7964500" y="0"/>
                </a:moveTo>
                <a:lnTo>
                  <a:pt x="204785" y="0"/>
                </a:lnTo>
                <a:lnTo>
                  <a:pt x="157834" y="5402"/>
                </a:lnTo>
                <a:lnTo>
                  <a:pt x="114732" y="20793"/>
                </a:lnTo>
                <a:lnTo>
                  <a:pt x="76708" y="44948"/>
                </a:lnTo>
                <a:lnTo>
                  <a:pt x="44993" y="76643"/>
                </a:lnTo>
                <a:lnTo>
                  <a:pt x="20817" y="114655"/>
                </a:lnTo>
                <a:lnTo>
                  <a:pt x="5409" y="157757"/>
                </a:lnTo>
                <a:lnTo>
                  <a:pt x="0" y="204728"/>
                </a:lnTo>
                <a:lnTo>
                  <a:pt x="0" y="1023878"/>
                </a:lnTo>
                <a:lnTo>
                  <a:pt x="5409" y="1070829"/>
                </a:lnTo>
                <a:lnTo>
                  <a:pt x="20817" y="1113931"/>
                </a:lnTo>
                <a:lnTo>
                  <a:pt x="44993" y="1151955"/>
                </a:lnTo>
                <a:lnTo>
                  <a:pt x="76708" y="1183670"/>
                </a:lnTo>
                <a:lnTo>
                  <a:pt x="114732" y="1207847"/>
                </a:lnTo>
                <a:lnTo>
                  <a:pt x="157834" y="1223254"/>
                </a:lnTo>
                <a:lnTo>
                  <a:pt x="204785" y="1228664"/>
                </a:lnTo>
                <a:lnTo>
                  <a:pt x="7964500" y="1228664"/>
                </a:lnTo>
                <a:lnTo>
                  <a:pt x="8011472" y="1223254"/>
                </a:lnTo>
                <a:lnTo>
                  <a:pt x="8054591" y="1207847"/>
                </a:lnTo>
                <a:lnTo>
                  <a:pt x="8092628" y="1183670"/>
                </a:lnTo>
                <a:lnTo>
                  <a:pt x="8124352" y="1151955"/>
                </a:lnTo>
                <a:lnTo>
                  <a:pt x="8148534" y="1113931"/>
                </a:lnTo>
                <a:lnTo>
                  <a:pt x="8163945" y="1070829"/>
                </a:lnTo>
                <a:lnTo>
                  <a:pt x="8169356" y="1023878"/>
                </a:lnTo>
                <a:lnTo>
                  <a:pt x="8169356" y="204728"/>
                </a:lnTo>
                <a:lnTo>
                  <a:pt x="8163945" y="157757"/>
                </a:lnTo>
                <a:lnTo>
                  <a:pt x="8148534" y="114655"/>
                </a:lnTo>
                <a:lnTo>
                  <a:pt x="8124352" y="76643"/>
                </a:lnTo>
                <a:lnTo>
                  <a:pt x="8092628" y="44948"/>
                </a:lnTo>
                <a:lnTo>
                  <a:pt x="8054591" y="20793"/>
                </a:lnTo>
                <a:lnTo>
                  <a:pt x="8011472" y="5402"/>
                </a:lnTo>
                <a:lnTo>
                  <a:pt x="7964500" y="0"/>
                </a:lnTo>
                <a:close/>
              </a:path>
            </a:pathLst>
          </a:custGeom>
          <a:solidFill>
            <a:srgbClr val="1E4648"/>
          </a:solidFill>
        </p:spPr>
        <p:txBody>
          <a:bodyPr wrap="square" lIns="0" tIns="0" rIns="0" bIns="0" rtlCol="0"/>
          <a:lstStyle/>
          <a:p>
            <a:endParaRPr/>
          </a:p>
        </p:txBody>
      </p:sp>
      <p:sp>
        <p:nvSpPr>
          <p:cNvPr id="9" name="object 9"/>
          <p:cNvSpPr txBox="1"/>
          <p:nvPr/>
        </p:nvSpPr>
        <p:spPr>
          <a:xfrm>
            <a:off x="561848" y="1007105"/>
            <a:ext cx="7743190" cy="4782185"/>
          </a:xfrm>
          <a:prstGeom prst="rect">
            <a:avLst/>
          </a:prstGeom>
        </p:spPr>
        <p:txBody>
          <a:bodyPr vert="horz" wrap="square" lIns="0" tIns="12700" rIns="0" bIns="0" rtlCol="0">
            <a:spAutoFit/>
          </a:bodyPr>
          <a:lstStyle/>
          <a:p>
            <a:pPr marL="12700" marR="551180">
              <a:lnSpc>
                <a:spcPct val="100000"/>
              </a:lnSpc>
              <a:spcBef>
                <a:spcPts val="100"/>
              </a:spcBef>
            </a:pPr>
            <a:r>
              <a:rPr sz="2400" b="1" spc="-5" dirty="0">
                <a:solidFill>
                  <a:srgbClr val="FFFF00"/>
                </a:solidFill>
                <a:latin typeface="Arial"/>
                <a:cs typeface="Arial"/>
              </a:rPr>
              <a:t>Complexity:</a:t>
            </a:r>
            <a:r>
              <a:rPr sz="2400" spc="-5" dirty="0">
                <a:latin typeface="Arial"/>
                <a:cs typeface="Arial"/>
              </a:rPr>
              <a:t>: </a:t>
            </a:r>
            <a:r>
              <a:rPr sz="2400" dirty="0">
                <a:solidFill>
                  <a:srgbClr val="FFFFFF"/>
                </a:solidFill>
                <a:latin typeface="Arial"/>
                <a:cs typeface="Arial"/>
              </a:rPr>
              <a:t>The </a:t>
            </a:r>
            <a:r>
              <a:rPr sz="2400" spc="-5" dirty="0">
                <a:solidFill>
                  <a:srgbClr val="FFFFFF"/>
                </a:solidFill>
                <a:latin typeface="Arial"/>
                <a:cs typeface="Arial"/>
              </a:rPr>
              <a:t>complexity of an algorithm is </a:t>
            </a:r>
            <a:r>
              <a:rPr sz="2400" dirty="0">
                <a:solidFill>
                  <a:srgbClr val="FFFFFF"/>
                </a:solidFill>
                <a:latin typeface="Arial"/>
                <a:cs typeface="Arial"/>
              </a:rPr>
              <a:t>the  function </a:t>
            </a:r>
            <a:r>
              <a:rPr sz="2400" spc="-5" dirty="0">
                <a:solidFill>
                  <a:srgbClr val="FFFFFF"/>
                </a:solidFill>
                <a:latin typeface="Arial"/>
                <a:cs typeface="Arial"/>
              </a:rPr>
              <a:t>which gives </a:t>
            </a:r>
            <a:r>
              <a:rPr sz="2400" dirty="0">
                <a:solidFill>
                  <a:srgbClr val="FFFFFF"/>
                </a:solidFill>
                <a:latin typeface="Arial"/>
                <a:cs typeface="Arial"/>
              </a:rPr>
              <a:t>the </a:t>
            </a:r>
            <a:r>
              <a:rPr sz="2400" spc="-5" dirty="0">
                <a:solidFill>
                  <a:srgbClr val="FFFFFF"/>
                </a:solidFill>
                <a:latin typeface="Arial"/>
                <a:cs typeface="Arial"/>
              </a:rPr>
              <a:t>running </a:t>
            </a:r>
            <a:r>
              <a:rPr sz="2400" dirty="0">
                <a:solidFill>
                  <a:srgbClr val="FFFFFF"/>
                </a:solidFill>
                <a:latin typeface="Arial"/>
                <a:cs typeface="Arial"/>
              </a:rPr>
              <a:t>time </a:t>
            </a:r>
            <a:r>
              <a:rPr sz="2400" spc="-5" dirty="0">
                <a:solidFill>
                  <a:srgbClr val="FFFFFF"/>
                </a:solidFill>
                <a:latin typeface="Arial"/>
                <a:cs typeface="Arial"/>
              </a:rPr>
              <a:t>and/or space in  </a:t>
            </a:r>
            <a:r>
              <a:rPr sz="2400" dirty="0">
                <a:solidFill>
                  <a:srgbClr val="FFFFFF"/>
                </a:solidFill>
                <a:latin typeface="Arial"/>
                <a:cs typeface="Arial"/>
              </a:rPr>
              <a:t>terms </a:t>
            </a:r>
            <a:r>
              <a:rPr sz="2400" spc="-5" dirty="0">
                <a:solidFill>
                  <a:srgbClr val="FFFFFF"/>
                </a:solidFill>
                <a:latin typeface="Arial"/>
                <a:cs typeface="Arial"/>
              </a:rPr>
              <a:t>of input</a:t>
            </a:r>
            <a:r>
              <a:rPr sz="2400" spc="-10" dirty="0">
                <a:solidFill>
                  <a:srgbClr val="FFFFFF"/>
                </a:solidFill>
                <a:latin typeface="Arial"/>
                <a:cs typeface="Arial"/>
              </a:rPr>
              <a:t> </a:t>
            </a:r>
            <a:r>
              <a:rPr sz="2400" spc="-5" dirty="0">
                <a:solidFill>
                  <a:srgbClr val="FFFFFF"/>
                </a:solidFill>
                <a:latin typeface="Arial"/>
                <a:cs typeface="Arial"/>
              </a:rPr>
              <a:t>size.</a:t>
            </a:r>
            <a:endParaRPr sz="2400">
              <a:latin typeface="Arial"/>
              <a:cs typeface="Arial"/>
            </a:endParaRPr>
          </a:p>
          <a:p>
            <a:pPr marL="86995" marR="407670" algn="just">
              <a:lnSpc>
                <a:spcPct val="100000"/>
              </a:lnSpc>
              <a:spcBef>
                <a:spcPts val="2150"/>
              </a:spcBef>
            </a:pPr>
            <a:r>
              <a:rPr sz="2400" b="1" spc="-10" dirty="0">
                <a:solidFill>
                  <a:srgbClr val="FFFF00"/>
                </a:solidFill>
                <a:latin typeface="Arial"/>
                <a:cs typeface="Arial"/>
              </a:rPr>
              <a:t>Time-Space </a:t>
            </a:r>
            <a:r>
              <a:rPr sz="2400" b="1" spc="-20" dirty="0">
                <a:solidFill>
                  <a:srgbClr val="FFFF00"/>
                </a:solidFill>
                <a:latin typeface="Arial"/>
                <a:cs typeface="Arial"/>
              </a:rPr>
              <a:t>Trade-Off </a:t>
            </a:r>
            <a:r>
              <a:rPr sz="2400" b="1" dirty="0">
                <a:solidFill>
                  <a:srgbClr val="FFFF00"/>
                </a:solidFill>
                <a:latin typeface="Arial"/>
                <a:cs typeface="Arial"/>
              </a:rPr>
              <a:t>in </a:t>
            </a:r>
            <a:r>
              <a:rPr sz="2400" b="1" spc="-5" dirty="0">
                <a:solidFill>
                  <a:srgbClr val="FFFF00"/>
                </a:solidFill>
                <a:latin typeface="Arial"/>
                <a:cs typeface="Arial"/>
              </a:rPr>
              <a:t>Algorithms</a:t>
            </a:r>
            <a:r>
              <a:rPr sz="2400" b="1" spc="-5" dirty="0">
                <a:solidFill>
                  <a:srgbClr val="FFFFFF"/>
                </a:solidFill>
                <a:latin typeface="Arial"/>
                <a:cs typeface="Arial"/>
              </a:rPr>
              <a:t>: </a:t>
            </a:r>
            <a:r>
              <a:rPr sz="2400" dirty="0">
                <a:solidFill>
                  <a:srgbClr val="FFFFFF"/>
                </a:solidFill>
                <a:latin typeface="Arial"/>
                <a:cs typeface="Arial"/>
              </a:rPr>
              <a:t>A </a:t>
            </a:r>
            <a:r>
              <a:rPr sz="2400" spc="-10" dirty="0">
                <a:solidFill>
                  <a:srgbClr val="FFFFFF"/>
                </a:solidFill>
                <a:latin typeface="Arial"/>
                <a:cs typeface="Arial"/>
              </a:rPr>
              <a:t>tradeoff </a:t>
            </a:r>
            <a:r>
              <a:rPr sz="2400" spc="-5" dirty="0">
                <a:solidFill>
                  <a:srgbClr val="FFFFFF"/>
                </a:solidFill>
                <a:latin typeface="Arial"/>
                <a:cs typeface="Arial"/>
              </a:rPr>
              <a:t>is </a:t>
            </a:r>
            <a:r>
              <a:rPr sz="2400" dirty="0">
                <a:solidFill>
                  <a:srgbClr val="FFFFFF"/>
                </a:solidFill>
                <a:latin typeface="Arial"/>
                <a:cs typeface="Arial"/>
              </a:rPr>
              <a:t>a  situation </a:t>
            </a:r>
            <a:r>
              <a:rPr sz="2400" spc="-5" dirty="0">
                <a:solidFill>
                  <a:srgbClr val="FFFFFF"/>
                </a:solidFill>
                <a:latin typeface="Arial"/>
                <a:cs typeface="Arial"/>
              </a:rPr>
              <a:t>where one </a:t>
            </a:r>
            <a:r>
              <a:rPr sz="2400" dirty="0">
                <a:solidFill>
                  <a:srgbClr val="FFFFFF"/>
                </a:solidFill>
                <a:latin typeface="Arial"/>
                <a:cs typeface="Arial"/>
              </a:rPr>
              <a:t>thing </a:t>
            </a:r>
            <a:r>
              <a:rPr sz="2400" spc="-5" dirty="0">
                <a:solidFill>
                  <a:srgbClr val="FFFFFF"/>
                </a:solidFill>
                <a:latin typeface="Arial"/>
                <a:cs typeface="Arial"/>
              </a:rPr>
              <a:t>increases and another </a:t>
            </a:r>
            <a:r>
              <a:rPr sz="2400" dirty="0">
                <a:solidFill>
                  <a:srgbClr val="FFFFFF"/>
                </a:solidFill>
                <a:latin typeface="Arial"/>
                <a:cs typeface="Arial"/>
              </a:rPr>
              <a:t>thing  </a:t>
            </a:r>
            <a:r>
              <a:rPr sz="2400" spc="-5" dirty="0">
                <a:solidFill>
                  <a:srgbClr val="FFFFFF"/>
                </a:solidFill>
                <a:latin typeface="Arial"/>
                <a:cs typeface="Arial"/>
              </a:rPr>
              <a:t>decreases. </a:t>
            </a:r>
            <a:r>
              <a:rPr sz="2400" dirty="0">
                <a:solidFill>
                  <a:srgbClr val="FFFFFF"/>
                </a:solidFill>
                <a:latin typeface="Arial"/>
                <a:cs typeface="Arial"/>
              </a:rPr>
              <a:t>It </a:t>
            </a:r>
            <a:r>
              <a:rPr sz="2400" spc="-5" dirty="0">
                <a:solidFill>
                  <a:srgbClr val="FFFFFF"/>
                </a:solidFill>
                <a:latin typeface="Arial"/>
                <a:cs typeface="Arial"/>
              </a:rPr>
              <a:t>is </a:t>
            </a:r>
            <a:r>
              <a:rPr sz="2400" dirty="0">
                <a:solidFill>
                  <a:srgbClr val="FFFFFF"/>
                </a:solidFill>
                <a:latin typeface="Arial"/>
                <a:cs typeface="Arial"/>
              </a:rPr>
              <a:t>a </a:t>
            </a:r>
            <a:r>
              <a:rPr sz="2400" spc="-5" dirty="0">
                <a:solidFill>
                  <a:srgbClr val="FFFFFF"/>
                </a:solidFill>
                <a:latin typeface="Arial"/>
                <a:cs typeface="Arial"/>
              </a:rPr>
              <a:t>way </a:t>
            </a:r>
            <a:r>
              <a:rPr sz="2400" dirty="0">
                <a:solidFill>
                  <a:srgbClr val="FFFFFF"/>
                </a:solidFill>
                <a:latin typeface="Arial"/>
                <a:cs typeface="Arial"/>
              </a:rPr>
              <a:t>to </a:t>
            </a:r>
            <a:r>
              <a:rPr sz="2400" spc="-5" dirty="0">
                <a:solidFill>
                  <a:srgbClr val="FFFFFF"/>
                </a:solidFill>
                <a:latin typeface="Arial"/>
                <a:cs typeface="Arial"/>
              </a:rPr>
              <a:t>solve </a:t>
            </a:r>
            <a:r>
              <a:rPr sz="2400" dirty="0">
                <a:solidFill>
                  <a:srgbClr val="FFFFFF"/>
                </a:solidFill>
                <a:latin typeface="Arial"/>
                <a:cs typeface="Arial"/>
              </a:rPr>
              <a:t>a </a:t>
            </a:r>
            <a:r>
              <a:rPr sz="2400" spc="-5" dirty="0">
                <a:solidFill>
                  <a:srgbClr val="FFFFFF"/>
                </a:solidFill>
                <a:latin typeface="Arial"/>
                <a:cs typeface="Arial"/>
              </a:rPr>
              <a:t>problem</a:t>
            </a:r>
            <a:r>
              <a:rPr sz="2400" spc="-15" dirty="0">
                <a:solidFill>
                  <a:srgbClr val="FFFFFF"/>
                </a:solidFill>
                <a:latin typeface="Arial"/>
                <a:cs typeface="Arial"/>
              </a:rPr>
              <a:t> </a:t>
            </a:r>
            <a:r>
              <a:rPr sz="2400" spc="-5" dirty="0">
                <a:solidFill>
                  <a:srgbClr val="FFFFFF"/>
                </a:solidFill>
                <a:latin typeface="Arial"/>
                <a:cs typeface="Arial"/>
              </a:rPr>
              <a:t>in:</a:t>
            </a:r>
            <a:endParaRPr sz="2400">
              <a:latin typeface="Arial"/>
              <a:cs typeface="Arial"/>
            </a:endParaRPr>
          </a:p>
          <a:p>
            <a:pPr marL="257810" indent="-171450" algn="just">
              <a:lnSpc>
                <a:spcPct val="100000"/>
              </a:lnSpc>
              <a:buChar char="•"/>
              <a:tabLst>
                <a:tab pos="258445" algn="l"/>
              </a:tabLst>
            </a:pPr>
            <a:r>
              <a:rPr sz="2400" spc="-5" dirty="0">
                <a:solidFill>
                  <a:srgbClr val="FFFFFF"/>
                </a:solidFill>
                <a:latin typeface="Arial"/>
                <a:cs typeface="Arial"/>
              </a:rPr>
              <a:t>Either in less </a:t>
            </a:r>
            <a:r>
              <a:rPr sz="2400" dirty="0">
                <a:solidFill>
                  <a:srgbClr val="FFFFFF"/>
                </a:solidFill>
                <a:latin typeface="Arial"/>
                <a:cs typeface="Arial"/>
              </a:rPr>
              <a:t>time </a:t>
            </a:r>
            <a:r>
              <a:rPr sz="2400" spc="-5" dirty="0">
                <a:solidFill>
                  <a:srgbClr val="FFFFFF"/>
                </a:solidFill>
                <a:latin typeface="Arial"/>
                <a:cs typeface="Arial"/>
              </a:rPr>
              <a:t>and by using </a:t>
            </a:r>
            <a:r>
              <a:rPr sz="2400" dirty="0">
                <a:solidFill>
                  <a:srgbClr val="FFFFFF"/>
                </a:solidFill>
                <a:latin typeface="Arial"/>
                <a:cs typeface="Arial"/>
              </a:rPr>
              <a:t>more </a:t>
            </a:r>
            <a:r>
              <a:rPr sz="2400" spc="-5" dirty="0">
                <a:solidFill>
                  <a:srgbClr val="FFFFFF"/>
                </a:solidFill>
                <a:latin typeface="Arial"/>
                <a:cs typeface="Arial"/>
              </a:rPr>
              <a:t>space,</a:t>
            </a:r>
            <a:r>
              <a:rPr sz="2400" spc="15" dirty="0">
                <a:solidFill>
                  <a:srgbClr val="FFFFFF"/>
                </a:solidFill>
                <a:latin typeface="Arial"/>
                <a:cs typeface="Arial"/>
              </a:rPr>
              <a:t> </a:t>
            </a:r>
            <a:r>
              <a:rPr sz="2400" spc="-5" dirty="0">
                <a:solidFill>
                  <a:srgbClr val="FFFFFF"/>
                </a:solidFill>
                <a:latin typeface="Arial"/>
                <a:cs typeface="Arial"/>
              </a:rPr>
              <a:t>or</a:t>
            </a:r>
            <a:endParaRPr sz="2400">
              <a:latin typeface="Arial"/>
              <a:cs typeface="Arial"/>
            </a:endParaRPr>
          </a:p>
          <a:p>
            <a:pPr marL="257810" indent="-171450" algn="just">
              <a:lnSpc>
                <a:spcPct val="100000"/>
              </a:lnSpc>
              <a:buChar char="•"/>
              <a:tabLst>
                <a:tab pos="258445" algn="l"/>
              </a:tabLst>
            </a:pPr>
            <a:r>
              <a:rPr sz="2400" dirty="0">
                <a:solidFill>
                  <a:srgbClr val="FFFFFF"/>
                </a:solidFill>
                <a:latin typeface="Arial"/>
                <a:cs typeface="Arial"/>
              </a:rPr>
              <a:t>In </a:t>
            </a:r>
            <a:r>
              <a:rPr sz="2400" spc="-5" dirty="0">
                <a:solidFill>
                  <a:srgbClr val="FFFFFF"/>
                </a:solidFill>
                <a:latin typeface="Arial"/>
                <a:cs typeface="Arial"/>
              </a:rPr>
              <a:t>very little </a:t>
            </a:r>
            <a:r>
              <a:rPr sz="2400" dirty="0">
                <a:solidFill>
                  <a:srgbClr val="FFFFFF"/>
                </a:solidFill>
                <a:latin typeface="Arial"/>
                <a:cs typeface="Arial"/>
              </a:rPr>
              <a:t>space </a:t>
            </a:r>
            <a:r>
              <a:rPr sz="2400" spc="-5" dirty="0">
                <a:solidFill>
                  <a:srgbClr val="FFFFFF"/>
                </a:solidFill>
                <a:latin typeface="Arial"/>
                <a:cs typeface="Arial"/>
              </a:rPr>
              <a:t>by spending </a:t>
            </a:r>
            <a:r>
              <a:rPr sz="2400" dirty="0">
                <a:solidFill>
                  <a:srgbClr val="FFFFFF"/>
                </a:solidFill>
                <a:latin typeface="Arial"/>
                <a:cs typeface="Arial"/>
              </a:rPr>
              <a:t>a </a:t>
            </a:r>
            <a:r>
              <a:rPr sz="2400" spc="-5" dirty="0">
                <a:solidFill>
                  <a:srgbClr val="FFFFFF"/>
                </a:solidFill>
                <a:latin typeface="Arial"/>
                <a:cs typeface="Arial"/>
              </a:rPr>
              <a:t>long amount of</a:t>
            </a:r>
            <a:r>
              <a:rPr sz="2400" spc="35" dirty="0">
                <a:solidFill>
                  <a:srgbClr val="FFFFFF"/>
                </a:solidFill>
                <a:latin typeface="Arial"/>
                <a:cs typeface="Arial"/>
              </a:rPr>
              <a:t> </a:t>
            </a:r>
            <a:r>
              <a:rPr sz="2400" spc="-5" dirty="0">
                <a:solidFill>
                  <a:srgbClr val="FFFFFF"/>
                </a:solidFill>
                <a:latin typeface="Arial"/>
                <a:cs typeface="Arial"/>
              </a:rPr>
              <a:t>time.</a:t>
            </a:r>
            <a:endParaRPr sz="2400">
              <a:latin typeface="Arial"/>
              <a:cs typeface="Arial"/>
            </a:endParaRPr>
          </a:p>
          <a:p>
            <a:pPr>
              <a:lnSpc>
                <a:spcPct val="100000"/>
              </a:lnSpc>
            </a:pPr>
            <a:endParaRPr sz="3150">
              <a:latin typeface="Arial"/>
              <a:cs typeface="Arial"/>
            </a:endParaRPr>
          </a:p>
          <a:p>
            <a:pPr marL="38735" marR="5080">
              <a:lnSpc>
                <a:spcPct val="100000"/>
              </a:lnSpc>
            </a:pPr>
            <a:r>
              <a:rPr sz="2400" spc="-5" dirty="0">
                <a:solidFill>
                  <a:srgbClr val="FFFFFF"/>
                </a:solidFill>
                <a:latin typeface="Arial"/>
                <a:cs typeface="Arial"/>
              </a:rPr>
              <a:t>The best Algorithm is </a:t>
            </a:r>
            <a:r>
              <a:rPr sz="2400" dirty="0">
                <a:solidFill>
                  <a:srgbClr val="FFFFFF"/>
                </a:solidFill>
                <a:latin typeface="Arial"/>
                <a:cs typeface="Arial"/>
              </a:rPr>
              <a:t>that </a:t>
            </a:r>
            <a:r>
              <a:rPr sz="2400" spc="-5" dirty="0">
                <a:solidFill>
                  <a:srgbClr val="FFFFFF"/>
                </a:solidFill>
                <a:latin typeface="Arial"/>
                <a:cs typeface="Arial"/>
              </a:rPr>
              <a:t>which helps </a:t>
            </a:r>
            <a:r>
              <a:rPr sz="2400" dirty="0">
                <a:solidFill>
                  <a:srgbClr val="FFFFFF"/>
                </a:solidFill>
                <a:latin typeface="Arial"/>
                <a:cs typeface="Arial"/>
              </a:rPr>
              <a:t>to </a:t>
            </a:r>
            <a:r>
              <a:rPr sz="2400" spc="-5" dirty="0">
                <a:solidFill>
                  <a:srgbClr val="FFFFFF"/>
                </a:solidFill>
                <a:latin typeface="Arial"/>
                <a:cs typeface="Arial"/>
              </a:rPr>
              <a:t>solve </a:t>
            </a:r>
            <a:r>
              <a:rPr sz="2400" dirty="0">
                <a:solidFill>
                  <a:srgbClr val="FFFFFF"/>
                </a:solidFill>
                <a:latin typeface="Arial"/>
                <a:cs typeface="Arial"/>
              </a:rPr>
              <a:t>a </a:t>
            </a:r>
            <a:r>
              <a:rPr sz="2400" spc="-10" dirty="0">
                <a:solidFill>
                  <a:srgbClr val="FFFFFF"/>
                </a:solidFill>
                <a:latin typeface="Arial"/>
                <a:cs typeface="Arial"/>
              </a:rPr>
              <a:t>problem  </a:t>
            </a:r>
            <a:r>
              <a:rPr sz="2400" dirty="0">
                <a:solidFill>
                  <a:srgbClr val="FFFFFF"/>
                </a:solidFill>
                <a:latin typeface="Arial"/>
                <a:cs typeface="Arial"/>
              </a:rPr>
              <a:t>that </a:t>
            </a:r>
            <a:r>
              <a:rPr sz="2400" spc="-5" dirty="0">
                <a:solidFill>
                  <a:srgbClr val="FFFFFF"/>
                </a:solidFill>
                <a:latin typeface="Arial"/>
                <a:cs typeface="Arial"/>
              </a:rPr>
              <a:t>requires less </a:t>
            </a:r>
            <a:r>
              <a:rPr sz="2400" dirty="0">
                <a:solidFill>
                  <a:srgbClr val="FFFFFF"/>
                </a:solidFill>
                <a:latin typeface="Arial"/>
                <a:cs typeface="Arial"/>
              </a:rPr>
              <a:t>space </a:t>
            </a:r>
            <a:r>
              <a:rPr sz="2400" spc="-5" dirty="0">
                <a:solidFill>
                  <a:srgbClr val="FFFFFF"/>
                </a:solidFill>
                <a:latin typeface="Arial"/>
                <a:cs typeface="Arial"/>
              </a:rPr>
              <a:t>in memory and also </a:t>
            </a:r>
            <a:r>
              <a:rPr sz="2400" dirty="0">
                <a:solidFill>
                  <a:srgbClr val="FFFFFF"/>
                </a:solidFill>
                <a:latin typeface="Arial"/>
                <a:cs typeface="Arial"/>
              </a:rPr>
              <a:t>takes </a:t>
            </a:r>
            <a:r>
              <a:rPr sz="2400" spc="-10" dirty="0">
                <a:solidFill>
                  <a:srgbClr val="FFFFFF"/>
                </a:solidFill>
                <a:latin typeface="Arial"/>
                <a:cs typeface="Arial"/>
              </a:rPr>
              <a:t>less  </a:t>
            </a:r>
            <a:r>
              <a:rPr sz="2400" dirty="0">
                <a:solidFill>
                  <a:srgbClr val="FFFFFF"/>
                </a:solidFill>
                <a:latin typeface="Arial"/>
                <a:cs typeface="Arial"/>
              </a:rPr>
              <a:t>time to </a:t>
            </a:r>
            <a:r>
              <a:rPr sz="2400" spc="-5" dirty="0">
                <a:solidFill>
                  <a:srgbClr val="FFFFFF"/>
                </a:solidFill>
                <a:latin typeface="Arial"/>
                <a:cs typeface="Arial"/>
              </a:rPr>
              <a:t>generate </a:t>
            </a:r>
            <a:r>
              <a:rPr sz="2400" dirty="0">
                <a:solidFill>
                  <a:srgbClr val="FFFFFF"/>
                </a:solidFill>
                <a:latin typeface="Arial"/>
                <a:cs typeface="Arial"/>
              </a:rPr>
              <a:t>the</a:t>
            </a:r>
            <a:r>
              <a:rPr sz="2400" spc="-5" dirty="0">
                <a:solidFill>
                  <a:srgbClr val="FFFFFF"/>
                </a:solidFill>
                <a:latin typeface="Arial"/>
                <a:cs typeface="Arial"/>
              </a:rPr>
              <a:t> </a:t>
            </a:r>
            <a:r>
              <a:rPr sz="2400" spc="-10" dirty="0">
                <a:solidFill>
                  <a:srgbClr val="FFFFFF"/>
                </a:solidFill>
                <a:latin typeface="Arial"/>
                <a:cs typeface="Arial"/>
              </a:rPr>
              <a:t>output.</a:t>
            </a:r>
            <a:endParaRPr sz="2400">
              <a:latin typeface="Arial"/>
              <a:cs typeface="Aria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Algorithm </a:t>
            </a:r>
            <a:r>
              <a:rPr lang="en-US" dirty="0" smtClean="0"/>
              <a:t>Complexity</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Suppose X is an algorithm and n is the size of input data, the time and space used by the Algorithm X are the two main factors which decide the efficiency of X.</a:t>
            </a:r>
          </a:p>
          <a:p>
            <a:pPr algn="just"/>
            <a:r>
              <a:rPr lang="en-US" b="1" dirty="0"/>
              <a:t>Time Factor</a:t>
            </a:r>
            <a:r>
              <a:rPr lang="en-US" dirty="0"/>
              <a:t> − The time is measured by counting the number of key operations such as comparisons in sorting algorithm</a:t>
            </a:r>
          </a:p>
          <a:p>
            <a:pPr algn="just"/>
            <a:r>
              <a:rPr lang="en-US" b="1" dirty="0"/>
              <a:t>Space Factor</a:t>
            </a:r>
            <a:r>
              <a:rPr lang="en-US" dirty="0"/>
              <a:t> − The space is measured by counting the maximum memory space required by the algorithm.</a:t>
            </a:r>
          </a:p>
          <a:p>
            <a:pPr algn="just"/>
            <a:r>
              <a:rPr lang="en-US" dirty="0"/>
              <a:t>The complexity of an algorithm f(n) gives the running time and / or storage space required by the algorithm in terms of n as the size of input data.</a:t>
            </a:r>
          </a:p>
          <a:p>
            <a:endParaRPr lang="en-US" dirty="0"/>
          </a:p>
        </p:txBody>
      </p:sp>
    </p:spTree>
    <p:extLst>
      <p:ext uri="{BB962C8B-B14F-4D97-AF65-F5344CB8AC3E}">
        <p14:creationId xmlns:p14="http://schemas.microsoft.com/office/powerpoint/2010/main" val="184453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Space </a:t>
            </a:r>
            <a:r>
              <a:rPr lang="en-US" dirty="0" smtClean="0"/>
              <a:t>Complexity</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smtClean="0"/>
              <a:t>Space </a:t>
            </a:r>
            <a:r>
              <a:rPr lang="en-US" dirty="0"/>
              <a:t>complexity of an algorithm represents the amount of memory space required by the algorithm in its life cycle. Space required by an algorithm is equal to the sum of the following two components −</a:t>
            </a:r>
          </a:p>
          <a:p>
            <a:pPr algn="just"/>
            <a:r>
              <a:rPr lang="en-US" dirty="0"/>
              <a:t>A fixed part that is a space required to store certain data and variables, that are independent of the size of the problem. For example simple variables &amp; constant used, program size etc.</a:t>
            </a:r>
          </a:p>
          <a:p>
            <a:pPr algn="just"/>
            <a:r>
              <a:rPr lang="en-US" dirty="0"/>
              <a:t>A variable part is a space required by variables, whose size depends on the size of the problem. For example dynamic memory allocation, recursion stack space etc.</a:t>
            </a:r>
          </a:p>
          <a:p>
            <a:pPr algn="just"/>
            <a:endParaRPr lang="en-US" dirty="0"/>
          </a:p>
        </p:txBody>
      </p:sp>
    </p:spTree>
    <p:extLst>
      <p:ext uri="{BB962C8B-B14F-4D97-AF65-F5344CB8AC3E}">
        <p14:creationId xmlns:p14="http://schemas.microsoft.com/office/powerpoint/2010/main" val="281395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Asymptotic Analysis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Asymptotic analysis of an algorithm, refers to defining the mathematical </a:t>
            </a:r>
            <a:r>
              <a:rPr lang="en-US" dirty="0" err="1"/>
              <a:t>boundation</a:t>
            </a:r>
            <a:r>
              <a:rPr lang="en-US" dirty="0"/>
              <a:t>/framing of its run-time performance. Using asymptotic analysis, we can very well conclude the best case, average case and worst case scenario of an algorithm.</a:t>
            </a:r>
          </a:p>
          <a:p>
            <a:pPr algn="just"/>
            <a:r>
              <a:rPr lang="en-US" dirty="0"/>
              <a:t>Asymptotic analysis are input bound i.e., if there's no input to the algorithm it is concluded to work in a constant time. Other than the "input" all other factors are considered constant.</a:t>
            </a:r>
          </a:p>
          <a:p>
            <a:endParaRPr lang="en-US" dirty="0"/>
          </a:p>
        </p:txBody>
      </p:sp>
    </p:spTree>
    <p:extLst>
      <p:ext uri="{BB962C8B-B14F-4D97-AF65-F5344CB8AC3E}">
        <p14:creationId xmlns:p14="http://schemas.microsoft.com/office/powerpoint/2010/main" val="99991295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Asymptotic analysis refers to computing the running time of any operation in mathematical units of computation. For example, running time of one operation is computed as </a:t>
            </a:r>
            <a:r>
              <a:rPr lang="en-US" i="1" dirty="0"/>
              <a:t>f</a:t>
            </a:r>
            <a:r>
              <a:rPr lang="en-US" dirty="0"/>
              <a:t>(n) and may be for another operation it is computed as </a:t>
            </a:r>
            <a:r>
              <a:rPr lang="en-US" i="1" dirty="0"/>
              <a:t>g</a:t>
            </a:r>
            <a:r>
              <a:rPr lang="en-US" dirty="0"/>
              <a:t>(n</a:t>
            </a:r>
            <a:r>
              <a:rPr lang="en-US" baseline="30000" dirty="0"/>
              <a:t>2</a:t>
            </a:r>
            <a:r>
              <a:rPr lang="en-US" dirty="0"/>
              <a:t>). Which means first operation running time will increase linearly with the increase in n and running time of second operation will increase exponentially when n increases. Similarly the running time of both operations will be nearly same if n is significantly small.</a:t>
            </a:r>
          </a:p>
        </p:txBody>
      </p:sp>
    </p:spTree>
    <p:extLst>
      <p:ext uri="{BB962C8B-B14F-4D97-AF65-F5344CB8AC3E}">
        <p14:creationId xmlns:p14="http://schemas.microsoft.com/office/powerpoint/2010/main" val="34151907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Usually, time required by an algorithm falls under three types −</a:t>
            </a:r>
          </a:p>
          <a:p>
            <a:pPr algn="just"/>
            <a:r>
              <a:rPr lang="en-US" b="1" dirty="0"/>
              <a:t>Best Case</a:t>
            </a:r>
            <a:r>
              <a:rPr lang="en-US" dirty="0"/>
              <a:t> − Minimum time required for program execution.</a:t>
            </a:r>
          </a:p>
          <a:p>
            <a:pPr algn="just"/>
            <a:r>
              <a:rPr lang="en-US" b="1" dirty="0"/>
              <a:t>Average Case</a:t>
            </a:r>
            <a:r>
              <a:rPr lang="en-US" dirty="0"/>
              <a:t> − Average time required for program execution.</a:t>
            </a:r>
          </a:p>
          <a:p>
            <a:pPr algn="just"/>
            <a:r>
              <a:rPr lang="en-US" b="1" dirty="0"/>
              <a:t>Worst Case</a:t>
            </a:r>
            <a:r>
              <a:rPr lang="en-US" dirty="0"/>
              <a:t> − Maximum time required for program execution.</a:t>
            </a:r>
          </a:p>
          <a:p>
            <a:endParaRPr lang="en-US" dirty="0"/>
          </a:p>
        </p:txBody>
      </p:sp>
    </p:spTree>
    <p:extLst>
      <p:ext uri="{BB962C8B-B14F-4D97-AF65-F5344CB8AC3E}">
        <p14:creationId xmlns:p14="http://schemas.microsoft.com/office/powerpoint/2010/main" val="2019028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Asymptotic </a:t>
            </a:r>
            <a:r>
              <a:rPr lang="en-US" dirty="0" smtClean="0"/>
              <a:t>Notations</a:t>
            </a:r>
            <a:endParaRPr lang="en-US" dirty="0"/>
          </a:p>
        </p:txBody>
      </p:sp>
      <p:sp>
        <p:nvSpPr>
          <p:cNvPr id="3" name="Content Placeholder 2"/>
          <p:cNvSpPr>
            <a:spLocks noGrp="1"/>
          </p:cNvSpPr>
          <p:nvPr>
            <p:ph idx="1"/>
          </p:nvPr>
        </p:nvSpPr>
        <p:spPr/>
        <p:txBody>
          <a:bodyPr/>
          <a:lstStyle/>
          <a:p>
            <a:pPr algn="just"/>
            <a:r>
              <a:rPr lang="en-US" dirty="0"/>
              <a:t>Following are commonly used asymptotic notations used in calculating running time complexity of an algorithm.</a:t>
            </a:r>
          </a:p>
          <a:p>
            <a:r>
              <a:rPr lang="en-US" dirty="0"/>
              <a:t>Ο Notation</a:t>
            </a:r>
          </a:p>
          <a:p>
            <a:r>
              <a:rPr lang="en-US" dirty="0"/>
              <a:t>Ω Notation</a:t>
            </a:r>
          </a:p>
          <a:p>
            <a:r>
              <a:rPr lang="en-US" dirty="0"/>
              <a:t>θ Notation</a:t>
            </a:r>
          </a:p>
          <a:p>
            <a:endParaRPr lang="en-US" dirty="0"/>
          </a:p>
        </p:txBody>
      </p:sp>
    </p:spTree>
    <p:extLst>
      <p:ext uri="{BB962C8B-B14F-4D97-AF65-F5344CB8AC3E}">
        <p14:creationId xmlns:p14="http://schemas.microsoft.com/office/powerpoint/2010/main" val="242326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Big Oh Notation, </a:t>
            </a:r>
            <a:r>
              <a:rPr lang="el-GR" dirty="0" smtClean="0"/>
              <a:t>Ο</a:t>
            </a:r>
            <a:endParaRPr lang="en-US" dirty="0"/>
          </a:p>
        </p:txBody>
      </p:sp>
      <p:sp>
        <p:nvSpPr>
          <p:cNvPr id="3" name="Content Placeholder 2"/>
          <p:cNvSpPr>
            <a:spLocks noGrp="1"/>
          </p:cNvSpPr>
          <p:nvPr>
            <p:ph idx="1"/>
          </p:nvPr>
        </p:nvSpPr>
        <p:spPr/>
        <p:txBody>
          <a:bodyPr/>
          <a:lstStyle/>
          <a:p>
            <a:pPr algn="just"/>
            <a:r>
              <a:rPr lang="en-US" dirty="0"/>
              <a:t>The Ο(n) is the formal way to express the upper bound of an algorithm's running time. </a:t>
            </a:r>
            <a:endParaRPr lang="en-US" dirty="0" smtClean="0"/>
          </a:p>
          <a:p>
            <a:pPr algn="just"/>
            <a:r>
              <a:rPr lang="en-US" dirty="0" smtClean="0"/>
              <a:t>It </a:t>
            </a:r>
            <a:r>
              <a:rPr lang="en-US" dirty="0"/>
              <a:t>measures the worst case time complexity or longest amount of time an algorithm can possibly take to complete.</a:t>
            </a:r>
          </a:p>
        </p:txBody>
      </p:sp>
    </p:spTree>
    <p:extLst>
      <p:ext uri="{BB962C8B-B14F-4D97-AF65-F5344CB8AC3E}">
        <p14:creationId xmlns:p14="http://schemas.microsoft.com/office/powerpoint/2010/main" val="313680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91200"/>
          </a:xfrm>
        </p:spPr>
        <p:txBody>
          <a:bodyPr>
            <a:normAutofit fontScale="92500" lnSpcReduction="2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For </a:t>
            </a:r>
            <a:r>
              <a:rPr lang="en-US" dirty="0"/>
              <a:t>example, for a function </a:t>
            </a:r>
            <a:r>
              <a:rPr lang="en-US" i="1" dirty="0"/>
              <a:t>f</a:t>
            </a:r>
            <a:r>
              <a:rPr lang="en-US" dirty="0"/>
              <a:t>(n</a:t>
            </a:r>
            <a:r>
              <a:rPr lang="en-US" dirty="0" smtClean="0"/>
              <a:t>)</a:t>
            </a:r>
          </a:p>
          <a:p>
            <a:r>
              <a:rPr lang="en-US" dirty="0"/>
              <a:t>Ο(</a:t>
            </a:r>
            <a:r>
              <a:rPr lang="en-US" i="1" dirty="0"/>
              <a:t>f</a:t>
            </a:r>
            <a:r>
              <a:rPr lang="en-US" dirty="0"/>
              <a:t>(n)) </a:t>
            </a:r>
            <a:r>
              <a:rPr lang="en-US" dirty="0" smtClean="0"/>
              <a:t>&lt; </a:t>
            </a:r>
            <a:r>
              <a:rPr lang="en-US" dirty="0"/>
              <a:t>{ </a:t>
            </a:r>
            <a:r>
              <a:rPr lang="en-US" i="1" dirty="0"/>
              <a:t>g</a:t>
            </a:r>
            <a:r>
              <a:rPr lang="en-US" dirty="0"/>
              <a:t>(n) : there exists c &gt; 0 and n</a:t>
            </a:r>
            <a:r>
              <a:rPr lang="en-US" baseline="-25000" dirty="0"/>
              <a:t>0</a:t>
            </a:r>
            <a:r>
              <a:rPr lang="en-US" dirty="0"/>
              <a:t> such that </a:t>
            </a:r>
            <a:r>
              <a:rPr lang="en-US" i="1" dirty="0"/>
              <a:t>f</a:t>
            </a:r>
            <a:r>
              <a:rPr lang="en-US" dirty="0" smtClean="0"/>
              <a:t>(n</a:t>
            </a:r>
            <a:r>
              <a:rPr lang="en-US" dirty="0"/>
              <a:t>) </a:t>
            </a:r>
            <a:r>
              <a:rPr lang="en-US" dirty="0" smtClean="0"/>
              <a:t>≤ </a:t>
            </a:r>
            <a:r>
              <a:rPr lang="en-US" dirty="0" err="1" smtClean="0"/>
              <a:t>c.</a:t>
            </a:r>
            <a:r>
              <a:rPr lang="en-US" i="1" dirty="0" err="1"/>
              <a:t>g</a:t>
            </a:r>
            <a:r>
              <a:rPr lang="en-US" dirty="0" smtClean="0"/>
              <a:t>(n</a:t>
            </a:r>
            <a:r>
              <a:rPr lang="en-US" dirty="0"/>
              <a:t>) for all n &gt; n</a:t>
            </a:r>
            <a:r>
              <a:rPr lang="en-US" baseline="-25000" dirty="0"/>
              <a:t>0</a:t>
            </a:r>
            <a:r>
              <a:rPr lang="en-US" dirty="0"/>
              <a:t>. }</a:t>
            </a:r>
            <a:endParaRPr lang="en-US" dirty="0" smtClean="0"/>
          </a:p>
          <a:p>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62000"/>
            <a:ext cx="7467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638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Omega Notation, </a:t>
            </a:r>
            <a:r>
              <a:rPr lang="el-GR" dirty="0" smtClean="0"/>
              <a:t>Ω</a:t>
            </a:r>
            <a:endParaRPr lang="en-US" dirty="0"/>
          </a:p>
        </p:txBody>
      </p:sp>
      <p:sp>
        <p:nvSpPr>
          <p:cNvPr id="3" name="Content Placeholder 2"/>
          <p:cNvSpPr>
            <a:spLocks noGrp="1"/>
          </p:cNvSpPr>
          <p:nvPr>
            <p:ph idx="1"/>
          </p:nvPr>
        </p:nvSpPr>
        <p:spPr/>
        <p:txBody>
          <a:bodyPr/>
          <a:lstStyle/>
          <a:p>
            <a:pPr algn="just"/>
            <a:r>
              <a:rPr lang="en-US" dirty="0"/>
              <a:t>The Ω(n) is the formal way to express the lower bound of an algorithm's running time. </a:t>
            </a:r>
            <a:endParaRPr lang="en-US" dirty="0" smtClean="0"/>
          </a:p>
          <a:p>
            <a:pPr algn="just"/>
            <a:r>
              <a:rPr lang="en-US" dirty="0" smtClean="0"/>
              <a:t>It </a:t>
            </a:r>
            <a:r>
              <a:rPr lang="en-US" dirty="0"/>
              <a:t>measures the best case time complexity or best amount of time an algorithm can possibly take to complete.</a:t>
            </a:r>
          </a:p>
        </p:txBody>
      </p:sp>
    </p:spTree>
    <p:extLst>
      <p:ext uri="{BB962C8B-B14F-4D97-AF65-F5344CB8AC3E}">
        <p14:creationId xmlns:p14="http://schemas.microsoft.com/office/powerpoint/2010/main" val="24542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91200"/>
          </a:xfrm>
        </p:spPr>
        <p:txBody>
          <a:bodyPr>
            <a:normAutofit fontScale="92500" lnSpcReduction="10000"/>
          </a:bodyPr>
          <a:lstStyle/>
          <a:p>
            <a:pPr marL="0" indent="0">
              <a:buNone/>
            </a:pP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a:t>For example, for a function </a:t>
            </a:r>
            <a:r>
              <a:rPr lang="en-US" i="1" dirty="0"/>
              <a:t>f</a:t>
            </a:r>
            <a:r>
              <a:rPr lang="en-US" dirty="0"/>
              <a:t>(n</a:t>
            </a:r>
            <a:r>
              <a:rPr lang="en-US" dirty="0" smtClean="0"/>
              <a:t>)</a:t>
            </a:r>
          </a:p>
          <a:p>
            <a:r>
              <a:rPr lang="en-US" dirty="0"/>
              <a:t>Ω(</a:t>
            </a:r>
            <a:r>
              <a:rPr lang="en-US" i="1" dirty="0"/>
              <a:t>f</a:t>
            </a:r>
            <a:r>
              <a:rPr lang="en-US" dirty="0"/>
              <a:t>(n)) ≥ { </a:t>
            </a:r>
            <a:r>
              <a:rPr lang="en-US" i="1" dirty="0"/>
              <a:t>g</a:t>
            </a:r>
            <a:r>
              <a:rPr lang="en-US" dirty="0"/>
              <a:t>(n) : there exists c &gt; 0 and n</a:t>
            </a:r>
            <a:r>
              <a:rPr lang="en-US" baseline="-25000" dirty="0"/>
              <a:t>0</a:t>
            </a:r>
            <a:r>
              <a:rPr lang="en-US" dirty="0"/>
              <a:t> such that </a:t>
            </a:r>
            <a:r>
              <a:rPr lang="en-US" i="1" dirty="0"/>
              <a:t>g</a:t>
            </a:r>
            <a:r>
              <a:rPr lang="en-US" dirty="0"/>
              <a:t>(n) ≤ </a:t>
            </a:r>
            <a:r>
              <a:rPr lang="en-US" dirty="0" err="1"/>
              <a:t>c.</a:t>
            </a:r>
            <a:r>
              <a:rPr lang="en-US" i="1" dirty="0" err="1"/>
              <a:t>f</a:t>
            </a:r>
            <a:r>
              <a:rPr lang="en-US" dirty="0"/>
              <a:t>(n) for all n &gt; n</a:t>
            </a:r>
            <a:r>
              <a:rPr lang="en-US" baseline="-25000" dirty="0"/>
              <a:t>0</a:t>
            </a:r>
            <a:r>
              <a:rPr lang="en-US" dirty="0"/>
              <a:t>. }</a:t>
            </a:r>
            <a:endParaRPr lang="en-US" b="1" dirty="0" smtClean="0"/>
          </a:p>
          <a:p>
            <a:endParaRPr lang="en-US" dirty="0"/>
          </a:p>
          <a:p>
            <a:endParaRPr lang="en-US" dirty="0" smtClean="0"/>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14400"/>
            <a:ext cx="81534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71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dirty="0"/>
              <a:t>Theta Notation, </a:t>
            </a:r>
            <a:r>
              <a:rPr lang="el-GR" dirty="0" smtClean="0"/>
              <a:t>θ</a:t>
            </a:r>
            <a:endParaRPr lang="en-US" dirty="0"/>
          </a:p>
        </p:txBody>
      </p:sp>
      <p:sp>
        <p:nvSpPr>
          <p:cNvPr id="3" name="Content Placeholder 2"/>
          <p:cNvSpPr>
            <a:spLocks noGrp="1"/>
          </p:cNvSpPr>
          <p:nvPr>
            <p:ph idx="1"/>
          </p:nvPr>
        </p:nvSpPr>
        <p:spPr>
          <a:xfrm>
            <a:off x="457200" y="1524000"/>
            <a:ext cx="8229600" cy="4800600"/>
          </a:xfrm>
        </p:spPr>
        <p:txBody>
          <a:bodyPr>
            <a:normAutofit fontScale="92500" lnSpcReduction="20000"/>
          </a:bodyPr>
          <a:lstStyle/>
          <a:p>
            <a:r>
              <a:rPr lang="en-US" dirty="0"/>
              <a:t>The θ(n) is the formal way to express both the lower bound and upper bound of an algorithm's running time. It is represented as following </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r>
              <a:rPr lang="en-US" dirty="0"/>
              <a:t>θ(</a:t>
            </a:r>
            <a:r>
              <a:rPr lang="en-US" i="1" dirty="0"/>
              <a:t>f</a:t>
            </a:r>
            <a:r>
              <a:rPr lang="en-US" dirty="0"/>
              <a:t>(n)) = { </a:t>
            </a:r>
            <a:r>
              <a:rPr lang="en-US" i="1" dirty="0"/>
              <a:t>g</a:t>
            </a:r>
            <a:r>
              <a:rPr lang="en-US" dirty="0"/>
              <a:t>(n) if and only if </a:t>
            </a:r>
            <a:r>
              <a:rPr lang="en-US" i="1" dirty="0"/>
              <a:t>g</a:t>
            </a:r>
            <a:r>
              <a:rPr lang="en-US" dirty="0"/>
              <a:t>(n) = Ο(</a:t>
            </a:r>
            <a:r>
              <a:rPr lang="en-US" i="1" dirty="0"/>
              <a:t>f</a:t>
            </a:r>
            <a:r>
              <a:rPr lang="en-US" dirty="0"/>
              <a:t>(n)) and </a:t>
            </a:r>
            <a:r>
              <a:rPr lang="en-US" i="1" dirty="0"/>
              <a:t>g</a:t>
            </a:r>
            <a:r>
              <a:rPr lang="en-US" dirty="0"/>
              <a:t>(n) = Ω(</a:t>
            </a:r>
            <a:r>
              <a:rPr lang="en-US" i="1" dirty="0"/>
              <a:t>f</a:t>
            </a:r>
            <a:r>
              <a:rPr lang="en-US" dirty="0"/>
              <a:t>(n)) for all n &gt; n</a:t>
            </a:r>
            <a:r>
              <a:rPr lang="en-US" baseline="-25000" dirty="0"/>
              <a:t>0</a:t>
            </a:r>
            <a:r>
              <a:rPr lang="en-US" dirty="0"/>
              <a:t>. }</a:t>
            </a:r>
            <a:endParaRPr lang="en-US" dirty="0" smtClean="0"/>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895600"/>
            <a:ext cx="73914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858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Common Asymptotic </a:t>
            </a:r>
            <a:r>
              <a:rPr lang="en-US" dirty="0" smtClean="0"/>
              <a:t>Notations</a:t>
            </a:r>
            <a:endParaRPr lang="en-US" dirty="0"/>
          </a:p>
        </p:txBody>
      </p:sp>
      <p:graphicFrame>
        <p:nvGraphicFramePr>
          <p:cNvPr id="4" name="Content Placeholder 3"/>
          <p:cNvGraphicFramePr>
            <a:graphicFrameLocks noGrp="1"/>
          </p:cNvGraphicFramePr>
          <p:nvPr>
            <p:ph idx="1"/>
            <p:extLst/>
          </p:nvPr>
        </p:nvGraphicFramePr>
        <p:xfrm>
          <a:off x="914400" y="2057399"/>
          <a:ext cx="7391400" cy="4343400"/>
        </p:xfrm>
        <a:graphic>
          <a:graphicData uri="http://schemas.openxmlformats.org/drawingml/2006/table">
            <a:tbl>
              <a:tblPr/>
              <a:tblGrid>
                <a:gridCol w="2463800">
                  <a:extLst>
                    <a:ext uri="{9D8B030D-6E8A-4147-A177-3AD203B41FA5}">
                      <a16:colId xmlns:a16="http://schemas.microsoft.com/office/drawing/2014/main" val="20000"/>
                    </a:ext>
                  </a:extLst>
                </a:gridCol>
                <a:gridCol w="2463800">
                  <a:extLst>
                    <a:ext uri="{9D8B030D-6E8A-4147-A177-3AD203B41FA5}">
                      <a16:colId xmlns:a16="http://schemas.microsoft.com/office/drawing/2014/main" val="20001"/>
                    </a:ext>
                  </a:extLst>
                </a:gridCol>
                <a:gridCol w="2463800">
                  <a:extLst>
                    <a:ext uri="{9D8B030D-6E8A-4147-A177-3AD203B41FA5}">
                      <a16:colId xmlns:a16="http://schemas.microsoft.com/office/drawing/2014/main" val="20002"/>
                    </a:ext>
                  </a:extLst>
                </a:gridCol>
              </a:tblGrid>
              <a:tr h="542925">
                <a:tc>
                  <a:txBody>
                    <a:bodyPr/>
                    <a:lstStyle/>
                    <a:p>
                      <a:pPr algn="r" fontAlgn="t"/>
                      <a:r>
                        <a:rPr lang="en-US">
                          <a:effectLst/>
                        </a:rPr>
                        <a:t>constant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l-GR">
                          <a:effectLst/>
                        </a:rPr>
                        <a:t>Ο(1)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0"/>
                  </a:ext>
                </a:extLst>
              </a:tr>
              <a:tr h="542925">
                <a:tc>
                  <a:txBody>
                    <a:bodyPr/>
                    <a:lstStyle/>
                    <a:p>
                      <a:pPr algn="r" fontAlgn="t"/>
                      <a:r>
                        <a:rPr lang="en-US">
                          <a:effectLst/>
                        </a:rPr>
                        <a:t>logarithmic</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l-GR">
                          <a:effectLst/>
                        </a:rPr>
                        <a:t>Ο(</a:t>
                      </a:r>
                      <a:r>
                        <a:rPr lang="en-US">
                          <a:effectLst/>
                        </a:rPr>
                        <a:t>log 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542925">
                <a:tc>
                  <a:txBody>
                    <a:bodyPr/>
                    <a:lstStyle/>
                    <a:p>
                      <a:pPr algn="r" fontAlgn="t"/>
                      <a:r>
                        <a:rPr lang="en-US">
                          <a:effectLst/>
                        </a:rPr>
                        <a:t>linear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l-GR">
                          <a:effectLst/>
                        </a:rPr>
                        <a:t>Ο(</a:t>
                      </a:r>
                      <a:r>
                        <a:rPr lang="en-US">
                          <a:effectLst/>
                        </a:rPr>
                        <a:t>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542925">
                <a:tc>
                  <a:txBody>
                    <a:bodyPr/>
                    <a:lstStyle/>
                    <a:p>
                      <a:pPr algn="r" fontAlgn="t"/>
                      <a:r>
                        <a:rPr lang="en-US">
                          <a:effectLst/>
                        </a:rPr>
                        <a:t>n log 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l-GR">
                          <a:effectLst/>
                        </a:rPr>
                        <a:t>Ο(</a:t>
                      </a:r>
                      <a:r>
                        <a:rPr lang="en-US">
                          <a:effectLst/>
                        </a:rPr>
                        <a:t>n log 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542925">
                <a:tc>
                  <a:txBody>
                    <a:bodyPr/>
                    <a:lstStyle/>
                    <a:p>
                      <a:pPr algn="r" fontAlgn="t"/>
                      <a:r>
                        <a:rPr lang="en-US">
                          <a:effectLst/>
                        </a:rPr>
                        <a:t>quadratic</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l-GR">
                          <a:effectLst/>
                        </a:rPr>
                        <a:t>Ο(</a:t>
                      </a:r>
                      <a:r>
                        <a:rPr lang="en-US">
                          <a:effectLst/>
                        </a:rPr>
                        <a:t>n</a:t>
                      </a:r>
                      <a:r>
                        <a:rPr lang="en-US" baseline="30000">
                          <a:effectLst/>
                        </a:rPr>
                        <a:t>2</a:t>
                      </a:r>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542925">
                <a:tc>
                  <a:txBody>
                    <a:bodyPr/>
                    <a:lstStyle/>
                    <a:p>
                      <a:pPr algn="r" fontAlgn="t"/>
                      <a:r>
                        <a:rPr lang="en-US">
                          <a:effectLst/>
                        </a:rPr>
                        <a:t>cubic</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l-GR">
                          <a:effectLst/>
                        </a:rPr>
                        <a:t>Ο(</a:t>
                      </a:r>
                      <a:r>
                        <a:rPr lang="en-US">
                          <a:effectLst/>
                        </a:rPr>
                        <a:t>n</a:t>
                      </a:r>
                      <a:r>
                        <a:rPr lang="en-US" baseline="30000">
                          <a:effectLst/>
                        </a:rPr>
                        <a:t>3</a:t>
                      </a:r>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542925">
                <a:tc>
                  <a:txBody>
                    <a:bodyPr/>
                    <a:lstStyle/>
                    <a:p>
                      <a:pPr algn="r" fontAlgn="t"/>
                      <a:r>
                        <a:rPr lang="en-US">
                          <a:effectLst/>
                        </a:rPr>
                        <a:t>polynomial</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n</a:t>
                      </a:r>
                      <a:r>
                        <a:rPr lang="el-GR" baseline="30000">
                          <a:effectLst/>
                        </a:rPr>
                        <a:t>Ο(1)</a:t>
                      </a:r>
                      <a:endParaRPr lang="el-GR">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r h="542925">
                <a:tc>
                  <a:txBody>
                    <a:bodyPr/>
                    <a:lstStyle/>
                    <a:p>
                      <a:pPr algn="r" fontAlgn="t"/>
                      <a:r>
                        <a:rPr lang="en-US">
                          <a:effectLst/>
                        </a:rPr>
                        <a:t>exponential</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l-GR" dirty="0">
                          <a:effectLst/>
                        </a:rPr>
                        <a:t>2</a:t>
                      </a:r>
                      <a:r>
                        <a:rPr lang="el-GR" baseline="30000" dirty="0">
                          <a:effectLst/>
                        </a:rPr>
                        <a:t>Ο(</a:t>
                      </a:r>
                      <a:r>
                        <a:rPr lang="en-US" baseline="30000" dirty="0">
                          <a:effectLst/>
                        </a:rPr>
                        <a:t>n)</a:t>
                      </a:r>
                      <a:endParaRPr lang="en-US"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Rectangle 1"/>
          <p:cNvSpPr>
            <a:spLocks noChangeArrowheads="1"/>
          </p:cNvSpPr>
          <p:nvPr/>
        </p:nvSpPr>
        <p:spPr bwMode="auto">
          <a:xfrm>
            <a:off x="1695450" y="2422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smtClean="0">
                <a:ln>
                  <a:noFill/>
                </a:ln>
                <a:solidFill>
                  <a:prstClr val="black"/>
                </a:solidFill>
                <a:effectLst/>
                <a:uLnTx/>
                <a:uFillTx/>
                <a:latin typeface="Arial" charset="0"/>
                <a:ea typeface="+mn-ea"/>
                <a:cs typeface="Arial" charset="0"/>
              </a:rPr>
              <a:t/>
            </a:r>
            <a:br>
              <a:rPr kumimoji="0" lang="en-US" sz="1800" b="0" i="0" u="none" strike="noStrike" kern="1200" cap="none" spc="0" normalizeH="0" baseline="0" noProof="0" smtClean="0">
                <a:ln>
                  <a:noFill/>
                </a:ln>
                <a:solidFill>
                  <a:prstClr val="black"/>
                </a:solidFill>
                <a:effectLst/>
                <a:uLnTx/>
                <a:uFillTx/>
                <a:latin typeface="Arial" charset="0"/>
                <a:ea typeface="+mn-ea"/>
                <a:cs typeface="Arial" charset="0"/>
              </a:rPr>
            </a:br>
            <a:endParaRPr kumimoji="0" lang="en-US" sz="1800" b="0" i="0" u="none" strike="noStrike" kern="1200" cap="none" spc="0" normalizeH="0" baseline="0" noProof="0" smtClean="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55837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89125" y="344476"/>
            <a:ext cx="6394460" cy="639446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6110" y="1789629"/>
            <a:ext cx="1767205" cy="1031875"/>
          </a:xfrm>
          <a:prstGeom prst="rect">
            <a:avLst/>
          </a:prstGeom>
        </p:spPr>
        <p:txBody>
          <a:bodyPr vert="horz" wrap="square" lIns="0" tIns="12700" rIns="0" bIns="0" rtlCol="0">
            <a:spAutoFit/>
          </a:bodyPr>
          <a:lstStyle/>
          <a:p>
            <a:pPr marL="12700">
              <a:lnSpc>
                <a:spcPct val="100000"/>
              </a:lnSpc>
              <a:spcBef>
                <a:spcPts val="100"/>
              </a:spcBef>
            </a:pPr>
            <a:r>
              <a:rPr sz="9900" b="1" spc="-502" baseline="-5050" dirty="0">
                <a:solidFill>
                  <a:srgbClr val="0D0D0D"/>
                </a:solidFill>
                <a:latin typeface="Courier New"/>
                <a:cs typeface="Courier New"/>
              </a:rPr>
              <a:t>A</a:t>
            </a:r>
            <a:r>
              <a:rPr sz="9900" b="1" spc="-2670" baseline="-5050" dirty="0">
                <a:solidFill>
                  <a:srgbClr val="0D0D0D"/>
                </a:solidFill>
                <a:latin typeface="Courier New"/>
                <a:cs typeface="Courier New"/>
              </a:rPr>
              <a:t> </a:t>
            </a:r>
            <a:r>
              <a:rPr sz="3600" dirty="0">
                <a:solidFill>
                  <a:srgbClr val="FFFFFF"/>
                </a:solidFill>
                <a:latin typeface="Arial"/>
                <a:cs typeface="Arial"/>
              </a:rPr>
              <a:t>Field</a:t>
            </a:r>
            <a:endParaRPr sz="3600">
              <a:latin typeface="Arial"/>
              <a:cs typeface="Arial"/>
            </a:endParaRPr>
          </a:p>
        </p:txBody>
      </p:sp>
      <p:sp>
        <p:nvSpPr>
          <p:cNvPr id="3" name="object 3"/>
          <p:cNvSpPr/>
          <p:nvPr/>
        </p:nvSpPr>
        <p:spPr>
          <a:xfrm>
            <a:off x="3369963" y="841233"/>
            <a:ext cx="1117600" cy="0"/>
          </a:xfrm>
          <a:custGeom>
            <a:avLst/>
            <a:gdLst/>
            <a:ahLst/>
            <a:cxnLst/>
            <a:rect l="l" t="t" r="r" b="b"/>
            <a:pathLst>
              <a:path w="1117600">
                <a:moveTo>
                  <a:pt x="0" y="0"/>
                </a:moveTo>
                <a:lnTo>
                  <a:pt x="1117550" y="0"/>
                </a:lnTo>
              </a:path>
            </a:pathLst>
          </a:custGeom>
          <a:ln w="35704">
            <a:solidFill>
              <a:srgbClr val="FEFE00"/>
            </a:solidFill>
          </a:ln>
        </p:spPr>
        <p:txBody>
          <a:bodyPr wrap="square" lIns="0" tIns="0" rIns="0" bIns="0" rtlCol="0"/>
          <a:lstStyle/>
          <a:p>
            <a:endParaRPr/>
          </a:p>
        </p:txBody>
      </p:sp>
      <p:sp>
        <p:nvSpPr>
          <p:cNvPr id="4" name="object 4"/>
          <p:cNvSpPr txBox="1">
            <a:spLocks noGrp="1"/>
          </p:cNvSpPr>
          <p:nvPr>
            <p:ph type="title"/>
          </p:nvPr>
        </p:nvSpPr>
        <p:spPr>
          <a:xfrm>
            <a:off x="562158" y="236925"/>
            <a:ext cx="7851140" cy="1244600"/>
          </a:xfrm>
          <a:prstGeom prst="rect">
            <a:avLst/>
          </a:prstGeom>
        </p:spPr>
        <p:txBody>
          <a:bodyPr vert="horz" wrap="square" lIns="0" tIns="12065" rIns="0" bIns="0" rtlCol="0">
            <a:spAutoFit/>
          </a:bodyPr>
          <a:lstStyle/>
          <a:p>
            <a:pPr marL="2527300" marR="5080" indent="-2515235">
              <a:lnSpc>
                <a:spcPct val="100000"/>
              </a:lnSpc>
              <a:spcBef>
                <a:spcPts val="95"/>
              </a:spcBef>
              <a:tabLst>
                <a:tab pos="1129665" algn="l"/>
                <a:tab pos="2526665" algn="l"/>
                <a:tab pos="4204335" algn="l"/>
                <a:tab pos="5321935" algn="l"/>
              </a:tabLst>
            </a:pPr>
            <a:r>
              <a:rPr sz="4000" b="0" spc="-204" dirty="0">
                <a:latin typeface="Courier New"/>
                <a:cs typeface="Courier New"/>
              </a:rPr>
              <a:t>Q1:</a:t>
            </a:r>
            <a:r>
              <a:rPr sz="4000" b="0" spc="-204" dirty="0">
                <a:latin typeface="Times New Roman"/>
                <a:cs typeface="Times New Roman"/>
              </a:rPr>
              <a:t>	</a:t>
            </a:r>
            <a:r>
              <a:rPr sz="4000" b="0" spc="-204" dirty="0">
                <a:latin typeface="Courier New"/>
                <a:cs typeface="Courier New"/>
              </a:rPr>
              <a:t>A(n)</a:t>
            </a:r>
            <a:r>
              <a:rPr sz="4000" b="0" spc="-204" dirty="0">
                <a:latin typeface="Times New Roman"/>
                <a:cs typeface="Times New Roman"/>
              </a:rPr>
              <a:t>	</a:t>
            </a:r>
            <a:r>
              <a:rPr sz="4000" b="0" spc="-204" dirty="0">
                <a:latin typeface="Courier New"/>
                <a:cs typeface="Courier New"/>
              </a:rPr>
              <a:t>_</a:t>
            </a:r>
            <a:r>
              <a:rPr sz="4000" b="0" spc="-204" dirty="0">
                <a:latin typeface="Times New Roman"/>
                <a:cs typeface="Times New Roman"/>
              </a:rPr>
              <a:t>	</a:t>
            </a:r>
            <a:r>
              <a:rPr sz="4000" b="0" spc="-204" dirty="0">
                <a:latin typeface="Courier New"/>
                <a:cs typeface="Courier New"/>
              </a:rPr>
              <a:t>has</a:t>
            </a:r>
            <a:r>
              <a:rPr sz="4000" b="0" spc="-204" dirty="0">
                <a:latin typeface="Times New Roman"/>
                <a:cs typeface="Times New Roman"/>
              </a:rPr>
              <a:t>	</a:t>
            </a:r>
            <a:r>
              <a:rPr sz="4000" b="0" spc="-195" dirty="0">
                <a:latin typeface="Courier New"/>
                <a:cs typeface="Courier New"/>
              </a:rPr>
              <a:t>d</a:t>
            </a:r>
            <a:r>
              <a:rPr sz="4000" b="0" spc="-204" dirty="0">
                <a:latin typeface="Courier New"/>
                <a:cs typeface="Courier New"/>
              </a:rPr>
              <a:t>ifferent </a:t>
            </a:r>
            <a:r>
              <a:rPr sz="4000" b="0" spc="-85" dirty="0">
                <a:latin typeface="Times New Roman"/>
                <a:cs typeface="Times New Roman"/>
              </a:rPr>
              <a:t> </a:t>
            </a:r>
            <a:r>
              <a:rPr sz="4000" b="0" spc="-204" dirty="0">
                <a:latin typeface="Courier New"/>
                <a:cs typeface="Courier New"/>
              </a:rPr>
              <a:t>properties</a:t>
            </a:r>
            <a:endParaRPr sz="4000">
              <a:latin typeface="Courier New"/>
              <a:cs typeface="Courier New"/>
            </a:endParaRPr>
          </a:p>
        </p:txBody>
      </p:sp>
      <p:sp>
        <p:nvSpPr>
          <p:cNvPr id="5" name="object 5"/>
          <p:cNvSpPr txBox="1"/>
          <p:nvPr/>
        </p:nvSpPr>
        <p:spPr>
          <a:xfrm>
            <a:off x="1200150" y="2933700"/>
            <a:ext cx="4114800" cy="914400"/>
          </a:xfrm>
          <a:prstGeom prst="rect">
            <a:avLst/>
          </a:prstGeom>
          <a:solidFill>
            <a:srgbClr val="000000">
              <a:alpha val="85096"/>
            </a:srgbClr>
          </a:solidFill>
          <a:ln w="57149">
            <a:solidFill>
              <a:srgbClr val="C00000"/>
            </a:solidFill>
          </a:ln>
        </p:spPr>
        <p:txBody>
          <a:bodyPr vert="horz" wrap="square" lIns="0" tIns="149225" rIns="0" bIns="0" rtlCol="0">
            <a:spAutoFit/>
          </a:bodyPr>
          <a:lstStyle/>
          <a:p>
            <a:pPr marL="161290">
              <a:lnSpc>
                <a:spcPct val="100000"/>
              </a:lnSpc>
              <a:spcBef>
                <a:spcPts val="1175"/>
              </a:spcBef>
            </a:pPr>
            <a:r>
              <a:rPr sz="3600" dirty="0">
                <a:solidFill>
                  <a:srgbClr val="FFFFFF"/>
                </a:solidFill>
                <a:latin typeface="Arial"/>
                <a:cs typeface="Arial"/>
              </a:rPr>
              <a:t>Entity</a:t>
            </a:r>
            <a:endParaRPr sz="3600">
              <a:latin typeface="Arial"/>
              <a:cs typeface="Arial"/>
            </a:endParaRPr>
          </a:p>
        </p:txBody>
      </p:sp>
      <p:sp>
        <p:nvSpPr>
          <p:cNvPr id="6" name="object 6"/>
          <p:cNvSpPr txBox="1"/>
          <p:nvPr/>
        </p:nvSpPr>
        <p:spPr>
          <a:xfrm>
            <a:off x="1403101" y="4017650"/>
            <a:ext cx="76263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FFFFFF"/>
                </a:solidFill>
                <a:latin typeface="Arial"/>
                <a:cs typeface="Arial"/>
              </a:rPr>
              <a:t>File</a:t>
            </a:r>
            <a:endParaRPr sz="3600">
              <a:latin typeface="Arial"/>
              <a:cs typeface="Arial"/>
            </a:endParaRPr>
          </a:p>
        </p:txBody>
      </p:sp>
      <p:grpSp>
        <p:nvGrpSpPr>
          <p:cNvPr id="7" name="object 7"/>
          <p:cNvGrpSpPr/>
          <p:nvPr/>
        </p:nvGrpSpPr>
        <p:grpSpPr>
          <a:xfrm>
            <a:off x="474659" y="2906765"/>
            <a:ext cx="685800" cy="1790700"/>
            <a:chOff x="474659" y="2906765"/>
            <a:chExt cx="685800" cy="1790700"/>
          </a:xfrm>
        </p:grpSpPr>
        <p:sp>
          <p:nvSpPr>
            <p:cNvPr id="8" name="object 8"/>
            <p:cNvSpPr/>
            <p:nvPr/>
          </p:nvSpPr>
          <p:spPr>
            <a:xfrm>
              <a:off x="487359" y="2919465"/>
              <a:ext cx="650875" cy="838200"/>
            </a:xfrm>
            <a:custGeom>
              <a:avLst/>
              <a:gdLst/>
              <a:ahLst/>
              <a:cxnLst/>
              <a:rect l="l" t="t" r="r" b="b"/>
              <a:pathLst>
                <a:path w="650875" h="838200">
                  <a:moveTo>
                    <a:pt x="325444" y="0"/>
                  </a:moveTo>
                  <a:lnTo>
                    <a:pt x="284621" y="3264"/>
                  </a:lnTo>
                  <a:lnTo>
                    <a:pt x="245311" y="12795"/>
                  </a:lnTo>
                  <a:lnTo>
                    <a:pt x="207819" y="28202"/>
                  </a:lnTo>
                  <a:lnTo>
                    <a:pt x="172451" y="49091"/>
                  </a:lnTo>
                  <a:lnTo>
                    <a:pt x="139511" y="75071"/>
                  </a:lnTo>
                  <a:lnTo>
                    <a:pt x="109303" y="105749"/>
                  </a:lnTo>
                  <a:lnTo>
                    <a:pt x="82134" y="140733"/>
                  </a:lnTo>
                  <a:lnTo>
                    <a:pt x="58308" y="179631"/>
                  </a:lnTo>
                  <a:lnTo>
                    <a:pt x="38130" y="222050"/>
                  </a:lnTo>
                  <a:lnTo>
                    <a:pt x="21906" y="267599"/>
                  </a:lnTo>
                  <a:lnTo>
                    <a:pt x="9939" y="315885"/>
                  </a:lnTo>
                  <a:lnTo>
                    <a:pt x="2535" y="366516"/>
                  </a:lnTo>
                  <a:lnTo>
                    <a:pt x="0" y="419099"/>
                  </a:lnTo>
                  <a:lnTo>
                    <a:pt x="2535" y="471659"/>
                  </a:lnTo>
                  <a:lnTo>
                    <a:pt x="9939" y="522274"/>
                  </a:lnTo>
                  <a:lnTo>
                    <a:pt x="21906" y="570550"/>
                  </a:lnTo>
                  <a:lnTo>
                    <a:pt x="38130" y="616095"/>
                  </a:lnTo>
                  <a:lnTo>
                    <a:pt x="58308" y="658515"/>
                  </a:lnTo>
                  <a:lnTo>
                    <a:pt x="82134" y="697417"/>
                  </a:lnTo>
                  <a:lnTo>
                    <a:pt x="109303" y="732408"/>
                  </a:lnTo>
                  <a:lnTo>
                    <a:pt x="139511" y="763095"/>
                  </a:lnTo>
                  <a:lnTo>
                    <a:pt x="172451" y="789084"/>
                  </a:lnTo>
                  <a:lnTo>
                    <a:pt x="207819" y="809982"/>
                  </a:lnTo>
                  <a:lnTo>
                    <a:pt x="245311" y="825396"/>
                  </a:lnTo>
                  <a:lnTo>
                    <a:pt x="284621" y="834933"/>
                  </a:lnTo>
                  <a:lnTo>
                    <a:pt x="325444" y="838199"/>
                  </a:lnTo>
                  <a:lnTo>
                    <a:pt x="366264" y="834933"/>
                  </a:lnTo>
                  <a:lnTo>
                    <a:pt x="405572" y="825396"/>
                  </a:lnTo>
                  <a:lnTo>
                    <a:pt x="443062" y="809982"/>
                  </a:lnTo>
                  <a:lnTo>
                    <a:pt x="478429" y="789084"/>
                  </a:lnTo>
                  <a:lnTo>
                    <a:pt x="511368" y="763095"/>
                  </a:lnTo>
                  <a:lnTo>
                    <a:pt x="541575" y="732408"/>
                  </a:lnTo>
                  <a:lnTo>
                    <a:pt x="568744" y="697417"/>
                  </a:lnTo>
                  <a:lnTo>
                    <a:pt x="592569" y="658515"/>
                  </a:lnTo>
                  <a:lnTo>
                    <a:pt x="612747" y="616095"/>
                  </a:lnTo>
                  <a:lnTo>
                    <a:pt x="628972" y="570550"/>
                  </a:lnTo>
                  <a:lnTo>
                    <a:pt x="640939" y="522274"/>
                  </a:lnTo>
                  <a:lnTo>
                    <a:pt x="648343" y="471659"/>
                  </a:lnTo>
                  <a:lnTo>
                    <a:pt x="650879" y="419099"/>
                  </a:lnTo>
                  <a:lnTo>
                    <a:pt x="648343" y="366516"/>
                  </a:lnTo>
                  <a:lnTo>
                    <a:pt x="640939" y="315885"/>
                  </a:lnTo>
                  <a:lnTo>
                    <a:pt x="628972" y="267599"/>
                  </a:lnTo>
                  <a:lnTo>
                    <a:pt x="612747" y="222050"/>
                  </a:lnTo>
                  <a:lnTo>
                    <a:pt x="592569" y="179631"/>
                  </a:lnTo>
                  <a:lnTo>
                    <a:pt x="568744" y="140733"/>
                  </a:lnTo>
                  <a:lnTo>
                    <a:pt x="541575" y="105749"/>
                  </a:lnTo>
                  <a:lnTo>
                    <a:pt x="511368" y="75071"/>
                  </a:lnTo>
                  <a:lnTo>
                    <a:pt x="478429" y="49091"/>
                  </a:lnTo>
                  <a:lnTo>
                    <a:pt x="443062" y="28202"/>
                  </a:lnTo>
                  <a:lnTo>
                    <a:pt x="405572" y="12795"/>
                  </a:lnTo>
                  <a:lnTo>
                    <a:pt x="366264" y="3264"/>
                  </a:lnTo>
                  <a:lnTo>
                    <a:pt x="325444" y="0"/>
                  </a:lnTo>
                  <a:close/>
                </a:path>
              </a:pathLst>
            </a:custGeom>
            <a:solidFill>
              <a:srgbClr val="00AFF0"/>
            </a:solidFill>
          </p:spPr>
          <p:txBody>
            <a:bodyPr wrap="square" lIns="0" tIns="0" rIns="0" bIns="0" rtlCol="0"/>
            <a:lstStyle/>
            <a:p>
              <a:endParaRPr/>
            </a:p>
          </p:txBody>
        </p:sp>
        <p:sp>
          <p:nvSpPr>
            <p:cNvPr id="9" name="object 9"/>
            <p:cNvSpPr/>
            <p:nvPr/>
          </p:nvSpPr>
          <p:spPr>
            <a:xfrm>
              <a:off x="487359" y="2919465"/>
              <a:ext cx="650875" cy="838200"/>
            </a:xfrm>
            <a:custGeom>
              <a:avLst/>
              <a:gdLst/>
              <a:ahLst/>
              <a:cxnLst/>
              <a:rect l="l" t="t" r="r" b="b"/>
              <a:pathLst>
                <a:path w="650875" h="838200">
                  <a:moveTo>
                    <a:pt x="0" y="419099"/>
                  </a:moveTo>
                  <a:lnTo>
                    <a:pt x="2535" y="366516"/>
                  </a:lnTo>
                  <a:lnTo>
                    <a:pt x="9939" y="315885"/>
                  </a:lnTo>
                  <a:lnTo>
                    <a:pt x="21906" y="267599"/>
                  </a:lnTo>
                  <a:lnTo>
                    <a:pt x="38130" y="222050"/>
                  </a:lnTo>
                  <a:lnTo>
                    <a:pt x="58308" y="179631"/>
                  </a:lnTo>
                  <a:lnTo>
                    <a:pt x="82134" y="140733"/>
                  </a:lnTo>
                  <a:lnTo>
                    <a:pt x="109303" y="105749"/>
                  </a:lnTo>
                  <a:lnTo>
                    <a:pt x="139511" y="75071"/>
                  </a:lnTo>
                  <a:lnTo>
                    <a:pt x="172451" y="49091"/>
                  </a:lnTo>
                  <a:lnTo>
                    <a:pt x="207819" y="28202"/>
                  </a:lnTo>
                  <a:lnTo>
                    <a:pt x="245311" y="12795"/>
                  </a:lnTo>
                  <a:lnTo>
                    <a:pt x="284621" y="3264"/>
                  </a:lnTo>
                  <a:lnTo>
                    <a:pt x="325444" y="0"/>
                  </a:lnTo>
                  <a:lnTo>
                    <a:pt x="366264" y="3264"/>
                  </a:lnTo>
                  <a:lnTo>
                    <a:pt x="405572" y="12795"/>
                  </a:lnTo>
                  <a:lnTo>
                    <a:pt x="443062" y="28202"/>
                  </a:lnTo>
                  <a:lnTo>
                    <a:pt x="478429" y="49091"/>
                  </a:lnTo>
                  <a:lnTo>
                    <a:pt x="511368" y="75071"/>
                  </a:lnTo>
                  <a:lnTo>
                    <a:pt x="541575" y="105749"/>
                  </a:lnTo>
                  <a:lnTo>
                    <a:pt x="568744" y="140733"/>
                  </a:lnTo>
                  <a:lnTo>
                    <a:pt x="592569" y="179631"/>
                  </a:lnTo>
                  <a:lnTo>
                    <a:pt x="612747" y="222050"/>
                  </a:lnTo>
                  <a:lnTo>
                    <a:pt x="628972" y="267599"/>
                  </a:lnTo>
                  <a:lnTo>
                    <a:pt x="640939" y="315885"/>
                  </a:lnTo>
                  <a:lnTo>
                    <a:pt x="648343" y="366516"/>
                  </a:lnTo>
                  <a:lnTo>
                    <a:pt x="650879" y="419099"/>
                  </a:lnTo>
                  <a:lnTo>
                    <a:pt x="648343" y="471659"/>
                  </a:lnTo>
                  <a:lnTo>
                    <a:pt x="640939" y="522274"/>
                  </a:lnTo>
                  <a:lnTo>
                    <a:pt x="628972" y="570550"/>
                  </a:lnTo>
                  <a:lnTo>
                    <a:pt x="612747" y="616095"/>
                  </a:lnTo>
                  <a:lnTo>
                    <a:pt x="592569" y="658515"/>
                  </a:lnTo>
                  <a:lnTo>
                    <a:pt x="568744" y="697417"/>
                  </a:lnTo>
                  <a:lnTo>
                    <a:pt x="541575" y="732408"/>
                  </a:lnTo>
                  <a:lnTo>
                    <a:pt x="511368" y="763095"/>
                  </a:lnTo>
                  <a:lnTo>
                    <a:pt x="478429" y="789084"/>
                  </a:lnTo>
                  <a:lnTo>
                    <a:pt x="443062" y="809982"/>
                  </a:lnTo>
                  <a:lnTo>
                    <a:pt x="405572" y="825396"/>
                  </a:lnTo>
                  <a:lnTo>
                    <a:pt x="366264" y="834933"/>
                  </a:lnTo>
                  <a:lnTo>
                    <a:pt x="325444" y="838199"/>
                  </a:lnTo>
                  <a:lnTo>
                    <a:pt x="284621" y="834933"/>
                  </a:lnTo>
                  <a:lnTo>
                    <a:pt x="245311" y="825396"/>
                  </a:lnTo>
                  <a:lnTo>
                    <a:pt x="207819" y="809982"/>
                  </a:lnTo>
                  <a:lnTo>
                    <a:pt x="172451" y="789084"/>
                  </a:lnTo>
                  <a:lnTo>
                    <a:pt x="139511" y="763095"/>
                  </a:lnTo>
                  <a:lnTo>
                    <a:pt x="109303" y="732408"/>
                  </a:lnTo>
                  <a:lnTo>
                    <a:pt x="82134" y="697417"/>
                  </a:lnTo>
                  <a:lnTo>
                    <a:pt x="58308" y="658515"/>
                  </a:lnTo>
                  <a:lnTo>
                    <a:pt x="38130" y="616095"/>
                  </a:lnTo>
                  <a:lnTo>
                    <a:pt x="21906" y="570550"/>
                  </a:lnTo>
                  <a:lnTo>
                    <a:pt x="9939" y="522274"/>
                  </a:lnTo>
                  <a:lnTo>
                    <a:pt x="2535" y="471659"/>
                  </a:lnTo>
                  <a:lnTo>
                    <a:pt x="0" y="419099"/>
                  </a:lnTo>
                  <a:close/>
                </a:path>
              </a:pathLst>
            </a:custGeom>
            <a:ln w="25399">
              <a:solidFill>
                <a:srgbClr val="000000"/>
              </a:solidFill>
            </a:ln>
          </p:spPr>
          <p:txBody>
            <a:bodyPr wrap="square" lIns="0" tIns="0" rIns="0" bIns="0" rtlCol="0"/>
            <a:lstStyle/>
            <a:p>
              <a:endParaRPr/>
            </a:p>
          </p:txBody>
        </p:sp>
        <p:sp>
          <p:nvSpPr>
            <p:cNvPr id="10" name="object 10"/>
            <p:cNvSpPr/>
            <p:nvPr/>
          </p:nvSpPr>
          <p:spPr>
            <a:xfrm>
              <a:off x="504824" y="3857625"/>
              <a:ext cx="643255" cy="827405"/>
            </a:xfrm>
            <a:custGeom>
              <a:avLst/>
              <a:gdLst/>
              <a:ahLst/>
              <a:cxnLst/>
              <a:rect l="l" t="t" r="r" b="b"/>
              <a:pathLst>
                <a:path w="643255" h="827404">
                  <a:moveTo>
                    <a:pt x="321481" y="0"/>
                  </a:moveTo>
                  <a:lnTo>
                    <a:pt x="281156" y="3222"/>
                  </a:lnTo>
                  <a:lnTo>
                    <a:pt x="242325" y="12630"/>
                  </a:lnTo>
                  <a:lnTo>
                    <a:pt x="205290" y="27837"/>
                  </a:lnTo>
                  <a:lnTo>
                    <a:pt x="170353" y="48455"/>
                  </a:lnTo>
                  <a:lnTo>
                    <a:pt x="137813" y="74096"/>
                  </a:lnTo>
                  <a:lnTo>
                    <a:pt x="107974" y="104371"/>
                  </a:lnTo>
                  <a:lnTo>
                    <a:pt x="81135" y="138895"/>
                  </a:lnTo>
                  <a:lnTo>
                    <a:pt x="57599" y="177277"/>
                  </a:lnTo>
                  <a:lnTo>
                    <a:pt x="37667" y="219132"/>
                  </a:lnTo>
                  <a:lnTo>
                    <a:pt x="21639" y="264071"/>
                  </a:lnTo>
                  <a:lnTo>
                    <a:pt x="9818" y="311707"/>
                  </a:lnTo>
                  <a:lnTo>
                    <a:pt x="2504" y="361651"/>
                  </a:lnTo>
                  <a:lnTo>
                    <a:pt x="0" y="413516"/>
                  </a:lnTo>
                  <a:lnTo>
                    <a:pt x="2504" y="465404"/>
                  </a:lnTo>
                  <a:lnTo>
                    <a:pt x="9818" y="515363"/>
                  </a:lnTo>
                  <a:lnTo>
                    <a:pt x="21639" y="563007"/>
                  </a:lnTo>
                  <a:lnTo>
                    <a:pt x="37667" y="607949"/>
                  </a:lnTo>
                  <a:lnTo>
                    <a:pt x="57599" y="649802"/>
                  </a:lnTo>
                  <a:lnTo>
                    <a:pt x="81135" y="688179"/>
                  </a:lnTo>
                  <a:lnTo>
                    <a:pt x="107974" y="722694"/>
                  </a:lnTo>
                  <a:lnTo>
                    <a:pt x="137813" y="752960"/>
                  </a:lnTo>
                  <a:lnTo>
                    <a:pt x="170353" y="778590"/>
                  </a:lnTo>
                  <a:lnTo>
                    <a:pt x="205290" y="799198"/>
                  </a:lnTo>
                  <a:lnTo>
                    <a:pt x="242325" y="814396"/>
                  </a:lnTo>
                  <a:lnTo>
                    <a:pt x="281156" y="823799"/>
                  </a:lnTo>
                  <a:lnTo>
                    <a:pt x="321481" y="827019"/>
                  </a:lnTo>
                  <a:lnTo>
                    <a:pt x="361801" y="823799"/>
                  </a:lnTo>
                  <a:lnTo>
                    <a:pt x="400628" y="814396"/>
                  </a:lnTo>
                  <a:lnTo>
                    <a:pt x="437659" y="799198"/>
                  </a:lnTo>
                  <a:lnTo>
                    <a:pt x="472594" y="778590"/>
                  </a:lnTo>
                  <a:lnTo>
                    <a:pt x="505130" y="752960"/>
                  </a:lnTo>
                  <a:lnTo>
                    <a:pt x="534968" y="722694"/>
                  </a:lnTo>
                  <a:lnTo>
                    <a:pt x="561805" y="688179"/>
                  </a:lnTo>
                  <a:lnTo>
                    <a:pt x="585340" y="649802"/>
                  </a:lnTo>
                  <a:lnTo>
                    <a:pt x="605272" y="607949"/>
                  </a:lnTo>
                  <a:lnTo>
                    <a:pt x="621299" y="563007"/>
                  </a:lnTo>
                  <a:lnTo>
                    <a:pt x="633120" y="515363"/>
                  </a:lnTo>
                  <a:lnTo>
                    <a:pt x="640434" y="465404"/>
                  </a:lnTo>
                  <a:lnTo>
                    <a:pt x="642939" y="413516"/>
                  </a:lnTo>
                  <a:lnTo>
                    <a:pt x="640434" y="361651"/>
                  </a:lnTo>
                  <a:lnTo>
                    <a:pt x="633120" y="311707"/>
                  </a:lnTo>
                  <a:lnTo>
                    <a:pt x="621299" y="264071"/>
                  </a:lnTo>
                  <a:lnTo>
                    <a:pt x="605272" y="219132"/>
                  </a:lnTo>
                  <a:lnTo>
                    <a:pt x="585340" y="177277"/>
                  </a:lnTo>
                  <a:lnTo>
                    <a:pt x="561805" y="138895"/>
                  </a:lnTo>
                  <a:lnTo>
                    <a:pt x="534968" y="104371"/>
                  </a:lnTo>
                  <a:lnTo>
                    <a:pt x="505130" y="74096"/>
                  </a:lnTo>
                  <a:lnTo>
                    <a:pt x="472594" y="48455"/>
                  </a:lnTo>
                  <a:lnTo>
                    <a:pt x="437659" y="27837"/>
                  </a:lnTo>
                  <a:lnTo>
                    <a:pt x="400628" y="12630"/>
                  </a:lnTo>
                  <a:lnTo>
                    <a:pt x="361801" y="3222"/>
                  </a:lnTo>
                  <a:lnTo>
                    <a:pt x="321481" y="0"/>
                  </a:lnTo>
                  <a:close/>
                </a:path>
              </a:pathLst>
            </a:custGeom>
            <a:solidFill>
              <a:srgbClr val="00AFF0"/>
            </a:solidFill>
          </p:spPr>
          <p:txBody>
            <a:bodyPr wrap="square" lIns="0" tIns="0" rIns="0" bIns="0" rtlCol="0"/>
            <a:lstStyle/>
            <a:p>
              <a:endParaRPr/>
            </a:p>
          </p:txBody>
        </p:sp>
        <p:sp>
          <p:nvSpPr>
            <p:cNvPr id="11" name="object 11"/>
            <p:cNvSpPr/>
            <p:nvPr/>
          </p:nvSpPr>
          <p:spPr>
            <a:xfrm>
              <a:off x="504824" y="3857625"/>
              <a:ext cx="643255" cy="827405"/>
            </a:xfrm>
            <a:custGeom>
              <a:avLst/>
              <a:gdLst/>
              <a:ahLst/>
              <a:cxnLst/>
              <a:rect l="l" t="t" r="r" b="b"/>
              <a:pathLst>
                <a:path w="643255" h="827404">
                  <a:moveTo>
                    <a:pt x="0" y="413516"/>
                  </a:moveTo>
                  <a:lnTo>
                    <a:pt x="2504" y="361651"/>
                  </a:lnTo>
                  <a:lnTo>
                    <a:pt x="9818" y="311707"/>
                  </a:lnTo>
                  <a:lnTo>
                    <a:pt x="21639" y="264071"/>
                  </a:lnTo>
                  <a:lnTo>
                    <a:pt x="37667" y="219132"/>
                  </a:lnTo>
                  <a:lnTo>
                    <a:pt x="57599" y="177277"/>
                  </a:lnTo>
                  <a:lnTo>
                    <a:pt x="81135" y="138895"/>
                  </a:lnTo>
                  <a:lnTo>
                    <a:pt x="107974" y="104371"/>
                  </a:lnTo>
                  <a:lnTo>
                    <a:pt x="137813" y="74096"/>
                  </a:lnTo>
                  <a:lnTo>
                    <a:pt x="170353" y="48455"/>
                  </a:lnTo>
                  <a:lnTo>
                    <a:pt x="205290" y="27837"/>
                  </a:lnTo>
                  <a:lnTo>
                    <a:pt x="242325" y="12630"/>
                  </a:lnTo>
                  <a:lnTo>
                    <a:pt x="281156" y="3222"/>
                  </a:lnTo>
                  <a:lnTo>
                    <a:pt x="321481" y="0"/>
                  </a:lnTo>
                  <a:lnTo>
                    <a:pt x="361801" y="3222"/>
                  </a:lnTo>
                  <a:lnTo>
                    <a:pt x="400628" y="12630"/>
                  </a:lnTo>
                  <a:lnTo>
                    <a:pt x="437659" y="27837"/>
                  </a:lnTo>
                  <a:lnTo>
                    <a:pt x="472594" y="48455"/>
                  </a:lnTo>
                  <a:lnTo>
                    <a:pt x="505130" y="74096"/>
                  </a:lnTo>
                  <a:lnTo>
                    <a:pt x="534968" y="104371"/>
                  </a:lnTo>
                  <a:lnTo>
                    <a:pt x="561805" y="138895"/>
                  </a:lnTo>
                  <a:lnTo>
                    <a:pt x="585340" y="177277"/>
                  </a:lnTo>
                  <a:lnTo>
                    <a:pt x="605272" y="219132"/>
                  </a:lnTo>
                  <a:lnTo>
                    <a:pt x="621299" y="264071"/>
                  </a:lnTo>
                  <a:lnTo>
                    <a:pt x="633120" y="311707"/>
                  </a:lnTo>
                  <a:lnTo>
                    <a:pt x="640434" y="361651"/>
                  </a:lnTo>
                  <a:lnTo>
                    <a:pt x="642939" y="413516"/>
                  </a:lnTo>
                  <a:lnTo>
                    <a:pt x="640434" y="465404"/>
                  </a:lnTo>
                  <a:lnTo>
                    <a:pt x="633120" y="515363"/>
                  </a:lnTo>
                  <a:lnTo>
                    <a:pt x="621299" y="563007"/>
                  </a:lnTo>
                  <a:lnTo>
                    <a:pt x="605272" y="607949"/>
                  </a:lnTo>
                  <a:lnTo>
                    <a:pt x="585340" y="649802"/>
                  </a:lnTo>
                  <a:lnTo>
                    <a:pt x="561805" y="688179"/>
                  </a:lnTo>
                  <a:lnTo>
                    <a:pt x="534968" y="722694"/>
                  </a:lnTo>
                  <a:lnTo>
                    <a:pt x="505130" y="752960"/>
                  </a:lnTo>
                  <a:lnTo>
                    <a:pt x="472594" y="778590"/>
                  </a:lnTo>
                  <a:lnTo>
                    <a:pt x="437659" y="799198"/>
                  </a:lnTo>
                  <a:lnTo>
                    <a:pt x="400628" y="814396"/>
                  </a:lnTo>
                  <a:lnTo>
                    <a:pt x="361801" y="823799"/>
                  </a:lnTo>
                  <a:lnTo>
                    <a:pt x="321481" y="827019"/>
                  </a:lnTo>
                  <a:lnTo>
                    <a:pt x="281156" y="823799"/>
                  </a:lnTo>
                  <a:lnTo>
                    <a:pt x="242325" y="814396"/>
                  </a:lnTo>
                  <a:lnTo>
                    <a:pt x="205290" y="799198"/>
                  </a:lnTo>
                  <a:lnTo>
                    <a:pt x="170353" y="778590"/>
                  </a:lnTo>
                  <a:lnTo>
                    <a:pt x="137813" y="752960"/>
                  </a:lnTo>
                  <a:lnTo>
                    <a:pt x="107974" y="722694"/>
                  </a:lnTo>
                  <a:lnTo>
                    <a:pt x="81135" y="688179"/>
                  </a:lnTo>
                  <a:lnTo>
                    <a:pt x="57599" y="649802"/>
                  </a:lnTo>
                  <a:lnTo>
                    <a:pt x="37667" y="607949"/>
                  </a:lnTo>
                  <a:lnTo>
                    <a:pt x="21639" y="563007"/>
                  </a:lnTo>
                  <a:lnTo>
                    <a:pt x="9818" y="515363"/>
                  </a:lnTo>
                  <a:lnTo>
                    <a:pt x="2504" y="465404"/>
                  </a:lnTo>
                  <a:lnTo>
                    <a:pt x="0" y="413516"/>
                  </a:lnTo>
                  <a:close/>
                </a:path>
              </a:pathLst>
            </a:custGeom>
            <a:ln w="25399">
              <a:solidFill>
                <a:srgbClr val="000000"/>
              </a:solidFill>
            </a:ln>
          </p:spPr>
          <p:txBody>
            <a:bodyPr wrap="square" lIns="0" tIns="0" rIns="0" bIns="0" rtlCol="0"/>
            <a:lstStyle/>
            <a:p>
              <a:endParaRPr/>
            </a:p>
          </p:txBody>
        </p:sp>
      </p:grpSp>
      <p:sp>
        <p:nvSpPr>
          <p:cNvPr id="12" name="object 12"/>
          <p:cNvSpPr txBox="1"/>
          <p:nvPr/>
        </p:nvSpPr>
        <p:spPr>
          <a:xfrm>
            <a:off x="570075" y="2776166"/>
            <a:ext cx="499745" cy="1964689"/>
          </a:xfrm>
          <a:prstGeom prst="rect">
            <a:avLst/>
          </a:prstGeom>
        </p:spPr>
        <p:txBody>
          <a:bodyPr vert="horz" wrap="square" lIns="0" tIns="105410" rIns="0" bIns="0" rtlCol="0">
            <a:spAutoFit/>
          </a:bodyPr>
          <a:lstStyle/>
          <a:p>
            <a:pPr marL="26034" marR="5080" indent="-13970">
              <a:lnSpc>
                <a:spcPts val="7340"/>
              </a:lnSpc>
              <a:spcBef>
                <a:spcPts val="830"/>
              </a:spcBef>
            </a:pPr>
            <a:r>
              <a:rPr sz="6600" b="1" spc="-335" dirty="0">
                <a:solidFill>
                  <a:srgbClr val="0D0D0D"/>
                </a:solidFill>
                <a:latin typeface="Courier New"/>
                <a:cs typeface="Courier New"/>
              </a:rPr>
              <a:t>B </a:t>
            </a:r>
            <a:r>
              <a:rPr sz="6600" spc="-140" dirty="0">
                <a:solidFill>
                  <a:srgbClr val="0D0D0D"/>
                </a:solidFill>
                <a:latin typeface="Times New Roman"/>
                <a:cs typeface="Times New Roman"/>
              </a:rPr>
              <a:t> </a:t>
            </a:r>
            <a:r>
              <a:rPr sz="6600" b="1" spc="-335" dirty="0">
                <a:solidFill>
                  <a:srgbClr val="0D0D0D"/>
                </a:solidFill>
                <a:latin typeface="Courier New"/>
                <a:cs typeface="Courier New"/>
              </a:rPr>
              <a:t>C</a:t>
            </a:r>
            <a:endParaRPr sz="6600">
              <a:latin typeface="Courier New"/>
              <a:cs typeface="Courier New"/>
            </a:endParaRPr>
          </a:p>
        </p:txBody>
      </p:sp>
      <p:grpSp>
        <p:nvGrpSpPr>
          <p:cNvPr id="13" name="object 13"/>
          <p:cNvGrpSpPr/>
          <p:nvPr/>
        </p:nvGrpSpPr>
        <p:grpSpPr>
          <a:xfrm>
            <a:off x="474659" y="4770504"/>
            <a:ext cx="668655" cy="852805"/>
            <a:chOff x="474659" y="4770504"/>
            <a:chExt cx="668655" cy="852805"/>
          </a:xfrm>
        </p:grpSpPr>
        <p:sp>
          <p:nvSpPr>
            <p:cNvPr id="14" name="object 14"/>
            <p:cNvSpPr/>
            <p:nvPr/>
          </p:nvSpPr>
          <p:spPr>
            <a:xfrm>
              <a:off x="487359" y="4783204"/>
              <a:ext cx="643255" cy="827405"/>
            </a:xfrm>
            <a:custGeom>
              <a:avLst/>
              <a:gdLst/>
              <a:ahLst/>
              <a:cxnLst/>
              <a:rect l="l" t="t" r="r" b="b"/>
              <a:pathLst>
                <a:path w="643255" h="827404">
                  <a:moveTo>
                    <a:pt x="321478" y="0"/>
                  </a:moveTo>
                  <a:lnTo>
                    <a:pt x="281153" y="3220"/>
                  </a:lnTo>
                  <a:lnTo>
                    <a:pt x="242322" y="12622"/>
                  </a:lnTo>
                  <a:lnTo>
                    <a:pt x="205288" y="27821"/>
                  </a:lnTo>
                  <a:lnTo>
                    <a:pt x="170350" y="48429"/>
                  </a:lnTo>
                  <a:lnTo>
                    <a:pt x="137811" y="74059"/>
                  </a:lnTo>
                  <a:lnTo>
                    <a:pt x="107972" y="104325"/>
                  </a:lnTo>
                  <a:lnTo>
                    <a:pt x="81134" y="138840"/>
                  </a:lnTo>
                  <a:lnTo>
                    <a:pt x="57598" y="177217"/>
                  </a:lnTo>
                  <a:lnTo>
                    <a:pt x="37666" y="219070"/>
                  </a:lnTo>
                  <a:lnTo>
                    <a:pt x="21639" y="264012"/>
                  </a:lnTo>
                  <a:lnTo>
                    <a:pt x="9818" y="311656"/>
                  </a:lnTo>
                  <a:lnTo>
                    <a:pt x="2504" y="361615"/>
                  </a:lnTo>
                  <a:lnTo>
                    <a:pt x="0" y="413503"/>
                  </a:lnTo>
                  <a:lnTo>
                    <a:pt x="2504" y="465368"/>
                  </a:lnTo>
                  <a:lnTo>
                    <a:pt x="9818" y="515312"/>
                  </a:lnTo>
                  <a:lnTo>
                    <a:pt x="21639" y="562948"/>
                  </a:lnTo>
                  <a:lnTo>
                    <a:pt x="37666" y="607887"/>
                  </a:lnTo>
                  <a:lnTo>
                    <a:pt x="57598" y="649742"/>
                  </a:lnTo>
                  <a:lnTo>
                    <a:pt x="81134" y="688124"/>
                  </a:lnTo>
                  <a:lnTo>
                    <a:pt x="107972" y="722648"/>
                  </a:lnTo>
                  <a:lnTo>
                    <a:pt x="137811" y="752923"/>
                  </a:lnTo>
                  <a:lnTo>
                    <a:pt x="170350" y="778564"/>
                  </a:lnTo>
                  <a:lnTo>
                    <a:pt x="205288" y="799182"/>
                  </a:lnTo>
                  <a:lnTo>
                    <a:pt x="242322" y="814389"/>
                  </a:lnTo>
                  <a:lnTo>
                    <a:pt x="281153" y="823797"/>
                  </a:lnTo>
                  <a:lnTo>
                    <a:pt x="321478" y="827019"/>
                  </a:lnTo>
                  <a:lnTo>
                    <a:pt x="361801" y="823797"/>
                  </a:lnTo>
                  <a:lnTo>
                    <a:pt x="400629" y="814389"/>
                  </a:lnTo>
                  <a:lnTo>
                    <a:pt x="437661" y="799182"/>
                  </a:lnTo>
                  <a:lnTo>
                    <a:pt x="472596" y="778564"/>
                  </a:lnTo>
                  <a:lnTo>
                    <a:pt x="505133" y="752923"/>
                  </a:lnTo>
                  <a:lnTo>
                    <a:pt x="534970" y="722648"/>
                  </a:lnTo>
                  <a:lnTo>
                    <a:pt x="561806" y="688124"/>
                  </a:lnTo>
                  <a:lnTo>
                    <a:pt x="585340" y="649742"/>
                  </a:lnTo>
                  <a:lnTo>
                    <a:pt x="605271" y="607887"/>
                  </a:lnTo>
                  <a:lnTo>
                    <a:pt x="621297" y="562948"/>
                  </a:lnTo>
                  <a:lnTo>
                    <a:pt x="633118" y="515312"/>
                  </a:lnTo>
                  <a:lnTo>
                    <a:pt x="640431" y="465368"/>
                  </a:lnTo>
                  <a:lnTo>
                    <a:pt x="642935" y="413503"/>
                  </a:lnTo>
                  <a:lnTo>
                    <a:pt x="640431" y="361615"/>
                  </a:lnTo>
                  <a:lnTo>
                    <a:pt x="633118" y="311656"/>
                  </a:lnTo>
                  <a:lnTo>
                    <a:pt x="621297" y="264012"/>
                  </a:lnTo>
                  <a:lnTo>
                    <a:pt x="605271" y="219070"/>
                  </a:lnTo>
                  <a:lnTo>
                    <a:pt x="585340" y="177217"/>
                  </a:lnTo>
                  <a:lnTo>
                    <a:pt x="561806" y="138840"/>
                  </a:lnTo>
                  <a:lnTo>
                    <a:pt x="534970" y="104325"/>
                  </a:lnTo>
                  <a:lnTo>
                    <a:pt x="505133" y="74059"/>
                  </a:lnTo>
                  <a:lnTo>
                    <a:pt x="472596" y="48429"/>
                  </a:lnTo>
                  <a:lnTo>
                    <a:pt x="437661" y="27821"/>
                  </a:lnTo>
                  <a:lnTo>
                    <a:pt x="400629" y="12622"/>
                  </a:lnTo>
                  <a:lnTo>
                    <a:pt x="361801" y="3220"/>
                  </a:lnTo>
                  <a:lnTo>
                    <a:pt x="321478" y="0"/>
                  </a:lnTo>
                  <a:close/>
                </a:path>
              </a:pathLst>
            </a:custGeom>
            <a:solidFill>
              <a:srgbClr val="00AFF0"/>
            </a:solidFill>
          </p:spPr>
          <p:txBody>
            <a:bodyPr wrap="square" lIns="0" tIns="0" rIns="0" bIns="0" rtlCol="0"/>
            <a:lstStyle/>
            <a:p>
              <a:endParaRPr/>
            </a:p>
          </p:txBody>
        </p:sp>
        <p:sp>
          <p:nvSpPr>
            <p:cNvPr id="15" name="object 15"/>
            <p:cNvSpPr/>
            <p:nvPr/>
          </p:nvSpPr>
          <p:spPr>
            <a:xfrm>
              <a:off x="487359" y="4783204"/>
              <a:ext cx="643255" cy="827405"/>
            </a:xfrm>
            <a:custGeom>
              <a:avLst/>
              <a:gdLst/>
              <a:ahLst/>
              <a:cxnLst/>
              <a:rect l="l" t="t" r="r" b="b"/>
              <a:pathLst>
                <a:path w="643255" h="827404">
                  <a:moveTo>
                    <a:pt x="0" y="413503"/>
                  </a:moveTo>
                  <a:lnTo>
                    <a:pt x="2504" y="361615"/>
                  </a:lnTo>
                  <a:lnTo>
                    <a:pt x="9818" y="311656"/>
                  </a:lnTo>
                  <a:lnTo>
                    <a:pt x="21639" y="264012"/>
                  </a:lnTo>
                  <a:lnTo>
                    <a:pt x="37666" y="219070"/>
                  </a:lnTo>
                  <a:lnTo>
                    <a:pt x="57598" y="177217"/>
                  </a:lnTo>
                  <a:lnTo>
                    <a:pt x="81134" y="138840"/>
                  </a:lnTo>
                  <a:lnTo>
                    <a:pt x="107972" y="104325"/>
                  </a:lnTo>
                  <a:lnTo>
                    <a:pt x="137811" y="74059"/>
                  </a:lnTo>
                  <a:lnTo>
                    <a:pt x="170350" y="48429"/>
                  </a:lnTo>
                  <a:lnTo>
                    <a:pt x="205288" y="27821"/>
                  </a:lnTo>
                  <a:lnTo>
                    <a:pt x="242322" y="12622"/>
                  </a:lnTo>
                  <a:lnTo>
                    <a:pt x="281153" y="3220"/>
                  </a:lnTo>
                  <a:lnTo>
                    <a:pt x="321478" y="0"/>
                  </a:lnTo>
                  <a:lnTo>
                    <a:pt x="361801" y="3220"/>
                  </a:lnTo>
                  <a:lnTo>
                    <a:pt x="400629" y="12622"/>
                  </a:lnTo>
                  <a:lnTo>
                    <a:pt x="437661" y="27821"/>
                  </a:lnTo>
                  <a:lnTo>
                    <a:pt x="472596" y="48429"/>
                  </a:lnTo>
                  <a:lnTo>
                    <a:pt x="505133" y="74059"/>
                  </a:lnTo>
                  <a:lnTo>
                    <a:pt x="534970" y="104325"/>
                  </a:lnTo>
                  <a:lnTo>
                    <a:pt x="561806" y="138840"/>
                  </a:lnTo>
                  <a:lnTo>
                    <a:pt x="585340" y="177217"/>
                  </a:lnTo>
                  <a:lnTo>
                    <a:pt x="605271" y="219070"/>
                  </a:lnTo>
                  <a:lnTo>
                    <a:pt x="621297" y="264012"/>
                  </a:lnTo>
                  <a:lnTo>
                    <a:pt x="633118" y="311656"/>
                  </a:lnTo>
                  <a:lnTo>
                    <a:pt x="640431" y="361615"/>
                  </a:lnTo>
                  <a:lnTo>
                    <a:pt x="642935" y="413503"/>
                  </a:lnTo>
                  <a:lnTo>
                    <a:pt x="640431" y="465368"/>
                  </a:lnTo>
                  <a:lnTo>
                    <a:pt x="633118" y="515312"/>
                  </a:lnTo>
                  <a:lnTo>
                    <a:pt x="621297" y="562948"/>
                  </a:lnTo>
                  <a:lnTo>
                    <a:pt x="605271" y="607887"/>
                  </a:lnTo>
                  <a:lnTo>
                    <a:pt x="585340" y="649742"/>
                  </a:lnTo>
                  <a:lnTo>
                    <a:pt x="561806" y="688124"/>
                  </a:lnTo>
                  <a:lnTo>
                    <a:pt x="534970" y="722648"/>
                  </a:lnTo>
                  <a:lnTo>
                    <a:pt x="505133" y="752923"/>
                  </a:lnTo>
                  <a:lnTo>
                    <a:pt x="472596" y="778564"/>
                  </a:lnTo>
                  <a:lnTo>
                    <a:pt x="437661" y="799182"/>
                  </a:lnTo>
                  <a:lnTo>
                    <a:pt x="400629" y="814389"/>
                  </a:lnTo>
                  <a:lnTo>
                    <a:pt x="361801" y="823797"/>
                  </a:lnTo>
                  <a:lnTo>
                    <a:pt x="321478" y="827019"/>
                  </a:lnTo>
                  <a:lnTo>
                    <a:pt x="281153" y="823797"/>
                  </a:lnTo>
                  <a:lnTo>
                    <a:pt x="242322" y="814389"/>
                  </a:lnTo>
                  <a:lnTo>
                    <a:pt x="205288" y="799182"/>
                  </a:lnTo>
                  <a:lnTo>
                    <a:pt x="170350" y="778564"/>
                  </a:lnTo>
                  <a:lnTo>
                    <a:pt x="137811" y="752923"/>
                  </a:lnTo>
                  <a:lnTo>
                    <a:pt x="107972" y="722648"/>
                  </a:lnTo>
                  <a:lnTo>
                    <a:pt x="81134" y="688124"/>
                  </a:lnTo>
                  <a:lnTo>
                    <a:pt x="57598" y="649742"/>
                  </a:lnTo>
                  <a:lnTo>
                    <a:pt x="37666" y="607887"/>
                  </a:lnTo>
                  <a:lnTo>
                    <a:pt x="21639" y="562948"/>
                  </a:lnTo>
                  <a:lnTo>
                    <a:pt x="9818" y="515312"/>
                  </a:lnTo>
                  <a:lnTo>
                    <a:pt x="2504" y="465368"/>
                  </a:lnTo>
                  <a:lnTo>
                    <a:pt x="0" y="413503"/>
                  </a:lnTo>
                  <a:close/>
                </a:path>
              </a:pathLst>
            </a:custGeom>
            <a:ln w="25399">
              <a:solidFill>
                <a:srgbClr val="000000"/>
              </a:solidFill>
            </a:ln>
          </p:spPr>
          <p:txBody>
            <a:bodyPr wrap="square" lIns="0" tIns="0" rIns="0" bIns="0" rtlCol="0"/>
            <a:lstStyle/>
            <a:p>
              <a:endParaRPr/>
            </a:p>
          </p:txBody>
        </p:sp>
      </p:grpSp>
      <p:sp>
        <p:nvSpPr>
          <p:cNvPr id="16" name="object 16"/>
          <p:cNvSpPr txBox="1"/>
          <p:nvPr/>
        </p:nvSpPr>
        <p:spPr>
          <a:xfrm>
            <a:off x="540710" y="4543507"/>
            <a:ext cx="2307590" cy="1031875"/>
          </a:xfrm>
          <a:prstGeom prst="rect">
            <a:avLst/>
          </a:prstGeom>
        </p:spPr>
        <p:txBody>
          <a:bodyPr vert="horz" wrap="square" lIns="0" tIns="12700" rIns="0" bIns="0" rtlCol="0">
            <a:spAutoFit/>
          </a:bodyPr>
          <a:lstStyle/>
          <a:p>
            <a:pPr marL="38100">
              <a:lnSpc>
                <a:spcPct val="100000"/>
              </a:lnSpc>
              <a:spcBef>
                <a:spcPts val="100"/>
              </a:spcBef>
            </a:pPr>
            <a:r>
              <a:rPr sz="9900" b="1" spc="-502" baseline="-5892" dirty="0">
                <a:solidFill>
                  <a:srgbClr val="0D0D0D"/>
                </a:solidFill>
                <a:latin typeface="Courier New"/>
                <a:cs typeface="Courier New"/>
              </a:rPr>
              <a:t>D</a:t>
            </a:r>
            <a:r>
              <a:rPr sz="9900" b="1" spc="-2572" baseline="-5892" dirty="0">
                <a:solidFill>
                  <a:srgbClr val="0D0D0D"/>
                </a:solidFill>
                <a:latin typeface="Courier New"/>
                <a:cs typeface="Courier New"/>
              </a:rPr>
              <a:t> </a:t>
            </a:r>
            <a:r>
              <a:rPr sz="3600" spc="-5" dirty="0">
                <a:solidFill>
                  <a:srgbClr val="FFFFFF"/>
                </a:solidFill>
                <a:latin typeface="Arial"/>
                <a:cs typeface="Arial"/>
              </a:rPr>
              <a:t>Record</a:t>
            </a:r>
            <a:endParaRPr sz="3600">
              <a:latin typeface="Arial"/>
              <a:cs typeface="Arial"/>
            </a:endParaRPr>
          </a:p>
        </p:txBody>
      </p:sp>
      <p:grpSp>
        <p:nvGrpSpPr>
          <p:cNvPr id="17" name="object 17"/>
          <p:cNvGrpSpPr/>
          <p:nvPr/>
        </p:nvGrpSpPr>
        <p:grpSpPr>
          <a:xfrm>
            <a:off x="5637276" y="1700274"/>
            <a:ext cx="3507104" cy="5158105"/>
            <a:chOff x="5637276" y="1700274"/>
            <a:chExt cx="3507104" cy="5158105"/>
          </a:xfrm>
        </p:grpSpPr>
        <p:sp>
          <p:nvSpPr>
            <p:cNvPr id="18" name="object 18"/>
            <p:cNvSpPr/>
            <p:nvPr/>
          </p:nvSpPr>
          <p:spPr>
            <a:xfrm>
              <a:off x="6729984" y="5202935"/>
              <a:ext cx="2218944" cy="1345692"/>
            </a:xfrm>
            <a:prstGeom prst="rect">
              <a:avLst/>
            </a:prstGeom>
            <a:blipFill>
              <a:blip r:embed="rId2" cstate="print"/>
              <a:stretch>
                <a:fillRect/>
              </a:stretch>
            </a:blipFill>
          </p:spPr>
          <p:txBody>
            <a:bodyPr wrap="square" lIns="0" tIns="0" rIns="0" bIns="0" rtlCol="0"/>
            <a:lstStyle/>
            <a:p>
              <a:endParaRPr/>
            </a:p>
          </p:txBody>
        </p:sp>
        <p:sp>
          <p:nvSpPr>
            <p:cNvPr id="19" name="object 19"/>
            <p:cNvSpPr/>
            <p:nvPr/>
          </p:nvSpPr>
          <p:spPr>
            <a:xfrm>
              <a:off x="6473952" y="4546090"/>
              <a:ext cx="2670047" cy="2311908"/>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6810115" y="5263133"/>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58"/>
                  </a:lnTo>
                  <a:lnTo>
                    <a:pt x="18279" y="1042001"/>
                  </a:lnTo>
                  <a:lnTo>
                    <a:pt x="39723" y="1081495"/>
                  </a:lnTo>
                  <a:lnTo>
                    <a:pt x="68122" y="1115905"/>
                  </a:lnTo>
                  <a:lnTo>
                    <a:pt x="102539" y="1144296"/>
                  </a:lnTo>
                  <a:lnTo>
                    <a:pt x="142037" y="1165733"/>
                  </a:lnTo>
                  <a:lnTo>
                    <a:pt x="185680" y="1179281"/>
                  </a:lnTo>
                  <a:lnTo>
                    <a:pt x="232531" y="1184004"/>
                  </a:lnTo>
                  <a:lnTo>
                    <a:pt x="1824868" y="1184004"/>
                  </a:lnTo>
                  <a:lnTo>
                    <a:pt x="1871763" y="1179281"/>
                  </a:lnTo>
                  <a:lnTo>
                    <a:pt x="1915426" y="1165733"/>
                  </a:lnTo>
                  <a:lnTo>
                    <a:pt x="1954927" y="1144296"/>
                  </a:lnTo>
                  <a:lnTo>
                    <a:pt x="1989334" y="1115905"/>
                  </a:lnTo>
                  <a:lnTo>
                    <a:pt x="2017716" y="1081495"/>
                  </a:lnTo>
                  <a:lnTo>
                    <a:pt x="2039141" y="1042001"/>
                  </a:lnTo>
                  <a:lnTo>
                    <a:pt x="2052680" y="998358"/>
                  </a:lnTo>
                  <a:lnTo>
                    <a:pt x="2057399" y="951500"/>
                  </a:lnTo>
                  <a:lnTo>
                    <a:pt x="2057399" y="232541"/>
                  </a:lnTo>
                  <a:lnTo>
                    <a:pt x="2052680" y="185685"/>
                  </a:lnTo>
                  <a:lnTo>
                    <a:pt x="2039141" y="142039"/>
                  </a:lnTo>
                  <a:lnTo>
                    <a:pt x="2017716" y="102539"/>
                  </a:lnTo>
                  <a:lnTo>
                    <a:pt x="1989334" y="68121"/>
                  </a:lnTo>
                  <a:lnTo>
                    <a:pt x="1954927" y="39722"/>
                  </a:lnTo>
                  <a:lnTo>
                    <a:pt x="1915426" y="18278"/>
                  </a:lnTo>
                  <a:lnTo>
                    <a:pt x="1871763" y="4725"/>
                  </a:lnTo>
                  <a:lnTo>
                    <a:pt x="1824868" y="0"/>
                  </a:lnTo>
                  <a:close/>
                </a:path>
              </a:pathLst>
            </a:custGeom>
            <a:solidFill>
              <a:srgbClr val="252525"/>
            </a:solidFill>
          </p:spPr>
          <p:txBody>
            <a:bodyPr wrap="square" lIns="0" tIns="0" rIns="0" bIns="0" rtlCol="0"/>
            <a:lstStyle/>
            <a:p>
              <a:endParaRPr/>
            </a:p>
          </p:txBody>
        </p:sp>
        <p:sp>
          <p:nvSpPr>
            <p:cNvPr id="21" name="object 21"/>
            <p:cNvSpPr/>
            <p:nvPr/>
          </p:nvSpPr>
          <p:spPr>
            <a:xfrm>
              <a:off x="6810115" y="5263133"/>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63" y="4725"/>
                  </a:lnTo>
                  <a:lnTo>
                    <a:pt x="1915426" y="18278"/>
                  </a:lnTo>
                  <a:lnTo>
                    <a:pt x="1954927" y="39722"/>
                  </a:lnTo>
                  <a:lnTo>
                    <a:pt x="1989334" y="68121"/>
                  </a:lnTo>
                  <a:lnTo>
                    <a:pt x="2017716" y="102539"/>
                  </a:lnTo>
                  <a:lnTo>
                    <a:pt x="2039141" y="142039"/>
                  </a:lnTo>
                  <a:lnTo>
                    <a:pt x="2052680" y="185685"/>
                  </a:lnTo>
                  <a:lnTo>
                    <a:pt x="2057399" y="232541"/>
                  </a:lnTo>
                  <a:lnTo>
                    <a:pt x="2057399" y="951500"/>
                  </a:lnTo>
                  <a:lnTo>
                    <a:pt x="2052680" y="998358"/>
                  </a:lnTo>
                  <a:lnTo>
                    <a:pt x="2039141" y="1042001"/>
                  </a:lnTo>
                  <a:lnTo>
                    <a:pt x="2017716" y="1081495"/>
                  </a:lnTo>
                  <a:lnTo>
                    <a:pt x="1989334" y="1115905"/>
                  </a:lnTo>
                  <a:lnTo>
                    <a:pt x="1954927" y="1144296"/>
                  </a:lnTo>
                  <a:lnTo>
                    <a:pt x="1915426" y="1165733"/>
                  </a:lnTo>
                  <a:lnTo>
                    <a:pt x="1871763" y="1179281"/>
                  </a:lnTo>
                  <a:lnTo>
                    <a:pt x="1824868" y="1184004"/>
                  </a:lnTo>
                  <a:lnTo>
                    <a:pt x="232531" y="1184004"/>
                  </a:lnTo>
                  <a:lnTo>
                    <a:pt x="185680" y="1179281"/>
                  </a:lnTo>
                  <a:lnTo>
                    <a:pt x="142037" y="1165733"/>
                  </a:lnTo>
                  <a:lnTo>
                    <a:pt x="102539" y="1144296"/>
                  </a:lnTo>
                  <a:lnTo>
                    <a:pt x="68122" y="1115905"/>
                  </a:lnTo>
                  <a:lnTo>
                    <a:pt x="39723" y="1081495"/>
                  </a:lnTo>
                  <a:lnTo>
                    <a:pt x="18279" y="1042001"/>
                  </a:lnTo>
                  <a:lnTo>
                    <a:pt x="4725" y="998358"/>
                  </a:lnTo>
                  <a:lnTo>
                    <a:pt x="0" y="951500"/>
                  </a:lnTo>
                  <a:lnTo>
                    <a:pt x="0" y="232541"/>
                  </a:lnTo>
                  <a:close/>
                </a:path>
              </a:pathLst>
            </a:custGeom>
            <a:ln w="76199">
              <a:solidFill>
                <a:srgbClr val="00AF50"/>
              </a:solidFill>
            </a:ln>
          </p:spPr>
          <p:txBody>
            <a:bodyPr wrap="square" lIns="0" tIns="0" rIns="0" bIns="0" rtlCol="0"/>
            <a:lstStyle/>
            <a:p>
              <a:endParaRPr/>
            </a:p>
          </p:txBody>
        </p:sp>
        <p:sp>
          <p:nvSpPr>
            <p:cNvPr id="22" name="object 22"/>
            <p:cNvSpPr/>
            <p:nvPr/>
          </p:nvSpPr>
          <p:spPr>
            <a:xfrm>
              <a:off x="6515100" y="4567427"/>
              <a:ext cx="2628900" cy="1839468"/>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7054596" y="5573267"/>
              <a:ext cx="1600200" cy="1284732"/>
            </a:xfrm>
            <a:prstGeom prst="rect">
              <a:avLst/>
            </a:prstGeom>
            <a:blipFill>
              <a:blip r:embed="rId5" cstate="print"/>
              <a:stretch>
                <a:fillRect/>
              </a:stretch>
            </a:blipFill>
          </p:spPr>
          <p:txBody>
            <a:bodyPr wrap="square" lIns="0" tIns="0" rIns="0" bIns="0" rtlCol="0"/>
            <a:lstStyle/>
            <a:p>
              <a:endParaRPr/>
            </a:p>
          </p:txBody>
        </p:sp>
        <p:sp>
          <p:nvSpPr>
            <p:cNvPr id="24" name="object 24"/>
            <p:cNvSpPr/>
            <p:nvPr/>
          </p:nvSpPr>
          <p:spPr>
            <a:xfrm>
              <a:off x="7078858" y="5061834"/>
              <a:ext cx="1527810" cy="607060"/>
            </a:xfrm>
            <a:custGeom>
              <a:avLst/>
              <a:gdLst/>
              <a:ahLst/>
              <a:cxnLst/>
              <a:rect l="l" t="t" r="r" b="b"/>
              <a:pathLst>
                <a:path w="1527809" h="607060">
                  <a:moveTo>
                    <a:pt x="1246997" y="0"/>
                  </a:moveTo>
                  <a:lnTo>
                    <a:pt x="1195905" y="3431"/>
                  </a:lnTo>
                  <a:lnTo>
                    <a:pt x="1148994" y="13732"/>
                  </a:lnTo>
                  <a:lnTo>
                    <a:pt x="1106269" y="30917"/>
                  </a:lnTo>
                  <a:lnTo>
                    <a:pt x="1067734" y="54998"/>
                  </a:lnTo>
                  <a:lnTo>
                    <a:pt x="1033393" y="85987"/>
                  </a:lnTo>
                  <a:lnTo>
                    <a:pt x="1004383" y="122481"/>
                  </a:lnTo>
                  <a:lnTo>
                    <a:pt x="981804" y="163239"/>
                  </a:lnTo>
                  <a:lnTo>
                    <a:pt x="965665" y="208253"/>
                  </a:lnTo>
                  <a:lnTo>
                    <a:pt x="955975" y="257518"/>
                  </a:lnTo>
                  <a:lnTo>
                    <a:pt x="952743" y="311027"/>
                  </a:lnTo>
                  <a:lnTo>
                    <a:pt x="955915" y="361760"/>
                  </a:lnTo>
                  <a:lnTo>
                    <a:pt x="965434" y="408507"/>
                  </a:lnTo>
                  <a:lnTo>
                    <a:pt x="981303" y="451275"/>
                  </a:lnTo>
                  <a:lnTo>
                    <a:pt x="1003528" y="490070"/>
                  </a:lnTo>
                  <a:lnTo>
                    <a:pt x="1032113" y="524899"/>
                  </a:lnTo>
                  <a:lnTo>
                    <a:pt x="1065757" y="554429"/>
                  </a:lnTo>
                  <a:lnTo>
                    <a:pt x="1103122" y="577398"/>
                  </a:lnTo>
                  <a:lnTo>
                    <a:pt x="1144216" y="593806"/>
                  </a:lnTo>
                  <a:lnTo>
                    <a:pt x="1189043" y="603651"/>
                  </a:lnTo>
                  <a:lnTo>
                    <a:pt x="1237609" y="606933"/>
                  </a:lnTo>
                  <a:lnTo>
                    <a:pt x="1287384" y="603544"/>
                  </a:lnTo>
                  <a:lnTo>
                    <a:pt x="1333240" y="593378"/>
                  </a:lnTo>
                  <a:lnTo>
                    <a:pt x="1375189" y="576436"/>
                  </a:lnTo>
                  <a:lnTo>
                    <a:pt x="1413240" y="552720"/>
                  </a:lnTo>
                  <a:lnTo>
                    <a:pt x="1447403" y="522232"/>
                  </a:lnTo>
                  <a:lnTo>
                    <a:pt x="1471071" y="492764"/>
                  </a:lnTo>
                  <a:lnTo>
                    <a:pt x="1240017" y="492764"/>
                  </a:lnTo>
                  <a:lnTo>
                    <a:pt x="1208463" y="489594"/>
                  </a:lnTo>
                  <a:lnTo>
                    <a:pt x="1154888" y="464203"/>
                  </a:lnTo>
                  <a:lnTo>
                    <a:pt x="1114937" y="414340"/>
                  </a:lnTo>
                  <a:lnTo>
                    <a:pt x="1094496" y="345380"/>
                  </a:lnTo>
                  <a:lnTo>
                    <a:pt x="1091946" y="304038"/>
                  </a:lnTo>
                  <a:lnTo>
                    <a:pt x="1094496" y="263184"/>
                  </a:lnTo>
                  <a:lnTo>
                    <a:pt x="1114937" y="194139"/>
                  </a:lnTo>
                  <a:lnTo>
                    <a:pt x="1155103" y="143159"/>
                  </a:lnTo>
                  <a:lnTo>
                    <a:pt x="1210354" y="117061"/>
                  </a:lnTo>
                  <a:lnTo>
                    <a:pt x="1243340" y="113800"/>
                  </a:lnTo>
                  <a:lnTo>
                    <a:pt x="1475367" y="113800"/>
                  </a:lnTo>
                  <a:lnTo>
                    <a:pt x="1450207" y="82296"/>
                  </a:lnTo>
                  <a:lnTo>
                    <a:pt x="1417270" y="52669"/>
                  </a:lnTo>
                  <a:lnTo>
                    <a:pt x="1380486" y="29626"/>
                  </a:lnTo>
                  <a:lnTo>
                    <a:pt x="1339850" y="13167"/>
                  </a:lnTo>
                  <a:lnTo>
                    <a:pt x="1295355" y="3291"/>
                  </a:lnTo>
                  <a:lnTo>
                    <a:pt x="1246997" y="0"/>
                  </a:lnTo>
                  <a:close/>
                </a:path>
                <a:path w="1527809" h="607060">
                  <a:moveTo>
                    <a:pt x="1475367" y="113800"/>
                  </a:moveTo>
                  <a:lnTo>
                    <a:pt x="1243340" y="113800"/>
                  </a:lnTo>
                  <a:lnTo>
                    <a:pt x="1275340" y="116966"/>
                  </a:lnTo>
                  <a:lnTo>
                    <a:pt x="1303732" y="126465"/>
                  </a:lnTo>
                  <a:lnTo>
                    <a:pt x="1349745" y="164473"/>
                  </a:lnTo>
                  <a:lnTo>
                    <a:pt x="1378892" y="225385"/>
                  </a:lnTo>
                  <a:lnTo>
                    <a:pt x="1386179" y="263431"/>
                  </a:lnTo>
                  <a:lnTo>
                    <a:pt x="1388607" y="306586"/>
                  </a:lnTo>
                  <a:lnTo>
                    <a:pt x="1386108" y="347944"/>
                  </a:lnTo>
                  <a:lnTo>
                    <a:pt x="1366066" y="416417"/>
                  </a:lnTo>
                  <a:lnTo>
                    <a:pt x="1326707" y="465007"/>
                  </a:lnTo>
                  <a:lnTo>
                    <a:pt x="1272453" y="489671"/>
                  </a:lnTo>
                  <a:lnTo>
                    <a:pt x="1240017" y="492764"/>
                  </a:lnTo>
                  <a:lnTo>
                    <a:pt x="1471071" y="492764"/>
                  </a:lnTo>
                  <a:lnTo>
                    <a:pt x="1498868" y="445868"/>
                  </a:lnTo>
                  <a:lnTo>
                    <a:pt x="1514947" y="401271"/>
                  </a:lnTo>
                  <a:lnTo>
                    <a:pt x="1524594" y="352389"/>
                  </a:lnTo>
                  <a:lnTo>
                    <a:pt x="1527810" y="299216"/>
                  </a:lnTo>
                  <a:lnTo>
                    <a:pt x="1524702" y="247434"/>
                  </a:lnTo>
                  <a:lnTo>
                    <a:pt x="1515382" y="199839"/>
                  </a:lnTo>
                  <a:lnTo>
                    <a:pt x="1499855" y="156443"/>
                  </a:lnTo>
                  <a:lnTo>
                    <a:pt x="1478129" y="117258"/>
                  </a:lnTo>
                  <a:lnTo>
                    <a:pt x="1475367" y="113800"/>
                  </a:lnTo>
                  <a:close/>
                </a:path>
                <a:path w="1527809" h="607060">
                  <a:moveTo>
                    <a:pt x="743590" y="117479"/>
                  </a:moveTo>
                  <a:lnTo>
                    <a:pt x="611002" y="117479"/>
                  </a:lnTo>
                  <a:lnTo>
                    <a:pt x="611002" y="596706"/>
                  </a:lnTo>
                  <a:lnTo>
                    <a:pt x="743590" y="596706"/>
                  </a:lnTo>
                  <a:lnTo>
                    <a:pt x="743590" y="117479"/>
                  </a:lnTo>
                  <a:close/>
                </a:path>
                <a:path w="1527809" h="607060">
                  <a:moveTo>
                    <a:pt x="910955" y="9787"/>
                  </a:moveTo>
                  <a:lnTo>
                    <a:pt x="444367" y="9787"/>
                  </a:lnTo>
                  <a:lnTo>
                    <a:pt x="444367" y="117479"/>
                  </a:lnTo>
                  <a:lnTo>
                    <a:pt x="910955" y="117479"/>
                  </a:lnTo>
                  <a:lnTo>
                    <a:pt x="910955" y="9787"/>
                  </a:lnTo>
                  <a:close/>
                </a:path>
                <a:path w="1527809" h="607060">
                  <a:moveTo>
                    <a:pt x="2407" y="443234"/>
                  </a:moveTo>
                  <a:lnTo>
                    <a:pt x="2407" y="574179"/>
                  </a:lnTo>
                  <a:lnTo>
                    <a:pt x="19126" y="581861"/>
                  </a:lnTo>
                  <a:lnTo>
                    <a:pt x="56894" y="594140"/>
                  </a:lnTo>
                  <a:lnTo>
                    <a:pt x="100066" y="602327"/>
                  </a:lnTo>
                  <a:lnTo>
                    <a:pt x="145990" y="606421"/>
                  </a:lnTo>
                  <a:lnTo>
                    <a:pt x="169804" y="606933"/>
                  </a:lnTo>
                  <a:lnTo>
                    <a:pt x="193041" y="606370"/>
                  </a:lnTo>
                  <a:lnTo>
                    <a:pt x="237801" y="601870"/>
                  </a:lnTo>
                  <a:lnTo>
                    <a:pt x="279826" y="592701"/>
                  </a:lnTo>
                  <a:lnTo>
                    <a:pt x="316935" y="577860"/>
                  </a:lnTo>
                  <a:lnTo>
                    <a:pt x="362163" y="544410"/>
                  </a:lnTo>
                  <a:lnTo>
                    <a:pt x="389272" y="502920"/>
                  </a:lnTo>
                  <a:lnTo>
                    <a:pt x="164073" y="502920"/>
                  </a:lnTo>
                  <a:lnTo>
                    <a:pt x="142881" y="501991"/>
                  </a:lnTo>
                  <a:lnTo>
                    <a:pt x="100735" y="494561"/>
                  </a:lnTo>
                  <a:lnTo>
                    <a:pt x="59277" y="479632"/>
                  </a:lnTo>
                  <a:lnTo>
                    <a:pt x="20598" y="457242"/>
                  </a:lnTo>
                  <a:lnTo>
                    <a:pt x="2407" y="443234"/>
                  </a:lnTo>
                  <a:close/>
                </a:path>
                <a:path w="1527809" h="607060">
                  <a:moveTo>
                    <a:pt x="230367" y="0"/>
                  </a:moveTo>
                  <a:lnTo>
                    <a:pt x="184937" y="2495"/>
                  </a:lnTo>
                  <a:lnTo>
                    <a:pt x="141975" y="10037"/>
                  </a:lnTo>
                  <a:lnTo>
                    <a:pt x="102763" y="22849"/>
                  </a:lnTo>
                  <a:lnTo>
                    <a:pt x="68580" y="41279"/>
                  </a:lnTo>
                  <a:lnTo>
                    <a:pt x="28460" y="79766"/>
                  </a:lnTo>
                  <a:lnTo>
                    <a:pt x="4587" y="131704"/>
                  </a:lnTo>
                  <a:lnTo>
                    <a:pt x="0" y="174379"/>
                  </a:lnTo>
                  <a:lnTo>
                    <a:pt x="2117" y="202545"/>
                  </a:lnTo>
                  <a:lnTo>
                    <a:pt x="19018" y="252457"/>
                  </a:lnTo>
                  <a:lnTo>
                    <a:pt x="52831" y="294078"/>
                  </a:lnTo>
                  <a:lnTo>
                    <a:pt x="104083" y="329078"/>
                  </a:lnTo>
                  <a:lnTo>
                    <a:pt x="149553" y="349677"/>
                  </a:lnTo>
                  <a:lnTo>
                    <a:pt x="162374" y="355130"/>
                  </a:lnTo>
                  <a:lnTo>
                    <a:pt x="197923" y="371270"/>
                  </a:lnTo>
                  <a:lnTo>
                    <a:pt x="234980" y="393843"/>
                  </a:lnTo>
                  <a:lnTo>
                    <a:pt x="261118" y="427343"/>
                  </a:lnTo>
                  <a:lnTo>
                    <a:pt x="263530" y="452128"/>
                  </a:lnTo>
                  <a:lnTo>
                    <a:pt x="261487" y="459867"/>
                  </a:lnTo>
                  <a:lnTo>
                    <a:pt x="232155" y="489802"/>
                  </a:lnTo>
                  <a:lnTo>
                    <a:pt x="187474" y="501842"/>
                  </a:lnTo>
                  <a:lnTo>
                    <a:pt x="164073" y="502920"/>
                  </a:lnTo>
                  <a:lnTo>
                    <a:pt x="389272" y="502920"/>
                  </a:lnTo>
                  <a:lnTo>
                    <a:pt x="392209" y="496563"/>
                  </a:lnTo>
                  <a:lnTo>
                    <a:pt x="398038" y="476919"/>
                  </a:lnTo>
                  <a:lnTo>
                    <a:pt x="401535" y="455325"/>
                  </a:lnTo>
                  <a:lnTo>
                    <a:pt x="402701" y="431804"/>
                  </a:lnTo>
                  <a:lnTo>
                    <a:pt x="402037" y="414538"/>
                  </a:lnTo>
                  <a:lnTo>
                    <a:pt x="392033" y="369320"/>
                  </a:lnTo>
                  <a:lnTo>
                    <a:pt x="370846" y="332460"/>
                  </a:lnTo>
                  <a:lnTo>
                    <a:pt x="339333" y="301866"/>
                  </a:lnTo>
                  <a:lnTo>
                    <a:pt x="298856" y="276057"/>
                  </a:lnTo>
                  <a:lnTo>
                    <a:pt x="250057" y="252865"/>
                  </a:lnTo>
                  <a:lnTo>
                    <a:pt x="237518" y="247574"/>
                  </a:lnTo>
                  <a:lnTo>
                    <a:pt x="225612" y="242381"/>
                  </a:lnTo>
                  <a:lnTo>
                    <a:pt x="184853" y="222093"/>
                  </a:lnTo>
                  <a:lnTo>
                    <a:pt x="151254" y="195427"/>
                  </a:lnTo>
                  <a:lnTo>
                    <a:pt x="139202" y="163330"/>
                  </a:lnTo>
                  <a:lnTo>
                    <a:pt x="139202" y="154305"/>
                  </a:lnTo>
                  <a:lnTo>
                    <a:pt x="165719" y="120277"/>
                  </a:lnTo>
                  <a:lnTo>
                    <a:pt x="206317" y="106355"/>
                  </a:lnTo>
                  <a:lnTo>
                    <a:pt x="237744" y="103894"/>
                  </a:lnTo>
                  <a:lnTo>
                    <a:pt x="376946" y="103894"/>
                  </a:lnTo>
                  <a:lnTo>
                    <a:pt x="376946" y="22479"/>
                  </a:lnTo>
                  <a:lnTo>
                    <a:pt x="329017" y="8603"/>
                  </a:lnTo>
                  <a:lnTo>
                    <a:pt x="273630" y="1352"/>
                  </a:lnTo>
                  <a:lnTo>
                    <a:pt x="252657" y="336"/>
                  </a:lnTo>
                  <a:lnTo>
                    <a:pt x="230367" y="0"/>
                  </a:lnTo>
                  <a:close/>
                </a:path>
                <a:path w="1527809" h="607060">
                  <a:moveTo>
                    <a:pt x="376946" y="103894"/>
                  </a:moveTo>
                  <a:lnTo>
                    <a:pt x="237744" y="103894"/>
                  </a:lnTo>
                  <a:lnTo>
                    <a:pt x="246047" y="104057"/>
                  </a:lnTo>
                  <a:lnTo>
                    <a:pt x="254591" y="104541"/>
                  </a:lnTo>
                  <a:lnTo>
                    <a:pt x="299763" y="111534"/>
                  </a:lnTo>
                  <a:lnTo>
                    <a:pt x="336056" y="123136"/>
                  </a:lnTo>
                  <a:lnTo>
                    <a:pt x="376946" y="144911"/>
                  </a:lnTo>
                  <a:lnTo>
                    <a:pt x="376946" y="103894"/>
                  </a:lnTo>
                  <a:close/>
                </a:path>
              </a:pathLst>
            </a:custGeom>
            <a:solidFill>
              <a:srgbClr val="FFFF00"/>
            </a:solidFill>
          </p:spPr>
          <p:txBody>
            <a:bodyPr wrap="square" lIns="0" tIns="0" rIns="0" bIns="0" rtlCol="0"/>
            <a:lstStyle/>
            <a:p>
              <a:endParaRPr/>
            </a:p>
          </p:txBody>
        </p:sp>
        <p:sp>
          <p:nvSpPr>
            <p:cNvPr id="25" name="object 25"/>
            <p:cNvSpPr/>
            <p:nvPr/>
          </p:nvSpPr>
          <p:spPr>
            <a:xfrm>
              <a:off x="7078858" y="5061834"/>
              <a:ext cx="1527810" cy="607060"/>
            </a:xfrm>
            <a:custGeom>
              <a:avLst/>
              <a:gdLst/>
              <a:ahLst/>
              <a:cxnLst/>
              <a:rect l="l" t="t" r="r" b="b"/>
              <a:pathLst>
                <a:path w="1527809" h="607060">
                  <a:moveTo>
                    <a:pt x="1243340" y="113800"/>
                  </a:moveTo>
                  <a:lnTo>
                    <a:pt x="1180939" y="126847"/>
                  </a:lnTo>
                  <a:lnTo>
                    <a:pt x="1132850" y="165997"/>
                  </a:lnTo>
                  <a:lnTo>
                    <a:pt x="1102156" y="226543"/>
                  </a:lnTo>
                  <a:lnTo>
                    <a:pt x="1091945" y="304037"/>
                  </a:lnTo>
                  <a:lnTo>
                    <a:pt x="1094496" y="345380"/>
                  </a:lnTo>
                  <a:lnTo>
                    <a:pt x="1114937" y="414340"/>
                  </a:lnTo>
                  <a:lnTo>
                    <a:pt x="1154888" y="464203"/>
                  </a:lnTo>
                  <a:lnTo>
                    <a:pt x="1208463" y="489594"/>
                  </a:lnTo>
                  <a:lnTo>
                    <a:pt x="1240017" y="492764"/>
                  </a:lnTo>
                  <a:lnTo>
                    <a:pt x="1272453" y="489671"/>
                  </a:lnTo>
                  <a:lnTo>
                    <a:pt x="1326707" y="465007"/>
                  </a:lnTo>
                  <a:lnTo>
                    <a:pt x="1366066" y="416417"/>
                  </a:lnTo>
                  <a:lnTo>
                    <a:pt x="1386107" y="347944"/>
                  </a:lnTo>
                  <a:lnTo>
                    <a:pt x="1388607" y="306586"/>
                  </a:lnTo>
                  <a:lnTo>
                    <a:pt x="1386178" y="263431"/>
                  </a:lnTo>
                  <a:lnTo>
                    <a:pt x="1378892" y="225385"/>
                  </a:lnTo>
                  <a:lnTo>
                    <a:pt x="1349745" y="164473"/>
                  </a:lnTo>
                  <a:lnTo>
                    <a:pt x="1303732" y="126465"/>
                  </a:lnTo>
                  <a:lnTo>
                    <a:pt x="1243340" y="113800"/>
                  </a:lnTo>
                  <a:close/>
                </a:path>
                <a:path w="1527809" h="607060">
                  <a:moveTo>
                    <a:pt x="444367" y="9787"/>
                  </a:moveTo>
                  <a:lnTo>
                    <a:pt x="910955" y="9787"/>
                  </a:lnTo>
                  <a:lnTo>
                    <a:pt x="910955" y="117479"/>
                  </a:lnTo>
                  <a:lnTo>
                    <a:pt x="743590" y="117479"/>
                  </a:lnTo>
                  <a:lnTo>
                    <a:pt x="743590" y="596706"/>
                  </a:lnTo>
                  <a:lnTo>
                    <a:pt x="611002" y="596706"/>
                  </a:lnTo>
                  <a:lnTo>
                    <a:pt x="611002" y="117479"/>
                  </a:lnTo>
                  <a:lnTo>
                    <a:pt x="444367" y="117479"/>
                  </a:lnTo>
                  <a:lnTo>
                    <a:pt x="444367" y="9787"/>
                  </a:lnTo>
                  <a:close/>
                </a:path>
                <a:path w="1527809" h="607060">
                  <a:moveTo>
                    <a:pt x="1246997" y="0"/>
                  </a:moveTo>
                  <a:lnTo>
                    <a:pt x="1295355" y="3291"/>
                  </a:lnTo>
                  <a:lnTo>
                    <a:pt x="1339850" y="13167"/>
                  </a:lnTo>
                  <a:lnTo>
                    <a:pt x="1380486" y="29626"/>
                  </a:lnTo>
                  <a:lnTo>
                    <a:pt x="1417270" y="52669"/>
                  </a:lnTo>
                  <a:lnTo>
                    <a:pt x="1450207" y="82295"/>
                  </a:lnTo>
                  <a:lnTo>
                    <a:pt x="1478129" y="117258"/>
                  </a:lnTo>
                  <a:lnTo>
                    <a:pt x="1499855" y="156443"/>
                  </a:lnTo>
                  <a:lnTo>
                    <a:pt x="1515381" y="199839"/>
                  </a:lnTo>
                  <a:lnTo>
                    <a:pt x="1524701" y="247434"/>
                  </a:lnTo>
                  <a:lnTo>
                    <a:pt x="1527809" y="299216"/>
                  </a:lnTo>
                  <a:lnTo>
                    <a:pt x="1524594" y="352389"/>
                  </a:lnTo>
                  <a:lnTo>
                    <a:pt x="1514947" y="401271"/>
                  </a:lnTo>
                  <a:lnTo>
                    <a:pt x="1498868" y="445868"/>
                  </a:lnTo>
                  <a:lnTo>
                    <a:pt x="1476353" y="486186"/>
                  </a:lnTo>
                  <a:lnTo>
                    <a:pt x="1447403" y="522232"/>
                  </a:lnTo>
                  <a:lnTo>
                    <a:pt x="1413240" y="552720"/>
                  </a:lnTo>
                  <a:lnTo>
                    <a:pt x="1375189" y="576436"/>
                  </a:lnTo>
                  <a:lnTo>
                    <a:pt x="1333240" y="593378"/>
                  </a:lnTo>
                  <a:lnTo>
                    <a:pt x="1287384" y="603544"/>
                  </a:lnTo>
                  <a:lnTo>
                    <a:pt x="1237609" y="606932"/>
                  </a:lnTo>
                  <a:lnTo>
                    <a:pt x="1189043" y="603651"/>
                  </a:lnTo>
                  <a:lnTo>
                    <a:pt x="1144216" y="593806"/>
                  </a:lnTo>
                  <a:lnTo>
                    <a:pt x="1103122" y="577398"/>
                  </a:lnTo>
                  <a:lnTo>
                    <a:pt x="1065757" y="554429"/>
                  </a:lnTo>
                  <a:lnTo>
                    <a:pt x="1032113" y="524899"/>
                  </a:lnTo>
                  <a:lnTo>
                    <a:pt x="1003528" y="490070"/>
                  </a:lnTo>
                  <a:lnTo>
                    <a:pt x="981303" y="451275"/>
                  </a:lnTo>
                  <a:lnTo>
                    <a:pt x="965434" y="408507"/>
                  </a:lnTo>
                  <a:lnTo>
                    <a:pt x="955915" y="361760"/>
                  </a:lnTo>
                  <a:lnTo>
                    <a:pt x="952743" y="311027"/>
                  </a:lnTo>
                  <a:lnTo>
                    <a:pt x="955975" y="257518"/>
                  </a:lnTo>
                  <a:lnTo>
                    <a:pt x="965665" y="208253"/>
                  </a:lnTo>
                  <a:lnTo>
                    <a:pt x="981804" y="163239"/>
                  </a:lnTo>
                  <a:lnTo>
                    <a:pt x="1004383" y="122481"/>
                  </a:lnTo>
                  <a:lnTo>
                    <a:pt x="1033393" y="85987"/>
                  </a:lnTo>
                  <a:lnTo>
                    <a:pt x="1067734" y="54998"/>
                  </a:lnTo>
                  <a:lnTo>
                    <a:pt x="1106269" y="30917"/>
                  </a:lnTo>
                  <a:lnTo>
                    <a:pt x="1148994" y="13732"/>
                  </a:lnTo>
                  <a:lnTo>
                    <a:pt x="1195905" y="3431"/>
                  </a:lnTo>
                  <a:lnTo>
                    <a:pt x="1246997" y="0"/>
                  </a:lnTo>
                  <a:close/>
                </a:path>
                <a:path w="1527809" h="607060">
                  <a:moveTo>
                    <a:pt x="230367" y="0"/>
                  </a:moveTo>
                  <a:lnTo>
                    <a:pt x="273630" y="1352"/>
                  </a:lnTo>
                  <a:lnTo>
                    <a:pt x="311657" y="5465"/>
                  </a:lnTo>
                  <a:lnTo>
                    <a:pt x="361644" y="17123"/>
                  </a:lnTo>
                  <a:lnTo>
                    <a:pt x="376946" y="22478"/>
                  </a:lnTo>
                  <a:lnTo>
                    <a:pt x="376946" y="144911"/>
                  </a:lnTo>
                  <a:lnTo>
                    <a:pt x="369422" y="139932"/>
                  </a:lnTo>
                  <a:lnTo>
                    <a:pt x="361542" y="135275"/>
                  </a:lnTo>
                  <a:lnTo>
                    <a:pt x="318154" y="116658"/>
                  </a:lnTo>
                  <a:lnTo>
                    <a:pt x="272399" y="106430"/>
                  </a:lnTo>
                  <a:lnTo>
                    <a:pt x="237743" y="103894"/>
                  </a:lnTo>
                  <a:lnTo>
                    <a:pt x="226757" y="104175"/>
                  </a:lnTo>
                  <a:lnTo>
                    <a:pt x="187982" y="110592"/>
                  </a:lnTo>
                  <a:lnTo>
                    <a:pt x="154506" y="128848"/>
                  </a:lnTo>
                  <a:lnTo>
                    <a:pt x="139202" y="154304"/>
                  </a:lnTo>
                  <a:lnTo>
                    <a:pt x="139202" y="163330"/>
                  </a:lnTo>
                  <a:lnTo>
                    <a:pt x="156370" y="201047"/>
                  </a:lnTo>
                  <a:lnTo>
                    <a:pt x="193936" y="227214"/>
                  </a:lnTo>
                  <a:lnTo>
                    <a:pt x="237518" y="247574"/>
                  </a:lnTo>
                  <a:lnTo>
                    <a:pt x="250057" y="252865"/>
                  </a:lnTo>
                  <a:lnTo>
                    <a:pt x="267231" y="260390"/>
                  </a:lnTo>
                  <a:lnTo>
                    <a:pt x="313303" y="284225"/>
                  </a:lnTo>
                  <a:lnTo>
                    <a:pt x="350868" y="311502"/>
                  </a:lnTo>
                  <a:lnTo>
                    <a:pt x="379075" y="343985"/>
                  </a:lnTo>
                  <a:lnTo>
                    <a:pt x="396709" y="383297"/>
                  </a:lnTo>
                  <a:lnTo>
                    <a:pt x="402701" y="431804"/>
                  </a:lnTo>
                  <a:lnTo>
                    <a:pt x="401535" y="455325"/>
                  </a:lnTo>
                  <a:lnTo>
                    <a:pt x="392209" y="496563"/>
                  </a:lnTo>
                  <a:lnTo>
                    <a:pt x="373957" y="530112"/>
                  </a:lnTo>
                  <a:lnTo>
                    <a:pt x="333512" y="568250"/>
                  </a:lnTo>
                  <a:lnTo>
                    <a:pt x="299035" y="586010"/>
                  </a:lnTo>
                  <a:lnTo>
                    <a:pt x="259323" y="597932"/>
                  </a:lnTo>
                  <a:lnTo>
                    <a:pt x="215706" y="604683"/>
                  </a:lnTo>
                  <a:lnTo>
                    <a:pt x="169804" y="606932"/>
                  </a:lnTo>
                  <a:lnTo>
                    <a:pt x="145990" y="606421"/>
                  </a:lnTo>
                  <a:lnTo>
                    <a:pt x="100066" y="602326"/>
                  </a:lnTo>
                  <a:lnTo>
                    <a:pt x="56894" y="594140"/>
                  </a:lnTo>
                  <a:lnTo>
                    <a:pt x="19126" y="581861"/>
                  </a:lnTo>
                  <a:lnTo>
                    <a:pt x="2407" y="574179"/>
                  </a:lnTo>
                  <a:lnTo>
                    <a:pt x="2407" y="443234"/>
                  </a:lnTo>
                  <a:lnTo>
                    <a:pt x="20598" y="457241"/>
                  </a:lnTo>
                  <a:lnTo>
                    <a:pt x="39555" y="469366"/>
                  </a:lnTo>
                  <a:lnTo>
                    <a:pt x="79766" y="488060"/>
                  </a:lnTo>
                  <a:lnTo>
                    <a:pt x="121771" y="499205"/>
                  </a:lnTo>
                  <a:lnTo>
                    <a:pt x="164073" y="502919"/>
                  </a:lnTo>
                  <a:lnTo>
                    <a:pt x="176168" y="502654"/>
                  </a:lnTo>
                  <a:lnTo>
                    <a:pt x="216589" y="495999"/>
                  </a:lnTo>
                  <a:lnTo>
                    <a:pt x="253970" y="472367"/>
                  </a:lnTo>
                  <a:lnTo>
                    <a:pt x="263530" y="452128"/>
                  </a:lnTo>
                  <a:lnTo>
                    <a:pt x="263530" y="443615"/>
                  </a:lnTo>
                  <a:lnTo>
                    <a:pt x="248359" y="406314"/>
                  </a:lnTo>
                  <a:lnTo>
                    <a:pt x="218069" y="382321"/>
                  </a:lnTo>
                  <a:lnTo>
                    <a:pt x="174749" y="360535"/>
                  </a:lnTo>
                  <a:lnTo>
                    <a:pt x="136276" y="344174"/>
                  </a:lnTo>
                  <a:lnTo>
                    <a:pt x="104083" y="329078"/>
                  </a:lnTo>
                  <a:lnTo>
                    <a:pt x="52831" y="294078"/>
                  </a:lnTo>
                  <a:lnTo>
                    <a:pt x="19018" y="252457"/>
                  </a:lnTo>
                  <a:lnTo>
                    <a:pt x="2117" y="202545"/>
                  </a:lnTo>
                  <a:lnTo>
                    <a:pt x="0" y="174379"/>
                  </a:lnTo>
                  <a:lnTo>
                    <a:pt x="1144" y="152231"/>
                  </a:lnTo>
                  <a:lnTo>
                    <a:pt x="10338" y="112797"/>
                  </a:lnTo>
                  <a:lnTo>
                    <a:pt x="40157" y="65488"/>
                  </a:lnTo>
                  <a:lnTo>
                    <a:pt x="85037" y="31379"/>
                  </a:lnTo>
                  <a:lnTo>
                    <a:pt x="121746" y="15724"/>
                  </a:lnTo>
                  <a:lnTo>
                    <a:pt x="163150" y="5630"/>
                  </a:lnTo>
                  <a:lnTo>
                    <a:pt x="207341" y="622"/>
                  </a:lnTo>
                  <a:lnTo>
                    <a:pt x="230367" y="0"/>
                  </a:lnTo>
                  <a:close/>
                </a:path>
              </a:pathLst>
            </a:custGeom>
            <a:ln w="12191">
              <a:solidFill>
                <a:srgbClr val="000000"/>
              </a:solidFill>
            </a:ln>
          </p:spPr>
          <p:txBody>
            <a:bodyPr wrap="square" lIns="0" tIns="0" rIns="0" bIns="0" rtlCol="0"/>
            <a:lstStyle/>
            <a:p>
              <a:endParaRPr/>
            </a:p>
          </p:txBody>
        </p:sp>
        <p:sp>
          <p:nvSpPr>
            <p:cNvPr id="26" name="object 26"/>
            <p:cNvSpPr/>
            <p:nvPr/>
          </p:nvSpPr>
          <p:spPr>
            <a:xfrm>
              <a:off x="7647828" y="6077473"/>
              <a:ext cx="429259" cy="587375"/>
            </a:xfrm>
            <a:custGeom>
              <a:avLst/>
              <a:gdLst/>
              <a:ahLst/>
              <a:cxnLst/>
              <a:rect l="l" t="t" r="r" b="b"/>
              <a:pathLst>
                <a:path w="429259" h="587375">
                  <a:moveTo>
                    <a:pt x="207111" y="0"/>
                  </a:moveTo>
                  <a:lnTo>
                    <a:pt x="0" y="0"/>
                  </a:lnTo>
                  <a:lnTo>
                    <a:pt x="0" y="586906"/>
                  </a:lnTo>
                  <a:lnTo>
                    <a:pt x="132191" y="586906"/>
                  </a:lnTo>
                  <a:lnTo>
                    <a:pt x="132191" y="384715"/>
                  </a:lnTo>
                  <a:lnTo>
                    <a:pt x="195193" y="384715"/>
                  </a:lnTo>
                  <a:lnTo>
                    <a:pt x="245745" y="381301"/>
                  </a:lnTo>
                  <a:lnTo>
                    <a:pt x="290927" y="371058"/>
                  </a:lnTo>
                  <a:lnTo>
                    <a:pt x="330755" y="353984"/>
                  </a:lnTo>
                  <a:lnTo>
                    <a:pt x="365241" y="330077"/>
                  </a:lnTo>
                  <a:lnTo>
                    <a:pt x="393080" y="300649"/>
                  </a:lnTo>
                  <a:lnTo>
                    <a:pt x="402656" y="284439"/>
                  </a:lnTo>
                  <a:lnTo>
                    <a:pt x="132191" y="284439"/>
                  </a:lnTo>
                  <a:lnTo>
                    <a:pt x="132191" y="101501"/>
                  </a:lnTo>
                  <a:lnTo>
                    <a:pt x="412715" y="101501"/>
                  </a:lnTo>
                  <a:lnTo>
                    <a:pt x="410752" y="95428"/>
                  </a:lnTo>
                  <a:lnTo>
                    <a:pt x="388125" y="61073"/>
                  </a:lnTo>
                  <a:lnTo>
                    <a:pt x="356448" y="34352"/>
                  </a:lnTo>
                  <a:lnTo>
                    <a:pt x="315719" y="15267"/>
                  </a:lnTo>
                  <a:lnTo>
                    <a:pt x="265941" y="3816"/>
                  </a:lnTo>
                  <a:lnTo>
                    <a:pt x="207111" y="0"/>
                  </a:lnTo>
                  <a:close/>
                </a:path>
                <a:path w="429259" h="587375">
                  <a:moveTo>
                    <a:pt x="412715" y="101501"/>
                  </a:moveTo>
                  <a:lnTo>
                    <a:pt x="184129" y="101501"/>
                  </a:lnTo>
                  <a:lnTo>
                    <a:pt x="230383" y="107153"/>
                  </a:lnTo>
                  <a:lnTo>
                    <a:pt x="263404" y="124110"/>
                  </a:lnTo>
                  <a:lnTo>
                    <a:pt x="283206" y="152373"/>
                  </a:lnTo>
                  <a:lnTo>
                    <a:pt x="289803" y="191941"/>
                  </a:lnTo>
                  <a:lnTo>
                    <a:pt x="283206" y="232412"/>
                  </a:lnTo>
                  <a:lnTo>
                    <a:pt x="263404" y="261318"/>
                  </a:lnTo>
                  <a:lnTo>
                    <a:pt x="230383" y="278659"/>
                  </a:lnTo>
                  <a:lnTo>
                    <a:pt x="184129" y="284439"/>
                  </a:lnTo>
                  <a:lnTo>
                    <a:pt x="402656" y="284439"/>
                  </a:lnTo>
                  <a:lnTo>
                    <a:pt x="412958" y="267000"/>
                  </a:lnTo>
                  <a:lnTo>
                    <a:pt x="424880" y="229132"/>
                  </a:lnTo>
                  <a:lnTo>
                    <a:pt x="428853" y="187046"/>
                  </a:lnTo>
                  <a:lnTo>
                    <a:pt x="424328" y="137419"/>
                  </a:lnTo>
                  <a:lnTo>
                    <a:pt x="412715" y="101501"/>
                  </a:lnTo>
                  <a:close/>
                </a:path>
              </a:pathLst>
            </a:custGeom>
            <a:solidFill>
              <a:srgbClr val="FFFF00"/>
            </a:solidFill>
          </p:spPr>
          <p:txBody>
            <a:bodyPr wrap="square" lIns="0" tIns="0" rIns="0" bIns="0" rtlCol="0"/>
            <a:lstStyle/>
            <a:p>
              <a:endParaRPr/>
            </a:p>
          </p:txBody>
        </p:sp>
        <p:sp>
          <p:nvSpPr>
            <p:cNvPr id="27" name="object 27"/>
            <p:cNvSpPr/>
            <p:nvPr/>
          </p:nvSpPr>
          <p:spPr>
            <a:xfrm>
              <a:off x="7773923" y="6172879"/>
              <a:ext cx="169804" cy="195129"/>
            </a:xfrm>
            <a:prstGeom prst="rect">
              <a:avLst/>
            </a:prstGeom>
            <a:blipFill>
              <a:blip r:embed="rId6" cstate="print"/>
              <a:stretch>
                <a:fillRect/>
              </a:stretch>
            </a:blipFill>
          </p:spPr>
          <p:txBody>
            <a:bodyPr wrap="square" lIns="0" tIns="0" rIns="0" bIns="0" rtlCol="0"/>
            <a:lstStyle/>
            <a:p>
              <a:endParaRPr/>
            </a:p>
          </p:txBody>
        </p:sp>
        <p:sp>
          <p:nvSpPr>
            <p:cNvPr id="28" name="object 28"/>
            <p:cNvSpPr/>
            <p:nvPr/>
          </p:nvSpPr>
          <p:spPr>
            <a:xfrm>
              <a:off x="7647828" y="6077473"/>
              <a:ext cx="429259" cy="587375"/>
            </a:xfrm>
            <a:custGeom>
              <a:avLst/>
              <a:gdLst/>
              <a:ahLst/>
              <a:cxnLst/>
              <a:rect l="l" t="t" r="r" b="b"/>
              <a:pathLst>
                <a:path w="429259" h="587375">
                  <a:moveTo>
                    <a:pt x="0" y="0"/>
                  </a:moveTo>
                  <a:lnTo>
                    <a:pt x="207111" y="0"/>
                  </a:lnTo>
                  <a:lnTo>
                    <a:pt x="265941" y="3816"/>
                  </a:lnTo>
                  <a:lnTo>
                    <a:pt x="315719" y="15267"/>
                  </a:lnTo>
                  <a:lnTo>
                    <a:pt x="356448" y="34352"/>
                  </a:lnTo>
                  <a:lnTo>
                    <a:pt x="388125" y="61073"/>
                  </a:lnTo>
                  <a:lnTo>
                    <a:pt x="410752" y="95428"/>
                  </a:lnTo>
                  <a:lnTo>
                    <a:pt x="424328" y="137419"/>
                  </a:lnTo>
                  <a:lnTo>
                    <a:pt x="428853" y="187046"/>
                  </a:lnTo>
                  <a:lnTo>
                    <a:pt x="424880" y="229132"/>
                  </a:lnTo>
                  <a:lnTo>
                    <a:pt x="412958" y="267000"/>
                  </a:lnTo>
                  <a:lnTo>
                    <a:pt x="393080" y="300649"/>
                  </a:lnTo>
                  <a:lnTo>
                    <a:pt x="365241" y="330077"/>
                  </a:lnTo>
                  <a:lnTo>
                    <a:pt x="330755" y="353984"/>
                  </a:lnTo>
                  <a:lnTo>
                    <a:pt x="290927" y="371058"/>
                  </a:lnTo>
                  <a:lnTo>
                    <a:pt x="245745" y="381301"/>
                  </a:lnTo>
                  <a:lnTo>
                    <a:pt x="195193" y="384715"/>
                  </a:lnTo>
                  <a:lnTo>
                    <a:pt x="132191" y="384715"/>
                  </a:lnTo>
                  <a:lnTo>
                    <a:pt x="132191" y="586906"/>
                  </a:lnTo>
                  <a:lnTo>
                    <a:pt x="0" y="586906"/>
                  </a:lnTo>
                  <a:lnTo>
                    <a:pt x="0" y="0"/>
                  </a:lnTo>
                  <a:close/>
                </a:path>
              </a:pathLst>
            </a:custGeom>
            <a:ln w="12191">
              <a:solidFill>
                <a:srgbClr val="000000"/>
              </a:solidFill>
            </a:ln>
          </p:spPr>
          <p:txBody>
            <a:bodyPr wrap="square" lIns="0" tIns="0" rIns="0" bIns="0" rtlCol="0"/>
            <a:lstStyle/>
            <a:p>
              <a:endParaRPr/>
            </a:p>
          </p:txBody>
        </p:sp>
        <p:sp>
          <p:nvSpPr>
            <p:cNvPr id="29" name="object 29"/>
            <p:cNvSpPr/>
            <p:nvPr/>
          </p:nvSpPr>
          <p:spPr>
            <a:xfrm>
              <a:off x="6748272" y="5207508"/>
              <a:ext cx="2218944" cy="1344167"/>
            </a:xfrm>
            <a:prstGeom prst="rect">
              <a:avLst/>
            </a:prstGeom>
            <a:blipFill>
              <a:blip r:embed="rId7" cstate="print"/>
              <a:stretch>
                <a:fillRect/>
              </a:stretch>
            </a:blipFill>
          </p:spPr>
          <p:txBody>
            <a:bodyPr wrap="square" lIns="0" tIns="0" rIns="0" bIns="0" rtlCol="0"/>
            <a:lstStyle/>
            <a:p>
              <a:endParaRPr/>
            </a:p>
          </p:txBody>
        </p:sp>
        <p:sp>
          <p:nvSpPr>
            <p:cNvPr id="30" name="object 30"/>
            <p:cNvSpPr/>
            <p:nvPr/>
          </p:nvSpPr>
          <p:spPr>
            <a:xfrm>
              <a:off x="6886956" y="4888990"/>
              <a:ext cx="2257043" cy="1969008"/>
            </a:xfrm>
            <a:prstGeom prst="rect">
              <a:avLst/>
            </a:prstGeom>
            <a:blipFill>
              <a:blip r:embed="rId8" cstate="print"/>
              <a:stretch>
                <a:fillRect/>
              </a:stretch>
            </a:blipFill>
          </p:spPr>
          <p:txBody>
            <a:bodyPr wrap="square" lIns="0" tIns="0" rIns="0" bIns="0" rtlCol="0"/>
            <a:lstStyle/>
            <a:p>
              <a:endParaRPr/>
            </a:p>
          </p:txBody>
        </p:sp>
        <p:sp>
          <p:nvSpPr>
            <p:cNvPr id="31" name="object 31"/>
            <p:cNvSpPr/>
            <p:nvPr/>
          </p:nvSpPr>
          <p:spPr>
            <a:xfrm>
              <a:off x="6829683" y="5267574"/>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00"/>
                  </a:lnTo>
                  <a:lnTo>
                    <a:pt x="4719" y="998362"/>
                  </a:lnTo>
                  <a:lnTo>
                    <a:pt x="18257" y="1042010"/>
                  </a:lnTo>
                  <a:lnTo>
                    <a:pt x="39683" y="1081508"/>
                  </a:lnTo>
                  <a:lnTo>
                    <a:pt x="68065" y="1115922"/>
                  </a:lnTo>
                  <a:lnTo>
                    <a:pt x="102472" y="1144316"/>
                  </a:lnTo>
                  <a:lnTo>
                    <a:pt x="141973" y="1165755"/>
                  </a:lnTo>
                  <a:lnTo>
                    <a:pt x="185636" y="1179304"/>
                  </a:lnTo>
                  <a:lnTo>
                    <a:pt x="232531" y="1184029"/>
                  </a:lnTo>
                  <a:lnTo>
                    <a:pt x="1824868" y="1184029"/>
                  </a:lnTo>
                  <a:lnTo>
                    <a:pt x="1871719" y="1179304"/>
                  </a:lnTo>
                  <a:lnTo>
                    <a:pt x="1915362" y="1165755"/>
                  </a:lnTo>
                  <a:lnTo>
                    <a:pt x="1954860" y="1144316"/>
                  </a:lnTo>
                  <a:lnTo>
                    <a:pt x="1989277" y="1115922"/>
                  </a:lnTo>
                  <a:lnTo>
                    <a:pt x="2017676" y="1081508"/>
                  </a:lnTo>
                  <a:lnTo>
                    <a:pt x="2039120" y="1042010"/>
                  </a:lnTo>
                  <a:lnTo>
                    <a:pt x="2052674" y="998362"/>
                  </a:lnTo>
                  <a:lnTo>
                    <a:pt x="2057399" y="951500"/>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32" name="object 32"/>
            <p:cNvSpPr/>
            <p:nvPr/>
          </p:nvSpPr>
          <p:spPr>
            <a:xfrm>
              <a:off x="6829683" y="5267574"/>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00"/>
                  </a:lnTo>
                  <a:lnTo>
                    <a:pt x="2052674" y="998362"/>
                  </a:lnTo>
                  <a:lnTo>
                    <a:pt x="2039120" y="1042010"/>
                  </a:lnTo>
                  <a:lnTo>
                    <a:pt x="2017676" y="1081508"/>
                  </a:lnTo>
                  <a:lnTo>
                    <a:pt x="1989277" y="1115922"/>
                  </a:lnTo>
                  <a:lnTo>
                    <a:pt x="1954860" y="1144316"/>
                  </a:lnTo>
                  <a:lnTo>
                    <a:pt x="1915362" y="1165755"/>
                  </a:lnTo>
                  <a:lnTo>
                    <a:pt x="1871719" y="1179304"/>
                  </a:lnTo>
                  <a:lnTo>
                    <a:pt x="1824868" y="1184029"/>
                  </a:lnTo>
                  <a:lnTo>
                    <a:pt x="232531" y="1184029"/>
                  </a:lnTo>
                  <a:lnTo>
                    <a:pt x="185636" y="1179304"/>
                  </a:lnTo>
                  <a:lnTo>
                    <a:pt x="141973" y="1165755"/>
                  </a:lnTo>
                  <a:lnTo>
                    <a:pt x="102472" y="1144316"/>
                  </a:lnTo>
                  <a:lnTo>
                    <a:pt x="68065" y="1115922"/>
                  </a:lnTo>
                  <a:lnTo>
                    <a:pt x="39683" y="1081508"/>
                  </a:lnTo>
                  <a:lnTo>
                    <a:pt x="18257" y="1042010"/>
                  </a:lnTo>
                  <a:lnTo>
                    <a:pt x="4719"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33" name="object 33"/>
            <p:cNvSpPr/>
            <p:nvPr/>
          </p:nvSpPr>
          <p:spPr>
            <a:xfrm>
              <a:off x="6928104" y="4910327"/>
              <a:ext cx="1895855" cy="1947671"/>
            </a:xfrm>
            <a:prstGeom prst="rect">
              <a:avLst/>
            </a:prstGeom>
            <a:blipFill>
              <a:blip r:embed="rId9" cstate="print"/>
              <a:stretch>
                <a:fillRect/>
              </a:stretch>
            </a:blipFill>
          </p:spPr>
          <p:txBody>
            <a:bodyPr wrap="square" lIns="0" tIns="0" rIns="0" bIns="0" rtlCol="0"/>
            <a:lstStyle/>
            <a:p>
              <a:endParaRPr/>
            </a:p>
          </p:txBody>
        </p:sp>
        <p:sp>
          <p:nvSpPr>
            <p:cNvPr id="34" name="object 34"/>
            <p:cNvSpPr/>
            <p:nvPr/>
          </p:nvSpPr>
          <p:spPr>
            <a:xfrm>
              <a:off x="7670291" y="5503795"/>
              <a:ext cx="307975" cy="727710"/>
            </a:xfrm>
            <a:custGeom>
              <a:avLst/>
              <a:gdLst/>
              <a:ahLst/>
              <a:cxnLst/>
              <a:rect l="l" t="t" r="r" b="b"/>
              <a:pathLst>
                <a:path w="307975" h="727710">
                  <a:moveTo>
                    <a:pt x="307726" y="0"/>
                  </a:moveTo>
                  <a:lnTo>
                    <a:pt x="212994" y="0"/>
                  </a:lnTo>
                  <a:lnTo>
                    <a:pt x="190506" y="16316"/>
                  </a:lnTo>
                  <a:lnTo>
                    <a:pt x="166706" y="31929"/>
                  </a:lnTo>
                  <a:lnTo>
                    <a:pt x="115183" y="61091"/>
                  </a:lnTo>
                  <a:lnTo>
                    <a:pt x="59363" y="86391"/>
                  </a:lnTo>
                  <a:lnTo>
                    <a:pt x="0" y="106728"/>
                  </a:lnTo>
                  <a:lnTo>
                    <a:pt x="0" y="238755"/>
                  </a:lnTo>
                  <a:lnTo>
                    <a:pt x="42306" y="230565"/>
                  </a:lnTo>
                  <a:lnTo>
                    <a:pt x="83454" y="216670"/>
                  </a:lnTo>
                  <a:lnTo>
                    <a:pt x="120914" y="198299"/>
                  </a:lnTo>
                  <a:lnTo>
                    <a:pt x="151394" y="176713"/>
                  </a:lnTo>
                  <a:lnTo>
                    <a:pt x="151394" y="727649"/>
                  </a:lnTo>
                  <a:lnTo>
                    <a:pt x="307726" y="727649"/>
                  </a:lnTo>
                  <a:lnTo>
                    <a:pt x="307726" y="0"/>
                  </a:lnTo>
                  <a:close/>
                </a:path>
              </a:pathLst>
            </a:custGeom>
            <a:solidFill>
              <a:srgbClr val="FFFF00"/>
            </a:solidFill>
          </p:spPr>
          <p:txBody>
            <a:bodyPr wrap="square" lIns="0" tIns="0" rIns="0" bIns="0" rtlCol="0"/>
            <a:lstStyle/>
            <a:p>
              <a:endParaRPr/>
            </a:p>
          </p:txBody>
        </p:sp>
        <p:sp>
          <p:nvSpPr>
            <p:cNvPr id="35" name="object 35"/>
            <p:cNvSpPr/>
            <p:nvPr/>
          </p:nvSpPr>
          <p:spPr>
            <a:xfrm>
              <a:off x="7670291" y="5503795"/>
              <a:ext cx="307975" cy="727710"/>
            </a:xfrm>
            <a:custGeom>
              <a:avLst/>
              <a:gdLst/>
              <a:ahLst/>
              <a:cxnLst/>
              <a:rect l="l" t="t" r="r" b="b"/>
              <a:pathLst>
                <a:path w="307975" h="727710">
                  <a:moveTo>
                    <a:pt x="212994" y="0"/>
                  </a:moveTo>
                  <a:lnTo>
                    <a:pt x="307726" y="0"/>
                  </a:lnTo>
                  <a:lnTo>
                    <a:pt x="307726" y="727649"/>
                  </a:lnTo>
                  <a:lnTo>
                    <a:pt x="151394" y="727649"/>
                  </a:lnTo>
                  <a:lnTo>
                    <a:pt x="151394" y="176713"/>
                  </a:lnTo>
                  <a:lnTo>
                    <a:pt x="144685" y="182343"/>
                  </a:lnTo>
                  <a:lnTo>
                    <a:pt x="111927" y="203264"/>
                  </a:lnTo>
                  <a:lnTo>
                    <a:pt x="73441" y="220605"/>
                  </a:lnTo>
                  <a:lnTo>
                    <a:pt x="31602" y="233220"/>
                  </a:lnTo>
                  <a:lnTo>
                    <a:pt x="0" y="238755"/>
                  </a:lnTo>
                  <a:lnTo>
                    <a:pt x="0" y="106728"/>
                  </a:lnTo>
                  <a:lnTo>
                    <a:pt x="30131" y="97175"/>
                  </a:lnTo>
                  <a:lnTo>
                    <a:pt x="59363" y="86391"/>
                  </a:lnTo>
                  <a:lnTo>
                    <a:pt x="115183" y="61091"/>
                  </a:lnTo>
                  <a:lnTo>
                    <a:pt x="166706" y="31929"/>
                  </a:lnTo>
                  <a:lnTo>
                    <a:pt x="190506" y="16316"/>
                  </a:lnTo>
                  <a:lnTo>
                    <a:pt x="212994" y="0"/>
                  </a:lnTo>
                  <a:close/>
                </a:path>
              </a:pathLst>
            </a:custGeom>
            <a:ln w="12191">
              <a:solidFill>
                <a:srgbClr val="000000"/>
              </a:solidFill>
            </a:ln>
          </p:spPr>
          <p:txBody>
            <a:bodyPr wrap="square" lIns="0" tIns="0" rIns="0" bIns="0" rtlCol="0"/>
            <a:lstStyle/>
            <a:p>
              <a:endParaRPr/>
            </a:p>
          </p:txBody>
        </p:sp>
        <p:sp>
          <p:nvSpPr>
            <p:cNvPr id="36" name="object 36"/>
            <p:cNvSpPr/>
            <p:nvPr/>
          </p:nvSpPr>
          <p:spPr>
            <a:xfrm>
              <a:off x="6739128" y="5193791"/>
              <a:ext cx="2218944" cy="1345692"/>
            </a:xfrm>
            <a:prstGeom prst="rect">
              <a:avLst/>
            </a:prstGeom>
            <a:blipFill>
              <a:blip r:embed="rId10" cstate="print"/>
              <a:stretch>
                <a:fillRect/>
              </a:stretch>
            </a:blipFill>
          </p:spPr>
          <p:txBody>
            <a:bodyPr wrap="square" lIns="0" tIns="0" rIns="0" bIns="0" rtlCol="0"/>
            <a:lstStyle/>
            <a:p>
              <a:endParaRPr/>
            </a:p>
          </p:txBody>
        </p:sp>
        <p:sp>
          <p:nvSpPr>
            <p:cNvPr id="37" name="object 37"/>
            <p:cNvSpPr/>
            <p:nvPr/>
          </p:nvSpPr>
          <p:spPr>
            <a:xfrm>
              <a:off x="6877812" y="4876798"/>
              <a:ext cx="2258568" cy="1981200"/>
            </a:xfrm>
            <a:prstGeom prst="rect">
              <a:avLst/>
            </a:prstGeom>
            <a:blipFill>
              <a:blip r:embed="rId11" cstate="print"/>
              <a:stretch>
                <a:fillRect/>
              </a:stretch>
            </a:blipFill>
          </p:spPr>
          <p:txBody>
            <a:bodyPr wrap="square" lIns="0" tIns="0" rIns="0" bIns="0" rtlCol="0"/>
            <a:lstStyle/>
            <a:p>
              <a:endParaRPr/>
            </a:p>
          </p:txBody>
        </p:sp>
        <p:sp>
          <p:nvSpPr>
            <p:cNvPr id="38" name="object 38"/>
            <p:cNvSpPr/>
            <p:nvPr/>
          </p:nvSpPr>
          <p:spPr>
            <a:xfrm>
              <a:off x="6820143" y="5254883"/>
              <a:ext cx="2057400" cy="1184275"/>
            </a:xfrm>
            <a:custGeom>
              <a:avLst/>
              <a:gdLst/>
              <a:ahLst/>
              <a:cxnLst/>
              <a:rect l="l" t="t" r="r" b="b"/>
              <a:pathLst>
                <a:path w="2057400" h="1184275">
                  <a:moveTo>
                    <a:pt x="1824868" y="0"/>
                  </a:moveTo>
                  <a:lnTo>
                    <a:pt x="232562" y="0"/>
                  </a:lnTo>
                  <a:lnTo>
                    <a:pt x="185701" y="4725"/>
                  </a:lnTo>
                  <a:lnTo>
                    <a:pt x="142050" y="18276"/>
                  </a:lnTo>
                  <a:lnTo>
                    <a:pt x="102547" y="39718"/>
                  </a:lnTo>
                  <a:lnTo>
                    <a:pt x="68126" y="68115"/>
                  </a:lnTo>
                  <a:lnTo>
                    <a:pt x="39725" y="102530"/>
                  </a:lnTo>
                  <a:lnTo>
                    <a:pt x="18279" y="142028"/>
                  </a:lnTo>
                  <a:lnTo>
                    <a:pt x="4726" y="185673"/>
                  </a:lnTo>
                  <a:lnTo>
                    <a:pt x="0" y="232528"/>
                  </a:lnTo>
                  <a:lnTo>
                    <a:pt x="0" y="951488"/>
                  </a:lnTo>
                  <a:lnTo>
                    <a:pt x="4726" y="998354"/>
                  </a:lnTo>
                  <a:lnTo>
                    <a:pt x="18279" y="1042003"/>
                  </a:lnTo>
                  <a:lnTo>
                    <a:pt x="39725" y="1081502"/>
                  </a:lnTo>
                  <a:lnTo>
                    <a:pt x="68126" y="1115915"/>
                  </a:lnTo>
                  <a:lnTo>
                    <a:pt x="102547" y="1144307"/>
                  </a:lnTo>
                  <a:lnTo>
                    <a:pt x="142050" y="1165745"/>
                  </a:lnTo>
                  <a:lnTo>
                    <a:pt x="185701" y="1179293"/>
                  </a:lnTo>
                  <a:lnTo>
                    <a:pt x="232562" y="1184016"/>
                  </a:lnTo>
                  <a:lnTo>
                    <a:pt x="1824868" y="1184016"/>
                  </a:lnTo>
                  <a:lnTo>
                    <a:pt x="1871728" y="1179293"/>
                  </a:lnTo>
                  <a:lnTo>
                    <a:pt x="1915375" y="1165745"/>
                  </a:lnTo>
                  <a:lnTo>
                    <a:pt x="1954873" y="1144307"/>
                  </a:lnTo>
                  <a:lnTo>
                    <a:pt x="1989288" y="1115915"/>
                  </a:lnTo>
                  <a:lnTo>
                    <a:pt x="2017684" y="1081502"/>
                  </a:lnTo>
                  <a:lnTo>
                    <a:pt x="2039124" y="1042003"/>
                  </a:lnTo>
                  <a:lnTo>
                    <a:pt x="2052675" y="998354"/>
                  </a:lnTo>
                  <a:lnTo>
                    <a:pt x="2057399" y="951488"/>
                  </a:lnTo>
                  <a:lnTo>
                    <a:pt x="2057399" y="232528"/>
                  </a:lnTo>
                  <a:lnTo>
                    <a:pt x="2052675" y="185673"/>
                  </a:lnTo>
                  <a:lnTo>
                    <a:pt x="2039124" y="142028"/>
                  </a:lnTo>
                  <a:lnTo>
                    <a:pt x="2017684" y="102530"/>
                  </a:lnTo>
                  <a:lnTo>
                    <a:pt x="1989288" y="68115"/>
                  </a:lnTo>
                  <a:lnTo>
                    <a:pt x="1954873" y="39718"/>
                  </a:lnTo>
                  <a:lnTo>
                    <a:pt x="1915375" y="18276"/>
                  </a:lnTo>
                  <a:lnTo>
                    <a:pt x="1871728" y="4725"/>
                  </a:lnTo>
                  <a:lnTo>
                    <a:pt x="1824868" y="0"/>
                  </a:lnTo>
                  <a:close/>
                </a:path>
              </a:pathLst>
            </a:custGeom>
            <a:solidFill>
              <a:srgbClr val="252525"/>
            </a:solidFill>
          </p:spPr>
          <p:txBody>
            <a:bodyPr wrap="square" lIns="0" tIns="0" rIns="0" bIns="0" rtlCol="0"/>
            <a:lstStyle/>
            <a:p>
              <a:endParaRPr/>
            </a:p>
          </p:txBody>
        </p:sp>
        <p:sp>
          <p:nvSpPr>
            <p:cNvPr id="39" name="object 39"/>
            <p:cNvSpPr/>
            <p:nvPr/>
          </p:nvSpPr>
          <p:spPr>
            <a:xfrm>
              <a:off x="6820143" y="5254883"/>
              <a:ext cx="2057400" cy="1184275"/>
            </a:xfrm>
            <a:custGeom>
              <a:avLst/>
              <a:gdLst/>
              <a:ahLst/>
              <a:cxnLst/>
              <a:rect l="l" t="t" r="r" b="b"/>
              <a:pathLst>
                <a:path w="2057400" h="1184275">
                  <a:moveTo>
                    <a:pt x="0" y="232528"/>
                  </a:moveTo>
                  <a:lnTo>
                    <a:pt x="4726" y="185673"/>
                  </a:lnTo>
                  <a:lnTo>
                    <a:pt x="18279" y="142028"/>
                  </a:lnTo>
                  <a:lnTo>
                    <a:pt x="39725" y="102530"/>
                  </a:lnTo>
                  <a:lnTo>
                    <a:pt x="68126" y="68115"/>
                  </a:lnTo>
                  <a:lnTo>
                    <a:pt x="102547" y="39718"/>
                  </a:lnTo>
                  <a:lnTo>
                    <a:pt x="142050" y="18276"/>
                  </a:lnTo>
                  <a:lnTo>
                    <a:pt x="185701" y="4725"/>
                  </a:lnTo>
                  <a:lnTo>
                    <a:pt x="232562" y="0"/>
                  </a:lnTo>
                  <a:lnTo>
                    <a:pt x="1824868" y="0"/>
                  </a:lnTo>
                  <a:lnTo>
                    <a:pt x="1871728" y="4725"/>
                  </a:lnTo>
                  <a:lnTo>
                    <a:pt x="1915375" y="18276"/>
                  </a:lnTo>
                  <a:lnTo>
                    <a:pt x="1954873" y="39718"/>
                  </a:lnTo>
                  <a:lnTo>
                    <a:pt x="1989288" y="68115"/>
                  </a:lnTo>
                  <a:lnTo>
                    <a:pt x="2017684" y="102530"/>
                  </a:lnTo>
                  <a:lnTo>
                    <a:pt x="2039124" y="142028"/>
                  </a:lnTo>
                  <a:lnTo>
                    <a:pt x="2052675" y="185673"/>
                  </a:lnTo>
                  <a:lnTo>
                    <a:pt x="2057399" y="232528"/>
                  </a:lnTo>
                  <a:lnTo>
                    <a:pt x="2057399" y="951488"/>
                  </a:lnTo>
                  <a:lnTo>
                    <a:pt x="2052675" y="998354"/>
                  </a:lnTo>
                  <a:lnTo>
                    <a:pt x="2039124" y="1042003"/>
                  </a:lnTo>
                  <a:lnTo>
                    <a:pt x="2017684" y="1081502"/>
                  </a:lnTo>
                  <a:lnTo>
                    <a:pt x="1989288" y="1115915"/>
                  </a:lnTo>
                  <a:lnTo>
                    <a:pt x="1954873" y="1144307"/>
                  </a:lnTo>
                  <a:lnTo>
                    <a:pt x="1915375" y="1165745"/>
                  </a:lnTo>
                  <a:lnTo>
                    <a:pt x="1871728" y="1179293"/>
                  </a:lnTo>
                  <a:lnTo>
                    <a:pt x="1824868" y="1184016"/>
                  </a:lnTo>
                  <a:lnTo>
                    <a:pt x="232562" y="1184016"/>
                  </a:lnTo>
                  <a:lnTo>
                    <a:pt x="185701" y="1179293"/>
                  </a:lnTo>
                  <a:lnTo>
                    <a:pt x="142050" y="1165745"/>
                  </a:lnTo>
                  <a:lnTo>
                    <a:pt x="102547" y="1144307"/>
                  </a:lnTo>
                  <a:lnTo>
                    <a:pt x="68126" y="1115915"/>
                  </a:lnTo>
                  <a:lnTo>
                    <a:pt x="39725" y="1081502"/>
                  </a:lnTo>
                  <a:lnTo>
                    <a:pt x="18279" y="1042003"/>
                  </a:lnTo>
                  <a:lnTo>
                    <a:pt x="4726"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40" name="object 40"/>
            <p:cNvSpPr/>
            <p:nvPr/>
          </p:nvSpPr>
          <p:spPr>
            <a:xfrm>
              <a:off x="6918960" y="4898134"/>
              <a:ext cx="1895855" cy="1959864"/>
            </a:xfrm>
            <a:prstGeom prst="rect">
              <a:avLst/>
            </a:prstGeom>
            <a:blipFill>
              <a:blip r:embed="rId12" cstate="print"/>
              <a:stretch>
                <a:fillRect/>
              </a:stretch>
            </a:blipFill>
          </p:spPr>
          <p:txBody>
            <a:bodyPr wrap="square" lIns="0" tIns="0" rIns="0" bIns="0" rtlCol="0"/>
            <a:lstStyle/>
            <a:p>
              <a:endParaRPr/>
            </a:p>
          </p:txBody>
        </p:sp>
        <p:sp>
          <p:nvSpPr>
            <p:cNvPr id="41" name="object 41"/>
            <p:cNvSpPr/>
            <p:nvPr/>
          </p:nvSpPr>
          <p:spPr>
            <a:xfrm>
              <a:off x="7596895" y="5495032"/>
              <a:ext cx="474980" cy="723900"/>
            </a:xfrm>
            <a:custGeom>
              <a:avLst/>
              <a:gdLst/>
              <a:ahLst/>
              <a:cxnLst/>
              <a:rect l="l" t="t" r="r" b="b"/>
              <a:pathLst>
                <a:path w="474979" h="723900">
                  <a:moveTo>
                    <a:pt x="243565" y="0"/>
                  </a:moveTo>
                  <a:lnTo>
                    <a:pt x="186754" y="3761"/>
                  </a:lnTo>
                  <a:lnTo>
                    <a:pt x="132911" y="15037"/>
                  </a:lnTo>
                  <a:lnTo>
                    <a:pt x="82046" y="33814"/>
                  </a:lnTo>
                  <a:lnTo>
                    <a:pt x="34168" y="60079"/>
                  </a:lnTo>
                  <a:lnTo>
                    <a:pt x="34168" y="198083"/>
                  </a:lnTo>
                  <a:lnTo>
                    <a:pt x="76643" y="166164"/>
                  </a:lnTo>
                  <a:lnTo>
                    <a:pt x="120087" y="143364"/>
                  </a:lnTo>
                  <a:lnTo>
                    <a:pt x="164508" y="129683"/>
                  </a:lnTo>
                  <a:lnTo>
                    <a:pt x="209915" y="125123"/>
                  </a:lnTo>
                  <a:lnTo>
                    <a:pt x="234731" y="126581"/>
                  </a:lnTo>
                  <a:lnTo>
                    <a:pt x="274200" y="138248"/>
                  </a:lnTo>
                  <a:lnTo>
                    <a:pt x="308160" y="177362"/>
                  </a:lnTo>
                  <a:lnTo>
                    <a:pt x="314584" y="217444"/>
                  </a:lnTo>
                  <a:lnTo>
                    <a:pt x="314083" y="228934"/>
                  </a:lnTo>
                  <a:lnTo>
                    <a:pt x="302189" y="271632"/>
                  </a:lnTo>
                  <a:lnTo>
                    <a:pt x="274082" y="312130"/>
                  </a:lnTo>
                  <a:lnTo>
                    <a:pt x="242956" y="342518"/>
                  </a:lnTo>
                  <a:lnTo>
                    <a:pt x="203231" y="374158"/>
                  </a:lnTo>
                  <a:lnTo>
                    <a:pt x="172952" y="396200"/>
                  </a:lnTo>
                  <a:lnTo>
                    <a:pt x="157452" y="407848"/>
                  </a:lnTo>
                  <a:lnTo>
                    <a:pt x="125211" y="433102"/>
                  </a:lnTo>
                  <a:lnTo>
                    <a:pt x="93527" y="461640"/>
                  </a:lnTo>
                  <a:lnTo>
                    <a:pt x="64495" y="494144"/>
                  </a:lnTo>
                  <a:lnTo>
                    <a:pt x="39060" y="530876"/>
                  </a:lnTo>
                  <a:lnTo>
                    <a:pt x="18287" y="572073"/>
                  </a:lnTo>
                  <a:lnTo>
                    <a:pt x="4571" y="618299"/>
                  </a:lnTo>
                  <a:lnTo>
                    <a:pt x="0" y="670108"/>
                  </a:lnTo>
                  <a:lnTo>
                    <a:pt x="0" y="723711"/>
                  </a:lnTo>
                  <a:lnTo>
                    <a:pt x="473445" y="723711"/>
                  </a:lnTo>
                  <a:lnTo>
                    <a:pt x="473445" y="593668"/>
                  </a:lnTo>
                  <a:lnTo>
                    <a:pt x="171693" y="593668"/>
                  </a:lnTo>
                  <a:lnTo>
                    <a:pt x="172311" y="586627"/>
                  </a:lnTo>
                  <a:lnTo>
                    <a:pt x="193235" y="548811"/>
                  </a:lnTo>
                  <a:lnTo>
                    <a:pt x="226603" y="516613"/>
                  </a:lnTo>
                  <a:lnTo>
                    <a:pt x="258533" y="491776"/>
                  </a:lnTo>
                  <a:lnTo>
                    <a:pt x="293248" y="466606"/>
                  </a:lnTo>
                  <a:lnTo>
                    <a:pt x="310710" y="454335"/>
                  </a:lnTo>
                  <a:lnTo>
                    <a:pt x="327884" y="441846"/>
                  </a:lnTo>
                  <a:lnTo>
                    <a:pt x="361309" y="416219"/>
                  </a:lnTo>
                  <a:lnTo>
                    <a:pt x="392113" y="388862"/>
                  </a:lnTo>
                  <a:lnTo>
                    <a:pt x="419099" y="358889"/>
                  </a:lnTo>
                  <a:lnTo>
                    <a:pt x="441700" y="325890"/>
                  </a:lnTo>
                  <a:lnTo>
                    <a:pt x="459364" y="289416"/>
                  </a:lnTo>
                  <a:lnTo>
                    <a:pt x="470668" y="248465"/>
                  </a:lnTo>
                  <a:lnTo>
                    <a:pt x="474451" y="202048"/>
                  </a:lnTo>
                  <a:lnTo>
                    <a:pt x="473479" y="179509"/>
                  </a:lnTo>
                  <a:lnTo>
                    <a:pt x="465682" y="137697"/>
                  </a:lnTo>
                  <a:lnTo>
                    <a:pt x="450128" y="100376"/>
                  </a:lnTo>
                  <a:lnTo>
                    <a:pt x="427367" y="68464"/>
                  </a:lnTo>
                  <a:lnTo>
                    <a:pt x="397678" y="42230"/>
                  </a:lnTo>
                  <a:lnTo>
                    <a:pt x="361347" y="22036"/>
                  </a:lnTo>
                  <a:lnTo>
                    <a:pt x="318515" y="7986"/>
                  </a:lnTo>
                  <a:lnTo>
                    <a:pt x="269935" y="883"/>
                  </a:lnTo>
                  <a:lnTo>
                    <a:pt x="243565" y="0"/>
                  </a:lnTo>
                  <a:close/>
                </a:path>
              </a:pathLst>
            </a:custGeom>
            <a:solidFill>
              <a:srgbClr val="FFFF00"/>
            </a:solidFill>
          </p:spPr>
          <p:txBody>
            <a:bodyPr wrap="square" lIns="0" tIns="0" rIns="0" bIns="0" rtlCol="0"/>
            <a:lstStyle/>
            <a:p>
              <a:endParaRPr/>
            </a:p>
          </p:txBody>
        </p:sp>
        <p:sp>
          <p:nvSpPr>
            <p:cNvPr id="42" name="object 42"/>
            <p:cNvSpPr/>
            <p:nvPr/>
          </p:nvSpPr>
          <p:spPr>
            <a:xfrm>
              <a:off x="7596895" y="5495032"/>
              <a:ext cx="474980" cy="723900"/>
            </a:xfrm>
            <a:custGeom>
              <a:avLst/>
              <a:gdLst/>
              <a:ahLst/>
              <a:cxnLst/>
              <a:rect l="l" t="t" r="r" b="b"/>
              <a:pathLst>
                <a:path w="474979" h="723900">
                  <a:moveTo>
                    <a:pt x="243565" y="0"/>
                  </a:moveTo>
                  <a:lnTo>
                    <a:pt x="294916" y="3542"/>
                  </a:lnTo>
                  <a:lnTo>
                    <a:pt x="340735" y="14228"/>
                  </a:lnTo>
                  <a:lnTo>
                    <a:pt x="380333" y="31371"/>
                  </a:lnTo>
                  <a:lnTo>
                    <a:pt x="413369" y="54614"/>
                  </a:lnTo>
                  <a:lnTo>
                    <a:pt x="439628" y="83721"/>
                  </a:lnTo>
                  <a:lnTo>
                    <a:pt x="458845" y="118420"/>
                  </a:lnTo>
                  <a:lnTo>
                    <a:pt x="470557" y="158059"/>
                  </a:lnTo>
                  <a:lnTo>
                    <a:pt x="474451" y="202048"/>
                  </a:lnTo>
                  <a:lnTo>
                    <a:pt x="473504" y="225940"/>
                  </a:lnTo>
                  <a:lnTo>
                    <a:pt x="465952" y="269624"/>
                  </a:lnTo>
                  <a:lnTo>
                    <a:pt x="451135" y="308086"/>
                  </a:lnTo>
                  <a:lnTo>
                    <a:pt x="431031" y="342825"/>
                  </a:lnTo>
                  <a:lnTo>
                    <a:pt x="406071" y="374204"/>
                  </a:lnTo>
                  <a:lnTo>
                    <a:pt x="377201" y="402865"/>
                  </a:lnTo>
                  <a:lnTo>
                    <a:pt x="344755" y="429140"/>
                  </a:lnTo>
                  <a:lnTo>
                    <a:pt x="310710" y="454335"/>
                  </a:lnTo>
                  <a:lnTo>
                    <a:pt x="293248" y="466606"/>
                  </a:lnTo>
                  <a:lnTo>
                    <a:pt x="281455" y="475027"/>
                  </a:lnTo>
                  <a:lnTo>
                    <a:pt x="247375" y="500109"/>
                  </a:lnTo>
                  <a:lnTo>
                    <a:pt x="217183" y="524774"/>
                  </a:lnTo>
                  <a:lnTo>
                    <a:pt x="186986" y="556643"/>
                  </a:lnTo>
                  <a:lnTo>
                    <a:pt x="171693" y="593668"/>
                  </a:lnTo>
                  <a:lnTo>
                    <a:pt x="473445" y="593668"/>
                  </a:lnTo>
                  <a:lnTo>
                    <a:pt x="473445" y="723711"/>
                  </a:lnTo>
                  <a:lnTo>
                    <a:pt x="0" y="723711"/>
                  </a:lnTo>
                  <a:lnTo>
                    <a:pt x="0" y="670108"/>
                  </a:lnTo>
                  <a:lnTo>
                    <a:pt x="4571" y="618299"/>
                  </a:lnTo>
                  <a:lnTo>
                    <a:pt x="18287" y="572073"/>
                  </a:lnTo>
                  <a:lnTo>
                    <a:pt x="39060" y="530876"/>
                  </a:lnTo>
                  <a:lnTo>
                    <a:pt x="64495" y="494144"/>
                  </a:lnTo>
                  <a:lnTo>
                    <a:pt x="93527" y="461640"/>
                  </a:lnTo>
                  <a:lnTo>
                    <a:pt x="125211" y="433102"/>
                  </a:lnTo>
                  <a:lnTo>
                    <a:pt x="157452" y="407848"/>
                  </a:lnTo>
                  <a:lnTo>
                    <a:pt x="188092" y="385203"/>
                  </a:lnTo>
                  <a:lnTo>
                    <a:pt x="203231" y="374158"/>
                  </a:lnTo>
                  <a:lnTo>
                    <a:pt x="242956" y="342518"/>
                  </a:lnTo>
                  <a:lnTo>
                    <a:pt x="274082" y="312130"/>
                  </a:lnTo>
                  <a:lnTo>
                    <a:pt x="302189" y="271632"/>
                  </a:lnTo>
                  <a:lnTo>
                    <a:pt x="314083" y="228934"/>
                  </a:lnTo>
                  <a:lnTo>
                    <a:pt x="314584" y="217444"/>
                  </a:lnTo>
                  <a:lnTo>
                    <a:pt x="312981" y="196007"/>
                  </a:lnTo>
                  <a:lnTo>
                    <a:pt x="288797" y="148458"/>
                  </a:lnTo>
                  <a:lnTo>
                    <a:pt x="234731" y="126581"/>
                  </a:lnTo>
                  <a:lnTo>
                    <a:pt x="209915" y="125123"/>
                  </a:lnTo>
                  <a:lnTo>
                    <a:pt x="164508" y="129683"/>
                  </a:lnTo>
                  <a:lnTo>
                    <a:pt x="120087" y="143364"/>
                  </a:lnTo>
                  <a:lnTo>
                    <a:pt x="76643" y="166164"/>
                  </a:lnTo>
                  <a:lnTo>
                    <a:pt x="34168" y="198083"/>
                  </a:lnTo>
                  <a:lnTo>
                    <a:pt x="34168" y="60079"/>
                  </a:lnTo>
                  <a:lnTo>
                    <a:pt x="82046" y="33814"/>
                  </a:lnTo>
                  <a:lnTo>
                    <a:pt x="132911" y="15037"/>
                  </a:lnTo>
                  <a:lnTo>
                    <a:pt x="186754" y="3761"/>
                  </a:lnTo>
                  <a:lnTo>
                    <a:pt x="243565" y="0"/>
                  </a:lnTo>
                  <a:close/>
                </a:path>
              </a:pathLst>
            </a:custGeom>
            <a:ln w="12191">
              <a:solidFill>
                <a:srgbClr val="000000"/>
              </a:solidFill>
            </a:ln>
          </p:spPr>
          <p:txBody>
            <a:bodyPr wrap="square" lIns="0" tIns="0" rIns="0" bIns="0" rtlCol="0"/>
            <a:lstStyle/>
            <a:p>
              <a:endParaRPr/>
            </a:p>
          </p:txBody>
        </p:sp>
        <p:sp>
          <p:nvSpPr>
            <p:cNvPr id="43" name="object 43"/>
            <p:cNvSpPr/>
            <p:nvPr/>
          </p:nvSpPr>
          <p:spPr>
            <a:xfrm>
              <a:off x="6740652" y="5207508"/>
              <a:ext cx="2218944" cy="1344167"/>
            </a:xfrm>
            <a:prstGeom prst="rect">
              <a:avLst/>
            </a:prstGeom>
            <a:blipFill>
              <a:blip r:embed="rId13" cstate="print"/>
              <a:stretch>
                <a:fillRect/>
              </a:stretch>
            </a:blipFill>
          </p:spPr>
          <p:txBody>
            <a:bodyPr wrap="square" lIns="0" tIns="0" rIns="0" bIns="0" rtlCol="0"/>
            <a:lstStyle/>
            <a:p>
              <a:endParaRPr/>
            </a:p>
          </p:txBody>
        </p:sp>
        <p:sp>
          <p:nvSpPr>
            <p:cNvPr id="44" name="object 44"/>
            <p:cNvSpPr/>
            <p:nvPr/>
          </p:nvSpPr>
          <p:spPr>
            <a:xfrm>
              <a:off x="6879336" y="4888990"/>
              <a:ext cx="2258568" cy="1969008"/>
            </a:xfrm>
            <a:prstGeom prst="rect">
              <a:avLst/>
            </a:prstGeom>
            <a:blipFill>
              <a:blip r:embed="rId14" cstate="print"/>
              <a:stretch>
                <a:fillRect/>
              </a:stretch>
            </a:blipFill>
          </p:spPr>
          <p:txBody>
            <a:bodyPr wrap="square" lIns="0" tIns="0" rIns="0" bIns="0" rtlCol="0"/>
            <a:lstStyle/>
            <a:p>
              <a:endParaRPr/>
            </a:p>
          </p:txBody>
        </p:sp>
        <p:sp>
          <p:nvSpPr>
            <p:cNvPr id="45" name="object 45"/>
            <p:cNvSpPr/>
            <p:nvPr/>
          </p:nvSpPr>
          <p:spPr>
            <a:xfrm>
              <a:off x="6821545" y="5267574"/>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28" y="1179304"/>
                  </a:lnTo>
                  <a:lnTo>
                    <a:pt x="1915375" y="1165755"/>
                  </a:lnTo>
                  <a:lnTo>
                    <a:pt x="1954873" y="1144316"/>
                  </a:lnTo>
                  <a:lnTo>
                    <a:pt x="1989288" y="1115922"/>
                  </a:lnTo>
                  <a:lnTo>
                    <a:pt x="2017684" y="1081508"/>
                  </a:lnTo>
                  <a:lnTo>
                    <a:pt x="2039124" y="1042010"/>
                  </a:lnTo>
                  <a:lnTo>
                    <a:pt x="2052675" y="998362"/>
                  </a:lnTo>
                  <a:lnTo>
                    <a:pt x="2057399" y="95150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46" name="object 46"/>
            <p:cNvSpPr/>
            <p:nvPr/>
          </p:nvSpPr>
          <p:spPr>
            <a:xfrm>
              <a:off x="6821545" y="5267574"/>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00"/>
                  </a:lnTo>
                  <a:lnTo>
                    <a:pt x="2052675" y="998362"/>
                  </a:lnTo>
                  <a:lnTo>
                    <a:pt x="2039124" y="1042010"/>
                  </a:lnTo>
                  <a:lnTo>
                    <a:pt x="2017684" y="1081508"/>
                  </a:lnTo>
                  <a:lnTo>
                    <a:pt x="1989288" y="1115922"/>
                  </a:lnTo>
                  <a:lnTo>
                    <a:pt x="1954873" y="1144316"/>
                  </a:lnTo>
                  <a:lnTo>
                    <a:pt x="1915375" y="1165755"/>
                  </a:lnTo>
                  <a:lnTo>
                    <a:pt x="1871728"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47" name="object 47"/>
            <p:cNvSpPr/>
            <p:nvPr/>
          </p:nvSpPr>
          <p:spPr>
            <a:xfrm>
              <a:off x="6920484" y="4910327"/>
              <a:ext cx="1895855" cy="1947671"/>
            </a:xfrm>
            <a:prstGeom prst="rect">
              <a:avLst/>
            </a:prstGeom>
            <a:blipFill>
              <a:blip r:embed="rId15" cstate="print"/>
              <a:stretch>
                <a:fillRect/>
              </a:stretch>
            </a:blipFill>
          </p:spPr>
          <p:txBody>
            <a:bodyPr wrap="square" lIns="0" tIns="0" rIns="0" bIns="0" rtlCol="0"/>
            <a:lstStyle/>
            <a:p>
              <a:endParaRPr/>
            </a:p>
          </p:txBody>
        </p:sp>
        <p:sp>
          <p:nvSpPr>
            <p:cNvPr id="48" name="object 48"/>
            <p:cNvSpPr/>
            <p:nvPr/>
          </p:nvSpPr>
          <p:spPr>
            <a:xfrm>
              <a:off x="7615062" y="5507735"/>
              <a:ext cx="454025" cy="736600"/>
            </a:xfrm>
            <a:custGeom>
              <a:avLst/>
              <a:gdLst/>
              <a:ahLst/>
              <a:cxnLst/>
              <a:rect l="l" t="t" r="r" b="b"/>
              <a:pathLst>
                <a:path w="454025" h="736600">
                  <a:moveTo>
                    <a:pt x="201533" y="0"/>
                  </a:moveTo>
                  <a:lnTo>
                    <a:pt x="153193" y="2357"/>
                  </a:lnTo>
                  <a:lnTo>
                    <a:pt x="107967" y="9429"/>
                  </a:lnTo>
                  <a:lnTo>
                    <a:pt x="65839" y="21216"/>
                  </a:lnTo>
                  <a:lnTo>
                    <a:pt x="26791" y="37718"/>
                  </a:lnTo>
                  <a:lnTo>
                    <a:pt x="26791" y="165805"/>
                  </a:lnTo>
                  <a:lnTo>
                    <a:pt x="60822" y="145616"/>
                  </a:lnTo>
                  <a:lnTo>
                    <a:pt x="95307" y="131195"/>
                  </a:lnTo>
                  <a:lnTo>
                    <a:pt x="130266" y="122542"/>
                  </a:lnTo>
                  <a:lnTo>
                    <a:pt x="165719" y="119658"/>
                  </a:lnTo>
                  <a:lnTo>
                    <a:pt x="212471" y="125087"/>
                  </a:lnTo>
                  <a:lnTo>
                    <a:pt x="245844" y="141373"/>
                  </a:lnTo>
                  <a:lnTo>
                    <a:pt x="265855" y="168516"/>
                  </a:lnTo>
                  <a:lnTo>
                    <a:pt x="272521" y="206514"/>
                  </a:lnTo>
                  <a:lnTo>
                    <a:pt x="263829" y="246902"/>
                  </a:lnTo>
                  <a:lnTo>
                    <a:pt x="237755" y="275752"/>
                  </a:lnTo>
                  <a:lnTo>
                    <a:pt x="194301" y="293064"/>
                  </a:lnTo>
                  <a:lnTo>
                    <a:pt x="133471" y="298835"/>
                  </a:lnTo>
                  <a:lnTo>
                    <a:pt x="72511" y="298835"/>
                  </a:lnTo>
                  <a:lnTo>
                    <a:pt x="72511" y="418944"/>
                  </a:lnTo>
                  <a:lnTo>
                    <a:pt x="138531" y="418944"/>
                  </a:lnTo>
                  <a:lnTo>
                    <a:pt x="172808" y="420558"/>
                  </a:lnTo>
                  <a:lnTo>
                    <a:pt x="229725" y="433471"/>
                  </a:lnTo>
                  <a:lnTo>
                    <a:pt x="270506" y="459032"/>
                  </a:lnTo>
                  <a:lnTo>
                    <a:pt x="291263" y="495760"/>
                  </a:lnTo>
                  <a:lnTo>
                    <a:pt x="293857" y="518220"/>
                  </a:lnTo>
                  <a:lnTo>
                    <a:pt x="291765" y="540030"/>
                  </a:lnTo>
                  <a:lnTo>
                    <a:pt x="275006" y="576016"/>
                  </a:lnTo>
                  <a:lnTo>
                    <a:pt x="241923" y="601479"/>
                  </a:lnTo>
                  <a:lnTo>
                    <a:pt x="195144" y="614390"/>
                  </a:lnTo>
                  <a:lnTo>
                    <a:pt x="166725" y="616006"/>
                  </a:lnTo>
                  <a:lnTo>
                    <a:pt x="120585" y="612747"/>
                  </a:lnTo>
                  <a:lnTo>
                    <a:pt x="77407" y="602971"/>
                  </a:lnTo>
                  <a:lnTo>
                    <a:pt x="37207" y="586681"/>
                  </a:lnTo>
                  <a:lnTo>
                    <a:pt x="0" y="563879"/>
                  </a:lnTo>
                  <a:lnTo>
                    <a:pt x="0" y="700384"/>
                  </a:lnTo>
                  <a:lnTo>
                    <a:pt x="37064" y="716019"/>
                  </a:lnTo>
                  <a:lnTo>
                    <a:pt x="79297" y="727185"/>
                  </a:lnTo>
                  <a:lnTo>
                    <a:pt x="126680" y="733883"/>
                  </a:lnTo>
                  <a:lnTo>
                    <a:pt x="179191" y="736116"/>
                  </a:lnTo>
                  <a:lnTo>
                    <a:pt x="239999" y="732484"/>
                  </a:lnTo>
                  <a:lnTo>
                    <a:pt x="293857" y="721591"/>
                  </a:lnTo>
                  <a:lnTo>
                    <a:pt x="340766" y="703440"/>
                  </a:lnTo>
                  <a:lnTo>
                    <a:pt x="380725" y="678036"/>
                  </a:lnTo>
                  <a:lnTo>
                    <a:pt x="412640" y="646399"/>
                  </a:lnTo>
                  <a:lnTo>
                    <a:pt x="435422" y="609547"/>
                  </a:lnTo>
                  <a:lnTo>
                    <a:pt x="449082" y="567483"/>
                  </a:lnTo>
                  <a:lnTo>
                    <a:pt x="453633" y="520208"/>
                  </a:lnTo>
                  <a:lnTo>
                    <a:pt x="450915" y="488489"/>
                  </a:lnTo>
                  <a:lnTo>
                    <a:pt x="429099" y="432773"/>
                  </a:lnTo>
                  <a:lnTo>
                    <a:pt x="386131" y="388319"/>
                  </a:lnTo>
                  <a:lnTo>
                    <a:pt x="326549" y="360900"/>
                  </a:lnTo>
                  <a:lnTo>
                    <a:pt x="290809" y="353936"/>
                  </a:lnTo>
                  <a:lnTo>
                    <a:pt x="290809" y="351449"/>
                  </a:lnTo>
                  <a:lnTo>
                    <a:pt x="341761" y="333185"/>
                  </a:lnTo>
                  <a:lnTo>
                    <a:pt x="381379" y="306582"/>
                  </a:lnTo>
                  <a:lnTo>
                    <a:pt x="409671" y="271640"/>
                  </a:lnTo>
                  <a:lnTo>
                    <a:pt x="426642" y="228357"/>
                  </a:lnTo>
                  <a:lnTo>
                    <a:pt x="432297" y="176735"/>
                  </a:lnTo>
                  <a:lnTo>
                    <a:pt x="428505" y="139355"/>
                  </a:lnTo>
                  <a:lnTo>
                    <a:pt x="398106" y="75566"/>
                  </a:lnTo>
                  <a:lnTo>
                    <a:pt x="338055" y="27646"/>
                  </a:lnTo>
                  <a:lnTo>
                    <a:pt x="298601" y="12287"/>
                  </a:lnTo>
                  <a:lnTo>
                    <a:pt x="253094" y="3071"/>
                  </a:lnTo>
                  <a:lnTo>
                    <a:pt x="201533" y="0"/>
                  </a:lnTo>
                  <a:close/>
                </a:path>
              </a:pathLst>
            </a:custGeom>
            <a:solidFill>
              <a:srgbClr val="FFFF00"/>
            </a:solidFill>
          </p:spPr>
          <p:txBody>
            <a:bodyPr wrap="square" lIns="0" tIns="0" rIns="0" bIns="0" rtlCol="0"/>
            <a:lstStyle/>
            <a:p>
              <a:endParaRPr/>
            </a:p>
          </p:txBody>
        </p:sp>
        <p:sp>
          <p:nvSpPr>
            <p:cNvPr id="49" name="object 49"/>
            <p:cNvSpPr/>
            <p:nvPr/>
          </p:nvSpPr>
          <p:spPr>
            <a:xfrm>
              <a:off x="7615062" y="5507735"/>
              <a:ext cx="454025" cy="736600"/>
            </a:xfrm>
            <a:custGeom>
              <a:avLst/>
              <a:gdLst/>
              <a:ahLst/>
              <a:cxnLst/>
              <a:rect l="l" t="t" r="r" b="b"/>
              <a:pathLst>
                <a:path w="454025" h="736600">
                  <a:moveTo>
                    <a:pt x="201533" y="0"/>
                  </a:moveTo>
                  <a:lnTo>
                    <a:pt x="253094" y="3071"/>
                  </a:lnTo>
                  <a:lnTo>
                    <a:pt x="298601" y="12287"/>
                  </a:lnTo>
                  <a:lnTo>
                    <a:pt x="338055" y="27646"/>
                  </a:lnTo>
                  <a:lnTo>
                    <a:pt x="371459" y="49148"/>
                  </a:lnTo>
                  <a:lnTo>
                    <a:pt x="417114" y="105633"/>
                  </a:lnTo>
                  <a:lnTo>
                    <a:pt x="432297" y="176735"/>
                  </a:lnTo>
                  <a:lnTo>
                    <a:pt x="426642" y="228357"/>
                  </a:lnTo>
                  <a:lnTo>
                    <a:pt x="409671" y="271640"/>
                  </a:lnTo>
                  <a:lnTo>
                    <a:pt x="381379" y="306582"/>
                  </a:lnTo>
                  <a:lnTo>
                    <a:pt x="341761" y="333185"/>
                  </a:lnTo>
                  <a:lnTo>
                    <a:pt x="290809" y="351449"/>
                  </a:lnTo>
                  <a:lnTo>
                    <a:pt x="290809" y="353936"/>
                  </a:lnTo>
                  <a:lnTo>
                    <a:pt x="358326" y="372361"/>
                  </a:lnTo>
                  <a:lnTo>
                    <a:pt x="409955" y="408776"/>
                  </a:lnTo>
                  <a:lnTo>
                    <a:pt x="442744" y="459344"/>
                  </a:lnTo>
                  <a:lnTo>
                    <a:pt x="453633" y="520208"/>
                  </a:lnTo>
                  <a:lnTo>
                    <a:pt x="449082" y="567483"/>
                  </a:lnTo>
                  <a:lnTo>
                    <a:pt x="435422" y="609547"/>
                  </a:lnTo>
                  <a:lnTo>
                    <a:pt x="412640" y="646399"/>
                  </a:lnTo>
                  <a:lnTo>
                    <a:pt x="380725" y="678036"/>
                  </a:lnTo>
                  <a:lnTo>
                    <a:pt x="340766" y="703440"/>
                  </a:lnTo>
                  <a:lnTo>
                    <a:pt x="293857" y="721591"/>
                  </a:lnTo>
                  <a:lnTo>
                    <a:pt x="239999" y="732484"/>
                  </a:lnTo>
                  <a:lnTo>
                    <a:pt x="179191" y="736116"/>
                  </a:lnTo>
                  <a:lnTo>
                    <a:pt x="126680" y="733883"/>
                  </a:lnTo>
                  <a:lnTo>
                    <a:pt x="79297" y="727185"/>
                  </a:lnTo>
                  <a:lnTo>
                    <a:pt x="37064" y="716019"/>
                  </a:lnTo>
                  <a:lnTo>
                    <a:pt x="0" y="700384"/>
                  </a:lnTo>
                  <a:lnTo>
                    <a:pt x="0" y="563879"/>
                  </a:lnTo>
                  <a:lnTo>
                    <a:pt x="37207" y="586681"/>
                  </a:lnTo>
                  <a:lnTo>
                    <a:pt x="77407" y="602971"/>
                  </a:lnTo>
                  <a:lnTo>
                    <a:pt x="120585" y="612747"/>
                  </a:lnTo>
                  <a:lnTo>
                    <a:pt x="166725" y="616006"/>
                  </a:lnTo>
                  <a:lnTo>
                    <a:pt x="195144" y="614390"/>
                  </a:lnTo>
                  <a:lnTo>
                    <a:pt x="241923" y="601479"/>
                  </a:lnTo>
                  <a:lnTo>
                    <a:pt x="275006" y="576016"/>
                  </a:lnTo>
                  <a:lnTo>
                    <a:pt x="291765" y="540030"/>
                  </a:lnTo>
                  <a:lnTo>
                    <a:pt x="293857" y="518220"/>
                  </a:lnTo>
                  <a:lnTo>
                    <a:pt x="291263" y="495760"/>
                  </a:lnTo>
                  <a:lnTo>
                    <a:pt x="270506" y="459032"/>
                  </a:lnTo>
                  <a:lnTo>
                    <a:pt x="229725" y="433471"/>
                  </a:lnTo>
                  <a:lnTo>
                    <a:pt x="172808" y="420558"/>
                  </a:lnTo>
                  <a:lnTo>
                    <a:pt x="138531" y="418944"/>
                  </a:lnTo>
                  <a:lnTo>
                    <a:pt x="72511" y="418944"/>
                  </a:lnTo>
                  <a:lnTo>
                    <a:pt x="72511" y="298835"/>
                  </a:lnTo>
                  <a:lnTo>
                    <a:pt x="133471" y="298835"/>
                  </a:lnTo>
                  <a:lnTo>
                    <a:pt x="194301" y="293064"/>
                  </a:lnTo>
                  <a:lnTo>
                    <a:pt x="237755" y="275752"/>
                  </a:lnTo>
                  <a:lnTo>
                    <a:pt x="263829" y="246902"/>
                  </a:lnTo>
                  <a:lnTo>
                    <a:pt x="272521" y="206514"/>
                  </a:lnTo>
                  <a:lnTo>
                    <a:pt x="265855" y="168516"/>
                  </a:lnTo>
                  <a:lnTo>
                    <a:pt x="245844" y="141373"/>
                  </a:lnTo>
                  <a:lnTo>
                    <a:pt x="212471" y="125087"/>
                  </a:lnTo>
                  <a:lnTo>
                    <a:pt x="165719" y="119658"/>
                  </a:lnTo>
                  <a:lnTo>
                    <a:pt x="130266" y="122542"/>
                  </a:lnTo>
                  <a:lnTo>
                    <a:pt x="95307" y="131195"/>
                  </a:lnTo>
                  <a:lnTo>
                    <a:pt x="60822" y="145616"/>
                  </a:lnTo>
                  <a:lnTo>
                    <a:pt x="26791" y="165805"/>
                  </a:lnTo>
                  <a:lnTo>
                    <a:pt x="26791" y="37718"/>
                  </a:lnTo>
                  <a:lnTo>
                    <a:pt x="65839" y="21216"/>
                  </a:lnTo>
                  <a:lnTo>
                    <a:pt x="107967" y="9429"/>
                  </a:lnTo>
                  <a:lnTo>
                    <a:pt x="153193" y="2357"/>
                  </a:lnTo>
                  <a:lnTo>
                    <a:pt x="201533" y="0"/>
                  </a:lnTo>
                  <a:close/>
                </a:path>
              </a:pathLst>
            </a:custGeom>
            <a:ln w="12191">
              <a:solidFill>
                <a:srgbClr val="000000"/>
              </a:solidFill>
            </a:ln>
          </p:spPr>
          <p:txBody>
            <a:bodyPr wrap="square" lIns="0" tIns="0" rIns="0" bIns="0" rtlCol="0"/>
            <a:lstStyle/>
            <a:p>
              <a:endParaRPr/>
            </a:p>
          </p:txBody>
        </p:sp>
        <p:sp>
          <p:nvSpPr>
            <p:cNvPr id="50" name="object 50"/>
            <p:cNvSpPr/>
            <p:nvPr/>
          </p:nvSpPr>
          <p:spPr>
            <a:xfrm>
              <a:off x="6736080" y="5227320"/>
              <a:ext cx="2218944" cy="1345691"/>
            </a:xfrm>
            <a:prstGeom prst="rect">
              <a:avLst/>
            </a:prstGeom>
            <a:blipFill>
              <a:blip r:embed="rId16" cstate="print"/>
              <a:stretch>
                <a:fillRect/>
              </a:stretch>
            </a:blipFill>
          </p:spPr>
          <p:txBody>
            <a:bodyPr wrap="square" lIns="0" tIns="0" rIns="0" bIns="0" rtlCol="0"/>
            <a:lstStyle/>
            <a:p>
              <a:endParaRPr/>
            </a:p>
          </p:txBody>
        </p:sp>
        <p:sp>
          <p:nvSpPr>
            <p:cNvPr id="51" name="object 51"/>
            <p:cNvSpPr/>
            <p:nvPr/>
          </p:nvSpPr>
          <p:spPr>
            <a:xfrm>
              <a:off x="6873240" y="4908802"/>
              <a:ext cx="2258568" cy="1949195"/>
            </a:xfrm>
            <a:prstGeom prst="rect">
              <a:avLst/>
            </a:prstGeom>
            <a:blipFill>
              <a:blip r:embed="rId17" cstate="print"/>
              <a:stretch>
                <a:fillRect/>
              </a:stretch>
            </a:blipFill>
          </p:spPr>
          <p:txBody>
            <a:bodyPr wrap="square" lIns="0" tIns="0" rIns="0" bIns="0" rtlCol="0"/>
            <a:lstStyle/>
            <a:p>
              <a:endParaRPr/>
            </a:p>
          </p:txBody>
        </p:sp>
        <p:sp>
          <p:nvSpPr>
            <p:cNvPr id="52" name="object 52"/>
            <p:cNvSpPr/>
            <p:nvPr/>
          </p:nvSpPr>
          <p:spPr>
            <a:xfrm>
              <a:off x="6816486" y="5288029"/>
              <a:ext cx="2057400" cy="1184275"/>
            </a:xfrm>
            <a:custGeom>
              <a:avLst/>
              <a:gdLst/>
              <a:ahLst/>
              <a:cxnLst/>
              <a:rect l="l" t="t" r="r" b="b"/>
              <a:pathLst>
                <a:path w="2057400" h="1184275">
                  <a:moveTo>
                    <a:pt x="1824837" y="0"/>
                  </a:moveTo>
                  <a:lnTo>
                    <a:pt x="232531" y="0"/>
                  </a:lnTo>
                  <a:lnTo>
                    <a:pt x="185636" y="4725"/>
                  </a:lnTo>
                  <a:lnTo>
                    <a:pt x="141973" y="18276"/>
                  </a:lnTo>
                  <a:lnTo>
                    <a:pt x="102472" y="39718"/>
                  </a:lnTo>
                  <a:lnTo>
                    <a:pt x="68065" y="68115"/>
                  </a:lnTo>
                  <a:lnTo>
                    <a:pt x="39683" y="102530"/>
                  </a:lnTo>
                  <a:lnTo>
                    <a:pt x="18257" y="142028"/>
                  </a:lnTo>
                  <a:lnTo>
                    <a:pt x="4719" y="185673"/>
                  </a:lnTo>
                  <a:lnTo>
                    <a:pt x="0" y="232528"/>
                  </a:lnTo>
                  <a:lnTo>
                    <a:pt x="0" y="951570"/>
                  </a:lnTo>
                  <a:lnTo>
                    <a:pt x="4719" y="998428"/>
                  </a:lnTo>
                  <a:lnTo>
                    <a:pt x="18257" y="1042072"/>
                  </a:lnTo>
                  <a:lnTo>
                    <a:pt x="39683" y="1081566"/>
                  </a:lnTo>
                  <a:lnTo>
                    <a:pt x="68065" y="1115977"/>
                  </a:lnTo>
                  <a:lnTo>
                    <a:pt x="102472" y="1144368"/>
                  </a:lnTo>
                  <a:lnTo>
                    <a:pt x="141973" y="1165806"/>
                  </a:lnTo>
                  <a:lnTo>
                    <a:pt x="185636" y="1179354"/>
                  </a:lnTo>
                  <a:lnTo>
                    <a:pt x="232531" y="1184077"/>
                  </a:lnTo>
                  <a:lnTo>
                    <a:pt x="1824837" y="1184077"/>
                  </a:lnTo>
                  <a:lnTo>
                    <a:pt x="1871698" y="1179354"/>
                  </a:lnTo>
                  <a:lnTo>
                    <a:pt x="1915349" y="1165806"/>
                  </a:lnTo>
                  <a:lnTo>
                    <a:pt x="1954852" y="1144368"/>
                  </a:lnTo>
                  <a:lnTo>
                    <a:pt x="1989273" y="1115977"/>
                  </a:lnTo>
                  <a:lnTo>
                    <a:pt x="2017674" y="1081566"/>
                  </a:lnTo>
                  <a:lnTo>
                    <a:pt x="2039120" y="1042072"/>
                  </a:lnTo>
                  <a:lnTo>
                    <a:pt x="2052673" y="998428"/>
                  </a:lnTo>
                  <a:lnTo>
                    <a:pt x="2057399" y="95157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53" name="object 53"/>
            <p:cNvSpPr/>
            <p:nvPr/>
          </p:nvSpPr>
          <p:spPr>
            <a:xfrm>
              <a:off x="6816486" y="5288029"/>
              <a:ext cx="2057400" cy="1184275"/>
            </a:xfrm>
            <a:custGeom>
              <a:avLst/>
              <a:gdLst/>
              <a:ahLst/>
              <a:cxnLst/>
              <a:rect l="l" t="t" r="r" b="b"/>
              <a:pathLst>
                <a:path w="2057400" h="1184275">
                  <a:moveTo>
                    <a:pt x="0" y="232528"/>
                  </a:moveTo>
                  <a:lnTo>
                    <a:pt x="4719" y="185673"/>
                  </a:lnTo>
                  <a:lnTo>
                    <a:pt x="18257" y="142028"/>
                  </a:lnTo>
                  <a:lnTo>
                    <a:pt x="39683" y="102530"/>
                  </a:lnTo>
                  <a:lnTo>
                    <a:pt x="68065" y="68115"/>
                  </a:lnTo>
                  <a:lnTo>
                    <a:pt x="102472" y="39718"/>
                  </a:lnTo>
                  <a:lnTo>
                    <a:pt x="141973" y="18276"/>
                  </a:lnTo>
                  <a:lnTo>
                    <a:pt x="185636"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70"/>
                  </a:lnTo>
                  <a:lnTo>
                    <a:pt x="2052673" y="998428"/>
                  </a:lnTo>
                  <a:lnTo>
                    <a:pt x="2039120" y="1042072"/>
                  </a:lnTo>
                  <a:lnTo>
                    <a:pt x="2017674" y="1081566"/>
                  </a:lnTo>
                  <a:lnTo>
                    <a:pt x="1989273" y="1115977"/>
                  </a:lnTo>
                  <a:lnTo>
                    <a:pt x="1954852" y="1144368"/>
                  </a:lnTo>
                  <a:lnTo>
                    <a:pt x="1915349" y="1165806"/>
                  </a:lnTo>
                  <a:lnTo>
                    <a:pt x="1871698" y="1179354"/>
                  </a:lnTo>
                  <a:lnTo>
                    <a:pt x="1824837" y="1184077"/>
                  </a:lnTo>
                  <a:lnTo>
                    <a:pt x="232531" y="1184077"/>
                  </a:lnTo>
                  <a:lnTo>
                    <a:pt x="185636" y="1179354"/>
                  </a:lnTo>
                  <a:lnTo>
                    <a:pt x="141973" y="1165806"/>
                  </a:lnTo>
                  <a:lnTo>
                    <a:pt x="102472" y="1144368"/>
                  </a:lnTo>
                  <a:lnTo>
                    <a:pt x="68065" y="1115977"/>
                  </a:lnTo>
                  <a:lnTo>
                    <a:pt x="39683" y="1081566"/>
                  </a:lnTo>
                  <a:lnTo>
                    <a:pt x="18257" y="1042072"/>
                  </a:lnTo>
                  <a:lnTo>
                    <a:pt x="4719" y="998428"/>
                  </a:lnTo>
                  <a:lnTo>
                    <a:pt x="0" y="951570"/>
                  </a:lnTo>
                  <a:lnTo>
                    <a:pt x="0" y="232528"/>
                  </a:lnTo>
                  <a:close/>
                </a:path>
              </a:pathLst>
            </a:custGeom>
            <a:ln w="76199">
              <a:solidFill>
                <a:srgbClr val="00AF50"/>
              </a:solidFill>
            </a:ln>
          </p:spPr>
          <p:txBody>
            <a:bodyPr wrap="square" lIns="0" tIns="0" rIns="0" bIns="0" rtlCol="0"/>
            <a:lstStyle/>
            <a:p>
              <a:endParaRPr/>
            </a:p>
          </p:txBody>
        </p:sp>
        <p:sp>
          <p:nvSpPr>
            <p:cNvPr id="54" name="object 54"/>
            <p:cNvSpPr/>
            <p:nvPr/>
          </p:nvSpPr>
          <p:spPr>
            <a:xfrm>
              <a:off x="6914388" y="4930138"/>
              <a:ext cx="1895855" cy="1927859"/>
            </a:xfrm>
            <a:prstGeom prst="rect">
              <a:avLst/>
            </a:prstGeom>
            <a:blipFill>
              <a:blip r:embed="rId18" cstate="print"/>
              <a:stretch>
                <a:fillRect/>
              </a:stretch>
            </a:blipFill>
          </p:spPr>
          <p:txBody>
            <a:bodyPr wrap="square" lIns="0" tIns="0" rIns="0" bIns="0" rtlCol="0"/>
            <a:lstStyle/>
            <a:p>
              <a:endParaRPr/>
            </a:p>
          </p:txBody>
        </p:sp>
        <p:sp>
          <p:nvSpPr>
            <p:cNvPr id="55" name="object 55"/>
            <p:cNvSpPr/>
            <p:nvPr/>
          </p:nvSpPr>
          <p:spPr>
            <a:xfrm>
              <a:off x="7571232" y="5540251"/>
              <a:ext cx="539115" cy="711835"/>
            </a:xfrm>
            <a:custGeom>
              <a:avLst/>
              <a:gdLst/>
              <a:ahLst/>
              <a:cxnLst/>
              <a:rect l="l" t="t" r="r" b="b"/>
              <a:pathLst>
                <a:path w="539115" h="711835">
                  <a:moveTo>
                    <a:pt x="453146" y="565785"/>
                  </a:moveTo>
                  <a:lnTo>
                    <a:pt x="310255" y="565785"/>
                  </a:lnTo>
                  <a:lnTo>
                    <a:pt x="310255" y="711708"/>
                  </a:lnTo>
                  <a:lnTo>
                    <a:pt x="453146" y="711708"/>
                  </a:lnTo>
                  <a:lnTo>
                    <a:pt x="453146" y="565785"/>
                  </a:lnTo>
                  <a:close/>
                </a:path>
                <a:path w="539115" h="711835">
                  <a:moveTo>
                    <a:pt x="453146" y="0"/>
                  </a:moveTo>
                  <a:lnTo>
                    <a:pt x="307726" y="0"/>
                  </a:lnTo>
                  <a:lnTo>
                    <a:pt x="294670" y="27098"/>
                  </a:lnTo>
                  <a:lnTo>
                    <a:pt x="280275" y="54864"/>
                  </a:lnTo>
                  <a:lnTo>
                    <a:pt x="247406" y="112370"/>
                  </a:lnTo>
                  <a:lnTo>
                    <a:pt x="210536" y="171000"/>
                  </a:lnTo>
                  <a:lnTo>
                    <a:pt x="170809" y="229255"/>
                  </a:lnTo>
                  <a:lnTo>
                    <a:pt x="128797" y="286523"/>
                  </a:lnTo>
                  <a:lnTo>
                    <a:pt x="85344" y="342174"/>
                  </a:lnTo>
                  <a:lnTo>
                    <a:pt x="41906" y="394855"/>
                  </a:lnTo>
                  <a:lnTo>
                    <a:pt x="0" y="443185"/>
                  </a:lnTo>
                  <a:lnTo>
                    <a:pt x="0" y="565785"/>
                  </a:lnTo>
                  <a:lnTo>
                    <a:pt x="538612" y="565785"/>
                  </a:lnTo>
                  <a:lnTo>
                    <a:pt x="538612" y="448650"/>
                  </a:lnTo>
                  <a:lnTo>
                    <a:pt x="140451" y="448650"/>
                  </a:lnTo>
                  <a:lnTo>
                    <a:pt x="151219" y="435262"/>
                  </a:lnTo>
                  <a:lnTo>
                    <a:pt x="184647" y="392311"/>
                  </a:lnTo>
                  <a:lnTo>
                    <a:pt x="218629" y="346141"/>
                  </a:lnTo>
                  <a:lnTo>
                    <a:pt x="240898" y="314192"/>
                  </a:lnTo>
                  <a:lnTo>
                    <a:pt x="262237" y="281686"/>
                  </a:lnTo>
                  <a:lnTo>
                    <a:pt x="282553" y="248790"/>
                  </a:lnTo>
                  <a:lnTo>
                    <a:pt x="310255" y="199964"/>
                  </a:lnTo>
                  <a:lnTo>
                    <a:pt x="453146" y="199964"/>
                  </a:lnTo>
                  <a:lnTo>
                    <a:pt x="453146" y="0"/>
                  </a:lnTo>
                  <a:close/>
                </a:path>
                <a:path w="539115" h="711835">
                  <a:moveTo>
                    <a:pt x="453146" y="199964"/>
                  </a:moveTo>
                  <a:lnTo>
                    <a:pt x="310255" y="199964"/>
                  </a:lnTo>
                  <a:lnTo>
                    <a:pt x="310255" y="448650"/>
                  </a:lnTo>
                  <a:lnTo>
                    <a:pt x="453146" y="448650"/>
                  </a:lnTo>
                  <a:lnTo>
                    <a:pt x="453146" y="199964"/>
                  </a:lnTo>
                  <a:close/>
                </a:path>
              </a:pathLst>
            </a:custGeom>
            <a:solidFill>
              <a:srgbClr val="FFFF00"/>
            </a:solidFill>
          </p:spPr>
          <p:txBody>
            <a:bodyPr wrap="square" lIns="0" tIns="0" rIns="0" bIns="0" rtlCol="0"/>
            <a:lstStyle/>
            <a:p>
              <a:endParaRPr/>
            </a:p>
          </p:txBody>
        </p:sp>
        <p:sp>
          <p:nvSpPr>
            <p:cNvPr id="56" name="object 56"/>
            <p:cNvSpPr/>
            <p:nvPr/>
          </p:nvSpPr>
          <p:spPr>
            <a:xfrm>
              <a:off x="7571231" y="5540252"/>
              <a:ext cx="539115" cy="711835"/>
            </a:xfrm>
            <a:custGeom>
              <a:avLst/>
              <a:gdLst/>
              <a:ahLst/>
              <a:cxnLst/>
              <a:rect l="l" t="t" r="r" b="b"/>
              <a:pathLst>
                <a:path w="539115" h="711835">
                  <a:moveTo>
                    <a:pt x="310255" y="199964"/>
                  </a:moveTo>
                  <a:lnTo>
                    <a:pt x="282553" y="248789"/>
                  </a:lnTo>
                  <a:lnTo>
                    <a:pt x="262237" y="281686"/>
                  </a:lnTo>
                  <a:lnTo>
                    <a:pt x="240898" y="314192"/>
                  </a:lnTo>
                  <a:lnTo>
                    <a:pt x="218629" y="346141"/>
                  </a:lnTo>
                  <a:lnTo>
                    <a:pt x="196035" y="377168"/>
                  </a:lnTo>
                  <a:lnTo>
                    <a:pt x="162172" y="421408"/>
                  </a:lnTo>
                  <a:lnTo>
                    <a:pt x="140451" y="448650"/>
                  </a:lnTo>
                  <a:lnTo>
                    <a:pt x="310255" y="448650"/>
                  </a:lnTo>
                  <a:lnTo>
                    <a:pt x="310255" y="199964"/>
                  </a:lnTo>
                  <a:close/>
                </a:path>
                <a:path w="539115" h="711835">
                  <a:moveTo>
                    <a:pt x="307726" y="0"/>
                  </a:moveTo>
                  <a:lnTo>
                    <a:pt x="453146" y="0"/>
                  </a:lnTo>
                  <a:lnTo>
                    <a:pt x="453146" y="448650"/>
                  </a:lnTo>
                  <a:lnTo>
                    <a:pt x="538612" y="448650"/>
                  </a:lnTo>
                  <a:lnTo>
                    <a:pt x="538612" y="565784"/>
                  </a:lnTo>
                  <a:lnTo>
                    <a:pt x="453146" y="565784"/>
                  </a:lnTo>
                  <a:lnTo>
                    <a:pt x="453146" y="711707"/>
                  </a:lnTo>
                  <a:lnTo>
                    <a:pt x="310255" y="711707"/>
                  </a:lnTo>
                  <a:lnTo>
                    <a:pt x="310255" y="565784"/>
                  </a:lnTo>
                  <a:lnTo>
                    <a:pt x="0" y="565784"/>
                  </a:lnTo>
                  <a:lnTo>
                    <a:pt x="0" y="443185"/>
                  </a:lnTo>
                  <a:lnTo>
                    <a:pt x="20763" y="419565"/>
                  </a:lnTo>
                  <a:lnTo>
                    <a:pt x="41906" y="394855"/>
                  </a:lnTo>
                  <a:lnTo>
                    <a:pt x="85343" y="342174"/>
                  </a:lnTo>
                  <a:lnTo>
                    <a:pt x="128797" y="286523"/>
                  </a:lnTo>
                  <a:lnTo>
                    <a:pt x="170809" y="229255"/>
                  </a:lnTo>
                  <a:lnTo>
                    <a:pt x="210536" y="171000"/>
                  </a:lnTo>
                  <a:lnTo>
                    <a:pt x="247406" y="112370"/>
                  </a:lnTo>
                  <a:lnTo>
                    <a:pt x="280275" y="54863"/>
                  </a:lnTo>
                  <a:lnTo>
                    <a:pt x="294670" y="27098"/>
                  </a:lnTo>
                  <a:lnTo>
                    <a:pt x="307726" y="0"/>
                  </a:lnTo>
                  <a:close/>
                </a:path>
              </a:pathLst>
            </a:custGeom>
            <a:ln w="12191">
              <a:solidFill>
                <a:srgbClr val="000000"/>
              </a:solidFill>
            </a:ln>
          </p:spPr>
          <p:txBody>
            <a:bodyPr wrap="square" lIns="0" tIns="0" rIns="0" bIns="0" rtlCol="0"/>
            <a:lstStyle/>
            <a:p>
              <a:endParaRPr/>
            </a:p>
          </p:txBody>
        </p:sp>
        <p:sp>
          <p:nvSpPr>
            <p:cNvPr id="57" name="object 57"/>
            <p:cNvSpPr/>
            <p:nvPr/>
          </p:nvSpPr>
          <p:spPr>
            <a:xfrm>
              <a:off x="6728460" y="5209032"/>
              <a:ext cx="2218944" cy="1345692"/>
            </a:xfrm>
            <a:prstGeom prst="rect">
              <a:avLst/>
            </a:prstGeom>
            <a:blipFill>
              <a:blip r:embed="rId19" cstate="print"/>
              <a:stretch>
                <a:fillRect/>
              </a:stretch>
            </a:blipFill>
          </p:spPr>
          <p:txBody>
            <a:bodyPr wrap="square" lIns="0" tIns="0" rIns="0" bIns="0" rtlCol="0"/>
            <a:lstStyle/>
            <a:p>
              <a:endParaRPr/>
            </a:p>
          </p:txBody>
        </p:sp>
        <p:sp>
          <p:nvSpPr>
            <p:cNvPr id="58" name="object 58"/>
            <p:cNvSpPr/>
            <p:nvPr/>
          </p:nvSpPr>
          <p:spPr>
            <a:xfrm>
              <a:off x="6867144" y="4892039"/>
              <a:ext cx="2258568" cy="1965959"/>
            </a:xfrm>
            <a:prstGeom prst="rect">
              <a:avLst/>
            </a:prstGeom>
            <a:blipFill>
              <a:blip r:embed="rId20" cstate="print"/>
              <a:stretch>
                <a:fillRect/>
              </a:stretch>
            </a:blipFill>
          </p:spPr>
          <p:txBody>
            <a:bodyPr wrap="square" lIns="0" tIns="0" rIns="0" bIns="0" rtlCol="0"/>
            <a:lstStyle/>
            <a:p>
              <a:endParaRPr/>
            </a:p>
          </p:txBody>
        </p:sp>
        <p:sp>
          <p:nvSpPr>
            <p:cNvPr id="59" name="object 59"/>
            <p:cNvSpPr/>
            <p:nvPr/>
          </p:nvSpPr>
          <p:spPr>
            <a:xfrm>
              <a:off x="6809628" y="5270503"/>
              <a:ext cx="2057400" cy="1184275"/>
            </a:xfrm>
            <a:custGeom>
              <a:avLst/>
              <a:gdLst/>
              <a:ahLst/>
              <a:cxnLst/>
              <a:rect l="l" t="t" r="r" b="b"/>
              <a:pathLst>
                <a:path w="2057400" h="1184275">
                  <a:moveTo>
                    <a:pt x="1824837"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500"/>
                  </a:lnTo>
                  <a:lnTo>
                    <a:pt x="4724" y="998366"/>
                  </a:lnTo>
                  <a:lnTo>
                    <a:pt x="18275" y="1042015"/>
                  </a:lnTo>
                  <a:lnTo>
                    <a:pt x="39715" y="1081514"/>
                  </a:lnTo>
                  <a:lnTo>
                    <a:pt x="68111" y="1115927"/>
                  </a:lnTo>
                  <a:lnTo>
                    <a:pt x="102526" y="1144319"/>
                  </a:lnTo>
                  <a:lnTo>
                    <a:pt x="142024" y="1165757"/>
                  </a:lnTo>
                  <a:lnTo>
                    <a:pt x="185671" y="1179305"/>
                  </a:lnTo>
                  <a:lnTo>
                    <a:pt x="232531" y="1184029"/>
                  </a:lnTo>
                  <a:lnTo>
                    <a:pt x="1824837" y="1184029"/>
                  </a:lnTo>
                  <a:lnTo>
                    <a:pt x="1871698" y="1179305"/>
                  </a:lnTo>
                  <a:lnTo>
                    <a:pt x="1915349" y="1165757"/>
                  </a:lnTo>
                  <a:lnTo>
                    <a:pt x="1954852" y="1144319"/>
                  </a:lnTo>
                  <a:lnTo>
                    <a:pt x="1989273" y="1115927"/>
                  </a:lnTo>
                  <a:lnTo>
                    <a:pt x="2017674" y="1081514"/>
                  </a:lnTo>
                  <a:lnTo>
                    <a:pt x="2039120" y="1042015"/>
                  </a:lnTo>
                  <a:lnTo>
                    <a:pt x="2052673" y="998366"/>
                  </a:lnTo>
                  <a:lnTo>
                    <a:pt x="2057399" y="95150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60" name="object 60"/>
            <p:cNvSpPr/>
            <p:nvPr/>
          </p:nvSpPr>
          <p:spPr>
            <a:xfrm>
              <a:off x="6809628" y="527050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00"/>
                  </a:lnTo>
                  <a:lnTo>
                    <a:pt x="2052673" y="998366"/>
                  </a:lnTo>
                  <a:lnTo>
                    <a:pt x="2039120" y="1042015"/>
                  </a:lnTo>
                  <a:lnTo>
                    <a:pt x="2017674" y="1081514"/>
                  </a:lnTo>
                  <a:lnTo>
                    <a:pt x="1989273" y="1115927"/>
                  </a:lnTo>
                  <a:lnTo>
                    <a:pt x="1954852" y="1144319"/>
                  </a:lnTo>
                  <a:lnTo>
                    <a:pt x="1915349" y="1165757"/>
                  </a:lnTo>
                  <a:lnTo>
                    <a:pt x="1871698" y="1179305"/>
                  </a:lnTo>
                  <a:lnTo>
                    <a:pt x="1824837" y="1184029"/>
                  </a:lnTo>
                  <a:lnTo>
                    <a:pt x="232531" y="1184029"/>
                  </a:lnTo>
                  <a:lnTo>
                    <a:pt x="185671" y="1179305"/>
                  </a:lnTo>
                  <a:lnTo>
                    <a:pt x="142024" y="1165757"/>
                  </a:lnTo>
                  <a:lnTo>
                    <a:pt x="102526" y="1144319"/>
                  </a:lnTo>
                  <a:lnTo>
                    <a:pt x="68111" y="1115927"/>
                  </a:lnTo>
                  <a:lnTo>
                    <a:pt x="39715" y="1081514"/>
                  </a:lnTo>
                  <a:lnTo>
                    <a:pt x="18275" y="1042015"/>
                  </a:lnTo>
                  <a:lnTo>
                    <a:pt x="4724"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61" name="object 61"/>
            <p:cNvSpPr/>
            <p:nvPr/>
          </p:nvSpPr>
          <p:spPr>
            <a:xfrm>
              <a:off x="6908292" y="4913374"/>
              <a:ext cx="1895855" cy="1944624"/>
            </a:xfrm>
            <a:prstGeom prst="rect">
              <a:avLst/>
            </a:prstGeom>
            <a:blipFill>
              <a:blip r:embed="rId21" cstate="print"/>
              <a:stretch>
                <a:fillRect/>
              </a:stretch>
            </a:blipFill>
          </p:spPr>
          <p:txBody>
            <a:bodyPr wrap="square" lIns="0" tIns="0" rIns="0" bIns="0" rtlCol="0"/>
            <a:lstStyle/>
            <a:p>
              <a:endParaRPr/>
            </a:p>
          </p:txBody>
        </p:sp>
        <p:sp>
          <p:nvSpPr>
            <p:cNvPr id="62" name="object 62"/>
            <p:cNvSpPr/>
            <p:nvPr/>
          </p:nvSpPr>
          <p:spPr>
            <a:xfrm>
              <a:off x="7615549" y="5522595"/>
              <a:ext cx="447675" cy="724535"/>
            </a:xfrm>
            <a:custGeom>
              <a:avLst/>
              <a:gdLst/>
              <a:ahLst/>
              <a:cxnLst/>
              <a:rect l="l" t="t" r="r" b="b"/>
              <a:pathLst>
                <a:path w="447675" h="724535">
                  <a:moveTo>
                    <a:pt x="414406" y="0"/>
                  </a:moveTo>
                  <a:lnTo>
                    <a:pt x="37734" y="0"/>
                  </a:lnTo>
                  <a:lnTo>
                    <a:pt x="10942" y="397084"/>
                  </a:lnTo>
                  <a:lnTo>
                    <a:pt x="45876" y="393397"/>
                  </a:lnTo>
                  <a:lnTo>
                    <a:pt x="78687" y="390763"/>
                  </a:lnTo>
                  <a:lnTo>
                    <a:pt x="109401" y="389183"/>
                  </a:lnTo>
                  <a:lnTo>
                    <a:pt x="138043" y="388656"/>
                  </a:lnTo>
                  <a:lnTo>
                    <a:pt x="191814" y="392885"/>
                  </a:lnTo>
                  <a:lnTo>
                    <a:pt x="233633" y="405572"/>
                  </a:lnTo>
                  <a:lnTo>
                    <a:pt x="263502" y="426717"/>
                  </a:lnTo>
                  <a:lnTo>
                    <a:pt x="281422" y="456320"/>
                  </a:lnTo>
                  <a:lnTo>
                    <a:pt x="287395" y="494382"/>
                  </a:lnTo>
                  <a:lnTo>
                    <a:pt x="285206" y="518374"/>
                  </a:lnTo>
                  <a:lnTo>
                    <a:pt x="267683" y="558454"/>
                  </a:lnTo>
                  <a:lnTo>
                    <a:pt x="233207" y="587459"/>
                  </a:lnTo>
                  <a:lnTo>
                    <a:pt x="184681" y="602227"/>
                  </a:lnTo>
                  <a:lnTo>
                    <a:pt x="155326" y="604073"/>
                  </a:lnTo>
                  <a:lnTo>
                    <a:pt x="114751" y="601281"/>
                  </a:lnTo>
                  <a:lnTo>
                    <a:pt x="75331" y="592903"/>
                  </a:lnTo>
                  <a:lnTo>
                    <a:pt x="37077" y="578940"/>
                  </a:lnTo>
                  <a:lnTo>
                    <a:pt x="0" y="559390"/>
                  </a:lnTo>
                  <a:lnTo>
                    <a:pt x="0" y="693407"/>
                  </a:lnTo>
                  <a:lnTo>
                    <a:pt x="37023" y="706874"/>
                  </a:lnTo>
                  <a:lnTo>
                    <a:pt x="78169" y="716488"/>
                  </a:lnTo>
                  <a:lnTo>
                    <a:pt x="123413" y="722253"/>
                  </a:lnTo>
                  <a:lnTo>
                    <a:pt x="172730" y="724174"/>
                  </a:lnTo>
                  <a:lnTo>
                    <a:pt x="232763" y="719910"/>
                  </a:lnTo>
                  <a:lnTo>
                    <a:pt x="286184" y="707116"/>
                  </a:lnTo>
                  <a:lnTo>
                    <a:pt x="333010" y="685793"/>
                  </a:lnTo>
                  <a:lnTo>
                    <a:pt x="373258" y="655938"/>
                  </a:lnTo>
                  <a:lnTo>
                    <a:pt x="405599" y="619346"/>
                  </a:lnTo>
                  <a:lnTo>
                    <a:pt x="428697" y="577826"/>
                  </a:lnTo>
                  <a:lnTo>
                    <a:pt x="442553" y="531375"/>
                  </a:lnTo>
                  <a:lnTo>
                    <a:pt x="447172" y="479989"/>
                  </a:lnTo>
                  <a:lnTo>
                    <a:pt x="443310" y="433824"/>
                  </a:lnTo>
                  <a:lnTo>
                    <a:pt x="431711" y="392628"/>
                  </a:lnTo>
                  <a:lnTo>
                    <a:pt x="412350" y="356399"/>
                  </a:lnTo>
                  <a:lnTo>
                    <a:pt x="385206" y="325136"/>
                  </a:lnTo>
                  <a:lnTo>
                    <a:pt x="351169" y="299938"/>
                  </a:lnTo>
                  <a:lnTo>
                    <a:pt x="311196" y="281940"/>
                  </a:lnTo>
                  <a:lnTo>
                    <a:pt x="265298" y="271143"/>
                  </a:lnTo>
                  <a:lnTo>
                    <a:pt x="213481" y="267544"/>
                  </a:lnTo>
                  <a:lnTo>
                    <a:pt x="198918" y="267731"/>
                  </a:lnTo>
                  <a:lnTo>
                    <a:pt x="183043" y="268292"/>
                  </a:lnTo>
                  <a:lnTo>
                    <a:pt x="165883" y="269227"/>
                  </a:lnTo>
                  <a:lnTo>
                    <a:pt x="147462" y="270534"/>
                  </a:lnTo>
                  <a:lnTo>
                    <a:pt x="157368" y="128076"/>
                  </a:lnTo>
                  <a:lnTo>
                    <a:pt x="414406" y="128076"/>
                  </a:lnTo>
                  <a:lnTo>
                    <a:pt x="414406" y="0"/>
                  </a:lnTo>
                  <a:close/>
                </a:path>
              </a:pathLst>
            </a:custGeom>
            <a:solidFill>
              <a:srgbClr val="FFFF00"/>
            </a:solidFill>
          </p:spPr>
          <p:txBody>
            <a:bodyPr wrap="square" lIns="0" tIns="0" rIns="0" bIns="0" rtlCol="0"/>
            <a:lstStyle/>
            <a:p>
              <a:endParaRPr/>
            </a:p>
          </p:txBody>
        </p:sp>
        <p:sp>
          <p:nvSpPr>
            <p:cNvPr id="63" name="object 63"/>
            <p:cNvSpPr/>
            <p:nvPr/>
          </p:nvSpPr>
          <p:spPr>
            <a:xfrm>
              <a:off x="7615549" y="5522595"/>
              <a:ext cx="447675" cy="724535"/>
            </a:xfrm>
            <a:custGeom>
              <a:avLst/>
              <a:gdLst/>
              <a:ahLst/>
              <a:cxnLst/>
              <a:rect l="l" t="t" r="r" b="b"/>
              <a:pathLst>
                <a:path w="447675" h="724535">
                  <a:moveTo>
                    <a:pt x="37734" y="0"/>
                  </a:moveTo>
                  <a:lnTo>
                    <a:pt x="414406" y="0"/>
                  </a:lnTo>
                  <a:lnTo>
                    <a:pt x="414406" y="128076"/>
                  </a:lnTo>
                  <a:lnTo>
                    <a:pt x="157368" y="128076"/>
                  </a:lnTo>
                  <a:lnTo>
                    <a:pt x="147462" y="270534"/>
                  </a:lnTo>
                  <a:lnTo>
                    <a:pt x="165883" y="269227"/>
                  </a:lnTo>
                  <a:lnTo>
                    <a:pt x="183043" y="268292"/>
                  </a:lnTo>
                  <a:lnTo>
                    <a:pt x="198918" y="267731"/>
                  </a:lnTo>
                  <a:lnTo>
                    <a:pt x="213481" y="267544"/>
                  </a:lnTo>
                  <a:lnTo>
                    <a:pt x="265298" y="271143"/>
                  </a:lnTo>
                  <a:lnTo>
                    <a:pt x="311196" y="281940"/>
                  </a:lnTo>
                  <a:lnTo>
                    <a:pt x="351169" y="299938"/>
                  </a:lnTo>
                  <a:lnTo>
                    <a:pt x="385206" y="325136"/>
                  </a:lnTo>
                  <a:lnTo>
                    <a:pt x="412350" y="356399"/>
                  </a:lnTo>
                  <a:lnTo>
                    <a:pt x="431711" y="392628"/>
                  </a:lnTo>
                  <a:lnTo>
                    <a:pt x="443310" y="433824"/>
                  </a:lnTo>
                  <a:lnTo>
                    <a:pt x="447172" y="479989"/>
                  </a:lnTo>
                  <a:lnTo>
                    <a:pt x="442553" y="531375"/>
                  </a:lnTo>
                  <a:lnTo>
                    <a:pt x="428697" y="577826"/>
                  </a:lnTo>
                  <a:lnTo>
                    <a:pt x="405599" y="619346"/>
                  </a:lnTo>
                  <a:lnTo>
                    <a:pt x="373258" y="655938"/>
                  </a:lnTo>
                  <a:lnTo>
                    <a:pt x="333010" y="685793"/>
                  </a:lnTo>
                  <a:lnTo>
                    <a:pt x="286184" y="707116"/>
                  </a:lnTo>
                  <a:lnTo>
                    <a:pt x="232763" y="719910"/>
                  </a:lnTo>
                  <a:lnTo>
                    <a:pt x="172730" y="724174"/>
                  </a:lnTo>
                  <a:lnTo>
                    <a:pt x="123413" y="722253"/>
                  </a:lnTo>
                  <a:lnTo>
                    <a:pt x="78169" y="716488"/>
                  </a:lnTo>
                  <a:lnTo>
                    <a:pt x="37023" y="706874"/>
                  </a:lnTo>
                  <a:lnTo>
                    <a:pt x="0" y="693407"/>
                  </a:lnTo>
                  <a:lnTo>
                    <a:pt x="0" y="559390"/>
                  </a:lnTo>
                  <a:lnTo>
                    <a:pt x="37077" y="578940"/>
                  </a:lnTo>
                  <a:lnTo>
                    <a:pt x="75331" y="592903"/>
                  </a:lnTo>
                  <a:lnTo>
                    <a:pt x="114751" y="601281"/>
                  </a:lnTo>
                  <a:lnTo>
                    <a:pt x="155326" y="604073"/>
                  </a:lnTo>
                  <a:lnTo>
                    <a:pt x="184681" y="602227"/>
                  </a:lnTo>
                  <a:lnTo>
                    <a:pt x="233207" y="587459"/>
                  </a:lnTo>
                  <a:lnTo>
                    <a:pt x="267683" y="558454"/>
                  </a:lnTo>
                  <a:lnTo>
                    <a:pt x="285206" y="518374"/>
                  </a:lnTo>
                  <a:lnTo>
                    <a:pt x="287395" y="494382"/>
                  </a:lnTo>
                  <a:lnTo>
                    <a:pt x="281422" y="456320"/>
                  </a:lnTo>
                  <a:lnTo>
                    <a:pt x="263502" y="426717"/>
                  </a:lnTo>
                  <a:lnTo>
                    <a:pt x="233633" y="405572"/>
                  </a:lnTo>
                  <a:lnTo>
                    <a:pt x="191814" y="392885"/>
                  </a:lnTo>
                  <a:lnTo>
                    <a:pt x="138043" y="388656"/>
                  </a:lnTo>
                  <a:lnTo>
                    <a:pt x="109401" y="389183"/>
                  </a:lnTo>
                  <a:lnTo>
                    <a:pt x="78687" y="390763"/>
                  </a:lnTo>
                  <a:lnTo>
                    <a:pt x="45876" y="393397"/>
                  </a:lnTo>
                  <a:lnTo>
                    <a:pt x="10942" y="397084"/>
                  </a:lnTo>
                  <a:lnTo>
                    <a:pt x="37734" y="0"/>
                  </a:lnTo>
                  <a:close/>
                </a:path>
              </a:pathLst>
            </a:custGeom>
            <a:ln w="12191">
              <a:solidFill>
                <a:srgbClr val="000000"/>
              </a:solidFill>
            </a:ln>
          </p:spPr>
          <p:txBody>
            <a:bodyPr wrap="square" lIns="0" tIns="0" rIns="0" bIns="0" rtlCol="0"/>
            <a:lstStyle/>
            <a:p>
              <a:endParaRPr/>
            </a:p>
          </p:txBody>
        </p:sp>
        <p:sp>
          <p:nvSpPr>
            <p:cNvPr id="64" name="object 64"/>
            <p:cNvSpPr/>
            <p:nvPr/>
          </p:nvSpPr>
          <p:spPr>
            <a:xfrm>
              <a:off x="6768084" y="5239511"/>
              <a:ext cx="2218944" cy="1345692"/>
            </a:xfrm>
            <a:prstGeom prst="rect">
              <a:avLst/>
            </a:prstGeom>
            <a:blipFill>
              <a:blip r:embed="rId22" cstate="print"/>
              <a:stretch>
                <a:fillRect/>
              </a:stretch>
            </a:blipFill>
          </p:spPr>
          <p:txBody>
            <a:bodyPr wrap="square" lIns="0" tIns="0" rIns="0" bIns="0" rtlCol="0"/>
            <a:lstStyle/>
            <a:p>
              <a:endParaRPr/>
            </a:p>
          </p:txBody>
        </p:sp>
        <p:sp>
          <p:nvSpPr>
            <p:cNvPr id="65" name="object 65"/>
            <p:cNvSpPr/>
            <p:nvPr/>
          </p:nvSpPr>
          <p:spPr>
            <a:xfrm>
              <a:off x="6905244" y="4922518"/>
              <a:ext cx="2238755" cy="1935480"/>
            </a:xfrm>
            <a:prstGeom prst="rect">
              <a:avLst/>
            </a:prstGeom>
            <a:blipFill>
              <a:blip r:embed="rId23" cstate="print"/>
              <a:stretch>
                <a:fillRect/>
              </a:stretch>
            </a:blipFill>
          </p:spPr>
          <p:txBody>
            <a:bodyPr wrap="square" lIns="0" tIns="0" rIns="0" bIns="0" rtlCol="0"/>
            <a:lstStyle/>
            <a:p>
              <a:endParaRPr/>
            </a:p>
          </p:txBody>
        </p:sp>
        <p:sp>
          <p:nvSpPr>
            <p:cNvPr id="66" name="object 66"/>
            <p:cNvSpPr/>
            <p:nvPr/>
          </p:nvSpPr>
          <p:spPr>
            <a:xfrm>
              <a:off x="6848612" y="5300721"/>
              <a:ext cx="2057400" cy="1184275"/>
            </a:xfrm>
            <a:custGeom>
              <a:avLst/>
              <a:gdLst/>
              <a:ahLst/>
              <a:cxnLst/>
              <a:rect l="l" t="t" r="r" b="b"/>
              <a:pathLst>
                <a:path w="2057400" h="1184275">
                  <a:moveTo>
                    <a:pt x="1824868" y="0"/>
                  </a:moveTo>
                  <a:lnTo>
                    <a:pt x="232409" y="0"/>
                  </a:lnTo>
                  <a:lnTo>
                    <a:pt x="185555" y="4725"/>
                  </a:lnTo>
                  <a:lnTo>
                    <a:pt x="141922" y="18278"/>
                  </a:lnTo>
                  <a:lnTo>
                    <a:pt x="102442" y="39722"/>
                  </a:lnTo>
                  <a:lnTo>
                    <a:pt x="68050" y="68121"/>
                  </a:lnTo>
                  <a:lnTo>
                    <a:pt x="39677" y="102539"/>
                  </a:lnTo>
                  <a:lnTo>
                    <a:pt x="18256" y="142039"/>
                  </a:lnTo>
                  <a:lnTo>
                    <a:pt x="4719" y="185685"/>
                  </a:lnTo>
                  <a:lnTo>
                    <a:pt x="0" y="232541"/>
                  </a:lnTo>
                  <a:lnTo>
                    <a:pt x="0" y="951558"/>
                  </a:lnTo>
                  <a:lnTo>
                    <a:pt x="4719" y="998424"/>
                  </a:lnTo>
                  <a:lnTo>
                    <a:pt x="18256" y="1042073"/>
                  </a:lnTo>
                  <a:lnTo>
                    <a:pt x="39677" y="1081572"/>
                  </a:lnTo>
                  <a:lnTo>
                    <a:pt x="68050" y="1115985"/>
                  </a:lnTo>
                  <a:lnTo>
                    <a:pt x="102442" y="1144377"/>
                  </a:lnTo>
                  <a:lnTo>
                    <a:pt x="141922" y="1165815"/>
                  </a:lnTo>
                  <a:lnTo>
                    <a:pt x="185555" y="1179363"/>
                  </a:lnTo>
                  <a:lnTo>
                    <a:pt x="232409"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67" name="object 67"/>
            <p:cNvSpPr/>
            <p:nvPr/>
          </p:nvSpPr>
          <p:spPr>
            <a:xfrm>
              <a:off x="6848612" y="5300721"/>
              <a:ext cx="2057400" cy="1184275"/>
            </a:xfrm>
            <a:custGeom>
              <a:avLst/>
              <a:gdLst/>
              <a:ahLst/>
              <a:cxnLst/>
              <a:rect l="l" t="t" r="r" b="b"/>
              <a:pathLst>
                <a:path w="2057400" h="1184275">
                  <a:moveTo>
                    <a:pt x="0" y="232541"/>
                  </a:moveTo>
                  <a:lnTo>
                    <a:pt x="4719" y="185685"/>
                  </a:lnTo>
                  <a:lnTo>
                    <a:pt x="18256" y="142039"/>
                  </a:lnTo>
                  <a:lnTo>
                    <a:pt x="39677" y="102539"/>
                  </a:lnTo>
                  <a:lnTo>
                    <a:pt x="68050" y="68121"/>
                  </a:lnTo>
                  <a:lnTo>
                    <a:pt x="102442" y="39722"/>
                  </a:lnTo>
                  <a:lnTo>
                    <a:pt x="141922" y="18278"/>
                  </a:lnTo>
                  <a:lnTo>
                    <a:pt x="185555" y="4725"/>
                  </a:lnTo>
                  <a:lnTo>
                    <a:pt x="232409"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409" y="1184087"/>
                  </a:lnTo>
                  <a:lnTo>
                    <a:pt x="185555" y="1179363"/>
                  </a:lnTo>
                  <a:lnTo>
                    <a:pt x="141922" y="1165815"/>
                  </a:lnTo>
                  <a:lnTo>
                    <a:pt x="102442" y="1144377"/>
                  </a:lnTo>
                  <a:lnTo>
                    <a:pt x="68050" y="1115985"/>
                  </a:lnTo>
                  <a:lnTo>
                    <a:pt x="39677" y="1081572"/>
                  </a:lnTo>
                  <a:lnTo>
                    <a:pt x="18256" y="1042073"/>
                  </a:lnTo>
                  <a:lnTo>
                    <a:pt x="4719"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68" name="object 68"/>
            <p:cNvSpPr/>
            <p:nvPr/>
          </p:nvSpPr>
          <p:spPr>
            <a:xfrm>
              <a:off x="6946392" y="4943854"/>
              <a:ext cx="1895855" cy="1914144"/>
            </a:xfrm>
            <a:prstGeom prst="rect">
              <a:avLst/>
            </a:prstGeom>
            <a:blipFill>
              <a:blip r:embed="rId24" cstate="print"/>
              <a:stretch>
                <a:fillRect/>
              </a:stretch>
            </a:blipFill>
          </p:spPr>
          <p:txBody>
            <a:bodyPr wrap="square" lIns="0" tIns="0" rIns="0" bIns="0" rtlCol="0"/>
            <a:lstStyle/>
            <a:p>
              <a:endParaRPr/>
            </a:p>
          </p:txBody>
        </p:sp>
        <p:sp>
          <p:nvSpPr>
            <p:cNvPr id="69" name="object 69"/>
            <p:cNvSpPr/>
            <p:nvPr/>
          </p:nvSpPr>
          <p:spPr>
            <a:xfrm>
              <a:off x="7633598" y="5541014"/>
              <a:ext cx="501650" cy="736600"/>
            </a:xfrm>
            <a:custGeom>
              <a:avLst/>
              <a:gdLst/>
              <a:ahLst/>
              <a:cxnLst/>
              <a:rect l="l" t="t" r="r" b="b"/>
              <a:pathLst>
                <a:path w="501650" h="736600">
                  <a:moveTo>
                    <a:pt x="322687" y="0"/>
                  </a:moveTo>
                  <a:lnTo>
                    <a:pt x="251946" y="7235"/>
                  </a:lnTo>
                  <a:lnTo>
                    <a:pt x="188727" y="28956"/>
                  </a:lnTo>
                  <a:lnTo>
                    <a:pt x="133482" y="64049"/>
                  </a:lnTo>
                  <a:lnTo>
                    <a:pt x="87107" y="111145"/>
                  </a:lnTo>
                  <a:lnTo>
                    <a:pt x="50047" y="169657"/>
                  </a:lnTo>
                  <a:lnTo>
                    <a:pt x="22611" y="238957"/>
                  </a:lnTo>
                  <a:lnTo>
                    <a:pt x="12751" y="277374"/>
                  </a:lnTo>
                  <a:lnTo>
                    <a:pt x="5679" y="317936"/>
                  </a:lnTo>
                  <a:lnTo>
                    <a:pt x="1420" y="360638"/>
                  </a:lnTo>
                  <a:lnTo>
                    <a:pt x="0" y="405636"/>
                  </a:lnTo>
                  <a:lnTo>
                    <a:pt x="1090" y="443421"/>
                  </a:lnTo>
                  <a:lnTo>
                    <a:pt x="9806" y="513154"/>
                  </a:lnTo>
                  <a:lnTo>
                    <a:pt x="27038" y="574533"/>
                  </a:lnTo>
                  <a:lnTo>
                    <a:pt x="52135" y="626526"/>
                  </a:lnTo>
                  <a:lnTo>
                    <a:pt x="84847" y="668897"/>
                  </a:lnTo>
                  <a:lnTo>
                    <a:pt x="124902" y="701281"/>
                  </a:lnTo>
                  <a:lnTo>
                    <a:pt x="172196" y="723476"/>
                  </a:lnTo>
                  <a:lnTo>
                    <a:pt x="225917" y="734646"/>
                  </a:lnTo>
                  <a:lnTo>
                    <a:pt x="255143" y="736043"/>
                  </a:lnTo>
                  <a:lnTo>
                    <a:pt x="281457" y="734848"/>
                  </a:lnTo>
                  <a:lnTo>
                    <a:pt x="330838" y="725294"/>
                  </a:lnTo>
                  <a:lnTo>
                    <a:pt x="375747" y="706480"/>
                  </a:lnTo>
                  <a:lnTo>
                    <a:pt x="414755" y="680173"/>
                  </a:lnTo>
                  <a:lnTo>
                    <a:pt x="447397" y="646814"/>
                  </a:lnTo>
                  <a:lnTo>
                    <a:pt x="467906" y="615933"/>
                  </a:lnTo>
                  <a:lnTo>
                    <a:pt x="255143" y="615933"/>
                  </a:lnTo>
                  <a:lnTo>
                    <a:pt x="244726" y="615313"/>
                  </a:lnTo>
                  <a:lnTo>
                    <a:pt x="208027" y="600589"/>
                  </a:lnTo>
                  <a:lnTo>
                    <a:pt x="180426" y="570033"/>
                  </a:lnTo>
                  <a:lnTo>
                    <a:pt x="163802" y="527365"/>
                  </a:lnTo>
                  <a:lnTo>
                    <a:pt x="159893" y="489859"/>
                  </a:lnTo>
                  <a:lnTo>
                    <a:pt x="160303" y="478210"/>
                  </a:lnTo>
                  <a:lnTo>
                    <a:pt x="170309" y="436953"/>
                  </a:lnTo>
                  <a:lnTo>
                    <a:pt x="192168" y="405636"/>
                  </a:lnTo>
                  <a:lnTo>
                    <a:pt x="233818" y="384141"/>
                  </a:lnTo>
                  <a:lnTo>
                    <a:pt x="254107" y="382155"/>
                  </a:lnTo>
                  <a:lnTo>
                    <a:pt x="481800" y="382155"/>
                  </a:lnTo>
                  <a:lnTo>
                    <a:pt x="479752" y="376923"/>
                  </a:lnTo>
                  <a:lnTo>
                    <a:pt x="470663" y="358763"/>
                  </a:lnTo>
                  <a:lnTo>
                    <a:pt x="460175" y="342057"/>
                  </a:lnTo>
                  <a:lnTo>
                    <a:pt x="455443" y="335981"/>
                  </a:lnTo>
                  <a:lnTo>
                    <a:pt x="154925" y="335981"/>
                  </a:lnTo>
                  <a:lnTo>
                    <a:pt x="156165" y="311991"/>
                  </a:lnTo>
                  <a:lnTo>
                    <a:pt x="163219" y="267454"/>
                  </a:lnTo>
                  <a:lnTo>
                    <a:pt x="176220" y="227654"/>
                  </a:lnTo>
                  <a:lnTo>
                    <a:pt x="194313" y="193527"/>
                  </a:lnTo>
                  <a:lnTo>
                    <a:pt x="230679" y="153581"/>
                  </a:lnTo>
                  <a:lnTo>
                    <a:pt x="277223" y="128240"/>
                  </a:lnTo>
                  <a:lnTo>
                    <a:pt x="332593" y="119585"/>
                  </a:lnTo>
                  <a:lnTo>
                    <a:pt x="450703" y="119585"/>
                  </a:lnTo>
                  <a:lnTo>
                    <a:pt x="450703" y="19299"/>
                  </a:lnTo>
                  <a:lnTo>
                    <a:pt x="425557" y="10874"/>
                  </a:lnTo>
                  <a:lnTo>
                    <a:pt x="395839" y="4841"/>
                  </a:lnTo>
                  <a:lnTo>
                    <a:pt x="361549" y="1212"/>
                  </a:lnTo>
                  <a:lnTo>
                    <a:pt x="322687" y="0"/>
                  </a:lnTo>
                  <a:close/>
                </a:path>
                <a:path w="501650" h="736600">
                  <a:moveTo>
                    <a:pt x="481800" y="382155"/>
                  </a:moveTo>
                  <a:lnTo>
                    <a:pt x="254107" y="382155"/>
                  </a:lnTo>
                  <a:lnTo>
                    <a:pt x="295200" y="389319"/>
                  </a:lnTo>
                  <a:lnTo>
                    <a:pt x="324535" y="410814"/>
                  </a:lnTo>
                  <a:lnTo>
                    <a:pt x="342125" y="446644"/>
                  </a:lnTo>
                  <a:lnTo>
                    <a:pt x="347985" y="496811"/>
                  </a:lnTo>
                  <a:lnTo>
                    <a:pt x="347579" y="509700"/>
                  </a:lnTo>
                  <a:lnTo>
                    <a:pt x="337911" y="555846"/>
                  </a:lnTo>
                  <a:lnTo>
                    <a:pt x="316549" y="590310"/>
                  </a:lnTo>
                  <a:lnTo>
                    <a:pt x="275416" y="613762"/>
                  </a:lnTo>
                  <a:lnTo>
                    <a:pt x="255143" y="615933"/>
                  </a:lnTo>
                  <a:lnTo>
                    <a:pt x="467906" y="615933"/>
                  </a:lnTo>
                  <a:lnTo>
                    <a:pt x="491001" y="561894"/>
                  </a:lnTo>
                  <a:lnTo>
                    <a:pt x="500229" y="512750"/>
                  </a:lnTo>
                  <a:lnTo>
                    <a:pt x="501391" y="486869"/>
                  </a:lnTo>
                  <a:lnTo>
                    <a:pt x="500513" y="462619"/>
                  </a:lnTo>
                  <a:lnTo>
                    <a:pt x="497886" y="439480"/>
                  </a:lnTo>
                  <a:lnTo>
                    <a:pt x="493521" y="417453"/>
                  </a:lnTo>
                  <a:lnTo>
                    <a:pt x="487431" y="396538"/>
                  </a:lnTo>
                  <a:lnTo>
                    <a:pt x="481800" y="382155"/>
                  </a:lnTo>
                  <a:close/>
                </a:path>
                <a:path w="501650" h="736600">
                  <a:moveTo>
                    <a:pt x="307325" y="266008"/>
                  </a:moveTo>
                  <a:lnTo>
                    <a:pt x="260918" y="270383"/>
                  </a:lnTo>
                  <a:lnTo>
                    <a:pt x="220541" y="283506"/>
                  </a:lnTo>
                  <a:lnTo>
                    <a:pt x="186187" y="305373"/>
                  </a:lnTo>
                  <a:lnTo>
                    <a:pt x="157851" y="335981"/>
                  </a:lnTo>
                  <a:lnTo>
                    <a:pt x="455443" y="335981"/>
                  </a:lnTo>
                  <a:lnTo>
                    <a:pt x="420326" y="301061"/>
                  </a:lnTo>
                  <a:lnTo>
                    <a:pt x="387213" y="281891"/>
                  </a:lnTo>
                  <a:lnTo>
                    <a:pt x="349326" y="269981"/>
                  </a:lnTo>
                  <a:lnTo>
                    <a:pt x="307325" y="266008"/>
                  </a:lnTo>
                  <a:close/>
                </a:path>
                <a:path w="501650" h="736600">
                  <a:moveTo>
                    <a:pt x="450703" y="119585"/>
                  </a:moveTo>
                  <a:lnTo>
                    <a:pt x="332593" y="119585"/>
                  </a:lnTo>
                  <a:lnTo>
                    <a:pt x="363979" y="121508"/>
                  </a:lnTo>
                  <a:lnTo>
                    <a:pt x="394128" y="127277"/>
                  </a:lnTo>
                  <a:lnTo>
                    <a:pt x="423037" y="136895"/>
                  </a:lnTo>
                  <a:lnTo>
                    <a:pt x="450703" y="150363"/>
                  </a:lnTo>
                  <a:lnTo>
                    <a:pt x="450703" y="119585"/>
                  </a:lnTo>
                  <a:close/>
                </a:path>
              </a:pathLst>
            </a:custGeom>
            <a:solidFill>
              <a:srgbClr val="FFFF00"/>
            </a:solidFill>
          </p:spPr>
          <p:txBody>
            <a:bodyPr wrap="square" lIns="0" tIns="0" rIns="0" bIns="0" rtlCol="0"/>
            <a:lstStyle/>
            <a:p>
              <a:endParaRPr/>
            </a:p>
          </p:txBody>
        </p:sp>
        <p:sp>
          <p:nvSpPr>
            <p:cNvPr id="70" name="object 70"/>
            <p:cNvSpPr/>
            <p:nvPr/>
          </p:nvSpPr>
          <p:spPr>
            <a:xfrm>
              <a:off x="7787395" y="5917073"/>
              <a:ext cx="200284" cy="245970"/>
            </a:xfrm>
            <a:prstGeom prst="rect">
              <a:avLst/>
            </a:prstGeom>
            <a:blipFill>
              <a:blip r:embed="rId25" cstate="print"/>
              <a:stretch>
                <a:fillRect/>
              </a:stretch>
            </a:blipFill>
          </p:spPr>
          <p:txBody>
            <a:bodyPr wrap="square" lIns="0" tIns="0" rIns="0" bIns="0" rtlCol="0"/>
            <a:lstStyle/>
            <a:p>
              <a:endParaRPr/>
            </a:p>
          </p:txBody>
        </p:sp>
        <p:sp>
          <p:nvSpPr>
            <p:cNvPr id="71" name="object 71"/>
            <p:cNvSpPr/>
            <p:nvPr/>
          </p:nvSpPr>
          <p:spPr>
            <a:xfrm>
              <a:off x="7633593" y="5541014"/>
              <a:ext cx="501650" cy="736600"/>
            </a:xfrm>
            <a:custGeom>
              <a:avLst/>
              <a:gdLst/>
              <a:ahLst/>
              <a:cxnLst/>
              <a:rect l="l" t="t" r="r" b="b"/>
              <a:pathLst>
                <a:path w="501650" h="736600">
                  <a:moveTo>
                    <a:pt x="322691" y="0"/>
                  </a:moveTo>
                  <a:lnTo>
                    <a:pt x="361553" y="1212"/>
                  </a:lnTo>
                  <a:lnTo>
                    <a:pt x="395843" y="4841"/>
                  </a:lnTo>
                  <a:lnTo>
                    <a:pt x="425561" y="10874"/>
                  </a:lnTo>
                  <a:lnTo>
                    <a:pt x="450707" y="19299"/>
                  </a:lnTo>
                  <a:lnTo>
                    <a:pt x="450707" y="150363"/>
                  </a:lnTo>
                  <a:lnTo>
                    <a:pt x="423041" y="136895"/>
                  </a:lnTo>
                  <a:lnTo>
                    <a:pt x="394133" y="127277"/>
                  </a:lnTo>
                  <a:lnTo>
                    <a:pt x="363984" y="121508"/>
                  </a:lnTo>
                  <a:lnTo>
                    <a:pt x="332597" y="119585"/>
                  </a:lnTo>
                  <a:lnTo>
                    <a:pt x="313196" y="120547"/>
                  </a:lnTo>
                  <a:lnTo>
                    <a:pt x="260603" y="134968"/>
                  </a:lnTo>
                  <a:lnTo>
                    <a:pt x="217402" y="165303"/>
                  </a:lnTo>
                  <a:lnTo>
                    <a:pt x="184651" y="209864"/>
                  </a:lnTo>
                  <a:lnTo>
                    <a:pt x="169042" y="246900"/>
                  </a:lnTo>
                  <a:lnTo>
                    <a:pt x="158934" y="289150"/>
                  </a:lnTo>
                  <a:lnTo>
                    <a:pt x="154929" y="335981"/>
                  </a:lnTo>
                  <a:lnTo>
                    <a:pt x="157855" y="335981"/>
                  </a:lnTo>
                  <a:lnTo>
                    <a:pt x="186191" y="305373"/>
                  </a:lnTo>
                  <a:lnTo>
                    <a:pt x="220545" y="283506"/>
                  </a:lnTo>
                  <a:lnTo>
                    <a:pt x="260923" y="270383"/>
                  </a:lnTo>
                  <a:lnTo>
                    <a:pt x="307329" y="266008"/>
                  </a:lnTo>
                  <a:lnTo>
                    <a:pt x="349331" y="269981"/>
                  </a:lnTo>
                  <a:lnTo>
                    <a:pt x="387217" y="281891"/>
                  </a:lnTo>
                  <a:lnTo>
                    <a:pt x="420330" y="301061"/>
                  </a:lnTo>
                  <a:lnTo>
                    <a:pt x="460179" y="342057"/>
                  </a:lnTo>
                  <a:lnTo>
                    <a:pt x="479756" y="376923"/>
                  </a:lnTo>
                  <a:lnTo>
                    <a:pt x="493526" y="417453"/>
                  </a:lnTo>
                  <a:lnTo>
                    <a:pt x="500517" y="462619"/>
                  </a:lnTo>
                  <a:lnTo>
                    <a:pt x="501395" y="486869"/>
                  </a:lnTo>
                  <a:lnTo>
                    <a:pt x="500233" y="512749"/>
                  </a:lnTo>
                  <a:lnTo>
                    <a:pt x="491006" y="561894"/>
                  </a:lnTo>
                  <a:lnTo>
                    <a:pt x="472934" y="607230"/>
                  </a:lnTo>
                  <a:lnTo>
                    <a:pt x="447401" y="646814"/>
                  </a:lnTo>
                  <a:lnTo>
                    <a:pt x="414759" y="680172"/>
                  </a:lnTo>
                  <a:lnTo>
                    <a:pt x="375752" y="706480"/>
                  </a:lnTo>
                  <a:lnTo>
                    <a:pt x="330843" y="725294"/>
                  </a:lnTo>
                  <a:lnTo>
                    <a:pt x="281461" y="734848"/>
                  </a:lnTo>
                  <a:lnTo>
                    <a:pt x="255148" y="736043"/>
                  </a:lnTo>
                  <a:lnTo>
                    <a:pt x="225921" y="734646"/>
                  </a:lnTo>
                  <a:lnTo>
                    <a:pt x="172200" y="723476"/>
                  </a:lnTo>
                  <a:lnTo>
                    <a:pt x="124907" y="701281"/>
                  </a:lnTo>
                  <a:lnTo>
                    <a:pt x="84852" y="668897"/>
                  </a:lnTo>
                  <a:lnTo>
                    <a:pt x="52139" y="626526"/>
                  </a:lnTo>
                  <a:lnTo>
                    <a:pt x="27043" y="574533"/>
                  </a:lnTo>
                  <a:lnTo>
                    <a:pt x="9811" y="513154"/>
                  </a:lnTo>
                  <a:lnTo>
                    <a:pt x="1094" y="443421"/>
                  </a:lnTo>
                  <a:lnTo>
                    <a:pt x="0" y="405478"/>
                  </a:lnTo>
                  <a:lnTo>
                    <a:pt x="1424" y="360638"/>
                  </a:lnTo>
                  <a:lnTo>
                    <a:pt x="5684" y="317936"/>
                  </a:lnTo>
                  <a:lnTo>
                    <a:pt x="12755" y="277374"/>
                  </a:lnTo>
                  <a:lnTo>
                    <a:pt x="22616" y="238957"/>
                  </a:lnTo>
                  <a:lnTo>
                    <a:pt x="35132" y="202959"/>
                  </a:lnTo>
                  <a:lnTo>
                    <a:pt x="67377" y="139051"/>
                  </a:lnTo>
                  <a:lnTo>
                    <a:pt x="109187" y="86094"/>
                  </a:lnTo>
                  <a:lnTo>
                    <a:pt x="160003" y="45005"/>
                  </a:lnTo>
                  <a:lnTo>
                    <a:pt x="219397" y="16284"/>
                  </a:lnTo>
                  <a:lnTo>
                    <a:pt x="286385" y="1808"/>
                  </a:lnTo>
                  <a:lnTo>
                    <a:pt x="322691" y="0"/>
                  </a:lnTo>
                  <a:close/>
                </a:path>
              </a:pathLst>
            </a:custGeom>
            <a:ln w="12191">
              <a:solidFill>
                <a:srgbClr val="000000"/>
              </a:solidFill>
            </a:ln>
          </p:spPr>
          <p:txBody>
            <a:bodyPr wrap="square" lIns="0" tIns="0" rIns="0" bIns="0" rtlCol="0"/>
            <a:lstStyle/>
            <a:p>
              <a:endParaRPr/>
            </a:p>
          </p:txBody>
        </p:sp>
        <p:sp>
          <p:nvSpPr>
            <p:cNvPr id="72" name="object 72"/>
            <p:cNvSpPr/>
            <p:nvPr/>
          </p:nvSpPr>
          <p:spPr>
            <a:xfrm>
              <a:off x="6778752" y="5219700"/>
              <a:ext cx="2218944" cy="1345692"/>
            </a:xfrm>
            <a:prstGeom prst="rect">
              <a:avLst/>
            </a:prstGeom>
            <a:blipFill>
              <a:blip r:embed="rId26" cstate="print"/>
              <a:stretch>
                <a:fillRect/>
              </a:stretch>
            </a:blipFill>
          </p:spPr>
          <p:txBody>
            <a:bodyPr wrap="square" lIns="0" tIns="0" rIns="0" bIns="0" rtlCol="0"/>
            <a:lstStyle/>
            <a:p>
              <a:endParaRPr/>
            </a:p>
          </p:txBody>
        </p:sp>
        <p:sp>
          <p:nvSpPr>
            <p:cNvPr id="73" name="object 73"/>
            <p:cNvSpPr/>
            <p:nvPr/>
          </p:nvSpPr>
          <p:spPr>
            <a:xfrm>
              <a:off x="6917436" y="4901183"/>
              <a:ext cx="2226563" cy="1956815"/>
            </a:xfrm>
            <a:prstGeom prst="rect">
              <a:avLst/>
            </a:prstGeom>
            <a:blipFill>
              <a:blip r:embed="rId27" cstate="print"/>
              <a:stretch>
                <a:fillRect/>
              </a:stretch>
            </a:blipFill>
          </p:spPr>
          <p:txBody>
            <a:bodyPr wrap="square" lIns="0" tIns="0" rIns="0" bIns="0" rtlCol="0"/>
            <a:lstStyle/>
            <a:p>
              <a:endParaRPr/>
            </a:p>
          </p:txBody>
        </p:sp>
        <p:sp>
          <p:nvSpPr>
            <p:cNvPr id="74" name="object 74"/>
            <p:cNvSpPr/>
            <p:nvPr/>
          </p:nvSpPr>
          <p:spPr>
            <a:xfrm>
              <a:off x="6859523" y="527989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868" y="1184065"/>
                  </a:lnTo>
                  <a:lnTo>
                    <a:pt x="1871719" y="1179341"/>
                  </a:lnTo>
                  <a:lnTo>
                    <a:pt x="1915362" y="1165791"/>
                  </a:lnTo>
                  <a:lnTo>
                    <a:pt x="1954860" y="1144352"/>
                  </a:lnTo>
                  <a:lnTo>
                    <a:pt x="1989277" y="1115958"/>
                  </a:lnTo>
                  <a:lnTo>
                    <a:pt x="2017676" y="1081544"/>
                  </a:lnTo>
                  <a:lnTo>
                    <a:pt x="2039120" y="1042045"/>
                  </a:lnTo>
                  <a:lnTo>
                    <a:pt x="2052674" y="998398"/>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75" name="object 75"/>
            <p:cNvSpPr/>
            <p:nvPr/>
          </p:nvSpPr>
          <p:spPr>
            <a:xfrm>
              <a:off x="6859523" y="527989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8"/>
                  </a:lnTo>
                  <a:lnTo>
                    <a:pt x="2039120" y="1042045"/>
                  </a:lnTo>
                  <a:lnTo>
                    <a:pt x="2017676" y="1081544"/>
                  </a:lnTo>
                  <a:lnTo>
                    <a:pt x="1989277" y="1115958"/>
                  </a:lnTo>
                  <a:lnTo>
                    <a:pt x="1954860" y="1144352"/>
                  </a:lnTo>
                  <a:lnTo>
                    <a:pt x="1915362" y="1165791"/>
                  </a:lnTo>
                  <a:lnTo>
                    <a:pt x="1871719" y="1179341"/>
                  </a:lnTo>
                  <a:lnTo>
                    <a:pt x="1824868"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76" name="object 76"/>
            <p:cNvSpPr/>
            <p:nvPr/>
          </p:nvSpPr>
          <p:spPr>
            <a:xfrm>
              <a:off x="6958584" y="4922518"/>
              <a:ext cx="1895855" cy="1935480"/>
            </a:xfrm>
            <a:prstGeom prst="rect">
              <a:avLst/>
            </a:prstGeom>
            <a:blipFill>
              <a:blip r:embed="rId28" cstate="print"/>
              <a:stretch>
                <a:fillRect/>
              </a:stretch>
            </a:blipFill>
          </p:spPr>
          <p:txBody>
            <a:bodyPr wrap="square" lIns="0" tIns="0" rIns="0" bIns="0" rtlCol="0"/>
            <a:lstStyle/>
            <a:p>
              <a:endParaRPr/>
            </a:p>
          </p:txBody>
        </p:sp>
        <p:sp>
          <p:nvSpPr>
            <p:cNvPr id="77" name="object 77"/>
            <p:cNvSpPr/>
            <p:nvPr/>
          </p:nvSpPr>
          <p:spPr>
            <a:xfrm>
              <a:off x="7642616" y="5531988"/>
              <a:ext cx="495934" cy="711835"/>
            </a:xfrm>
            <a:custGeom>
              <a:avLst/>
              <a:gdLst/>
              <a:ahLst/>
              <a:cxnLst/>
              <a:rect l="l" t="t" r="r" b="b"/>
              <a:pathLst>
                <a:path w="495934" h="711835">
                  <a:moveTo>
                    <a:pt x="495421" y="0"/>
                  </a:moveTo>
                  <a:lnTo>
                    <a:pt x="0" y="0"/>
                  </a:lnTo>
                  <a:lnTo>
                    <a:pt x="0" y="128110"/>
                  </a:lnTo>
                  <a:lnTo>
                    <a:pt x="330586" y="128110"/>
                  </a:lnTo>
                  <a:lnTo>
                    <a:pt x="310476" y="161052"/>
                  </a:lnTo>
                  <a:lnTo>
                    <a:pt x="290916" y="194367"/>
                  </a:lnTo>
                  <a:lnTo>
                    <a:pt x="271881" y="228056"/>
                  </a:lnTo>
                  <a:lnTo>
                    <a:pt x="253349" y="262115"/>
                  </a:lnTo>
                  <a:lnTo>
                    <a:pt x="235539" y="296596"/>
                  </a:lnTo>
                  <a:lnTo>
                    <a:pt x="218518" y="331543"/>
                  </a:lnTo>
                  <a:lnTo>
                    <a:pt x="202309" y="366956"/>
                  </a:lnTo>
                  <a:lnTo>
                    <a:pt x="186933" y="402835"/>
                  </a:lnTo>
                  <a:lnTo>
                    <a:pt x="172343" y="439240"/>
                  </a:lnTo>
                  <a:lnTo>
                    <a:pt x="158656" y="476232"/>
                  </a:lnTo>
                  <a:lnTo>
                    <a:pt x="145871" y="513814"/>
                  </a:lnTo>
                  <a:lnTo>
                    <a:pt x="133990" y="551986"/>
                  </a:lnTo>
                  <a:lnTo>
                    <a:pt x="123180" y="590820"/>
                  </a:lnTo>
                  <a:lnTo>
                    <a:pt x="113442" y="630402"/>
                  </a:lnTo>
                  <a:lnTo>
                    <a:pt x="104796" y="670730"/>
                  </a:lnTo>
                  <a:lnTo>
                    <a:pt x="97261" y="711802"/>
                  </a:lnTo>
                  <a:lnTo>
                    <a:pt x="261091" y="711802"/>
                  </a:lnTo>
                  <a:lnTo>
                    <a:pt x="268032" y="668856"/>
                  </a:lnTo>
                  <a:lnTo>
                    <a:pt x="275882" y="627366"/>
                  </a:lnTo>
                  <a:lnTo>
                    <a:pt x="284657" y="587333"/>
                  </a:lnTo>
                  <a:lnTo>
                    <a:pt x="294375" y="548758"/>
                  </a:lnTo>
                  <a:lnTo>
                    <a:pt x="305092" y="511061"/>
                  </a:lnTo>
                  <a:lnTo>
                    <a:pt x="316854" y="473677"/>
                  </a:lnTo>
                  <a:lnTo>
                    <a:pt x="329668" y="436606"/>
                  </a:lnTo>
                  <a:lnTo>
                    <a:pt x="343540" y="399848"/>
                  </a:lnTo>
                  <a:lnTo>
                    <a:pt x="358469" y="363120"/>
                  </a:lnTo>
                  <a:lnTo>
                    <a:pt x="374507" y="326143"/>
                  </a:lnTo>
                  <a:lnTo>
                    <a:pt x="391666" y="288918"/>
                  </a:lnTo>
                  <a:lnTo>
                    <a:pt x="409955" y="251447"/>
                  </a:lnTo>
                  <a:lnTo>
                    <a:pt x="429435" y="213180"/>
                  </a:lnTo>
                  <a:lnTo>
                    <a:pt x="450162" y="173581"/>
                  </a:lnTo>
                  <a:lnTo>
                    <a:pt x="472153" y="132652"/>
                  </a:lnTo>
                  <a:lnTo>
                    <a:pt x="495421" y="90391"/>
                  </a:lnTo>
                  <a:lnTo>
                    <a:pt x="495421" y="0"/>
                  </a:lnTo>
                  <a:close/>
                </a:path>
              </a:pathLst>
            </a:custGeom>
            <a:solidFill>
              <a:srgbClr val="FFFF00"/>
            </a:solidFill>
          </p:spPr>
          <p:txBody>
            <a:bodyPr wrap="square" lIns="0" tIns="0" rIns="0" bIns="0" rtlCol="0"/>
            <a:lstStyle/>
            <a:p>
              <a:endParaRPr/>
            </a:p>
          </p:txBody>
        </p:sp>
        <p:sp>
          <p:nvSpPr>
            <p:cNvPr id="78" name="object 78"/>
            <p:cNvSpPr/>
            <p:nvPr/>
          </p:nvSpPr>
          <p:spPr>
            <a:xfrm>
              <a:off x="7642616" y="5531988"/>
              <a:ext cx="495934" cy="711835"/>
            </a:xfrm>
            <a:custGeom>
              <a:avLst/>
              <a:gdLst/>
              <a:ahLst/>
              <a:cxnLst/>
              <a:rect l="l" t="t" r="r" b="b"/>
              <a:pathLst>
                <a:path w="495934" h="711835">
                  <a:moveTo>
                    <a:pt x="0" y="0"/>
                  </a:moveTo>
                  <a:lnTo>
                    <a:pt x="495421" y="0"/>
                  </a:lnTo>
                  <a:lnTo>
                    <a:pt x="495421" y="90391"/>
                  </a:lnTo>
                  <a:lnTo>
                    <a:pt x="472153" y="132652"/>
                  </a:lnTo>
                  <a:lnTo>
                    <a:pt x="450162" y="173581"/>
                  </a:lnTo>
                  <a:lnTo>
                    <a:pt x="429435" y="213180"/>
                  </a:lnTo>
                  <a:lnTo>
                    <a:pt x="409955" y="251447"/>
                  </a:lnTo>
                  <a:lnTo>
                    <a:pt x="391666" y="288918"/>
                  </a:lnTo>
                  <a:lnTo>
                    <a:pt x="374507" y="326143"/>
                  </a:lnTo>
                  <a:lnTo>
                    <a:pt x="358469" y="363120"/>
                  </a:lnTo>
                  <a:lnTo>
                    <a:pt x="343540" y="399848"/>
                  </a:lnTo>
                  <a:lnTo>
                    <a:pt x="329668" y="436606"/>
                  </a:lnTo>
                  <a:lnTo>
                    <a:pt x="316854" y="473677"/>
                  </a:lnTo>
                  <a:lnTo>
                    <a:pt x="305092" y="511061"/>
                  </a:lnTo>
                  <a:lnTo>
                    <a:pt x="294375" y="548758"/>
                  </a:lnTo>
                  <a:lnTo>
                    <a:pt x="284657" y="587333"/>
                  </a:lnTo>
                  <a:lnTo>
                    <a:pt x="275882" y="627366"/>
                  </a:lnTo>
                  <a:lnTo>
                    <a:pt x="268032" y="668856"/>
                  </a:lnTo>
                  <a:lnTo>
                    <a:pt x="261091" y="711802"/>
                  </a:lnTo>
                  <a:lnTo>
                    <a:pt x="97261" y="711802"/>
                  </a:lnTo>
                  <a:lnTo>
                    <a:pt x="104796" y="670730"/>
                  </a:lnTo>
                  <a:lnTo>
                    <a:pt x="113442" y="630402"/>
                  </a:lnTo>
                  <a:lnTo>
                    <a:pt x="123180" y="590820"/>
                  </a:lnTo>
                  <a:lnTo>
                    <a:pt x="133990" y="551986"/>
                  </a:lnTo>
                  <a:lnTo>
                    <a:pt x="145871" y="513814"/>
                  </a:lnTo>
                  <a:lnTo>
                    <a:pt x="158656" y="476232"/>
                  </a:lnTo>
                  <a:lnTo>
                    <a:pt x="172343" y="439240"/>
                  </a:lnTo>
                  <a:lnTo>
                    <a:pt x="186933" y="402835"/>
                  </a:lnTo>
                  <a:lnTo>
                    <a:pt x="202309" y="366956"/>
                  </a:lnTo>
                  <a:lnTo>
                    <a:pt x="218518" y="331543"/>
                  </a:lnTo>
                  <a:lnTo>
                    <a:pt x="235539" y="296596"/>
                  </a:lnTo>
                  <a:lnTo>
                    <a:pt x="253349" y="262115"/>
                  </a:lnTo>
                  <a:lnTo>
                    <a:pt x="271881" y="228056"/>
                  </a:lnTo>
                  <a:lnTo>
                    <a:pt x="290916" y="194367"/>
                  </a:lnTo>
                  <a:lnTo>
                    <a:pt x="310476" y="161052"/>
                  </a:lnTo>
                  <a:lnTo>
                    <a:pt x="330586" y="128110"/>
                  </a:lnTo>
                  <a:lnTo>
                    <a:pt x="0" y="128110"/>
                  </a:lnTo>
                  <a:lnTo>
                    <a:pt x="0" y="0"/>
                  </a:lnTo>
                  <a:close/>
                </a:path>
              </a:pathLst>
            </a:custGeom>
            <a:ln w="12191">
              <a:solidFill>
                <a:srgbClr val="000000"/>
              </a:solidFill>
            </a:ln>
          </p:spPr>
          <p:txBody>
            <a:bodyPr wrap="square" lIns="0" tIns="0" rIns="0" bIns="0" rtlCol="0"/>
            <a:lstStyle/>
            <a:p>
              <a:endParaRPr/>
            </a:p>
          </p:txBody>
        </p:sp>
        <p:sp>
          <p:nvSpPr>
            <p:cNvPr id="79" name="object 79"/>
            <p:cNvSpPr/>
            <p:nvPr/>
          </p:nvSpPr>
          <p:spPr>
            <a:xfrm>
              <a:off x="6775704" y="5205983"/>
              <a:ext cx="2218944" cy="1345691"/>
            </a:xfrm>
            <a:prstGeom prst="rect">
              <a:avLst/>
            </a:prstGeom>
            <a:blipFill>
              <a:blip r:embed="rId29" cstate="print"/>
              <a:stretch>
                <a:fillRect/>
              </a:stretch>
            </a:blipFill>
          </p:spPr>
          <p:txBody>
            <a:bodyPr wrap="square" lIns="0" tIns="0" rIns="0" bIns="0" rtlCol="0"/>
            <a:lstStyle/>
            <a:p>
              <a:endParaRPr/>
            </a:p>
          </p:txBody>
        </p:sp>
        <p:sp>
          <p:nvSpPr>
            <p:cNvPr id="80" name="object 80"/>
            <p:cNvSpPr/>
            <p:nvPr/>
          </p:nvSpPr>
          <p:spPr>
            <a:xfrm>
              <a:off x="6912864" y="4887467"/>
              <a:ext cx="2231135" cy="1970532"/>
            </a:xfrm>
            <a:prstGeom prst="rect">
              <a:avLst/>
            </a:prstGeom>
            <a:blipFill>
              <a:blip r:embed="rId30" cstate="print"/>
              <a:stretch>
                <a:fillRect/>
              </a:stretch>
            </a:blipFill>
          </p:spPr>
          <p:txBody>
            <a:bodyPr wrap="square" lIns="0" tIns="0" rIns="0" bIns="0" rtlCol="0"/>
            <a:lstStyle/>
            <a:p>
              <a:endParaRPr/>
            </a:p>
          </p:txBody>
        </p:sp>
        <p:sp>
          <p:nvSpPr>
            <p:cNvPr id="81" name="object 81"/>
            <p:cNvSpPr/>
            <p:nvPr/>
          </p:nvSpPr>
          <p:spPr>
            <a:xfrm>
              <a:off x="6855957" y="5266563"/>
              <a:ext cx="2057400" cy="1184275"/>
            </a:xfrm>
            <a:custGeom>
              <a:avLst/>
              <a:gdLst/>
              <a:ahLst/>
              <a:cxnLst/>
              <a:rect l="l" t="t" r="r" b="b"/>
              <a:pathLst>
                <a:path w="2057400" h="1184275">
                  <a:moveTo>
                    <a:pt x="1824868" y="0"/>
                  </a:moveTo>
                  <a:lnTo>
                    <a:pt x="232409" y="0"/>
                  </a:lnTo>
                  <a:lnTo>
                    <a:pt x="185564" y="4725"/>
                  </a:lnTo>
                  <a:lnTo>
                    <a:pt x="141934" y="18278"/>
                  </a:lnTo>
                  <a:lnTo>
                    <a:pt x="102456" y="39722"/>
                  </a:lnTo>
                  <a:lnTo>
                    <a:pt x="68061" y="68121"/>
                  </a:lnTo>
                  <a:lnTo>
                    <a:pt x="39685" y="102539"/>
                  </a:lnTo>
                  <a:lnTo>
                    <a:pt x="18260" y="142039"/>
                  </a:lnTo>
                  <a:lnTo>
                    <a:pt x="4720" y="185685"/>
                  </a:lnTo>
                  <a:lnTo>
                    <a:pt x="0" y="232541"/>
                  </a:lnTo>
                  <a:lnTo>
                    <a:pt x="0" y="951512"/>
                  </a:lnTo>
                  <a:lnTo>
                    <a:pt x="4720" y="998370"/>
                  </a:lnTo>
                  <a:lnTo>
                    <a:pt x="18260" y="1042015"/>
                  </a:lnTo>
                  <a:lnTo>
                    <a:pt x="39685" y="1081511"/>
                  </a:lnTo>
                  <a:lnTo>
                    <a:pt x="68061" y="1115924"/>
                  </a:lnTo>
                  <a:lnTo>
                    <a:pt x="102456" y="1144317"/>
                  </a:lnTo>
                  <a:lnTo>
                    <a:pt x="141934" y="1165755"/>
                  </a:lnTo>
                  <a:lnTo>
                    <a:pt x="185564" y="1179304"/>
                  </a:lnTo>
                  <a:lnTo>
                    <a:pt x="232409" y="1184029"/>
                  </a:lnTo>
                  <a:lnTo>
                    <a:pt x="1824868" y="1184029"/>
                  </a:lnTo>
                  <a:lnTo>
                    <a:pt x="1871728" y="1179304"/>
                  </a:lnTo>
                  <a:lnTo>
                    <a:pt x="1915375" y="1165755"/>
                  </a:lnTo>
                  <a:lnTo>
                    <a:pt x="1954873" y="1144317"/>
                  </a:lnTo>
                  <a:lnTo>
                    <a:pt x="1989288" y="1115924"/>
                  </a:lnTo>
                  <a:lnTo>
                    <a:pt x="2017684" y="1081511"/>
                  </a:lnTo>
                  <a:lnTo>
                    <a:pt x="2039124" y="1042015"/>
                  </a:lnTo>
                  <a:lnTo>
                    <a:pt x="2052675" y="998370"/>
                  </a:lnTo>
                  <a:lnTo>
                    <a:pt x="2057399" y="951512"/>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82" name="object 82"/>
            <p:cNvSpPr/>
            <p:nvPr/>
          </p:nvSpPr>
          <p:spPr>
            <a:xfrm>
              <a:off x="6855957" y="5266563"/>
              <a:ext cx="2057400" cy="1184275"/>
            </a:xfrm>
            <a:custGeom>
              <a:avLst/>
              <a:gdLst/>
              <a:ahLst/>
              <a:cxnLst/>
              <a:rect l="l" t="t" r="r" b="b"/>
              <a:pathLst>
                <a:path w="2057400" h="1184275">
                  <a:moveTo>
                    <a:pt x="0" y="232541"/>
                  </a:moveTo>
                  <a:lnTo>
                    <a:pt x="4720" y="185685"/>
                  </a:lnTo>
                  <a:lnTo>
                    <a:pt x="18260" y="142039"/>
                  </a:lnTo>
                  <a:lnTo>
                    <a:pt x="39685" y="102539"/>
                  </a:lnTo>
                  <a:lnTo>
                    <a:pt x="68061" y="68121"/>
                  </a:lnTo>
                  <a:lnTo>
                    <a:pt x="102456" y="39722"/>
                  </a:lnTo>
                  <a:lnTo>
                    <a:pt x="141934" y="18278"/>
                  </a:lnTo>
                  <a:lnTo>
                    <a:pt x="185564" y="4725"/>
                  </a:lnTo>
                  <a:lnTo>
                    <a:pt x="232409"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12"/>
                  </a:lnTo>
                  <a:lnTo>
                    <a:pt x="2052675" y="998370"/>
                  </a:lnTo>
                  <a:lnTo>
                    <a:pt x="2039124" y="1042015"/>
                  </a:lnTo>
                  <a:lnTo>
                    <a:pt x="2017684" y="1081511"/>
                  </a:lnTo>
                  <a:lnTo>
                    <a:pt x="1989288" y="1115924"/>
                  </a:lnTo>
                  <a:lnTo>
                    <a:pt x="1954873" y="1144317"/>
                  </a:lnTo>
                  <a:lnTo>
                    <a:pt x="1915375" y="1165755"/>
                  </a:lnTo>
                  <a:lnTo>
                    <a:pt x="1871728" y="1179304"/>
                  </a:lnTo>
                  <a:lnTo>
                    <a:pt x="1824868" y="1184029"/>
                  </a:lnTo>
                  <a:lnTo>
                    <a:pt x="232409" y="1184029"/>
                  </a:lnTo>
                  <a:lnTo>
                    <a:pt x="185564" y="1179304"/>
                  </a:lnTo>
                  <a:lnTo>
                    <a:pt x="141934" y="1165755"/>
                  </a:lnTo>
                  <a:lnTo>
                    <a:pt x="102456" y="1144317"/>
                  </a:lnTo>
                  <a:lnTo>
                    <a:pt x="68061" y="1115924"/>
                  </a:lnTo>
                  <a:lnTo>
                    <a:pt x="39685" y="1081511"/>
                  </a:lnTo>
                  <a:lnTo>
                    <a:pt x="18260" y="1042015"/>
                  </a:lnTo>
                  <a:lnTo>
                    <a:pt x="4720" y="998370"/>
                  </a:lnTo>
                  <a:lnTo>
                    <a:pt x="0" y="951512"/>
                  </a:lnTo>
                  <a:lnTo>
                    <a:pt x="0" y="232541"/>
                  </a:lnTo>
                  <a:close/>
                </a:path>
              </a:pathLst>
            </a:custGeom>
            <a:ln w="76199">
              <a:solidFill>
                <a:srgbClr val="00AF50"/>
              </a:solidFill>
            </a:ln>
          </p:spPr>
          <p:txBody>
            <a:bodyPr wrap="square" lIns="0" tIns="0" rIns="0" bIns="0" rtlCol="0"/>
            <a:lstStyle/>
            <a:p>
              <a:endParaRPr/>
            </a:p>
          </p:txBody>
        </p:sp>
        <p:sp>
          <p:nvSpPr>
            <p:cNvPr id="83" name="object 83"/>
            <p:cNvSpPr/>
            <p:nvPr/>
          </p:nvSpPr>
          <p:spPr>
            <a:xfrm>
              <a:off x="6954012" y="4908802"/>
              <a:ext cx="1895855" cy="1949195"/>
            </a:xfrm>
            <a:prstGeom prst="rect">
              <a:avLst/>
            </a:prstGeom>
            <a:blipFill>
              <a:blip r:embed="rId31" cstate="print"/>
              <a:stretch>
                <a:fillRect/>
              </a:stretch>
            </a:blipFill>
          </p:spPr>
          <p:txBody>
            <a:bodyPr wrap="square" lIns="0" tIns="0" rIns="0" bIns="0" rtlCol="0"/>
            <a:lstStyle/>
            <a:p>
              <a:endParaRPr/>
            </a:p>
          </p:txBody>
        </p:sp>
        <p:sp>
          <p:nvSpPr>
            <p:cNvPr id="84" name="object 84"/>
            <p:cNvSpPr/>
            <p:nvPr/>
          </p:nvSpPr>
          <p:spPr>
            <a:xfrm>
              <a:off x="7631064" y="5506723"/>
              <a:ext cx="505459" cy="735330"/>
            </a:xfrm>
            <a:custGeom>
              <a:avLst/>
              <a:gdLst/>
              <a:ahLst/>
              <a:cxnLst/>
              <a:rect l="l" t="t" r="r" b="b"/>
              <a:pathLst>
                <a:path w="505459" h="735329">
                  <a:moveTo>
                    <a:pt x="254111" y="0"/>
                  </a:moveTo>
                  <a:lnTo>
                    <a:pt x="206433" y="3536"/>
                  </a:lnTo>
                  <a:lnTo>
                    <a:pt x="162549" y="14215"/>
                  </a:lnTo>
                  <a:lnTo>
                    <a:pt x="123512" y="31143"/>
                  </a:lnTo>
                  <a:lnTo>
                    <a:pt x="90281" y="53589"/>
                  </a:lnTo>
                  <a:lnTo>
                    <a:pt x="63364" y="81294"/>
                  </a:lnTo>
                  <a:lnTo>
                    <a:pt x="42915" y="113705"/>
                  </a:lnTo>
                  <a:lnTo>
                    <a:pt x="30049" y="149933"/>
                  </a:lnTo>
                  <a:lnTo>
                    <a:pt x="25755" y="189155"/>
                  </a:lnTo>
                  <a:lnTo>
                    <a:pt x="27636" y="214132"/>
                  </a:lnTo>
                  <a:lnTo>
                    <a:pt x="42600" y="260664"/>
                  </a:lnTo>
                  <a:lnTo>
                    <a:pt x="72006" y="302236"/>
                  </a:lnTo>
                  <a:lnTo>
                    <a:pt x="113910" y="336609"/>
                  </a:lnTo>
                  <a:lnTo>
                    <a:pt x="139446" y="350958"/>
                  </a:lnTo>
                  <a:lnTo>
                    <a:pt x="122394" y="357333"/>
                  </a:lnTo>
                  <a:lnTo>
                    <a:pt x="78211" y="381475"/>
                  </a:lnTo>
                  <a:lnTo>
                    <a:pt x="43990" y="412188"/>
                  </a:lnTo>
                  <a:lnTo>
                    <a:pt x="19579" y="448238"/>
                  </a:lnTo>
                  <a:lnTo>
                    <a:pt x="4912" y="488706"/>
                  </a:lnTo>
                  <a:lnTo>
                    <a:pt x="0" y="532113"/>
                  </a:lnTo>
                  <a:lnTo>
                    <a:pt x="1186" y="554217"/>
                  </a:lnTo>
                  <a:lnTo>
                    <a:pt x="10647" y="595543"/>
                  </a:lnTo>
                  <a:lnTo>
                    <a:pt x="29243" y="632834"/>
                  </a:lnTo>
                  <a:lnTo>
                    <a:pt x="55399" y="664968"/>
                  </a:lnTo>
                  <a:lnTo>
                    <a:pt x="88797" y="691680"/>
                  </a:lnTo>
                  <a:lnTo>
                    <a:pt x="128753" y="712406"/>
                  </a:lnTo>
                  <a:lnTo>
                    <a:pt x="174890" y="726890"/>
                  </a:lnTo>
                  <a:lnTo>
                    <a:pt x="225610" y="734213"/>
                  </a:lnTo>
                  <a:lnTo>
                    <a:pt x="252587" y="735128"/>
                  </a:lnTo>
                  <a:lnTo>
                    <a:pt x="280065" y="734197"/>
                  </a:lnTo>
                  <a:lnTo>
                    <a:pt x="331317" y="726750"/>
                  </a:lnTo>
                  <a:lnTo>
                    <a:pt x="377511" y="712026"/>
                  </a:lnTo>
                  <a:lnTo>
                    <a:pt x="417516" y="691054"/>
                  </a:lnTo>
                  <a:lnTo>
                    <a:pt x="450909" y="664115"/>
                  </a:lnTo>
                  <a:lnTo>
                    <a:pt x="476820" y="631855"/>
                  </a:lnTo>
                  <a:lnTo>
                    <a:pt x="481793" y="622947"/>
                  </a:lnTo>
                  <a:lnTo>
                    <a:pt x="253105" y="622947"/>
                  </a:lnTo>
                  <a:lnTo>
                    <a:pt x="241500" y="622498"/>
                  </a:lnTo>
                  <a:lnTo>
                    <a:pt x="200955" y="611767"/>
                  </a:lnTo>
                  <a:lnTo>
                    <a:pt x="170605" y="588082"/>
                  </a:lnTo>
                  <a:lnTo>
                    <a:pt x="152578" y="552403"/>
                  </a:lnTo>
                  <a:lnTo>
                    <a:pt x="148437" y="518720"/>
                  </a:lnTo>
                  <a:lnTo>
                    <a:pt x="148938" y="507522"/>
                  </a:lnTo>
                  <a:lnTo>
                    <a:pt x="160689" y="467171"/>
                  </a:lnTo>
                  <a:lnTo>
                    <a:pt x="185456" y="436357"/>
                  </a:lnTo>
                  <a:lnTo>
                    <a:pt x="221323" y="417826"/>
                  </a:lnTo>
                  <a:lnTo>
                    <a:pt x="253105" y="413491"/>
                  </a:lnTo>
                  <a:lnTo>
                    <a:pt x="463867" y="413491"/>
                  </a:lnTo>
                  <a:lnTo>
                    <a:pt x="460100" y="408854"/>
                  </a:lnTo>
                  <a:lnTo>
                    <a:pt x="425317" y="378000"/>
                  </a:lnTo>
                  <a:lnTo>
                    <a:pt x="381165" y="353852"/>
                  </a:lnTo>
                  <a:lnTo>
                    <a:pt x="364357" y="347484"/>
                  </a:lnTo>
                  <a:lnTo>
                    <a:pt x="390856" y="333167"/>
                  </a:lnTo>
                  <a:lnTo>
                    <a:pt x="414341" y="317020"/>
                  </a:lnTo>
                  <a:lnTo>
                    <a:pt x="434802" y="299041"/>
                  </a:lnTo>
                  <a:lnTo>
                    <a:pt x="439350" y="293869"/>
                  </a:lnTo>
                  <a:lnTo>
                    <a:pt x="255117" y="293869"/>
                  </a:lnTo>
                  <a:lnTo>
                    <a:pt x="246552" y="293436"/>
                  </a:lnTo>
                  <a:lnTo>
                    <a:pt x="207459" y="278615"/>
                  </a:lnTo>
                  <a:lnTo>
                    <a:pt x="180601" y="247065"/>
                  </a:lnTo>
                  <a:lnTo>
                    <a:pt x="170291" y="203536"/>
                  </a:lnTo>
                  <a:lnTo>
                    <a:pt x="170676" y="194246"/>
                  </a:lnTo>
                  <a:lnTo>
                    <a:pt x="183916" y="152541"/>
                  </a:lnTo>
                  <a:lnTo>
                    <a:pt x="213054" y="123816"/>
                  </a:lnTo>
                  <a:lnTo>
                    <a:pt x="255117" y="112705"/>
                  </a:lnTo>
                  <a:lnTo>
                    <a:pt x="467106" y="112705"/>
                  </a:lnTo>
                  <a:lnTo>
                    <a:pt x="457788" y="96152"/>
                  </a:lnTo>
                  <a:lnTo>
                    <a:pt x="419709" y="53340"/>
                  </a:lnTo>
                  <a:lnTo>
                    <a:pt x="386200" y="31063"/>
                  </a:lnTo>
                  <a:lnTo>
                    <a:pt x="346953" y="14215"/>
                  </a:lnTo>
                  <a:lnTo>
                    <a:pt x="302670" y="3536"/>
                  </a:lnTo>
                  <a:lnTo>
                    <a:pt x="278918" y="881"/>
                  </a:lnTo>
                  <a:lnTo>
                    <a:pt x="254111" y="0"/>
                  </a:lnTo>
                  <a:close/>
                </a:path>
                <a:path w="505459" h="735329">
                  <a:moveTo>
                    <a:pt x="463867" y="413491"/>
                  </a:moveTo>
                  <a:lnTo>
                    <a:pt x="253105" y="413491"/>
                  </a:lnTo>
                  <a:lnTo>
                    <a:pt x="264723" y="414018"/>
                  </a:lnTo>
                  <a:lnTo>
                    <a:pt x="275752" y="415600"/>
                  </a:lnTo>
                  <a:lnTo>
                    <a:pt x="313863" y="431796"/>
                  </a:lnTo>
                  <a:lnTo>
                    <a:pt x="341334" y="459963"/>
                  </a:lnTo>
                  <a:lnTo>
                    <a:pt x="355979" y="497876"/>
                  </a:lnTo>
                  <a:lnTo>
                    <a:pt x="357865" y="518720"/>
                  </a:lnTo>
                  <a:lnTo>
                    <a:pt x="357368" y="530352"/>
                  </a:lnTo>
                  <a:lnTo>
                    <a:pt x="345569" y="571204"/>
                  </a:lnTo>
                  <a:lnTo>
                    <a:pt x="320816" y="600984"/>
                  </a:lnTo>
                  <a:lnTo>
                    <a:pt x="285299" y="618761"/>
                  </a:lnTo>
                  <a:lnTo>
                    <a:pt x="253105" y="622947"/>
                  </a:lnTo>
                  <a:lnTo>
                    <a:pt x="481793" y="622947"/>
                  </a:lnTo>
                  <a:lnTo>
                    <a:pt x="500694" y="574241"/>
                  </a:lnTo>
                  <a:lnTo>
                    <a:pt x="505250" y="532113"/>
                  </a:lnTo>
                  <a:lnTo>
                    <a:pt x="505317" y="530352"/>
                  </a:lnTo>
                  <a:lnTo>
                    <a:pt x="504758" y="515629"/>
                  </a:lnTo>
                  <a:lnTo>
                    <a:pt x="496305" y="472308"/>
                  </a:lnTo>
                  <a:lnTo>
                    <a:pt x="477887" y="432619"/>
                  </a:lnTo>
                  <a:lnTo>
                    <a:pt x="469513" y="420444"/>
                  </a:lnTo>
                  <a:lnTo>
                    <a:pt x="463867" y="413491"/>
                  </a:lnTo>
                  <a:close/>
                </a:path>
                <a:path w="505459" h="735329">
                  <a:moveTo>
                    <a:pt x="467106" y="112705"/>
                  </a:moveTo>
                  <a:lnTo>
                    <a:pt x="255117" y="112705"/>
                  </a:lnTo>
                  <a:lnTo>
                    <a:pt x="264027" y="113156"/>
                  </a:lnTo>
                  <a:lnTo>
                    <a:pt x="272464" y="114449"/>
                  </a:lnTo>
                  <a:lnTo>
                    <a:pt x="309836" y="133016"/>
                  </a:lnTo>
                  <a:lnTo>
                    <a:pt x="333999" y="167557"/>
                  </a:lnTo>
                  <a:lnTo>
                    <a:pt x="340461" y="203536"/>
                  </a:lnTo>
                  <a:lnTo>
                    <a:pt x="340054" y="212827"/>
                  </a:lnTo>
                  <a:lnTo>
                    <a:pt x="325846" y="254165"/>
                  </a:lnTo>
                  <a:lnTo>
                    <a:pt x="295853" y="283129"/>
                  </a:lnTo>
                  <a:lnTo>
                    <a:pt x="255117" y="293869"/>
                  </a:lnTo>
                  <a:lnTo>
                    <a:pt x="439350" y="293869"/>
                  </a:lnTo>
                  <a:lnTo>
                    <a:pt x="466092" y="257932"/>
                  </a:lnTo>
                  <a:lnTo>
                    <a:pt x="481995" y="211896"/>
                  </a:lnTo>
                  <a:lnTo>
                    <a:pt x="483991" y="187153"/>
                  </a:lnTo>
                  <a:lnTo>
                    <a:pt x="482922" y="167425"/>
                  </a:lnTo>
                  <a:lnTo>
                    <a:pt x="479732" y="148442"/>
                  </a:lnTo>
                  <a:lnTo>
                    <a:pt x="474450" y="130203"/>
                  </a:lnTo>
                  <a:lnTo>
                    <a:pt x="467106" y="112705"/>
                  </a:lnTo>
                  <a:close/>
                </a:path>
              </a:pathLst>
            </a:custGeom>
            <a:solidFill>
              <a:srgbClr val="FFFF00"/>
            </a:solidFill>
          </p:spPr>
          <p:txBody>
            <a:bodyPr wrap="square" lIns="0" tIns="0" rIns="0" bIns="0" rtlCol="0"/>
            <a:lstStyle/>
            <a:p>
              <a:endParaRPr/>
            </a:p>
          </p:txBody>
        </p:sp>
        <p:sp>
          <p:nvSpPr>
            <p:cNvPr id="85" name="object 85"/>
            <p:cNvSpPr/>
            <p:nvPr/>
          </p:nvSpPr>
          <p:spPr>
            <a:xfrm>
              <a:off x="7773405" y="5914119"/>
              <a:ext cx="221620" cy="221647"/>
            </a:xfrm>
            <a:prstGeom prst="rect">
              <a:avLst/>
            </a:prstGeom>
            <a:blipFill>
              <a:blip r:embed="rId32" cstate="print"/>
              <a:stretch>
                <a:fillRect/>
              </a:stretch>
            </a:blipFill>
          </p:spPr>
          <p:txBody>
            <a:bodyPr wrap="square" lIns="0" tIns="0" rIns="0" bIns="0" rtlCol="0"/>
            <a:lstStyle/>
            <a:p>
              <a:endParaRPr/>
            </a:p>
          </p:txBody>
        </p:sp>
        <p:sp>
          <p:nvSpPr>
            <p:cNvPr id="86" name="object 86"/>
            <p:cNvSpPr/>
            <p:nvPr/>
          </p:nvSpPr>
          <p:spPr>
            <a:xfrm>
              <a:off x="7795259" y="5613333"/>
              <a:ext cx="182361" cy="193355"/>
            </a:xfrm>
            <a:prstGeom prst="rect">
              <a:avLst/>
            </a:prstGeom>
            <a:blipFill>
              <a:blip r:embed="rId33" cstate="print"/>
              <a:stretch>
                <a:fillRect/>
              </a:stretch>
            </a:blipFill>
          </p:spPr>
          <p:txBody>
            <a:bodyPr wrap="square" lIns="0" tIns="0" rIns="0" bIns="0" rtlCol="0"/>
            <a:lstStyle/>
            <a:p>
              <a:endParaRPr/>
            </a:p>
          </p:txBody>
        </p:sp>
        <p:sp>
          <p:nvSpPr>
            <p:cNvPr id="87" name="object 87"/>
            <p:cNvSpPr/>
            <p:nvPr/>
          </p:nvSpPr>
          <p:spPr>
            <a:xfrm>
              <a:off x="7631064" y="5506723"/>
              <a:ext cx="505459" cy="735330"/>
            </a:xfrm>
            <a:custGeom>
              <a:avLst/>
              <a:gdLst/>
              <a:ahLst/>
              <a:cxnLst/>
              <a:rect l="l" t="t" r="r" b="b"/>
              <a:pathLst>
                <a:path w="505459" h="735329">
                  <a:moveTo>
                    <a:pt x="254111" y="0"/>
                  </a:moveTo>
                  <a:lnTo>
                    <a:pt x="302670" y="3536"/>
                  </a:lnTo>
                  <a:lnTo>
                    <a:pt x="346953" y="14215"/>
                  </a:lnTo>
                  <a:lnTo>
                    <a:pt x="386200" y="31063"/>
                  </a:lnTo>
                  <a:lnTo>
                    <a:pt x="419709" y="53339"/>
                  </a:lnTo>
                  <a:lnTo>
                    <a:pt x="446791" y="80744"/>
                  </a:lnTo>
                  <a:lnTo>
                    <a:pt x="474450" y="130203"/>
                  </a:lnTo>
                  <a:lnTo>
                    <a:pt x="482922" y="167425"/>
                  </a:lnTo>
                  <a:lnTo>
                    <a:pt x="483991" y="187153"/>
                  </a:lnTo>
                  <a:lnTo>
                    <a:pt x="481995" y="211896"/>
                  </a:lnTo>
                  <a:lnTo>
                    <a:pt x="466092" y="257932"/>
                  </a:lnTo>
                  <a:lnTo>
                    <a:pt x="434802" y="299040"/>
                  </a:lnTo>
                  <a:lnTo>
                    <a:pt x="390856" y="333167"/>
                  </a:lnTo>
                  <a:lnTo>
                    <a:pt x="364357" y="347484"/>
                  </a:lnTo>
                  <a:lnTo>
                    <a:pt x="381165" y="353852"/>
                  </a:lnTo>
                  <a:lnTo>
                    <a:pt x="425317" y="378000"/>
                  </a:lnTo>
                  <a:lnTo>
                    <a:pt x="460100" y="408854"/>
                  </a:lnTo>
                  <a:lnTo>
                    <a:pt x="485138" y="445322"/>
                  </a:lnTo>
                  <a:lnTo>
                    <a:pt x="500235" y="486469"/>
                  </a:lnTo>
                  <a:lnTo>
                    <a:pt x="505327" y="530626"/>
                  </a:lnTo>
                  <a:lnTo>
                    <a:pt x="504165" y="552946"/>
                  </a:lnTo>
                  <a:lnTo>
                    <a:pt x="494938" y="594514"/>
                  </a:lnTo>
                  <a:lnTo>
                    <a:pt x="476820" y="631855"/>
                  </a:lnTo>
                  <a:lnTo>
                    <a:pt x="450909" y="664115"/>
                  </a:lnTo>
                  <a:lnTo>
                    <a:pt x="417516" y="691054"/>
                  </a:lnTo>
                  <a:lnTo>
                    <a:pt x="377511" y="712026"/>
                  </a:lnTo>
                  <a:lnTo>
                    <a:pt x="331317" y="726750"/>
                  </a:lnTo>
                  <a:lnTo>
                    <a:pt x="280065" y="734197"/>
                  </a:lnTo>
                  <a:lnTo>
                    <a:pt x="252587" y="735128"/>
                  </a:lnTo>
                  <a:lnTo>
                    <a:pt x="225610" y="734213"/>
                  </a:lnTo>
                  <a:lnTo>
                    <a:pt x="174890" y="726890"/>
                  </a:lnTo>
                  <a:lnTo>
                    <a:pt x="128753" y="712406"/>
                  </a:lnTo>
                  <a:lnTo>
                    <a:pt x="88797" y="691680"/>
                  </a:lnTo>
                  <a:lnTo>
                    <a:pt x="55399" y="664968"/>
                  </a:lnTo>
                  <a:lnTo>
                    <a:pt x="29243" y="632834"/>
                  </a:lnTo>
                  <a:lnTo>
                    <a:pt x="10647" y="595543"/>
                  </a:lnTo>
                  <a:lnTo>
                    <a:pt x="1186" y="554217"/>
                  </a:lnTo>
                  <a:lnTo>
                    <a:pt x="0" y="532113"/>
                  </a:lnTo>
                  <a:lnTo>
                    <a:pt x="543" y="517366"/>
                  </a:lnTo>
                  <a:lnTo>
                    <a:pt x="8747" y="474796"/>
                  </a:lnTo>
                  <a:lnTo>
                    <a:pt x="26642" y="435706"/>
                  </a:lnTo>
                  <a:lnTo>
                    <a:pt x="54300" y="401329"/>
                  </a:lnTo>
                  <a:lnTo>
                    <a:pt x="91765" y="372590"/>
                  </a:lnTo>
                  <a:lnTo>
                    <a:pt x="139445" y="350958"/>
                  </a:lnTo>
                  <a:lnTo>
                    <a:pt x="113910" y="336609"/>
                  </a:lnTo>
                  <a:lnTo>
                    <a:pt x="72006" y="302236"/>
                  </a:lnTo>
                  <a:lnTo>
                    <a:pt x="42600" y="260664"/>
                  </a:lnTo>
                  <a:lnTo>
                    <a:pt x="27636" y="214132"/>
                  </a:lnTo>
                  <a:lnTo>
                    <a:pt x="25755" y="189155"/>
                  </a:lnTo>
                  <a:lnTo>
                    <a:pt x="26829" y="169169"/>
                  </a:lnTo>
                  <a:lnTo>
                    <a:pt x="35412" y="131445"/>
                  </a:lnTo>
                  <a:lnTo>
                    <a:pt x="52318" y="96913"/>
                  </a:lnTo>
                  <a:lnTo>
                    <a:pt x="76027" y="66852"/>
                  </a:lnTo>
                  <a:lnTo>
                    <a:pt x="106168" y="41688"/>
                  </a:lnTo>
                  <a:lnTo>
                    <a:pt x="142308" y="21978"/>
                  </a:lnTo>
                  <a:lnTo>
                    <a:pt x="184005" y="7976"/>
                  </a:lnTo>
                  <a:lnTo>
                    <a:pt x="229809" y="881"/>
                  </a:lnTo>
                  <a:lnTo>
                    <a:pt x="254111" y="0"/>
                  </a:lnTo>
                  <a:close/>
                </a:path>
              </a:pathLst>
            </a:custGeom>
            <a:ln w="12191">
              <a:solidFill>
                <a:srgbClr val="000000"/>
              </a:solidFill>
            </a:ln>
          </p:spPr>
          <p:txBody>
            <a:bodyPr wrap="square" lIns="0" tIns="0" rIns="0" bIns="0" rtlCol="0"/>
            <a:lstStyle/>
            <a:p>
              <a:endParaRPr/>
            </a:p>
          </p:txBody>
        </p:sp>
        <p:sp>
          <p:nvSpPr>
            <p:cNvPr id="88" name="object 88"/>
            <p:cNvSpPr/>
            <p:nvPr/>
          </p:nvSpPr>
          <p:spPr>
            <a:xfrm>
              <a:off x="6743700" y="5213603"/>
              <a:ext cx="2218944" cy="1345692"/>
            </a:xfrm>
            <a:prstGeom prst="rect">
              <a:avLst/>
            </a:prstGeom>
            <a:blipFill>
              <a:blip r:embed="rId34" cstate="print"/>
              <a:stretch>
                <a:fillRect/>
              </a:stretch>
            </a:blipFill>
          </p:spPr>
          <p:txBody>
            <a:bodyPr wrap="square" lIns="0" tIns="0" rIns="0" bIns="0" rtlCol="0"/>
            <a:lstStyle/>
            <a:p>
              <a:endParaRPr/>
            </a:p>
          </p:txBody>
        </p:sp>
        <p:sp>
          <p:nvSpPr>
            <p:cNvPr id="89" name="object 89"/>
            <p:cNvSpPr/>
            <p:nvPr/>
          </p:nvSpPr>
          <p:spPr>
            <a:xfrm>
              <a:off x="6880860" y="4895086"/>
              <a:ext cx="2258568" cy="1962912"/>
            </a:xfrm>
            <a:prstGeom prst="rect">
              <a:avLst/>
            </a:prstGeom>
            <a:blipFill>
              <a:blip r:embed="rId35" cstate="print"/>
              <a:stretch>
                <a:fillRect/>
              </a:stretch>
            </a:blipFill>
          </p:spPr>
          <p:txBody>
            <a:bodyPr wrap="square" lIns="0" tIns="0" rIns="0" bIns="0" rtlCol="0"/>
            <a:lstStyle/>
            <a:p>
              <a:endParaRPr/>
            </a:p>
          </p:txBody>
        </p:sp>
        <p:sp>
          <p:nvSpPr>
            <p:cNvPr id="90" name="object 90"/>
            <p:cNvSpPr/>
            <p:nvPr/>
          </p:nvSpPr>
          <p:spPr>
            <a:xfrm>
              <a:off x="6823831" y="5274051"/>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70"/>
                  </a:lnTo>
                  <a:lnTo>
                    <a:pt x="4720" y="998436"/>
                  </a:lnTo>
                  <a:lnTo>
                    <a:pt x="18262" y="1042085"/>
                  </a:lnTo>
                  <a:lnTo>
                    <a:pt x="39691" y="1081584"/>
                  </a:lnTo>
                  <a:lnTo>
                    <a:pt x="68077" y="1115997"/>
                  </a:lnTo>
                  <a:lnTo>
                    <a:pt x="102486" y="1144389"/>
                  </a:lnTo>
                  <a:lnTo>
                    <a:pt x="141986" y="1165827"/>
                  </a:lnTo>
                  <a:lnTo>
                    <a:pt x="185645" y="1179375"/>
                  </a:lnTo>
                  <a:lnTo>
                    <a:pt x="232531" y="1184099"/>
                  </a:lnTo>
                  <a:lnTo>
                    <a:pt x="1824868" y="1184099"/>
                  </a:lnTo>
                  <a:lnTo>
                    <a:pt x="1871728" y="1179375"/>
                  </a:lnTo>
                  <a:lnTo>
                    <a:pt x="1915375" y="1165827"/>
                  </a:lnTo>
                  <a:lnTo>
                    <a:pt x="1954873" y="1144389"/>
                  </a:lnTo>
                  <a:lnTo>
                    <a:pt x="1989288" y="1115997"/>
                  </a:lnTo>
                  <a:lnTo>
                    <a:pt x="2017684" y="1081584"/>
                  </a:lnTo>
                  <a:lnTo>
                    <a:pt x="2039124" y="1042085"/>
                  </a:lnTo>
                  <a:lnTo>
                    <a:pt x="2052675" y="998436"/>
                  </a:lnTo>
                  <a:lnTo>
                    <a:pt x="2057399" y="95157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91" name="object 91"/>
            <p:cNvSpPr/>
            <p:nvPr/>
          </p:nvSpPr>
          <p:spPr>
            <a:xfrm>
              <a:off x="6823831" y="5274051"/>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70"/>
                  </a:lnTo>
                  <a:lnTo>
                    <a:pt x="2052675" y="998436"/>
                  </a:lnTo>
                  <a:lnTo>
                    <a:pt x="2039124" y="1042085"/>
                  </a:lnTo>
                  <a:lnTo>
                    <a:pt x="2017684" y="1081584"/>
                  </a:lnTo>
                  <a:lnTo>
                    <a:pt x="1989288" y="1115997"/>
                  </a:lnTo>
                  <a:lnTo>
                    <a:pt x="1954873" y="1144389"/>
                  </a:lnTo>
                  <a:lnTo>
                    <a:pt x="1915375" y="1165827"/>
                  </a:lnTo>
                  <a:lnTo>
                    <a:pt x="1871728" y="1179375"/>
                  </a:lnTo>
                  <a:lnTo>
                    <a:pt x="1824868" y="1184099"/>
                  </a:lnTo>
                  <a:lnTo>
                    <a:pt x="232531" y="1184099"/>
                  </a:lnTo>
                  <a:lnTo>
                    <a:pt x="185645" y="1179375"/>
                  </a:lnTo>
                  <a:lnTo>
                    <a:pt x="141986" y="1165827"/>
                  </a:lnTo>
                  <a:lnTo>
                    <a:pt x="102486" y="1144389"/>
                  </a:lnTo>
                  <a:lnTo>
                    <a:pt x="68077" y="1115997"/>
                  </a:lnTo>
                  <a:lnTo>
                    <a:pt x="39691" y="1081584"/>
                  </a:lnTo>
                  <a:lnTo>
                    <a:pt x="18262" y="1042085"/>
                  </a:lnTo>
                  <a:lnTo>
                    <a:pt x="4720" y="998436"/>
                  </a:lnTo>
                  <a:lnTo>
                    <a:pt x="0" y="951570"/>
                  </a:lnTo>
                  <a:lnTo>
                    <a:pt x="0" y="232541"/>
                  </a:lnTo>
                  <a:close/>
                </a:path>
              </a:pathLst>
            </a:custGeom>
            <a:ln w="76199">
              <a:solidFill>
                <a:srgbClr val="00AF50"/>
              </a:solidFill>
            </a:ln>
          </p:spPr>
          <p:txBody>
            <a:bodyPr wrap="square" lIns="0" tIns="0" rIns="0" bIns="0" rtlCol="0"/>
            <a:lstStyle/>
            <a:p>
              <a:endParaRPr/>
            </a:p>
          </p:txBody>
        </p:sp>
        <p:sp>
          <p:nvSpPr>
            <p:cNvPr id="92" name="object 92"/>
            <p:cNvSpPr/>
            <p:nvPr/>
          </p:nvSpPr>
          <p:spPr>
            <a:xfrm>
              <a:off x="6922008" y="4916422"/>
              <a:ext cx="1895855" cy="1941576"/>
            </a:xfrm>
            <a:prstGeom prst="rect">
              <a:avLst/>
            </a:prstGeom>
            <a:blipFill>
              <a:blip r:embed="rId36" cstate="print"/>
              <a:stretch>
                <a:fillRect/>
              </a:stretch>
            </a:blipFill>
          </p:spPr>
          <p:txBody>
            <a:bodyPr wrap="square" lIns="0" tIns="0" rIns="0" bIns="0" rtlCol="0"/>
            <a:lstStyle/>
            <a:p>
              <a:endParaRPr/>
            </a:p>
          </p:txBody>
        </p:sp>
        <p:sp>
          <p:nvSpPr>
            <p:cNvPr id="93" name="object 93"/>
            <p:cNvSpPr/>
            <p:nvPr/>
          </p:nvSpPr>
          <p:spPr>
            <a:xfrm>
              <a:off x="7598028" y="5514344"/>
              <a:ext cx="501015" cy="736600"/>
            </a:xfrm>
            <a:custGeom>
              <a:avLst/>
              <a:gdLst/>
              <a:ahLst/>
              <a:cxnLst/>
              <a:rect l="l" t="t" r="r" b="b"/>
              <a:pathLst>
                <a:path w="501015" h="736600">
                  <a:moveTo>
                    <a:pt x="40655" y="579202"/>
                  </a:moveTo>
                  <a:lnTo>
                    <a:pt x="40655" y="708266"/>
                  </a:lnTo>
                  <a:lnTo>
                    <a:pt x="73703" y="720422"/>
                  </a:lnTo>
                  <a:lnTo>
                    <a:pt x="109788" y="729102"/>
                  </a:lnTo>
                  <a:lnTo>
                    <a:pt x="148896" y="734308"/>
                  </a:lnTo>
                  <a:lnTo>
                    <a:pt x="191013" y="736043"/>
                  </a:lnTo>
                  <a:lnTo>
                    <a:pt x="226633" y="734308"/>
                  </a:lnTo>
                  <a:lnTo>
                    <a:pt x="291826" y="720553"/>
                  </a:lnTo>
                  <a:lnTo>
                    <a:pt x="349238" y="693224"/>
                  </a:lnTo>
                  <a:lnTo>
                    <a:pt x="398000" y="653644"/>
                  </a:lnTo>
                  <a:lnTo>
                    <a:pt x="428342" y="615933"/>
                  </a:lnTo>
                  <a:lnTo>
                    <a:pt x="175651" y="615933"/>
                  </a:lnTo>
                  <a:lnTo>
                    <a:pt x="137628" y="613638"/>
                  </a:lnTo>
                  <a:lnTo>
                    <a:pt x="102438" y="606752"/>
                  </a:lnTo>
                  <a:lnTo>
                    <a:pt x="70107" y="595273"/>
                  </a:lnTo>
                  <a:lnTo>
                    <a:pt x="40655" y="579202"/>
                  </a:lnTo>
                  <a:close/>
                </a:path>
                <a:path w="501015" h="736600">
                  <a:moveTo>
                    <a:pt x="497573" y="400525"/>
                  </a:moveTo>
                  <a:lnTo>
                    <a:pt x="345455" y="400525"/>
                  </a:lnTo>
                  <a:lnTo>
                    <a:pt x="348351" y="401513"/>
                  </a:lnTo>
                  <a:lnTo>
                    <a:pt x="345265" y="450557"/>
                  </a:lnTo>
                  <a:lnTo>
                    <a:pt x="336555" y="493461"/>
                  </a:lnTo>
                  <a:lnTo>
                    <a:pt x="322222" y="530224"/>
                  </a:lnTo>
                  <a:lnTo>
                    <a:pt x="277214" y="584948"/>
                  </a:lnTo>
                  <a:lnTo>
                    <a:pt x="213921" y="612491"/>
                  </a:lnTo>
                  <a:lnTo>
                    <a:pt x="175651" y="615933"/>
                  </a:lnTo>
                  <a:lnTo>
                    <a:pt x="428342" y="615933"/>
                  </a:lnTo>
                  <a:lnTo>
                    <a:pt x="454280" y="571950"/>
                  </a:lnTo>
                  <a:lnTo>
                    <a:pt x="479933" y="503014"/>
                  </a:lnTo>
                  <a:lnTo>
                    <a:pt x="489024" y="464411"/>
                  </a:lnTo>
                  <a:lnTo>
                    <a:pt x="495531" y="423293"/>
                  </a:lnTo>
                  <a:lnTo>
                    <a:pt x="497573" y="400525"/>
                  </a:lnTo>
                  <a:close/>
                </a:path>
                <a:path w="501015" h="736600">
                  <a:moveTo>
                    <a:pt x="251089" y="0"/>
                  </a:moveTo>
                  <a:lnTo>
                    <a:pt x="197494" y="4506"/>
                  </a:lnTo>
                  <a:lnTo>
                    <a:pt x="148859" y="18156"/>
                  </a:lnTo>
                  <a:lnTo>
                    <a:pt x="106005" y="40000"/>
                  </a:lnTo>
                  <a:lnTo>
                    <a:pt x="69733" y="69460"/>
                  </a:lnTo>
                  <a:lnTo>
                    <a:pt x="40339" y="105948"/>
                  </a:lnTo>
                  <a:lnTo>
                    <a:pt x="18283" y="148876"/>
                  </a:lnTo>
                  <a:lnTo>
                    <a:pt x="4567" y="197522"/>
                  </a:lnTo>
                  <a:lnTo>
                    <a:pt x="0" y="251238"/>
                  </a:lnTo>
                  <a:lnTo>
                    <a:pt x="930" y="274699"/>
                  </a:lnTo>
                  <a:lnTo>
                    <a:pt x="8469" y="318877"/>
                  </a:lnTo>
                  <a:lnTo>
                    <a:pt x="23397" y="358880"/>
                  </a:lnTo>
                  <a:lnTo>
                    <a:pt x="44491" y="393499"/>
                  </a:lnTo>
                  <a:lnTo>
                    <a:pt x="71417" y="422445"/>
                  </a:lnTo>
                  <a:lnTo>
                    <a:pt x="103421" y="445153"/>
                  </a:lnTo>
                  <a:lnTo>
                    <a:pt x="140190" y="461298"/>
                  </a:lnTo>
                  <a:lnTo>
                    <a:pt x="180524" y="469486"/>
                  </a:lnTo>
                  <a:lnTo>
                    <a:pt x="201925" y="470510"/>
                  </a:lnTo>
                  <a:lnTo>
                    <a:pt x="247039" y="466137"/>
                  </a:lnTo>
                  <a:lnTo>
                    <a:pt x="285978" y="453016"/>
                  </a:lnTo>
                  <a:lnTo>
                    <a:pt x="318773" y="431146"/>
                  </a:lnTo>
                  <a:lnTo>
                    <a:pt x="345455" y="400525"/>
                  </a:lnTo>
                  <a:lnTo>
                    <a:pt x="497573" y="400525"/>
                  </a:lnTo>
                  <a:lnTo>
                    <a:pt x="499444" y="379661"/>
                  </a:lnTo>
                  <a:lnTo>
                    <a:pt x="500175" y="353866"/>
                  </a:lnTo>
                  <a:lnTo>
                    <a:pt x="250053" y="353866"/>
                  </a:lnTo>
                  <a:lnTo>
                    <a:pt x="239417" y="353386"/>
                  </a:lnTo>
                  <a:lnTo>
                    <a:pt x="201816" y="341880"/>
                  </a:lnTo>
                  <a:lnTo>
                    <a:pt x="173881" y="315722"/>
                  </a:lnTo>
                  <a:lnTo>
                    <a:pt x="157201" y="275930"/>
                  </a:lnTo>
                  <a:lnTo>
                    <a:pt x="153279" y="237731"/>
                  </a:lnTo>
                  <a:lnTo>
                    <a:pt x="153710" y="225290"/>
                  </a:lnTo>
                  <a:lnTo>
                    <a:pt x="164071" y="180042"/>
                  </a:lnTo>
                  <a:lnTo>
                    <a:pt x="186085" y="145701"/>
                  </a:lnTo>
                  <a:lnTo>
                    <a:pt x="217943" y="124619"/>
                  </a:lnTo>
                  <a:lnTo>
                    <a:pt x="246639" y="119585"/>
                  </a:lnTo>
                  <a:lnTo>
                    <a:pt x="454203" y="119585"/>
                  </a:lnTo>
                  <a:lnTo>
                    <a:pt x="449276" y="110382"/>
                  </a:lnTo>
                  <a:lnTo>
                    <a:pt x="416891" y="67767"/>
                  </a:lnTo>
                  <a:lnTo>
                    <a:pt x="377567" y="35121"/>
                  </a:lnTo>
                  <a:lnTo>
                    <a:pt x="331491" y="12692"/>
                  </a:lnTo>
                  <a:lnTo>
                    <a:pt x="279383" y="1406"/>
                  </a:lnTo>
                  <a:lnTo>
                    <a:pt x="251089" y="0"/>
                  </a:lnTo>
                  <a:close/>
                </a:path>
                <a:path w="501015" h="736600">
                  <a:moveTo>
                    <a:pt x="454203" y="119585"/>
                  </a:moveTo>
                  <a:lnTo>
                    <a:pt x="246639" y="119585"/>
                  </a:lnTo>
                  <a:lnTo>
                    <a:pt x="257098" y="120221"/>
                  </a:lnTo>
                  <a:lnTo>
                    <a:pt x="267122" y="122132"/>
                  </a:lnTo>
                  <a:lnTo>
                    <a:pt x="302322" y="141754"/>
                  </a:lnTo>
                  <a:lnTo>
                    <a:pt x="327133" y="176366"/>
                  </a:lnTo>
                  <a:lnTo>
                    <a:pt x="340674" y="223643"/>
                  </a:lnTo>
                  <a:lnTo>
                    <a:pt x="342407" y="250137"/>
                  </a:lnTo>
                  <a:lnTo>
                    <a:pt x="341998" y="260866"/>
                  </a:lnTo>
                  <a:lnTo>
                    <a:pt x="332000" y="299955"/>
                  </a:lnTo>
                  <a:lnTo>
                    <a:pt x="303515" y="336064"/>
                  </a:lnTo>
                  <a:lnTo>
                    <a:pt x="260278" y="353355"/>
                  </a:lnTo>
                  <a:lnTo>
                    <a:pt x="250053" y="353866"/>
                  </a:lnTo>
                  <a:lnTo>
                    <a:pt x="500175" y="353866"/>
                  </a:lnTo>
                  <a:lnTo>
                    <a:pt x="500679" y="336064"/>
                  </a:lnTo>
                  <a:lnTo>
                    <a:pt x="500658" y="330184"/>
                  </a:lnTo>
                  <a:lnTo>
                    <a:pt x="499682" y="295113"/>
                  </a:lnTo>
                  <a:lnTo>
                    <a:pt x="491120" y="224630"/>
                  </a:lnTo>
                  <a:lnTo>
                    <a:pt x="474093" y="162742"/>
                  </a:lnTo>
                  <a:lnTo>
                    <a:pt x="462628" y="135317"/>
                  </a:lnTo>
                  <a:lnTo>
                    <a:pt x="454203" y="119585"/>
                  </a:lnTo>
                  <a:close/>
                </a:path>
              </a:pathLst>
            </a:custGeom>
            <a:solidFill>
              <a:srgbClr val="FFFF00"/>
            </a:solidFill>
          </p:spPr>
          <p:txBody>
            <a:bodyPr wrap="square" lIns="0" tIns="0" rIns="0" bIns="0" rtlCol="0"/>
            <a:lstStyle/>
            <a:p>
              <a:endParaRPr/>
            </a:p>
          </p:txBody>
        </p:sp>
        <p:sp>
          <p:nvSpPr>
            <p:cNvPr id="94" name="object 94"/>
            <p:cNvSpPr/>
            <p:nvPr/>
          </p:nvSpPr>
          <p:spPr>
            <a:xfrm>
              <a:off x="7745211" y="5627833"/>
              <a:ext cx="201320" cy="246473"/>
            </a:xfrm>
            <a:prstGeom prst="rect">
              <a:avLst/>
            </a:prstGeom>
            <a:blipFill>
              <a:blip r:embed="rId37" cstate="print"/>
              <a:stretch>
                <a:fillRect/>
              </a:stretch>
            </a:blipFill>
          </p:spPr>
          <p:txBody>
            <a:bodyPr wrap="square" lIns="0" tIns="0" rIns="0" bIns="0" rtlCol="0"/>
            <a:lstStyle/>
            <a:p>
              <a:endParaRPr/>
            </a:p>
          </p:txBody>
        </p:sp>
        <p:sp>
          <p:nvSpPr>
            <p:cNvPr id="95" name="object 95"/>
            <p:cNvSpPr/>
            <p:nvPr/>
          </p:nvSpPr>
          <p:spPr>
            <a:xfrm>
              <a:off x="7598023" y="5514344"/>
              <a:ext cx="501015" cy="736600"/>
            </a:xfrm>
            <a:custGeom>
              <a:avLst/>
              <a:gdLst/>
              <a:ahLst/>
              <a:cxnLst/>
              <a:rect l="l" t="t" r="r" b="b"/>
              <a:pathLst>
                <a:path w="501015" h="736600">
                  <a:moveTo>
                    <a:pt x="251094" y="0"/>
                  </a:moveTo>
                  <a:lnTo>
                    <a:pt x="306179" y="5633"/>
                  </a:lnTo>
                  <a:lnTo>
                    <a:pt x="355366" y="22597"/>
                  </a:lnTo>
                  <a:lnTo>
                    <a:pt x="398087" y="50187"/>
                  </a:lnTo>
                  <a:lnTo>
                    <a:pt x="433974" y="87831"/>
                  </a:lnTo>
                  <a:lnTo>
                    <a:pt x="462652" y="135353"/>
                  </a:lnTo>
                  <a:lnTo>
                    <a:pt x="483626" y="192548"/>
                  </a:lnTo>
                  <a:lnTo>
                    <a:pt x="496477" y="258817"/>
                  </a:lnTo>
                  <a:lnTo>
                    <a:pt x="500755" y="333518"/>
                  </a:lnTo>
                  <a:lnTo>
                    <a:pt x="499449" y="379661"/>
                  </a:lnTo>
                  <a:lnTo>
                    <a:pt x="495536" y="423293"/>
                  </a:lnTo>
                  <a:lnTo>
                    <a:pt x="489028" y="464411"/>
                  </a:lnTo>
                  <a:lnTo>
                    <a:pt x="479938" y="503014"/>
                  </a:lnTo>
                  <a:lnTo>
                    <a:pt x="454285" y="571950"/>
                  </a:lnTo>
                  <a:lnTo>
                    <a:pt x="419099" y="629341"/>
                  </a:lnTo>
                  <a:lnTo>
                    <a:pt x="374721" y="674937"/>
                  </a:lnTo>
                  <a:lnTo>
                    <a:pt x="321563" y="708504"/>
                  </a:lnTo>
                  <a:lnTo>
                    <a:pt x="260154" y="729159"/>
                  </a:lnTo>
                  <a:lnTo>
                    <a:pt x="191018" y="736043"/>
                  </a:lnTo>
                  <a:lnTo>
                    <a:pt x="148900" y="734308"/>
                  </a:lnTo>
                  <a:lnTo>
                    <a:pt x="109792" y="729102"/>
                  </a:lnTo>
                  <a:lnTo>
                    <a:pt x="73707" y="720422"/>
                  </a:lnTo>
                  <a:lnTo>
                    <a:pt x="40660" y="708266"/>
                  </a:lnTo>
                  <a:lnTo>
                    <a:pt x="40660" y="579202"/>
                  </a:lnTo>
                  <a:lnTo>
                    <a:pt x="70111" y="595273"/>
                  </a:lnTo>
                  <a:lnTo>
                    <a:pt x="102443" y="606752"/>
                  </a:lnTo>
                  <a:lnTo>
                    <a:pt x="137632" y="613638"/>
                  </a:lnTo>
                  <a:lnTo>
                    <a:pt x="175656" y="615933"/>
                  </a:lnTo>
                  <a:lnTo>
                    <a:pt x="213926" y="612491"/>
                  </a:lnTo>
                  <a:lnTo>
                    <a:pt x="277218" y="584948"/>
                  </a:lnTo>
                  <a:lnTo>
                    <a:pt x="322226" y="530223"/>
                  </a:lnTo>
                  <a:lnTo>
                    <a:pt x="336560" y="493461"/>
                  </a:lnTo>
                  <a:lnTo>
                    <a:pt x="345269" y="450557"/>
                  </a:lnTo>
                  <a:lnTo>
                    <a:pt x="348355" y="401513"/>
                  </a:lnTo>
                  <a:lnTo>
                    <a:pt x="345460" y="400525"/>
                  </a:lnTo>
                  <a:lnTo>
                    <a:pt x="318777" y="431146"/>
                  </a:lnTo>
                  <a:lnTo>
                    <a:pt x="285982" y="453016"/>
                  </a:lnTo>
                  <a:lnTo>
                    <a:pt x="247043" y="466137"/>
                  </a:lnTo>
                  <a:lnTo>
                    <a:pt x="201929" y="470510"/>
                  </a:lnTo>
                  <a:lnTo>
                    <a:pt x="180528" y="469486"/>
                  </a:lnTo>
                  <a:lnTo>
                    <a:pt x="140195" y="461298"/>
                  </a:lnTo>
                  <a:lnTo>
                    <a:pt x="103426" y="445153"/>
                  </a:lnTo>
                  <a:lnTo>
                    <a:pt x="71422" y="422445"/>
                  </a:lnTo>
                  <a:lnTo>
                    <a:pt x="44496" y="393499"/>
                  </a:lnTo>
                  <a:lnTo>
                    <a:pt x="23401" y="358880"/>
                  </a:lnTo>
                  <a:lnTo>
                    <a:pt x="8473" y="318877"/>
                  </a:lnTo>
                  <a:lnTo>
                    <a:pt x="934" y="274699"/>
                  </a:lnTo>
                  <a:lnTo>
                    <a:pt x="0" y="251127"/>
                  </a:lnTo>
                  <a:lnTo>
                    <a:pt x="1142" y="223706"/>
                  </a:lnTo>
                  <a:lnTo>
                    <a:pt x="10286" y="172579"/>
                  </a:lnTo>
                  <a:lnTo>
                    <a:pt x="28414" y="126607"/>
                  </a:lnTo>
                  <a:lnTo>
                    <a:pt x="54108" y="86900"/>
                  </a:lnTo>
                  <a:lnTo>
                    <a:pt x="87048" y="53767"/>
                  </a:lnTo>
                  <a:lnTo>
                    <a:pt x="126616" y="28137"/>
                  </a:lnTo>
                  <a:lnTo>
                    <a:pt x="172548" y="10176"/>
                  </a:lnTo>
                  <a:lnTo>
                    <a:pt x="223689" y="1122"/>
                  </a:lnTo>
                  <a:lnTo>
                    <a:pt x="251094" y="0"/>
                  </a:lnTo>
                  <a:close/>
                </a:path>
              </a:pathLst>
            </a:custGeom>
            <a:ln w="12191">
              <a:solidFill>
                <a:srgbClr val="000000"/>
              </a:solidFill>
            </a:ln>
          </p:spPr>
          <p:txBody>
            <a:bodyPr wrap="square" lIns="0" tIns="0" rIns="0" bIns="0" rtlCol="0"/>
            <a:lstStyle/>
            <a:p>
              <a:endParaRPr/>
            </a:p>
          </p:txBody>
        </p:sp>
        <p:sp>
          <p:nvSpPr>
            <p:cNvPr id="96" name="object 96"/>
            <p:cNvSpPr/>
            <p:nvPr/>
          </p:nvSpPr>
          <p:spPr>
            <a:xfrm>
              <a:off x="6772656" y="5227320"/>
              <a:ext cx="2218944" cy="1345691"/>
            </a:xfrm>
            <a:prstGeom prst="rect">
              <a:avLst/>
            </a:prstGeom>
            <a:blipFill>
              <a:blip r:embed="rId38" cstate="print"/>
              <a:stretch>
                <a:fillRect/>
              </a:stretch>
            </a:blipFill>
          </p:spPr>
          <p:txBody>
            <a:bodyPr wrap="square" lIns="0" tIns="0" rIns="0" bIns="0" rtlCol="0"/>
            <a:lstStyle/>
            <a:p>
              <a:endParaRPr/>
            </a:p>
          </p:txBody>
        </p:sp>
        <p:sp>
          <p:nvSpPr>
            <p:cNvPr id="97" name="object 97"/>
            <p:cNvSpPr/>
            <p:nvPr/>
          </p:nvSpPr>
          <p:spPr>
            <a:xfrm>
              <a:off x="6618732" y="4908802"/>
              <a:ext cx="2525267" cy="1949195"/>
            </a:xfrm>
            <a:prstGeom prst="rect">
              <a:avLst/>
            </a:prstGeom>
            <a:blipFill>
              <a:blip r:embed="rId39" cstate="print"/>
              <a:stretch>
                <a:fillRect/>
              </a:stretch>
            </a:blipFill>
          </p:spPr>
          <p:txBody>
            <a:bodyPr wrap="square" lIns="0" tIns="0" rIns="0" bIns="0" rtlCol="0"/>
            <a:lstStyle/>
            <a:p>
              <a:endParaRPr/>
            </a:p>
          </p:txBody>
        </p:sp>
        <p:sp>
          <p:nvSpPr>
            <p:cNvPr id="98" name="object 98"/>
            <p:cNvSpPr/>
            <p:nvPr/>
          </p:nvSpPr>
          <p:spPr>
            <a:xfrm>
              <a:off x="6853946" y="5288148"/>
              <a:ext cx="2057400" cy="1184275"/>
            </a:xfrm>
            <a:custGeom>
              <a:avLst/>
              <a:gdLst/>
              <a:ahLst/>
              <a:cxnLst/>
              <a:rect l="l" t="t" r="r" b="b"/>
              <a:pathLst>
                <a:path w="2057400" h="1184275">
                  <a:moveTo>
                    <a:pt x="1824868"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488"/>
                  </a:lnTo>
                  <a:lnTo>
                    <a:pt x="4724" y="998350"/>
                  </a:lnTo>
                  <a:lnTo>
                    <a:pt x="18275" y="1041998"/>
                  </a:lnTo>
                  <a:lnTo>
                    <a:pt x="39715" y="1081496"/>
                  </a:lnTo>
                  <a:lnTo>
                    <a:pt x="68111" y="1115910"/>
                  </a:lnTo>
                  <a:lnTo>
                    <a:pt x="102526" y="1144304"/>
                  </a:lnTo>
                  <a:lnTo>
                    <a:pt x="142024" y="1165743"/>
                  </a:lnTo>
                  <a:lnTo>
                    <a:pt x="185671" y="1179292"/>
                  </a:lnTo>
                  <a:lnTo>
                    <a:pt x="232531" y="1184016"/>
                  </a:lnTo>
                  <a:lnTo>
                    <a:pt x="1824868" y="1184016"/>
                  </a:lnTo>
                  <a:lnTo>
                    <a:pt x="1871754" y="1179292"/>
                  </a:lnTo>
                  <a:lnTo>
                    <a:pt x="1915413" y="1165743"/>
                  </a:lnTo>
                  <a:lnTo>
                    <a:pt x="1954913" y="1144304"/>
                  </a:lnTo>
                  <a:lnTo>
                    <a:pt x="1989322" y="1115910"/>
                  </a:lnTo>
                  <a:lnTo>
                    <a:pt x="2017708" y="1081496"/>
                  </a:lnTo>
                  <a:lnTo>
                    <a:pt x="2039137" y="1041998"/>
                  </a:lnTo>
                  <a:lnTo>
                    <a:pt x="2052679" y="998350"/>
                  </a:lnTo>
                  <a:lnTo>
                    <a:pt x="2057399" y="951488"/>
                  </a:lnTo>
                  <a:lnTo>
                    <a:pt x="2057399" y="232541"/>
                  </a:lnTo>
                  <a:lnTo>
                    <a:pt x="2052679" y="185685"/>
                  </a:lnTo>
                  <a:lnTo>
                    <a:pt x="2039137" y="142039"/>
                  </a:lnTo>
                  <a:lnTo>
                    <a:pt x="2017708" y="102539"/>
                  </a:lnTo>
                  <a:lnTo>
                    <a:pt x="1989322" y="68121"/>
                  </a:lnTo>
                  <a:lnTo>
                    <a:pt x="1954913" y="39722"/>
                  </a:lnTo>
                  <a:lnTo>
                    <a:pt x="1915413" y="18278"/>
                  </a:lnTo>
                  <a:lnTo>
                    <a:pt x="1871754" y="4725"/>
                  </a:lnTo>
                  <a:lnTo>
                    <a:pt x="1824868" y="0"/>
                  </a:lnTo>
                  <a:close/>
                </a:path>
              </a:pathLst>
            </a:custGeom>
            <a:solidFill>
              <a:srgbClr val="252525"/>
            </a:solidFill>
          </p:spPr>
          <p:txBody>
            <a:bodyPr wrap="square" lIns="0" tIns="0" rIns="0" bIns="0" rtlCol="0"/>
            <a:lstStyle/>
            <a:p>
              <a:endParaRPr/>
            </a:p>
          </p:txBody>
        </p:sp>
        <p:sp>
          <p:nvSpPr>
            <p:cNvPr id="99" name="object 99"/>
            <p:cNvSpPr/>
            <p:nvPr/>
          </p:nvSpPr>
          <p:spPr>
            <a:xfrm>
              <a:off x="6853946" y="5288148"/>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68" y="0"/>
                  </a:lnTo>
                  <a:lnTo>
                    <a:pt x="1871754" y="4725"/>
                  </a:lnTo>
                  <a:lnTo>
                    <a:pt x="1915413" y="18278"/>
                  </a:lnTo>
                  <a:lnTo>
                    <a:pt x="1954913" y="39722"/>
                  </a:lnTo>
                  <a:lnTo>
                    <a:pt x="1989322" y="68121"/>
                  </a:lnTo>
                  <a:lnTo>
                    <a:pt x="2017708" y="102539"/>
                  </a:lnTo>
                  <a:lnTo>
                    <a:pt x="2039137" y="142039"/>
                  </a:lnTo>
                  <a:lnTo>
                    <a:pt x="2052679" y="185685"/>
                  </a:lnTo>
                  <a:lnTo>
                    <a:pt x="2057399" y="232541"/>
                  </a:lnTo>
                  <a:lnTo>
                    <a:pt x="2057399" y="951488"/>
                  </a:lnTo>
                  <a:lnTo>
                    <a:pt x="2052679" y="998350"/>
                  </a:lnTo>
                  <a:lnTo>
                    <a:pt x="2039137" y="1041998"/>
                  </a:lnTo>
                  <a:lnTo>
                    <a:pt x="2017708" y="1081496"/>
                  </a:lnTo>
                  <a:lnTo>
                    <a:pt x="1989322" y="1115910"/>
                  </a:lnTo>
                  <a:lnTo>
                    <a:pt x="1954913" y="1144304"/>
                  </a:lnTo>
                  <a:lnTo>
                    <a:pt x="1915413" y="1165743"/>
                  </a:lnTo>
                  <a:lnTo>
                    <a:pt x="1871754" y="1179292"/>
                  </a:lnTo>
                  <a:lnTo>
                    <a:pt x="1824868" y="1184016"/>
                  </a:lnTo>
                  <a:lnTo>
                    <a:pt x="232531" y="1184016"/>
                  </a:lnTo>
                  <a:lnTo>
                    <a:pt x="185671" y="1179292"/>
                  </a:lnTo>
                  <a:lnTo>
                    <a:pt x="142024" y="1165743"/>
                  </a:lnTo>
                  <a:lnTo>
                    <a:pt x="102526" y="1144304"/>
                  </a:lnTo>
                  <a:lnTo>
                    <a:pt x="68111" y="1115910"/>
                  </a:lnTo>
                  <a:lnTo>
                    <a:pt x="39715" y="1081496"/>
                  </a:lnTo>
                  <a:lnTo>
                    <a:pt x="18275" y="1041998"/>
                  </a:lnTo>
                  <a:lnTo>
                    <a:pt x="4724" y="998350"/>
                  </a:lnTo>
                  <a:lnTo>
                    <a:pt x="0" y="951488"/>
                  </a:lnTo>
                  <a:lnTo>
                    <a:pt x="0" y="232541"/>
                  </a:lnTo>
                  <a:close/>
                </a:path>
              </a:pathLst>
            </a:custGeom>
            <a:ln w="76199">
              <a:solidFill>
                <a:srgbClr val="00AF50"/>
              </a:solidFill>
            </a:ln>
          </p:spPr>
          <p:txBody>
            <a:bodyPr wrap="square" lIns="0" tIns="0" rIns="0" bIns="0" rtlCol="0"/>
            <a:lstStyle/>
            <a:p>
              <a:endParaRPr/>
            </a:p>
          </p:txBody>
        </p:sp>
        <p:sp>
          <p:nvSpPr>
            <p:cNvPr id="100" name="object 100"/>
            <p:cNvSpPr/>
            <p:nvPr/>
          </p:nvSpPr>
          <p:spPr>
            <a:xfrm>
              <a:off x="6659880" y="4930138"/>
              <a:ext cx="2481072" cy="1927859"/>
            </a:xfrm>
            <a:prstGeom prst="rect">
              <a:avLst/>
            </a:prstGeom>
            <a:blipFill>
              <a:blip r:embed="rId40" cstate="print"/>
              <a:stretch>
                <a:fillRect/>
              </a:stretch>
            </a:blipFill>
          </p:spPr>
          <p:txBody>
            <a:bodyPr wrap="square" lIns="0" tIns="0" rIns="0" bIns="0" rtlCol="0"/>
            <a:lstStyle/>
            <a:p>
              <a:endParaRPr/>
            </a:p>
          </p:txBody>
        </p:sp>
        <p:sp>
          <p:nvSpPr>
            <p:cNvPr id="101" name="object 101"/>
            <p:cNvSpPr/>
            <p:nvPr/>
          </p:nvSpPr>
          <p:spPr>
            <a:xfrm>
              <a:off x="7402068" y="5524369"/>
              <a:ext cx="1031240" cy="740410"/>
            </a:xfrm>
            <a:custGeom>
              <a:avLst/>
              <a:gdLst/>
              <a:ahLst/>
              <a:cxnLst/>
              <a:rect l="l" t="t" r="r" b="b"/>
              <a:pathLst>
                <a:path w="1031240" h="740410">
                  <a:moveTo>
                    <a:pt x="782695" y="3941"/>
                  </a:moveTo>
                  <a:lnTo>
                    <a:pt x="732970" y="7826"/>
                  </a:lnTo>
                  <a:lnTo>
                    <a:pt x="688183" y="19480"/>
                  </a:lnTo>
                  <a:lnTo>
                    <a:pt x="648334" y="38899"/>
                  </a:lnTo>
                  <a:lnTo>
                    <a:pt x="613422" y="66078"/>
                  </a:lnTo>
                  <a:lnTo>
                    <a:pt x="583448" y="101013"/>
                  </a:lnTo>
                  <a:lnTo>
                    <a:pt x="562441" y="135798"/>
                  </a:lnTo>
                  <a:lnTo>
                    <a:pt x="545262" y="175481"/>
                  </a:lnTo>
                  <a:lnTo>
                    <a:pt x="531906" y="220061"/>
                  </a:lnTo>
                  <a:lnTo>
                    <a:pt x="522370" y="269538"/>
                  </a:lnTo>
                  <a:lnTo>
                    <a:pt x="516651" y="323911"/>
                  </a:lnTo>
                  <a:lnTo>
                    <a:pt x="514746" y="383179"/>
                  </a:lnTo>
                  <a:lnTo>
                    <a:pt x="516846" y="445114"/>
                  </a:lnTo>
                  <a:lnTo>
                    <a:pt x="523146" y="501151"/>
                  </a:lnTo>
                  <a:lnTo>
                    <a:pt x="533647" y="551290"/>
                  </a:lnTo>
                  <a:lnTo>
                    <a:pt x="548347" y="595529"/>
                  </a:lnTo>
                  <a:lnTo>
                    <a:pt x="567248" y="633870"/>
                  </a:lnTo>
                  <a:lnTo>
                    <a:pt x="590349" y="666312"/>
                  </a:lnTo>
                  <a:lnTo>
                    <a:pt x="649152" y="713501"/>
                  </a:lnTo>
                  <a:lnTo>
                    <a:pt x="684854" y="728248"/>
                  </a:lnTo>
                  <a:lnTo>
                    <a:pt x="724755" y="737095"/>
                  </a:lnTo>
                  <a:lnTo>
                    <a:pt x="768858" y="740045"/>
                  </a:lnTo>
                  <a:lnTo>
                    <a:pt x="817112" y="736193"/>
                  </a:lnTo>
                  <a:lnTo>
                    <a:pt x="860671" y="724638"/>
                  </a:lnTo>
                  <a:lnTo>
                    <a:pt x="899533" y="705380"/>
                  </a:lnTo>
                  <a:lnTo>
                    <a:pt x="933698" y="678420"/>
                  </a:lnTo>
                  <a:lnTo>
                    <a:pt x="963168" y="643758"/>
                  </a:lnTo>
                  <a:lnTo>
                    <a:pt x="977492" y="619935"/>
                  </a:lnTo>
                  <a:lnTo>
                    <a:pt x="773826" y="619935"/>
                  </a:lnTo>
                  <a:lnTo>
                    <a:pt x="743318" y="613248"/>
                  </a:lnTo>
                  <a:lnTo>
                    <a:pt x="698952" y="559751"/>
                  </a:lnTo>
                  <a:lnTo>
                    <a:pt x="685091" y="512941"/>
                  </a:lnTo>
                  <a:lnTo>
                    <a:pt x="676775" y="452758"/>
                  </a:lnTo>
                  <a:lnTo>
                    <a:pt x="674004" y="379201"/>
                  </a:lnTo>
                  <a:lnTo>
                    <a:pt x="676829" y="301095"/>
                  </a:lnTo>
                  <a:lnTo>
                    <a:pt x="685307" y="237191"/>
                  </a:lnTo>
                  <a:lnTo>
                    <a:pt x="699443" y="187489"/>
                  </a:lnTo>
                  <a:lnTo>
                    <a:pt x="719241" y="151987"/>
                  </a:lnTo>
                  <a:lnTo>
                    <a:pt x="775837" y="123587"/>
                  </a:lnTo>
                  <a:lnTo>
                    <a:pt x="985131" y="123587"/>
                  </a:lnTo>
                  <a:lnTo>
                    <a:pt x="979600" y="111903"/>
                  </a:lnTo>
                  <a:lnTo>
                    <a:pt x="957041" y="78915"/>
                  </a:lnTo>
                  <a:lnTo>
                    <a:pt x="899614" y="30932"/>
                  </a:lnTo>
                  <a:lnTo>
                    <a:pt x="825773" y="6940"/>
                  </a:lnTo>
                  <a:lnTo>
                    <a:pt x="782695" y="3941"/>
                  </a:lnTo>
                  <a:close/>
                </a:path>
                <a:path w="1031240" h="740410">
                  <a:moveTo>
                    <a:pt x="985131" y="123587"/>
                  </a:moveTo>
                  <a:lnTo>
                    <a:pt x="775837" y="123587"/>
                  </a:lnTo>
                  <a:lnTo>
                    <a:pt x="804949" y="130481"/>
                  </a:lnTo>
                  <a:lnTo>
                    <a:pt x="828763" y="151162"/>
                  </a:lnTo>
                  <a:lnTo>
                    <a:pt x="847283" y="185631"/>
                  </a:lnTo>
                  <a:lnTo>
                    <a:pt x="860509" y="233887"/>
                  </a:lnTo>
                  <a:lnTo>
                    <a:pt x="868443" y="295930"/>
                  </a:lnTo>
                  <a:lnTo>
                    <a:pt x="871087" y="371761"/>
                  </a:lnTo>
                  <a:lnTo>
                    <a:pt x="868389" y="447587"/>
                  </a:lnTo>
                  <a:lnTo>
                    <a:pt x="860292" y="509630"/>
                  </a:lnTo>
                  <a:lnTo>
                    <a:pt x="846791" y="557887"/>
                  </a:lnTo>
                  <a:lnTo>
                    <a:pt x="827883" y="592357"/>
                  </a:lnTo>
                  <a:lnTo>
                    <a:pt x="773826" y="619935"/>
                  </a:lnTo>
                  <a:lnTo>
                    <a:pt x="977492" y="619935"/>
                  </a:lnTo>
                  <a:lnTo>
                    <a:pt x="1000808" y="570186"/>
                  </a:lnTo>
                  <a:lnTo>
                    <a:pt x="1013966" y="526369"/>
                  </a:lnTo>
                  <a:lnTo>
                    <a:pt x="1023358" y="477865"/>
                  </a:lnTo>
                  <a:lnTo>
                    <a:pt x="1028988" y="424674"/>
                  </a:lnTo>
                  <a:lnTo>
                    <a:pt x="1030864" y="366796"/>
                  </a:lnTo>
                  <a:lnTo>
                    <a:pt x="1028813" y="303824"/>
                  </a:lnTo>
                  <a:lnTo>
                    <a:pt x="1022662" y="246849"/>
                  </a:lnTo>
                  <a:lnTo>
                    <a:pt x="1012410" y="195870"/>
                  </a:lnTo>
                  <a:lnTo>
                    <a:pt x="998056" y="150888"/>
                  </a:lnTo>
                  <a:lnTo>
                    <a:pt x="985131" y="123587"/>
                  </a:lnTo>
                  <a:close/>
                </a:path>
                <a:path w="1031240" h="740410">
                  <a:moveTo>
                    <a:pt x="307726" y="176701"/>
                  </a:moveTo>
                  <a:lnTo>
                    <a:pt x="151394" y="176701"/>
                  </a:lnTo>
                  <a:lnTo>
                    <a:pt x="151394" y="727639"/>
                  </a:lnTo>
                  <a:lnTo>
                    <a:pt x="307726" y="727639"/>
                  </a:lnTo>
                  <a:lnTo>
                    <a:pt x="307726" y="176701"/>
                  </a:lnTo>
                  <a:close/>
                </a:path>
                <a:path w="1031240" h="740410">
                  <a:moveTo>
                    <a:pt x="307726" y="0"/>
                  </a:moveTo>
                  <a:lnTo>
                    <a:pt x="212841" y="0"/>
                  </a:lnTo>
                  <a:lnTo>
                    <a:pt x="190390" y="16316"/>
                  </a:lnTo>
                  <a:lnTo>
                    <a:pt x="166641" y="31929"/>
                  </a:lnTo>
                  <a:lnTo>
                    <a:pt x="115183" y="61091"/>
                  </a:lnTo>
                  <a:lnTo>
                    <a:pt x="59306" y="86366"/>
                  </a:lnTo>
                  <a:lnTo>
                    <a:pt x="0" y="106704"/>
                  </a:lnTo>
                  <a:lnTo>
                    <a:pt x="0" y="238743"/>
                  </a:lnTo>
                  <a:lnTo>
                    <a:pt x="42153" y="230553"/>
                  </a:lnTo>
                  <a:lnTo>
                    <a:pt x="83301" y="216657"/>
                  </a:lnTo>
                  <a:lnTo>
                    <a:pt x="120792" y="198287"/>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02" name="object 102"/>
            <p:cNvSpPr/>
            <p:nvPr/>
          </p:nvSpPr>
          <p:spPr>
            <a:xfrm>
              <a:off x="7402067" y="5524369"/>
              <a:ext cx="1031240" cy="740410"/>
            </a:xfrm>
            <a:custGeom>
              <a:avLst/>
              <a:gdLst/>
              <a:ahLst/>
              <a:cxnLst/>
              <a:rect l="l" t="t" r="r" b="b"/>
              <a:pathLst>
                <a:path w="1031240" h="740410">
                  <a:moveTo>
                    <a:pt x="775837" y="123587"/>
                  </a:moveTo>
                  <a:lnTo>
                    <a:pt x="719241" y="151987"/>
                  </a:lnTo>
                  <a:lnTo>
                    <a:pt x="699443" y="187489"/>
                  </a:lnTo>
                  <a:lnTo>
                    <a:pt x="685307" y="237191"/>
                  </a:lnTo>
                  <a:lnTo>
                    <a:pt x="676829" y="301095"/>
                  </a:lnTo>
                  <a:lnTo>
                    <a:pt x="674004" y="379201"/>
                  </a:lnTo>
                  <a:lnTo>
                    <a:pt x="676775" y="452758"/>
                  </a:lnTo>
                  <a:lnTo>
                    <a:pt x="685091" y="512941"/>
                  </a:lnTo>
                  <a:lnTo>
                    <a:pt x="698952" y="559751"/>
                  </a:lnTo>
                  <a:lnTo>
                    <a:pt x="718360" y="593186"/>
                  </a:lnTo>
                  <a:lnTo>
                    <a:pt x="773826" y="619935"/>
                  </a:lnTo>
                  <a:lnTo>
                    <a:pt x="803562" y="613041"/>
                  </a:lnTo>
                  <a:lnTo>
                    <a:pt x="846791" y="557887"/>
                  </a:lnTo>
                  <a:lnTo>
                    <a:pt x="860292" y="509630"/>
                  </a:lnTo>
                  <a:lnTo>
                    <a:pt x="868389" y="447587"/>
                  </a:lnTo>
                  <a:lnTo>
                    <a:pt x="871087" y="371761"/>
                  </a:lnTo>
                  <a:lnTo>
                    <a:pt x="868443" y="295930"/>
                  </a:lnTo>
                  <a:lnTo>
                    <a:pt x="860509" y="233887"/>
                  </a:lnTo>
                  <a:lnTo>
                    <a:pt x="847283" y="185631"/>
                  </a:lnTo>
                  <a:lnTo>
                    <a:pt x="828763" y="151162"/>
                  </a:lnTo>
                  <a:lnTo>
                    <a:pt x="775837" y="123587"/>
                  </a:lnTo>
                  <a:close/>
                </a:path>
                <a:path w="1031240" h="740410">
                  <a:moveTo>
                    <a:pt x="782695" y="3941"/>
                  </a:moveTo>
                  <a:lnTo>
                    <a:pt x="825773" y="6940"/>
                  </a:lnTo>
                  <a:lnTo>
                    <a:pt x="864746" y="15937"/>
                  </a:lnTo>
                  <a:lnTo>
                    <a:pt x="930379" y="51925"/>
                  </a:lnTo>
                  <a:lnTo>
                    <a:pt x="979599" y="111903"/>
                  </a:lnTo>
                  <a:lnTo>
                    <a:pt x="998056" y="150888"/>
                  </a:lnTo>
                  <a:lnTo>
                    <a:pt x="1012410" y="195870"/>
                  </a:lnTo>
                  <a:lnTo>
                    <a:pt x="1022662" y="246849"/>
                  </a:lnTo>
                  <a:lnTo>
                    <a:pt x="1028813" y="303824"/>
                  </a:lnTo>
                  <a:lnTo>
                    <a:pt x="1030864" y="366796"/>
                  </a:lnTo>
                  <a:lnTo>
                    <a:pt x="1028988" y="424673"/>
                  </a:lnTo>
                  <a:lnTo>
                    <a:pt x="1023358" y="477865"/>
                  </a:lnTo>
                  <a:lnTo>
                    <a:pt x="1013966" y="526369"/>
                  </a:lnTo>
                  <a:lnTo>
                    <a:pt x="1000808" y="570186"/>
                  </a:lnTo>
                  <a:lnTo>
                    <a:pt x="983877" y="609316"/>
                  </a:lnTo>
                  <a:lnTo>
                    <a:pt x="963167" y="643758"/>
                  </a:lnTo>
                  <a:lnTo>
                    <a:pt x="933698" y="678420"/>
                  </a:lnTo>
                  <a:lnTo>
                    <a:pt x="899533" y="705380"/>
                  </a:lnTo>
                  <a:lnTo>
                    <a:pt x="860671" y="724638"/>
                  </a:lnTo>
                  <a:lnTo>
                    <a:pt x="817112" y="736193"/>
                  </a:lnTo>
                  <a:lnTo>
                    <a:pt x="768857" y="740045"/>
                  </a:lnTo>
                  <a:lnTo>
                    <a:pt x="724755" y="737095"/>
                  </a:lnTo>
                  <a:lnTo>
                    <a:pt x="684854" y="728248"/>
                  </a:lnTo>
                  <a:lnTo>
                    <a:pt x="649152" y="713501"/>
                  </a:lnTo>
                  <a:lnTo>
                    <a:pt x="590349" y="666312"/>
                  </a:lnTo>
                  <a:lnTo>
                    <a:pt x="567248" y="633870"/>
                  </a:lnTo>
                  <a:lnTo>
                    <a:pt x="548347" y="595529"/>
                  </a:lnTo>
                  <a:lnTo>
                    <a:pt x="533647" y="551290"/>
                  </a:lnTo>
                  <a:lnTo>
                    <a:pt x="523146" y="501151"/>
                  </a:lnTo>
                  <a:lnTo>
                    <a:pt x="516846" y="445114"/>
                  </a:lnTo>
                  <a:lnTo>
                    <a:pt x="514746" y="383179"/>
                  </a:lnTo>
                  <a:lnTo>
                    <a:pt x="516651" y="323911"/>
                  </a:lnTo>
                  <a:lnTo>
                    <a:pt x="522370" y="269538"/>
                  </a:lnTo>
                  <a:lnTo>
                    <a:pt x="531906" y="220061"/>
                  </a:lnTo>
                  <a:lnTo>
                    <a:pt x="545262" y="175481"/>
                  </a:lnTo>
                  <a:lnTo>
                    <a:pt x="562441" y="135798"/>
                  </a:lnTo>
                  <a:lnTo>
                    <a:pt x="583448" y="101013"/>
                  </a:lnTo>
                  <a:lnTo>
                    <a:pt x="613422" y="66078"/>
                  </a:lnTo>
                  <a:lnTo>
                    <a:pt x="648333" y="38899"/>
                  </a:lnTo>
                  <a:lnTo>
                    <a:pt x="688183" y="19480"/>
                  </a:lnTo>
                  <a:lnTo>
                    <a:pt x="732970" y="7826"/>
                  </a:lnTo>
                  <a:lnTo>
                    <a:pt x="782695" y="3941"/>
                  </a:lnTo>
                  <a:close/>
                </a:path>
                <a:path w="1031240" h="740410">
                  <a:moveTo>
                    <a:pt x="212841" y="0"/>
                  </a:moveTo>
                  <a:lnTo>
                    <a:pt x="307726" y="0"/>
                  </a:lnTo>
                  <a:lnTo>
                    <a:pt x="307726" y="727639"/>
                  </a:lnTo>
                  <a:lnTo>
                    <a:pt x="151394" y="727639"/>
                  </a:lnTo>
                  <a:lnTo>
                    <a:pt x="151394" y="176701"/>
                  </a:lnTo>
                  <a:lnTo>
                    <a:pt x="144619" y="182331"/>
                  </a:lnTo>
                  <a:lnTo>
                    <a:pt x="111873" y="203251"/>
                  </a:lnTo>
                  <a:lnTo>
                    <a:pt x="73306" y="220593"/>
                  </a:lnTo>
                  <a:lnTo>
                    <a:pt x="31521" y="233208"/>
                  </a:lnTo>
                  <a:lnTo>
                    <a:pt x="0" y="238743"/>
                  </a:lnTo>
                  <a:lnTo>
                    <a:pt x="0" y="106704"/>
                  </a:lnTo>
                  <a:lnTo>
                    <a:pt x="30067" y="97154"/>
                  </a:lnTo>
                  <a:lnTo>
                    <a:pt x="59306" y="86366"/>
                  </a:lnTo>
                  <a:lnTo>
                    <a:pt x="115183" y="61091"/>
                  </a:lnTo>
                  <a:lnTo>
                    <a:pt x="166641" y="31929"/>
                  </a:lnTo>
                  <a:lnTo>
                    <a:pt x="190390" y="16316"/>
                  </a:lnTo>
                  <a:lnTo>
                    <a:pt x="212841" y="0"/>
                  </a:lnTo>
                  <a:close/>
                </a:path>
              </a:pathLst>
            </a:custGeom>
            <a:ln w="12191">
              <a:solidFill>
                <a:srgbClr val="000000"/>
              </a:solidFill>
            </a:ln>
          </p:spPr>
          <p:txBody>
            <a:bodyPr wrap="square" lIns="0" tIns="0" rIns="0" bIns="0" rtlCol="0"/>
            <a:lstStyle/>
            <a:p>
              <a:endParaRPr/>
            </a:p>
          </p:txBody>
        </p:sp>
        <p:sp>
          <p:nvSpPr>
            <p:cNvPr id="103" name="object 103"/>
            <p:cNvSpPr/>
            <p:nvPr/>
          </p:nvSpPr>
          <p:spPr>
            <a:xfrm>
              <a:off x="6772656" y="5216651"/>
              <a:ext cx="2218944" cy="1345691"/>
            </a:xfrm>
            <a:prstGeom prst="rect">
              <a:avLst/>
            </a:prstGeom>
            <a:blipFill>
              <a:blip r:embed="rId41" cstate="print"/>
              <a:stretch>
                <a:fillRect/>
              </a:stretch>
            </a:blipFill>
          </p:spPr>
          <p:txBody>
            <a:bodyPr wrap="square" lIns="0" tIns="0" rIns="0" bIns="0" rtlCol="0"/>
            <a:lstStyle/>
            <a:p>
              <a:endParaRPr/>
            </a:p>
          </p:txBody>
        </p:sp>
        <p:sp>
          <p:nvSpPr>
            <p:cNvPr id="104" name="object 104"/>
            <p:cNvSpPr/>
            <p:nvPr/>
          </p:nvSpPr>
          <p:spPr>
            <a:xfrm>
              <a:off x="6618732" y="4898134"/>
              <a:ext cx="2525267" cy="1959864"/>
            </a:xfrm>
            <a:prstGeom prst="rect">
              <a:avLst/>
            </a:prstGeom>
            <a:blipFill>
              <a:blip r:embed="rId42" cstate="print"/>
              <a:stretch>
                <a:fillRect/>
              </a:stretch>
            </a:blipFill>
          </p:spPr>
          <p:txBody>
            <a:bodyPr wrap="square" lIns="0" tIns="0" rIns="0" bIns="0" rtlCol="0"/>
            <a:lstStyle/>
            <a:p>
              <a:endParaRPr/>
            </a:p>
          </p:txBody>
        </p:sp>
        <p:sp>
          <p:nvSpPr>
            <p:cNvPr id="105" name="object 105"/>
            <p:cNvSpPr/>
            <p:nvPr/>
          </p:nvSpPr>
          <p:spPr>
            <a:xfrm>
              <a:off x="6854067" y="5277099"/>
              <a:ext cx="2057400" cy="1184275"/>
            </a:xfrm>
            <a:custGeom>
              <a:avLst/>
              <a:gdLst/>
              <a:ahLst/>
              <a:cxnLst/>
              <a:rect l="l" t="t" r="r" b="b"/>
              <a:pathLst>
                <a:path w="2057400" h="1184275">
                  <a:moveTo>
                    <a:pt x="1824989"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989" y="1184065"/>
                  </a:lnTo>
                  <a:lnTo>
                    <a:pt x="1871835" y="1179341"/>
                  </a:lnTo>
                  <a:lnTo>
                    <a:pt x="1915465" y="1165791"/>
                  </a:lnTo>
                  <a:lnTo>
                    <a:pt x="1954943" y="1144352"/>
                  </a:lnTo>
                  <a:lnTo>
                    <a:pt x="1989338" y="1115958"/>
                  </a:lnTo>
                  <a:lnTo>
                    <a:pt x="2017714" y="1081544"/>
                  </a:lnTo>
                  <a:lnTo>
                    <a:pt x="2039139" y="1042045"/>
                  </a:lnTo>
                  <a:lnTo>
                    <a:pt x="2052679" y="998398"/>
                  </a:lnTo>
                  <a:lnTo>
                    <a:pt x="2057399" y="951536"/>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06" name="object 106"/>
            <p:cNvSpPr/>
            <p:nvPr/>
          </p:nvSpPr>
          <p:spPr>
            <a:xfrm>
              <a:off x="6854067" y="527709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36"/>
                  </a:lnTo>
                  <a:lnTo>
                    <a:pt x="2052679" y="998398"/>
                  </a:lnTo>
                  <a:lnTo>
                    <a:pt x="2039139" y="1042045"/>
                  </a:lnTo>
                  <a:lnTo>
                    <a:pt x="2017714" y="1081544"/>
                  </a:lnTo>
                  <a:lnTo>
                    <a:pt x="1989338" y="1115958"/>
                  </a:lnTo>
                  <a:lnTo>
                    <a:pt x="1954943" y="1144352"/>
                  </a:lnTo>
                  <a:lnTo>
                    <a:pt x="1915465" y="1165791"/>
                  </a:lnTo>
                  <a:lnTo>
                    <a:pt x="1871835" y="1179341"/>
                  </a:lnTo>
                  <a:lnTo>
                    <a:pt x="1824989"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107" name="object 107"/>
            <p:cNvSpPr/>
            <p:nvPr/>
          </p:nvSpPr>
          <p:spPr>
            <a:xfrm>
              <a:off x="6659880" y="4919471"/>
              <a:ext cx="2481072" cy="1938527"/>
            </a:xfrm>
            <a:prstGeom prst="rect">
              <a:avLst/>
            </a:prstGeom>
            <a:blipFill>
              <a:blip r:embed="rId43" cstate="print"/>
              <a:stretch>
                <a:fillRect/>
              </a:stretch>
            </a:blipFill>
          </p:spPr>
          <p:txBody>
            <a:bodyPr wrap="square" lIns="0" tIns="0" rIns="0" bIns="0" rtlCol="0"/>
            <a:lstStyle/>
            <a:p>
              <a:endParaRPr/>
            </a:p>
          </p:txBody>
        </p:sp>
        <p:sp>
          <p:nvSpPr>
            <p:cNvPr id="108" name="object 108"/>
            <p:cNvSpPr/>
            <p:nvPr/>
          </p:nvSpPr>
          <p:spPr>
            <a:xfrm>
              <a:off x="7402190" y="5513319"/>
              <a:ext cx="893444" cy="727710"/>
            </a:xfrm>
            <a:custGeom>
              <a:avLst/>
              <a:gdLst/>
              <a:ahLst/>
              <a:cxnLst/>
              <a:rect l="l" t="t" r="r" b="b"/>
              <a:pathLst>
                <a:path w="893445" h="727710">
                  <a:moveTo>
                    <a:pt x="892942" y="176747"/>
                  </a:moveTo>
                  <a:lnTo>
                    <a:pt x="736610" y="176747"/>
                  </a:lnTo>
                  <a:lnTo>
                    <a:pt x="736610" y="727685"/>
                  </a:lnTo>
                  <a:lnTo>
                    <a:pt x="892942" y="727685"/>
                  </a:lnTo>
                  <a:lnTo>
                    <a:pt x="892942" y="176747"/>
                  </a:lnTo>
                  <a:close/>
                </a:path>
                <a:path w="893445" h="727710">
                  <a:moveTo>
                    <a:pt x="892942" y="0"/>
                  </a:moveTo>
                  <a:lnTo>
                    <a:pt x="798210" y="0"/>
                  </a:lnTo>
                  <a:lnTo>
                    <a:pt x="775670" y="16316"/>
                  </a:lnTo>
                  <a:lnTo>
                    <a:pt x="751876" y="31929"/>
                  </a:lnTo>
                  <a:lnTo>
                    <a:pt x="700399" y="61091"/>
                  </a:lnTo>
                  <a:lnTo>
                    <a:pt x="644533" y="86409"/>
                  </a:lnTo>
                  <a:lnTo>
                    <a:pt x="585216" y="106762"/>
                  </a:lnTo>
                  <a:lnTo>
                    <a:pt x="585216" y="238792"/>
                  </a:lnTo>
                  <a:lnTo>
                    <a:pt x="627400" y="230599"/>
                  </a:lnTo>
                  <a:lnTo>
                    <a:pt x="668670" y="216706"/>
                  </a:lnTo>
                  <a:lnTo>
                    <a:pt x="706130" y="198333"/>
                  </a:lnTo>
                  <a:lnTo>
                    <a:pt x="736610" y="176747"/>
                  </a:lnTo>
                  <a:lnTo>
                    <a:pt x="892942" y="176747"/>
                  </a:lnTo>
                  <a:lnTo>
                    <a:pt x="892942" y="0"/>
                  </a:lnTo>
                  <a:close/>
                </a:path>
                <a:path w="893445" h="727710">
                  <a:moveTo>
                    <a:pt x="307726" y="176747"/>
                  </a:moveTo>
                  <a:lnTo>
                    <a:pt x="151394" y="176747"/>
                  </a:lnTo>
                  <a:lnTo>
                    <a:pt x="151394" y="727685"/>
                  </a:lnTo>
                  <a:lnTo>
                    <a:pt x="307726" y="727685"/>
                  </a:lnTo>
                  <a:lnTo>
                    <a:pt x="307726" y="176747"/>
                  </a:lnTo>
                  <a:close/>
                </a:path>
                <a:path w="893445" h="727710">
                  <a:moveTo>
                    <a:pt x="307726" y="0"/>
                  </a:moveTo>
                  <a:lnTo>
                    <a:pt x="212994" y="0"/>
                  </a:lnTo>
                  <a:lnTo>
                    <a:pt x="190454" y="16316"/>
                  </a:lnTo>
                  <a:lnTo>
                    <a:pt x="166660" y="31929"/>
                  </a:lnTo>
                  <a:lnTo>
                    <a:pt x="115183" y="61091"/>
                  </a:lnTo>
                  <a:lnTo>
                    <a:pt x="59317" y="86409"/>
                  </a:lnTo>
                  <a:lnTo>
                    <a:pt x="0" y="106762"/>
                  </a:lnTo>
                  <a:lnTo>
                    <a:pt x="0" y="238792"/>
                  </a:lnTo>
                  <a:lnTo>
                    <a:pt x="42184" y="230599"/>
                  </a:lnTo>
                  <a:lnTo>
                    <a:pt x="83332" y="216706"/>
                  </a:lnTo>
                  <a:lnTo>
                    <a:pt x="120914" y="198333"/>
                  </a:lnTo>
                  <a:lnTo>
                    <a:pt x="151394" y="176747"/>
                  </a:lnTo>
                  <a:lnTo>
                    <a:pt x="307726" y="176747"/>
                  </a:lnTo>
                  <a:lnTo>
                    <a:pt x="307726" y="0"/>
                  </a:lnTo>
                  <a:close/>
                </a:path>
              </a:pathLst>
            </a:custGeom>
            <a:solidFill>
              <a:srgbClr val="FFFF00"/>
            </a:solidFill>
          </p:spPr>
          <p:txBody>
            <a:bodyPr wrap="square" lIns="0" tIns="0" rIns="0" bIns="0" rtlCol="0"/>
            <a:lstStyle/>
            <a:p>
              <a:endParaRPr/>
            </a:p>
          </p:txBody>
        </p:sp>
        <p:sp>
          <p:nvSpPr>
            <p:cNvPr id="109" name="object 109"/>
            <p:cNvSpPr/>
            <p:nvPr/>
          </p:nvSpPr>
          <p:spPr>
            <a:xfrm>
              <a:off x="7402189" y="5513320"/>
              <a:ext cx="893444" cy="727710"/>
            </a:xfrm>
            <a:custGeom>
              <a:avLst/>
              <a:gdLst/>
              <a:ahLst/>
              <a:cxnLst/>
              <a:rect l="l" t="t" r="r" b="b"/>
              <a:pathLst>
                <a:path w="893445" h="727710">
                  <a:moveTo>
                    <a:pt x="798210" y="0"/>
                  </a:moveTo>
                  <a:lnTo>
                    <a:pt x="892942" y="0"/>
                  </a:lnTo>
                  <a:lnTo>
                    <a:pt x="892942" y="727685"/>
                  </a:lnTo>
                  <a:lnTo>
                    <a:pt x="736610" y="727685"/>
                  </a:lnTo>
                  <a:lnTo>
                    <a:pt x="736610" y="176747"/>
                  </a:lnTo>
                  <a:lnTo>
                    <a:pt x="729850" y="182377"/>
                  </a:lnTo>
                  <a:lnTo>
                    <a:pt x="697143" y="203299"/>
                  </a:lnTo>
                  <a:lnTo>
                    <a:pt x="658587" y="220647"/>
                  </a:lnTo>
                  <a:lnTo>
                    <a:pt x="616749" y="233254"/>
                  </a:lnTo>
                  <a:lnTo>
                    <a:pt x="585215" y="238792"/>
                  </a:lnTo>
                  <a:lnTo>
                    <a:pt x="585215" y="106762"/>
                  </a:lnTo>
                  <a:lnTo>
                    <a:pt x="615296" y="97205"/>
                  </a:lnTo>
                  <a:lnTo>
                    <a:pt x="644533" y="86409"/>
                  </a:lnTo>
                  <a:lnTo>
                    <a:pt x="700399" y="61091"/>
                  </a:lnTo>
                  <a:lnTo>
                    <a:pt x="751876" y="31929"/>
                  </a:lnTo>
                  <a:lnTo>
                    <a:pt x="775670" y="16316"/>
                  </a:lnTo>
                  <a:lnTo>
                    <a:pt x="798210" y="0"/>
                  </a:lnTo>
                  <a:close/>
                </a:path>
                <a:path w="893445" h="727710">
                  <a:moveTo>
                    <a:pt x="212994" y="0"/>
                  </a:moveTo>
                  <a:lnTo>
                    <a:pt x="307726" y="0"/>
                  </a:lnTo>
                  <a:lnTo>
                    <a:pt x="307726" y="727685"/>
                  </a:lnTo>
                  <a:lnTo>
                    <a:pt x="151394" y="727685"/>
                  </a:lnTo>
                  <a:lnTo>
                    <a:pt x="151394" y="176747"/>
                  </a:lnTo>
                  <a:lnTo>
                    <a:pt x="144634" y="182377"/>
                  </a:lnTo>
                  <a:lnTo>
                    <a:pt x="111925" y="203299"/>
                  </a:lnTo>
                  <a:lnTo>
                    <a:pt x="73319" y="220647"/>
                  </a:lnTo>
                  <a:lnTo>
                    <a:pt x="31533" y="233254"/>
                  </a:lnTo>
                  <a:lnTo>
                    <a:pt x="0" y="238792"/>
                  </a:lnTo>
                  <a:lnTo>
                    <a:pt x="0" y="106762"/>
                  </a:lnTo>
                  <a:lnTo>
                    <a:pt x="30080" y="97205"/>
                  </a:lnTo>
                  <a:lnTo>
                    <a:pt x="59317" y="86409"/>
                  </a:lnTo>
                  <a:lnTo>
                    <a:pt x="115183" y="61091"/>
                  </a:lnTo>
                  <a:lnTo>
                    <a:pt x="166660" y="31929"/>
                  </a:lnTo>
                  <a:lnTo>
                    <a:pt x="190454" y="16316"/>
                  </a:lnTo>
                  <a:lnTo>
                    <a:pt x="212994" y="0"/>
                  </a:lnTo>
                  <a:close/>
                </a:path>
              </a:pathLst>
            </a:custGeom>
            <a:ln w="12191">
              <a:solidFill>
                <a:srgbClr val="000000"/>
              </a:solidFill>
            </a:ln>
          </p:spPr>
          <p:txBody>
            <a:bodyPr wrap="square" lIns="0" tIns="0" rIns="0" bIns="0" rtlCol="0"/>
            <a:lstStyle/>
            <a:p>
              <a:endParaRPr/>
            </a:p>
          </p:txBody>
        </p:sp>
        <p:sp>
          <p:nvSpPr>
            <p:cNvPr id="110" name="object 110"/>
            <p:cNvSpPr/>
            <p:nvPr/>
          </p:nvSpPr>
          <p:spPr>
            <a:xfrm>
              <a:off x="6754368" y="5231891"/>
              <a:ext cx="2218944" cy="1345692"/>
            </a:xfrm>
            <a:prstGeom prst="rect">
              <a:avLst/>
            </a:prstGeom>
            <a:blipFill>
              <a:blip r:embed="rId44" cstate="print"/>
              <a:stretch>
                <a:fillRect/>
              </a:stretch>
            </a:blipFill>
          </p:spPr>
          <p:txBody>
            <a:bodyPr wrap="square" lIns="0" tIns="0" rIns="0" bIns="0" rtlCol="0"/>
            <a:lstStyle/>
            <a:p>
              <a:endParaRPr/>
            </a:p>
          </p:txBody>
        </p:sp>
        <p:sp>
          <p:nvSpPr>
            <p:cNvPr id="111" name="object 111"/>
            <p:cNvSpPr/>
            <p:nvPr/>
          </p:nvSpPr>
          <p:spPr>
            <a:xfrm>
              <a:off x="6600444" y="4914899"/>
              <a:ext cx="2543555" cy="1943100"/>
            </a:xfrm>
            <a:prstGeom prst="rect">
              <a:avLst/>
            </a:prstGeom>
            <a:blipFill>
              <a:blip r:embed="rId45" cstate="print"/>
              <a:stretch>
                <a:fillRect/>
              </a:stretch>
            </a:blipFill>
          </p:spPr>
          <p:txBody>
            <a:bodyPr wrap="square" lIns="0" tIns="0" rIns="0" bIns="0" rtlCol="0"/>
            <a:lstStyle/>
            <a:p>
              <a:endParaRPr/>
            </a:p>
          </p:txBody>
        </p:sp>
        <p:sp>
          <p:nvSpPr>
            <p:cNvPr id="112" name="object 112"/>
            <p:cNvSpPr/>
            <p:nvPr/>
          </p:nvSpPr>
          <p:spPr>
            <a:xfrm>
              <a:off x="6835658" y="5292983"/>
              <a:ext cx="2057400" cy="1184275"/>
            </a:xfrm>
            <a:custGeom>
              <a:avLst/>
              <a:gdLst/>
              <a:ahLst/>
              <a:cxnLst/>
              <a:rect l="l" t="t" r="r" b="b"/>
              <a:pathLst>
                <a:path w="2057400" h="1184275">
                  <a:moveTo>
                    <a:pt x="1824868"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488"/>
                  </a:lnTo>
                  <a:lnTo>
                    <a:pt x="4724" y="998354"/>
                  </a:lnTo>
                  <a:lnTo>
                    <a:pt x="18275" y="1042003"/>
                  </a:lnTo>
                  <a:lnTo>
                    <a:pt x="39715" y="1081502"/>
                  </a:lnTo>
                  <a:lnTo>
                    <a:pt x="68111" y="1115915"/>
                  </a:lnTo>
                  <a:lnTo>
                    <a:pt x="102526" y="1144307"/>
                  </a:lnTo>
                  <a:lnTo>
                    <a:pt x="142024" y="1165745"/>
                  </a:lnTo>
                  <a:lnTo>
                    <a:pt x="185671" y="1179293"/>
                  </a:lnTo>
                  <a:lnTo>
                    <a:pt x="232531" y="1184016"/>
                  </a:lnTo>
                  <a:lnTo>
                    <a:pt x="1824868" y="1184016"/>
                  </a:lnTo>
                  <a:lnTo>
                    <a:pt x="1871719" y="1179293"/>
                  </a:lnTo>
                  <a:lnTo>
                    <a:pt x="1915362" y="1165745"/>
                  </a:lnTo>
                  <a:lnTo>
                    <a:pt x="1954860" y="1144307"/>
                  </a:lnTo>
                  <a:lnTo>
                    <a:pt x="1989277" y="1115915"/>
                  </a:lnTo>
                  <a:lnTo>
                    <a:pt x="2017676" y="1081502"/>
                  </a:lnTo>
                  <a:lnTo>
                    <a:pt x="2039120" y="1042003"/>
                  </a:lnTo>
                  <a:lnTo>
                    <a:pt x="2052674" y="998354"/>
                  </a:lnTo>
                  <a:lnTo>
                    <a:pt x="2057399" y="951488"/>
                  </a:lnTo>
                  <a:lnTo>
                    <a:pt x="2057399" y="232528"/>
                  </a:lnTo>
                  <a:lnTo>
                    <a:pt x="2052674" y="185673"/>
                  </a:lnTo>
                  <a:lnTo>
                    <a:pt x="2039120" y="142028"/>
                  </a:lnTo>
                  <a:lnTo>
                    <a:pt x="2017676" y="102530"/>
                  </a:lnTo>
                  <a:lnTo>
                    <a:pt x="1989277" y="68115"/>
                  </a:lnTo>
                  <a:lnTo>
                    <a:pt x="1954860" y="39718"/>
                  </a:lnTo>
                  <a:lnTo>
                    <a:pt x="1915362" y="18276"/>
                  </a:lnTo>
                  <a:lnTo>
                    <a:pt x="1871719" y="4725"/>
                  </a:lnTo>
                  <a:lnTo>
                    <a:pt x="1824868" y="0"/>
                  </a:lnTo>
                  <a:close/>
                </a:path>
              </a:pathLst>
            </a:custGeom>
            <a:solidFill>
              <a:srgbClr val="252525"/>
            </a:solidFill>
          </p:spPr>
          <p:txBody>
            <a:bodyPr wrap="square" lIns="0" tIns="0" rIns="0" bIns="0" rtlCol="0"/>
            <a:lstStyle/>
            <a:p>
              <a:endParaRPr/>
            </a:p>
          </p:txBody>
        </p:sp>
        <p:sp>
          <p:nvSpPr>
            <p:cNvPr id="113" name="object 113"/>
            <p:cNvSpPr/>
            <p:nvPr/>
          </p:nvSpPr>
          <p:spPr>
            <a:xfrm>
              <a:off x="6835658" y="529298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68" y="0"/>
                  </a:lnTo>
                  <a:lnTo>
                    <a:pt x="1871719" y="4725"/>
                  </a:lnTo>
                  <a:lnTo>
                    <a:pt x="1915362" y="18276"/>
                  </a:lnTo>
                  <a:lnTo>
                    <a:pt x="1954860" y="39718"/>
                  </a:lnTo>
                  <a:lnTo>
                    <a:pt x="1989277" y="68115"/>
                  </a:lnTo>
                  <a:lnTo>
                    <a:pt x="2017676" y="102530"/>
                  </a:lnTo>
                  <a:lnTo>
                    <a:pt x="2039120" y="142028"/>
                  </a:lnTo>
                  <a:lnTo>
                    <a:pt x="2052674" y="185673"/>
                  </a:lnTo>
                  <a:lnTo>
                    <a:pt x="2057399" y="232528"/>
                  </a:lnTo>
                  <a:lnTo>
                    <a:pt x="2057399" y="951488"/>
                  </a:lnTo>
                  <a:lnTo>
                    <a:pt x="2052674" y="998354"/>
                  </a:lnTo>
                  <a:lnTo>
                    <a:pt x="2039120" y="1042003"/>
                  </a:lnTo>
                  <a:lnTo>
                    <a:pt x="2017676" y="1081502"/>
                  </a:lnTo>
                  <a:lnTo>
                    <a:pt x="1989277" y="1115915"/>
                  </a:lnTo>
                  <a:lnTo>
                    <a:pt x="1954860" y="1144307"/>
                  </a:lnTo>
                  <a:lnTo>
                    <a:pt x="1915362" y="1165745"/>
                  </a:lnTo>
                  <a:lnTo>
                    <a:pt x="1871719" y="1179293"/>
                  </a:lnTo>
                  <a:lnTo>
                    <a:pt x="1824868" y="1184016"/>
                  </a:lnTo>
                  <a:lnTo>
                    <a:pt x="232531" y="1184016"/>
                  </a:lnTo>
                  <a:lnTo>
                    <a:pt x="185671" y="1179293"/>
                  </a:lnTo>
                  <a:lnTo>
                    <a:pt x="142024" y="1165745"/>
                  </a:lnTo>
                  <a:lnTo>
                    <a:pt x="102526" y="1144307"/>
                  </a:lnTo>
                  <a:lnTo>
                    <a:pt x="68111" y="1115915"/>
                  </a:lnTo>
                  <a:lnTo>
                    <a:pt x="39715" y="1081502"/>
                  </a:lnTo>
                  <a:lnTo>
                    <a:pt x="18275" y="1042003"/>
                  </a:lnTo>
                  <a:lnTo>
                    <a:pt x="4724"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114" name="object 114"/>
            <p:cNvSpPr/>
            <p:nvPr/>
          </p:nvSpPr>
          <p:spPr>
            <a:xfrm>
              <a:off x="6641592" y="4936234"/>
              <a:ext cx="2481072" cy="1921764"/>
            </a:xfrm>
            <a:prstGeom prst="rect">
              <a:avLst/>
            </a:prstGeom>
            <a:blipFill>
              <a:blip r:embed="rId46" cstate="print"/>
              <a:stretch>
                <a:fillRect/>
              </a:stretch>
            </a:blipFill>
          </p:spPr>
          <p:txBody>
            <a:bodyPr wrap="square" lIns="0" tIns="0" rIns="0" bIns="0" rtlCol="0"/>
            <a:lstStyle/>
            <a:p>
              <a:endParaRPr/>
            </a:p>
          </p:txBody>
        </p:sp>
        <p:sp>
          <p:nvSpPr>
            <p:cNvPr id="115" name="object 115"/>
            <p:cNvSpPr/>
            <p:nvPr/>
          </p:nvSpPr>
          <p:spPr>
            <a:xfrm>
              <a:off x="7383658" y="5529202"/>
              <a:ext cx="996315" cy="727710"/>
            </a:xfrm>
            <a:custGeom>
              <a:avLst/>
              <a:gdLst/>
              <a:ahLst/>
              <a:cxnLst/>
              <a:rect l="l" t="t" r="r" b="b"/>
              <a:pathLst>
                <a:path w="996315" h="727710">
                  <a:moveTo>
                    <a:pt x="982439" y="129052"/>
                  </a:moveTo>
                  <a:lnTo>
                    <a:pt x="731123" y="129052"/>
                  </a:lnTo>
                  <a:lnTo>
                    <a:pt x="755992" y="130510"/>
                  </a:lnTo>
                  <a:lnTo>
                    <a:pt x="777438" y="134885"/>
                  </a:lnTo>
                  <a:lnTo>
                    <a:pt x="821396" y="165441"/>
                  </a:lnTo>
                  <a:lnTo>
                    <a:pt x="835914" y="221373"/>
                  </a:lnTo>
                  <a:lnTo>
                    <a:pt x="835413" y="232862"/>
                  </a:lnTo>
                  <a:lnTo>
                    <a:pt x="823545" y="275561"/>
                  </a:lnTo>
                  <a:lnTo>
                    <a:pt x="795359" y="316059"/>
                  </a:lnTo>
                  <a:lnTo>
                    <a:pt x="764164" y="346447"/>
                  </a:lnTo>
                  <a:lnTo>
                    <a:pt x="724443" y="378133"/>
                  </a:lnTo>
                  <a:lnTo>
                    <a:pt x="694226" y="400128"/>
                  </a:lnTo>
                  <a:lnTo>
                    <a:pt x="678732" y="411777"/>
                  </a:lnTo>
                  <a:lnTo>
                    <a:pt x="646541" y="437031"/>
                  </a:lnTo>
                  <a:lnTo>
                    <a:pt x="614857" y="465569"/>
                  </a:lnTo>
                  <a:lnTo>
                    <a:pt x="585734" y="498073"/>
                  </a:lnTo>
                  <a:lnTo>
                    <a:pt x="560287" y="534805"/>
                  </a:lnTo>
                  <a:lnTo>
                    <a:pt x="539617" y="576001"/>
                  </a:lnTo>
                  <a:lnTo>
                    <a:pt x="525795" y="622228"/>
                  </a:lnTo>
                  <a:lnTo>
                    <a:pt x="521208" y="674037"/>
                  </a:lnTo>
                  <a:lnTo>
                    <a:pt x="521208" y="727639"/>
                  </a:lnTo>
                  <a:lnTo>
                    <a:pt x="994775" y="727639"/>
                  </a:lnTo>
                  <a:lnTo>
                    <a:pt x="994775" y="597596"/>
                  </a:lnTo>
                  <a:lnTo>
                    <a:pt x="693023" y="597596"/>
                  </a:lnTo>
                  <a:lnTo>
                    <a:pt x="693645" y="590556"/>
                  </a:lnTo>
                  <a:lnTo>
                    <a:pt x="714580" y="552740"/>
                  </a:lnTo>
                  <a:lnTo>
                    <a:pt x="747895" y="520542"/>
                  </a:lnTo>
                  <a:lnTo>
                    <a:pt x="779825" y="495705"/>
                  </a:lnTo>
                  <a:lnTo>
                    <a:pt x="814578" y="470535"/>
                  </a:lnTo>
                  <a:lnTo>
                    <a:pt x="832034" y="458264"/>
                  </a:lnTo>
                  <a:lnTo>
                    <a:pt x="849165" y="445774"/>
                  </a:lnTo>
                  <a:lnTo>
                    <a:pt x="882517" y="420148"/>
                  </a:lnTo>
                  <a:lnTo>
                    <a:pt x="913382" y="392791"/>
                  </a:lnTo>
                  <a:lnTo>
                    <a:pt x="940429" y="362818"/>
                  </a:lnTo>
                  <a:lnTo>
                    <a:pt x="962981" y="329819"/>
                  </a:lnTo>
                  <a:lnTo>
                    <a:pt x="980572" y="293345"/>
                  </a:lnTo>
                  <a:lnTo>
                    <a:pt x="991998" y="252394"/>
                  </a:lnTo>
                  <a:lnTo>
                    <a:pt x="995812" y="205977"/>
                  </a:lnTo>
                  <a:lnTo>
                    <a:pt x="994815" y="183438"/>
                  </a:lnTo>
                  <a:lnTo>
                    <a:pt x="991842" y="161988"/>
                  </a:lnTo>
                  <a:lnTo>
                    <a:pt x="986913" y="141626"/>
                  </a:lnTo>
                  <a:lnTo>
                    <a:pt x="982439" y="129052"/>
                  </a:lnTo>
                  <a:close/>
                </a:path>
                <a:path w="996315" h="727710">
                  <a:moveTo>
                    <a:pt x="764926" y="3928"/>
                  </a:moveTo>
                  <a:lnTo>
                    <a:pt x="708109" y="7690"/>
                  </a:lnTo>
                  <a:lnTo>
                    <a:pt x="654257" y="18969"/>
                  </a:lnTo>
                  <a:lnTo>
                    <a:pt x="603381" y="37753"/>
                  </a:lnTo>
                  <a:lnTo>
                    <a:pt x="555498" y="64032"/>
                  </a:lnTo>
                  <a:lnTo>
                    <a:pt x="555498" y="202012"/>
                  </a:lnTo>
                  <a:lnTo>
                    <a:pt x="597902" y="170093"/>
                  </a:lnTo>
                  <a:lnTo>
                    <a:pt x="641310" y="147293"/>
                  </a:lnTo>
                  <a:lnTo>
                    <a:pt x="685718" y="133612"/>
                  </a:lnTo>
                  <a:lnTo>
                    <a:pt x="731123" y="129052"/>
                  </a:lnTo>
                  <a:lnTo>
                    <a:pt x="982439" y="129052"/>
                  </a:lnTo>
                  <a:lnTo>
                    <a:pt x="980053" y="122349"/>
                  </a:lnTo>
                  <a:lnTo>
                    <a:pt x="960912" y="87664"/>
                  </a:lnTo>
                  <a:lnTo>
                    <a:pt x="934730" y="58542"/>
                  </a:lnTo>
                  <a:lnTo>
                    <a:pt x="901617" y="35300"/>
                  </a:lnTo>
                  <a:lnTo>
                    <a:pt x="861943" y="18156"/>
                  </a:lnTo>
                  <a:lnTo>
                    <a:pt x="816246" y="7471"/>
                  </a:lnTo>
                  <a:lnTo>
                    <a:pt x="791280" y="4812"/>
                  </a:lnTo>
                  <a:lnTo>
                    <a:pt x="764926" y="3928"/>
                  </a:lnTo>
                  <a:close/>
                </a:path>
                <a:path w="996315" h="727710">
                  <a:moveTo>
                    <a:pt x="307848" y="176701"/>
                  </a:moveTo>
                  <a:lnTo>
                    <a:pt x="151394" y="176701"/>
                  </a:lnTo>
                  <a:lnTo>
                    <a:pt x="151394" y="727639"/>
                  </a:lnTo>
                  <a:lnTo>
                    <a:pt x="307848" y="727639"/>
                  </a:lnTo>
                  <a:lnTo>
                    <a:pt x="307848" y="176701"/>
                  </a:lnTo>
                  <a:close/>
                </a:path>
                <a:path w="996315" h="727710">
                  <a:moveTo>
                    <a:pt x="307848" y="0"/>
                  </a:moveTo>
                  <a:lnTo>
                    <a:pt x="212963" y="0"/>
                  </a:lnTo>
                  <a:lnTo>
                    <a:pt x="190489" y="16308"/>
                  </a:lnTo>
                  <a:lnTo>
                    <a:pt x="166691" y="31914"/>
                  </a:lnTo>
                  <a:lnTo>
                    <a:pt x="115183" y="61042"/>
                  </a:lnTo>
                  <a:lnTo>
                    <a:pt x="59352" y="86362"/>
                  </a:lnTo>
                  <a:lnTo>
                    <a:pt x="0" y="106716"/>
                  </a:lnTo>
                  <a:lnTo>
                    <a:pt x="0" y="238743"/>
                  </a:lnTo>
                  <a:lnTo>
                    <a:pt x="42275" y="230553"/>
                  </a:lnTo>
                  <a:lnTo>
                    <a:pt x="83423" y="216657"/>
                  </a:lnTo>
                  <a:lnTo>
                    <a:pt x="120914" y="198299"/>
                  </a:lnTo>
                  <a:lnTo>
                    <a:pt x="151394" y="176701"/>
                  </a:lnTo>
                  <a:lnTo>
                    <a:pt x="307848" y="176701"/>
                  </a:lnTo>
                  <a:lnTo>
                    <a:pt x="307848" y="0"/>
                  </a:lnTo>
                  <a:close/>
                </a:path>
              </a:pathLst>
            </a:custGeom>
            <a:solidFill>
              <a:srgbClr val="FFFF00"/>
            </a:solidFill>
          </p:spPr>
          <p:txBody>
            <a:bodyPr wrap="square" lIns="0" tIns="0" rIns="0" bIns="0" rtlCol="0"/>
            <a:lstStyle/>
            <a:p>
              <a:endParaRPr/>
            </a:p>
          </p:txBody>
        </p:sp>
        <p:sp>
          <p:nvSpPr>
            <p:cNvPr id="116" name="object 116"/>
            <p:cNvSpPr/>
            <p:nvPr/>
          </p:nvSpPr>
          <p:spPr>
            <a:xfrm>
              <a:off x="7383658" y="5529203"/>
              <a:ext cx="996315" cy="727710"/>
            </a:xfrm>
            <a:custGeom>
              <a:avLst/>
              <a:gdLst/>
              <a:ahLst/>
              <a:cxnLst/>
              <a:rect l="l" t="t" r="r" b="b"/>
              <a:pathLst>
                <a:path w="996315" h="727710">
                  <a:moveTo>
                    <a:pt x="764926" y="3928"/>
                  </a:moveTo>
                  <a:lnTo>
                    <a:pt x="816246" y="7471"/>
                  </a:lnTo>
                  <a:lnTo>
                    <a:pt x="861943" y="18156"/>
                  </a:lnTo>
                  <a:lnTo>
                    <a:pt x="901617" y="35300"/>
                  </a:lnTo>
                  <a:lnTo>
                    <a:pt x="934730" y="58542"/>
                  </a:lnTo>
                  <a:lnTo>
                    <a:pt x="960912" y="87664"/>
                  </a:lnTo>
                  <a:lnTo>
                    <a:pt x="980053" y="122349"/>
                  </a:lnTo>
                  <a:lnTo>
                    <a:pt x="991842" y="161988"/>
                  </a:lnTo>
                  <a:lnTo>
                    <a:pt x="995812" y="205977"/>
                  </a:lnTo>
                  <a:lnTo>
                    <a:pt x="994858" y="229869"/>
                  </a:lnTo>
                  <a:lnTo>
                    <a:pt x="987235" y="273553"/>
                  </a:lnTo>
                  <a:lnTo>
                    <a:pt x="972409" y="312015"/>
                  </a:lnTo>
                  <a:lnTo>
                    <a:pt x="952312" y="346754"/>
                  </a:lnTo>
                  <a:lnTo>
                    <a:pt x="927382" y="378133"/>
                  </a:lnTo>
                  <a:lnTo>
                    <a:pt x="898428" y="406794"/>
                  </a:lnTo>
                  <a:lnTo>
                    <a:pt x="865987" y="433069"/>
                  </a:lnTo>
                  <a:lnTo>
                    <a:pt x="832034" y="458263"/>
                  </a:lnTo>
                  <a:lnTo>
                    <a:pt x="814577" y="470534"/>
                  </a:lnTo>
                  <a:lnTo>
                    <a:pt x="802768" y="478955"/>
                  </a:lnTo>
                  <a:lnTo>
                    <a:pt x="768736" y="504038"/>
                  </a:lnTo>
                  <a:lnTo>
                    <a:pt x="738475" y="528703"/>
                  </a:lnTo>
                  <a:lnTo>
                    <a:pt x="708320" y="560572"/>
                  </a:lnTo>
                  <a:lnTo>
                    <a:pt x="693023" y="597596"/>
                  </a:lnTo>
                  <a:lnTo>
                    <a:pt x="994775" y="597596"/>
                  </a:lnTo>
                  <a:lnTo>
                    <a:pt x="994775" y="727639"/>
                  </a:lnTo>
                  <a:lnTo>
                    <a:pt x="521207" y="727639"/>
                  </a:lnTo>
                  <a:lnTo>
                    <a:pt x="521207" y="674037"/>
                  </a:lnTo>
                  <a:lnTo>
                    <a:pt x="525795" y="622228"/>
                  </a:lnTo>
                  <a:lnTo>
                    <a:pt x="539617" y="576001"/>
                  </a:lnTo>
                  <a:lnTo>
                    <a:pt x="560287" y="534805"/>
                  </a:lnTo>
                  <a:lnTo>
                    <a:pt x="585734" y="498073"/>
                  </a:lnTo>
                  <a:lnTo>
                    <a:pt x="614857" y="465569"/>
                  </a:lnTo>
                  <a:lnTo>
                    <a:pt x="646541" y="437031"/>
                  </a:lnTo>
                  <a:lnTo>
                    <a:pt x="678732" y="411777"/>
                  </a:lnTo>
                  <a:lnTo>
                    <a:pt x="724507" y="378087"/>
                  </a:lnTo>
                  <a:lnTo>
                    <a:pt x="738720" y="367293"/>
                  </a:lnTo>
                  <a:lnTo>
                    <a:pt x="775492" y="336285"/>
                  </a:lnTo>
                  <a:lnTo>
                    <a:pt x="803909" y="305991"/>
                  </a:lnTo>
                  <a:lnTo>
                    <a:pt x="828050" y="265294"/>
                  </a:lnTo>
                  <a:lnTo>
                    <a:pt x="835913" y="221373"/>
                  </a:lnTo>
                  <a:lnTo>
                    <a:pt x="834298" y="199936"/>
                  </a:lnTo>
                  <a:lnTo>
                    <a:pt x="810127" y="152387"/>
                  </a:lnTo>
                  <a:lnTo>
                    <a:pt x="755992" y="130510"/>
                  </a:lnTo>
                  <a:lnTo>
                    <a:pt x="731123" y="129052"/>
                  </a:lnTo>
                  <a:lnTo>
                    <a:pt x="685718" y="133612"/>
                  </a:lnTo>
                  <a:lnTo>
                    <a:pt x="641310" y="147293"/>
                  </a:lnTo>
                  <a:lnTo>
                    <a:pt x="597902" y="170093"/>
                  </a:lnTo>
                  <a:lnTo>
                    <a:pt x="555497" y="202012"/>
                  </a:lnTo>
                  <a:lnTo>
                    <a:pt x="555497" y="64032"/>
                  </a:lnTo>
                  <a:lnTo>
                    <a:pt x="603381" y="37753"/>
                  </a:lnTo>
                  <a:lnTo>
                    <a:pt x="654256" y="18969"/>
                  </a:lnTo>
                  <a:lnTo>
                    <a:pt x="708109" y="7690"/>
                  </a:lnTo>
                  <a:lnTo>
                    <a:pt x="764926" y="3928"/>
                  </a:lnTo>
                  <a:close/>
                </a:path>
                <a:path w="996315" h="727710">
                  <a:moveTo>
                    <a:pt x="212963" y="0"/>
                  </a:moveTo>
                  <a:lnTo>
                    <a:pt x="307847" y="0"/>
                  </a:lnTo>
                  <a:lnTo>
                    <a:pt x="307847" y="727639"/>
                  </a:lnTo>
                  <a:lnTo>
                    <a:pt x="151394" y="727639"/>
                  </a:lnTo>
                  <a:lnTo>
                    <a:pt x="151394" y="176701"/>
                  </a:lnTo>
                  <a:lnTo>
                    <a:pt x="144689" y="182331"/>
                  </a:lnTo>
                  <a:lnTo>
                    <a:pt x="111978" y="203256"/>
                  </a:lnTo>
                  <a:lnTo>
                    <a:pt x="73428" y="220598"/>
                  </a:lnTo>
                  <a:lnTo>
                    <a:pt x="31641" y="233208"/>
                  </a:lnTo>
                  <a:lnTo>
                    <a:pt x="0" y="238743"/>
                  </a:lnTo>
                  <a:lnTo>
                    <a:pt x="0" y="106716"/>
                  </a:lnTo>
                  <a:lnTo>
                    <a:pt x="30119" y="97159"/>
                  </a:lnTo>
                  <a:lnTo>
                    <a:pt x="59352" y="86362"/>
                  </a:lnTo>
                  <a:lnTo>
                    <a:pt x="115183" y="61042"/>
                  </a:lnTo>
                  <a:lnTo>
                    <a:pt x="166691" y="31914"/>
                  </a:lnTo>
                  <a:lnTo>
                    <a:pt x="190489" y="16308"/>
                  </a:lnTo>
                  <a:lnTo>
                    <a:pt x="212963" y="0"/>
                  </a:lnTo>
                  <a:close/>
                </a:path>
              </a:pathLst>
            </a:custGeom>
            <a:ln w="12191">
              <a:solidFill>
                <a:srgbClr val="000000"/>
              </a:solidFill>
            </a:ln>
          </p:spPr>
          <p:txBody>
            <a:bodyPr wrap="square" lIns="0" tIns="0" rIns="0" bIns="0" rtlCol="0"/>
            <a:lstStyle/>
            <a:p>
              <a:endParaRPr/>
            </a:p>
          </p:txBody>
        </p:sp>
        <p:sp>
          <p:nvSpPr>
            <p:cNvPr id="117" name="object 117"/>
            <p:cNvSpPr/>
            <p:nvPr/>
          </p:nvSpPr>
          <p:spPr>
            <a:xfrm>
              <a:off x="6786372" y="5253227"/>
              <a:ext cx="2218944" cy="1345691"/>
            </a:xfrm>
            <a:prstGeom prst="rect">
              <a:avLst/>
            </a:prstGeom>
            <a:blipFill>
              <a:blip r:embed="rId47" cstate="print"/>
              <a:stretch>
                <a:fillRect/>
              </a:stretch>
            </a:blipFill>
          </p:spPr>
          <p:txBody>
            <a:bodyPr wrap="square" lIns="0" tIns="0" rIns="0" bIns="0" rtlCol="0"/>
            <a:lstStyle/>
            <a:p>
              <a:endParaRPr/>
            </a:p>
          </p:txBody>
        </p:sp>
        <p:sp>
          <p:nvSpPr>
            <p:cNvPr id="118" name="object 118"/>
            <p:cNvSpPr/>
            <p:nvPr/>
          </p:nvSpPr>
          <p:spPr>
            <a:xfrm>
              <a:off x="6632448" y="4934710"/>
              <a:ext cx="2511551" cy="1923288"/>
            </a:xfrm>
            <a:prstGeom prst="rect">
              <a:avLst/>
            </a:prstGeom>
            <a:blipFill>
              <a:blip r:embed="rId48" cstate="print"/>
              <a:stretch>
                <a:fillRect/>
              </a:stretch>
            </a:blipFill>
          </p:spPr>
          <p:txBody>
            <a:bodyPr wrap="square" lIns="0" tIns="0" rIns="0" bIns="0" rtlCol="0"/>
            <a:lstStyle/>
            <a:p>
              <a:endParaRPr/>
            </a:p>
          </p:txBody>
        </p:sp>
        <p:sp>
          <p:nvSpPr>
            <p:cNvPr id="119" name="object 119"/>
            <p:cNvSpPr/>
            <p:nvPr/>
          </p:nvSpPr>
          <p:spPr>
            <a:xfrm>
              <a:off x="6867540" y="5313426"/>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837" y="1184087"/>
                  </a:lnTo>
                  <a:lnTo>
                    <a:pt x="1871698" y="1179362"/>
                  </a:lnTo>
                  <a:lnTo>
                    <a:pt x="1915349" y="1165813"/>
                  </a:lnTo>
                  <a:lnTo>
                    <a:pt x="1954852" y="1144375"/>
                  </a:lnTo>
                  <a:lnTo>
                    <a:pt x="1989273" y="1115982"/>
                  </a:lnTo>
                  <a:lnTo>
                    <a:pt x="2017674" y="1081569"/>
                  </a:lnTo>
                  <a:lnTo>
                    <a:pt x="2039120" y="1042073"/>
                  </a:lnTo>
                  <a:lnTo>
                    <a:pt x="2052673" y="998428"/>
                  </a:lnTo>
                  <a:lnTo>
                    <a:pt x="2057399" y="951570"/>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20" name="object 120"/>
            <p:cNvSpPr/>
            <p:nvPr/>
          </p:nvSpPr>
          <p:spPr>
            <a:xfrm>
              <a:off x="6867540" y="53134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70"/>
                  </a:lnTo>
                  <a:lnTo>
                    <a:pt x="2052673" y="998428"/>
                  </a:lnTo>
                  <a:lnTo>
                    <a:pt x="2039120" y="1042073"/>
                  </a:lnTo>
                  <a:lnTo>
                    <a:pt x="2017674" y="1081569"/>
                  </a:lnTo>
                  <a:lnTo>
                    <a:pt x="1989273" y="1115982"/>
                  </a:lnTo>
                  <a:lnTo>
                    <a:pt x="1954852" y="1144375"/>
                  </a:lnTo>
                  <a:lnTo>
                    <a:pt x="1915349" y="1165813"/>
                  </a:lnTo>
                  <a:lnTo>
                    <a:pt x="1871698" y="1179362"/>
                  </a:lnTo>
                  <a:lnTo>
                    <a:pt x="1824837"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21" name="object 121"/>
            <p:cNvSpPr/>
            <p:nvPr/>
          </p:nvSpPr>
          <p:spPr>
            <a:xfrm>
              <a:off x="6673596" y="4956047"/>
              <a:ext cx="2470404" cy="1901952"/>
            </a:xfrm>
            <a:prstGeom prst="rect">
              <a:avLst/>
            </a:prstGeom>
            <a:blipFill>
              <a:blip r:embed="rId49" cstate="print"/>
              <a:stretch>
                <a:fillRect/>
              </a:stretch>
            </a:blipFill>
          </p:spPr>
          <p:txBody>
            <a:bodyPr wrap="square" lIns="0" tIns="0" rIns="0" bIns="0" rtlCol="0"/>
            <a:lstStyle/>
            <a:p>
              <a:endParaRPr/>
            </a:p>
          </p:txBody>
        </p:sp>
        <p:sp>
          <p:nvSpPr>
            <p:cNvPr id="122" name="object 122"/>
            <p:cNvSpPr/>
            <p:nvPr/>
          </p:nvSpPr>
          <p:spPr>
            <a:xfrm>
              <a:off x="7415662" y="5549776"/>
              <a:ext cx="991869" cy="740410"/>
            </a:xfrm>
            <a:custGeom>
              <a:avLst/>
              <a:gdLst/>
              <a:ahLst/>
              <a:cxnLst/>
              <a:rect l="l" t="t" r="r" b="b"/>
              <a:pathLst>
                <a:path w="991870" h="740410">
                  <a:moveTo>
                    <a:pt x="537972" y="567760"/>
                  </a:moveTo>
                  <a:lnTo>
                    <a:pt x="537972" y="704255"/>
                  </a:lnTo>
                  <a:lnTo>
                    <a:pt x="575040" y="719888"/>
                  </a:lnTo>
                  <a:lnTo>
                    <a:pt x="617280" y="731053"/>
                  </a:lnTo>
                  <a:lnTo>
                    <a:pt x="664664" y="737751"/>
                  </a:lnTo>
                  <a:lnTo>
                    <a:pt x="717163" y="739984"/>
                  </a:lnTo>
                  <a:lnTo>
                    <a:pt x="777989" y="736356"/>
                  </a:lnTo>
                  <a:lnTo>
                    <a:pt x="831856" y="725470"/>
                  </a:lnTo>
                  <a:lnTo>
                    <a:pt x="878768" y="707321"/>
                  </a:lnTo>
                  <a:lnTo>
                    <a:pt x="918728" y="681907"/>
                  </a:lnTo>
                  <a:lnTo>
                    <a:pt x="950625" y="650268"/>
                  </a:lnTo>
                  <a:lnTo>
                    <a:pt x="969407" y="619874"/>
                  </a:lnTo>
                  <a:lnTo>
                    <a:pt x="704728" y="619874"/>
                  </a:lnTo>
                  <a:lnTo>
                    <a:pt x="658569" y="616616"/>
                  </a:lnTo>
                  <a:lnTo>
                    <a:pt x="615383" y="606841"/>
                  </a:lnTo>
                  <a:lnTo>
                    <a:pt x="575180" y="590555"/>
                  </a:lnTo>
                  <a:lnTo>
                    <a:pt x="537972" y="567760"/>
                  </a:lnTo>
                  <a:close/>
                </a:path>
                <a:path w="991870" h="740410">
                  <a:moveTo>
                    <a:pt x="959842" y="123526"/>
                  </a:moveTo>
                  <a:lnTo>
                    <a:pt x="703844" y="123526"/>
                  </a:lnTo>
                  <a:lnTo>
                    <a:pt x="750512" y="128955"/>
                  </a:lnTo>
                  <a:lnTo>
                    <a:pt x="783850" y="145243"/>
                  </a:lnTo>
                  <a:lnTo>
                    <a:pt x="803855" y="172389"/>
                  </a:lnTo>
                  <a:lnTo>
                    <a:pt x="810524" y="210394"/>
                  </a:lnTo>
                  <a:lnTo>
                    <a:pt x="801833" y="250783"/>
                  </a:lnTo>
                  <a:lnTo>
                    <a:pt x="775769" y="279634"/>
                  </a:lnTo>
                  <a:lnTo>
                    <a:pt x="732342" y="296944"/>
                  </a:lnTo>
                  <a:lnTo>
                    <a:pt x="671565" y="302715"/>
                  </a:lnTo>
                  <a:lnTo>
                    <a:pt x="610483" y="302715"/>
                  </a:lnTo>
                  <a:lnTo>
                    <a:pt x="610483" y="422827"/>
                  </a:lnTo>
                  <a:lnTo>
                    <a:pt x="676534" y="422827"/>
                  </a:lnTo>
                  <a:lnTo>
                    <a:pt x="710795" y="424439"/>
                  </a:lnTo>
                  <a:lnTo>
                    <a:pt x="767749" y="437342"/>
                  </a:lnTo>
                  <a:lnTo>
                    <a:pt x="808534" y="462908"/>
                  </a:lnTo>
                  <a:lnTo>
                    <a:pt x="829262" y="499635"/>
                  </a:lnTo>
                  <a:lnTo>
                    <a:pt x="831860" y="522088"/>
                  </a:lnTo>
                  <a:lnTo>
                    <a:pt x="829763" y="543900"/>
                  </a:lnTo>
                  <a:lnTo>
                    <a:pt x="812996" y="579886"/>
                  </a:lnTo>
                  <a:lnTo>
                    <a:pt x="779908" y="605353"/>
                  </a:lnTo>
                  <a:lnTo>
                    <a:pt x="733129" y="618261"/>
                  </a:lnTo>
                  <a:lnTo>
                    <a:pt x="704728" y="619874"/>
                  </a:lnTo>
                  <a:lnTo>
                    <a:pt x="969407" y="619874"/>
                  </a:lnTo>
                  <a:lnTo>
                    <a:pt x="973397" y="613417"/>
                  </a:lnTo>
                  <a:lnTo>
                    <a:pt x="987055" y="571352"/>
                  </a:lnTo>
                  <a:lnTo>
                    <a:pt x="991605" y="524076"/>
                  </a:lnTo>
                  <a:lnTo>
                    <a:pt x="988887" y="492358"/>
                  </a:lnTo>
                  <a:lnTo>
                    <a:pt x="967071" y="436642"/>
                  </a:lnTo>
                  <a:lnTo>
                    <a:pt x="924121" y="392188"/>
                  </a:lnTo>
                  <a:lnTo>
                    <a:pt x="864551" y="364769"/>
                  </a:lnTo>
                  <a:lnTo>
                    <a:pt x="828812" y="357807"/>
                  </a:lnTo>
                  <a:lnTo>
                    <a:pt x="828812" y="355317"/>
                  </a:lnTo>
                  <a:lnTo>
                    <a:pt x="879748" y="337058"/>
                  </a:lnTo>
                  <a:lnTo>
                    <a:pt x="919358" y="310457"/>
                  </a:lnTo>
                  <a:lnTo>
                    <a:pt x="947645" y="275516"/>
                  </a:lnTo>
                  <a:lnTo>
                    <a:pt x="964614" y="232236"/>
                  </a:lnTo>
                  <a:lnTo>
                    <a:pt x="970269" y="180618"/>
                  </a:lnTo>
                  <a:lnTo>
                    <a:pt x="966484" y="143231"/>
                  </a:lnTo>
                  <a:lnTo>
                    <a:pt x="959842" y="123526"/>
                  </a:lnTo>
                  <a:close/>
                </a:path>
                <a:path w="991870" h="740410">
                  <a:moveTo>
                    <a:pt x="739505" y="3928"/>
                  </a:moveTo>
                  <a:lnTo>
                    <a:pt x="691169" y="6286"/>
                  </a:lnTo>
                  <a:lnTo>
                    <a:pt x="645951" y="13357"/>
                  </a:lnTo>
                  <a:lnTo>
                    <a:pt x="603824" y="25140"/>
                  </a:lnTo>
                  <a:lnTo>
                    <a:pt x="564763" y="41635"/>
                  </a:lnTo>
                  <a:lnTo>
                    <a:pt x="564763" y="169688"/>
                  </a:lnTo>
                  <a:lnTo>
                    <a:pt x="598796" y="149495"/>
                  </a:lnTo>
                  <a:lnTo>
                    <a:pt x="633298" y="135069"/>
                  </a:lnTo>
                  <a:lnTo>
                    <a:pt x="668302" y="126412"/>
                  </a:lnTo>
                  <a:lnTo>
                    <a:pt x="703844" y="123526"/>
                  </a:lnTo>
                  <a:lnTo>
                    <a:pt x="959842" y="123526"/>
                  </a:lnTo>
                  <a:lnTo>
                    <a:pt x="955117" y="109509"/>
                  </a:lnTo>
                  <a:lnTo>
                    <a:pt x="909584" y="53053"/>
                  </a:lnTo>
                  <a:lnTo>
                    <a:pt x="876091" y="31564"/>
                  </a:lnTo>
                  <a:lnTo>
                    <a:pt x="836592" y="16213"/>
                  </a:lnTo>
                  <a:lnTo>
                    <a:pt x="791069" y="7000"/>
                  </a:lnTo>
                  <a:lnTo>
                    <a:pt x="739505" y="3928"/>
                  </a:lnTo>
                  <a:close/>
                </a:path>
                <a:path w="991870" h="740410">
                  <a:moveTo>
                    <a:pt x="307726" y="176640"/>
                  </a:moveTo>
                  <a:lnTo>
                    <a:pt x="151394" y="176640"/>
                  </a:lnTo>
                  <a:lnTo>
                    <a:pt x="151394" y="727578"/>
                  </a:lnTo>
                  <a:lnTo>
                    <a:pt x="307726" y="727578"/>
                  </a:lnTo>
                  <a:lnTo>
                    <a:pt x="307726" y="176640"/>
                  </a:lnTo>
                  <a:close/>
                </a:path>
                <a:path w="991870" h="740410">
                  <a:moveTo>
                    <a:pt x="307726" y="0"/>
                  </a:moveTo>
                  <a:lnTo>
                    <a:pt x="212841" y="0"/>
                  </a:lnTo>
                  <a:lnTo>
                    <a:pt x="190367" y="16248"/>
                  </a:lnTo>
                  <a:lnTo>
                    <a:pt x="166569" y="31837"/>
                  </a:lnTo>
                  <a:lnTo>
                    <a:pt x="115062" y="60996"/>
                  </a:lnTo>
                  <a:lnTo>
                    <a:pt x="59245" y="86304"/>
                  </a:lnTo>
                  <a:lnTo>
                    <a:pt x="0" y="106655"/>
                  </a:lnTo>
                  <a:lnTo>
                    <a:pt x="0" y="238685"/>
                  </a:lnTo>
                  <a:lnTo>
                    <a:pt x="42153" y="230492"/>
                  </a:lnTo>
                  <a:lnTo>
                    <a:pt x="83301" y="216596"/>
                  </a:lnTo>
                  <a:lnTo>
                    <a:pt x="120761" y="198226"/>
                  </a:lnTo>
                  <a:lnTo>
                    <a:pt x="151394" y="176640"/>
                  </a:lnTo>
                  <a:lnTo>
                    <a:pt x="307726" y="176640"/>
                  </a:lnTo>
                  <a:lnTo>
                    <a:pt x="307726" y="0"/>
                  </a:lnTo>
                  <a:close/>
                </a:path>
              </a:pathLst>
            </a:custGeom>
            <a:solidFill>
              <a:srgbClr val="FFFF00"/>
            </a:solidFill>
          </p:spPr>
          <p:txBody>
            <a:bodyPr wrap="square" lIns="0" tIns="0" rIns="0" bIns="0" rtlCol="0"/>
            <a:lstStyle/>
            <a:p>
              <a:endParaRPr/>
            </a:p>
          </p:txBody>
        </p:sp>
        <p:sp>
          <p:nvSpPr>
            <p:cNvPr id="123" name="object 123"/>
            <p:cNvSpPr/>
            <p:nvPr/>
          </p:nvSpPr>
          <p:spPr>
            <a:xfrm>
              <a:off x="7415661" y="5549777"/>
              <a:ext cx="991869" cy="740410"/>
            </a:xfrm>
            <a:custGeom>
              <a:avLst/>
              <a:gdLst/>
              <a:ahLst/>
              <a:cxnLst/>
              <a:rect l="l" t="t" r="r" b="b"/>
              <a:pathLst>
                <a:path w="991870" h="740410">
                  <a:moveTo>
                    <a:pt x="739505" y="3928"/>
                  </a:moveTo>
                  <a:lnTo>
                    <a:pt x="791069" y="7000"/>
                  </a:lnTo>
                  <a:lnTo>
                    <a:pt x="836592" y="16213"/>
                  </a:lnTo>
                  <a:lnTo>
                    <a:pt x="876091" y="31564"/>
                  </a:lnTo>
                  <a:lnTo>
                    <a:pt x="909584" y="53053"/>
                  </a:lnTo>
                  <a:lnTo>
                    <a:pt x="955117" y="109509"/>
                  </a:lnTo>
                  <a:lnTo>
                    <a:pt x="970269" y="180618"/>
                  </a:lnTo>
                  <a:lnTo>
                    <a:pt x="964614" y="232235"/>
                  </a:lnTo>
                  <a:lnTo>
                    <a:pt x="947645" y="275516"/>
                  </a:lnTo>
                  <a:lnTo>
                    <a:pt x="919358" y="310457"/>
                  </a:lnTo>
                  <a:lnTo>
                    <a:pt x="879748" y="337058"/>
                  </a:lnTo>
                  <a:lnTo>
                    <a:pt x="828812" y="355317"/>
                  </a:lnTo>
                  <a:lnTo>
                    <a:pt x="828812" y="357807"/>
                  </a:lnTo>
                  <a:lnTo>
                    <a:pt x="896325" y="376229"/>
                  </a:lnTo>
                  <a:lnTo>
                    <a:pt x="947927" y="412647"/>
                  </a:lnTo>
                  <a:lnTo>
                    <a:pt x="980716" y="463213"/>
                  </a:lnTo>
                  <a:lnTo>
                    <a:pt x="991605" y="524076"/>
                  </a:lnTo>
                  <a:lnTo>
                    <a:pt x="987055" y="571352"/>
                  </a:lnTo>
                  <a:lnTo>
                    <a:pt x="973397" y="613417"/>
                  </a:lnTo>
                  <a:lnTo>
                    <a:pt x="950624" y="650268"/>
                  </a:lnTo>
                  <a:lnTo>
                    <a:pt x="918728" y="681907"/>
                  </a:lnTo>
                  <a:lnTo>
                    <a:pt x="878768" y="707321"/>
                  </a:lnTo>
                  <a:lnTo>
                    <a:pt x="831856" y="725470"/>
                  </a:lnTo>
                  <a:lnTo>
                    <a:pt x="777989" y="736356"/>
                  </a:lnTo>
                  <a:lnTo>
                    <a:pt x="717163" y="739984"/>
                  </a:lnTo>
                  <a:lnTo>
                    <a:pt x="664664" y="737751"/>
                  </a:lnTo>
                  <a:lnTo>
                    <a:pt x="617280" y="731053"/>
                  </a:lnTo>
                  <a:lnTo>
                    <a:pt x="575040" y="719888"/>
                  </a:lnTo>
                  <a:lnTo>
                    <a:pt x="537971" y="704255"/>
                  </a:lnTo>
                  <a:lnTo>
                    <a:pt x="537971" y="567760"/>
                  </a:lnTo>
                  <a:lnTo>
                    <a:pt x="575180" y="590555"/>
                  </a:lnTo>
                  <a:lnTo>
                    <a:pt x="615383" y="606841"/>
                  </a:lnTo>
                  <a:lnTo>
                    <a:pt x="658569" y="616616"/>
                  </a:lnTo>
                  <a:lnTo>
                    <a:pt x="704728" y="619874"/>
                  </a:lnTo>
                  <a:lnTo>
                    <a:pt x="733129" y="618261"/>
                  </a:lnTo>
                  <a:lnTo>
                    <a:pt x="779908" y="605353"/>
                  </a:lnTo>
                  <a:lnTo>
                    <a:pt x="812996" y="579886"/>
                  </a:lnTo>
                  <a:lnTo>
                    <a:pt x="829763" y="543900"/>
                  </a:lnTo>
                  <a:lnTo>
                    <a:pt x="831860" y="522088"/>
                  </a:lnTo>
                  <a:lnTo>
                    <a:pt x="829262" y="499635"/>
                  </a:lnTo>
                  <a:lnTo>
                    <a:pt x="808534" y="462908"/>
                  </a:lnTo>
                  <a:lnTo>
                    <a:pt x="767749" y="437342"/>
                  </a:lnTo>
                  <a:lnTo>
                    <a:pt x="710795" y="424439"/>
                  </a:lnTo>
                  <a:lnTo>
                    <a:pt x="676534" y="422827"/>
                  </a:lnTo>
                  <a:lnTo>
                    <a:pt x="610483" y="422827"/>
                  </a:lnTo>
                  <a:lnTo>
                    <a:pt x="610483" y="302715"/>
                  </a:lnTo>
                  <a:lnTo>
                    <a:pt x="671565" y="302715"/>
                  </a:lnTo>
                  <a:lnTo>
                    <a:pt x="732342" y="296944"/>
                  </a:lnTo>
                  <a:lnTo>
                    <a:pt x="775769" y="279634"/>
                  </a:lnTo>
                  <a:lnTo>
                    <a:pt x="801833" y="250783"/>
                  </a:lnTo>
                  <a:lnTo>
                    <a:pt x="810524" y="210394"/>
                  </a:lnTo>
                  <a:lnTo>
                    <a:pt x="803855" y="172389"/>
                  </a:lnTo>
                  <a:lnTo>
                    <a:pt x="783850" y="145243"/>
                  </a:lnTo>
                  <a:lnTo>
                    <a:pt x="750512" y="128955"/>
                  </a:lnTo>
                  <a:lnTo>
                    <a:pt x="703844" y="123526"/>
                  </a:lnTo>
                  <a:lnTo>
                    <a:pt x="668302" y="126412"/>
                  </a:lnTo>
                  <a:lnTo>
                    <a:pt x="633298" y="135069"/>
                  </a:lnTo>
                  <a:lnTo>
                    <a:pt x="598796" y="149495"/>
                  </a:lnTo>
                  <a:lnTo>
                    <a:pt x="564763" y="169688"/>
                  </a:lnTo>
                  <a:lnTo>
                    <a:pt x="564763" y="41635"/>
                  </a:lnTo>
                  <a:lnTo>
                    <a:pt x="603824" y="25140"/>
                  </a:lnTo>
                  <a:lnTo>
                    <a:pt x="645951" y="13357"/>
                  </a:lnTo>
                  <a:lnTo>
                    <a:pt x="691169" y="6286"/>
                  </a:lnTo>
                  <a:lnTo>
                    <a:pt x="739505" y="3928"/>
                  </a:lnTo>
                  <a:close/>
                </a:path>
                <a:path w="991870" h="740410">
                  <a:moveTo>
                    <a:pt x="212841" y="0"/>
                  </a:moveTo>
                  <a:lnTo>
                    <a:pt x="307726" y="0"/>
                  </a:lnTo>
                  <a:lnTo>
                    <a:pt x="307726" y="727578"/>
                  </a:lnTo>
                  <a:lnTo>
                    <a:pt x="151394" y="727578"/>
                  </a:lnTo>
                  <a:lnTo>
                    <a:pt x="151394" y="176640"/>
                  </a:lnTo>
                  <a:lnTo>
                    <a:pt x="144619" y="182270"/>
                  </a:lnTo>
                  <a:lnTo>
                    <a:pt x="111843" y="203192"/>
                  </a:lnTo>
                  <a:lnTo>
                    <a:pt x="73306" y="220535"/>
                  </a:lnTo>
                  <a:lnTo>
                    <a:pt x="31521" y="233147"/>
                  </a:lnTo>
                  <a:lnTo>
                    <a:pt x="0" y="238685"/>
                  </a:lnTo>
                  <a:lnTo>
                    <a:pt x="0" y="106655"/>
                  </a:lnTo>
                  <a:lnTo>
                    <a:pt x="30048" y="97098"/>
                  </a:lnTo>
                  <a:lnTo>
                    <a:pt x="59245" y="86304"/>
                  </a:lnTo>
                  <a:lnTo>
                    <a:pt x="115061" y="60996"/>
                  </a:lnTo>
                  <a:lnTo>
                    <a:pt x="166569" y="31837"/>
                  </a:lnTo>
                  <a:lnTo>
                    <a:pt x="190367" y="16248"/>
                  </a:lnTo>
                  <a:lnTo>
                    <a:pt x="212841" y="0"/>
                  </a:lnTo>
                  <a:close/>
                </a:path>
              </a:pathLst>
            </a:custGeom>
            <a:ln w="12191">
              <a:solidFill>
                <a:srgbClr val="000000"/>
              </a:solidFill>
            </a:ln>
          </p:spPr>
          <p:txBody>
            <a:bodyPr wrap="square" lIns="0" tIns="0" rIns="0" bIns="0" rtlCol="0"/>
            <a:lstStyle/>
            <a:p>
              <a:endParaRPr/>
            </a:p>
          </p:txBody>
        </p:sp>
        <p:sp>
          <p:nvSpPr>
            <p:cNvPr id="124" name="object 124"/>
            <p:cNvSpPr/>
            <p:nvPr/>
          </p:nvSpPr>
          <p:spPr>
            <a:xfrm>
              <a:off x="6749796" y="5209032"/>
              <a:ext cx="2218944" cy="1345692"/>
            </a:xfrm>
            <a:prstGeom prst="rect">
              <a:avLst/>
            </a:prstGeom>
            <a:blipFill>
              <a:blip r:embed="rId50" cstate="print"/>
              <a:stretch>
                <a:fillRect/>
              </a:stretch>
            </a:blipFill>
          </p:spPr>
          <p:txBody>
            <a:bodyPr wrap="square" lIns="0" tIns="0" rIns="0" bIns="0" rtlCol="0"/>
            <a:lstStyle/>
            <a:p>
              <a:endParaRPr/>
            </a:p>
          </p:txBody>
        </p:sp>
        <p:sp>
          <p:nvSpPr>
            <p:cNvPr id="125" name="object 125"/>
            <p:cNvSpPr/>
            <p:nvPr/>
          </p:nvSpPr>
          <p:spPr>
            <a:xfrm>
              <a:off x="6594348" y="4892039"/>
              <a:ext cx="2549651" cy="1965959"/>
            </a:xfrm>
            <a:prstGeom prst="rect">
              <a:avLst/>
            </a:prstGeom>
            <a:blipFill>
              <a:blip r:embed="rId51" cstate="print"/>
              <a:stretch>
                <a:fillRect/>
              </a:stretch>
            </a:blipFill>
          </p:spPr>
          <p:txBody>
            <a:bodyPr wrap="square" lIns="0" tIns="0" rIns="0" bIns="0" rtlCol="0"/>
            <a:lstStyle/>
            <a:p>
              <a:endParaRPr/>
            </a:p>
          </p:txBody>
        </p:sp>
        <p:sp>
          <p:nvSpPr>
            <p:cNvPr id="126" name="object 126"/>
            <p:cNvSpPr/>
            <p:nvPr/>
          </p:nvSpPr>
          <p:spPr>
            <a:xfrm>
              <a:off x="6829805" y="5270503"/>
              <a:ext cx="2057400" cy="1184275"/>
            </a:xfrm>
            <a:custGeom>
              <a:avLst/>
              <a:gdLst/>
              <a:ahLst/>
              <a:cxnLst/>
              <a:rect l="l" t="t" r="r" b="b"/>
              <a:pathLst>
                <a:path w="2057400" h="1184275">
                  <a:moveTo>
                    <a:pt x="1824989"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6"/>
                  </a:lnTo>
                  <a:lnTo>
                    <a:pt x="18279" y="1042015"/>
                  </a:lnTo>
                  <a:lnTo>
                    <a:pt x="39723" y="1081514"/>
                  </a:lnTo>
                  <a:lnTo>
                    <a:pt x="68122" y="1115927"/>
                  </a:lnTo>
                  <a:lnTo>
                    <a:pt x="102539" y="1144319"/>
                  </a:lnTo>
                  <a:lnTo>
                    <a:pt x="142037" y="1165757"/>
                  </a:lnTo>
                  <a:lnTo>
                    <a:pt x="185680" y="1179305"/>
                  </a:lnTo>
                  <a:lnTo>
                    <a:pt x="232531" y="1184029"/>
                  </a:lnTo>
                  <a:lnTo>
                    <a:pt x="1824989" y="1184029"/>
                  </a:lnTo>
                  <a:lnTo>
                    <a:pt x="1871844" y="1179305"/>
                  </a:lnTo>
                  <a:lnTo>
                    <a:pt x="1915477" y="1165757"/>
                  </a:lnTo>
                  <a:lnTo>
                    <a:pt x="1954957" y="1144319"/>
                  </a:lnTo>
                  <a:lnTo>
                    <a:pt x="1989349" y="1115927"/>
                  </a:lnTo>
                  <a:lnTo>
                    <a:pt x="2017722" y="1081514"/>
                  </a:lnTo>
                  <a:lnTo>
                    <a:pt x="2039143" y="1042015"/>
                  </a:lnTo>
                  <a:lnTo>
                    <a:pt x="2052680" y="998366"/>
                  </a:lnTo>
                  <a:lnTo>
                    <a:pt x="2057399" y="951500"/>
                  </a:lnTo>
                  <a:lnTo>
                    <a:pt x="2057399" y="232528"/>
                  </a:lnTo>
                  <a:lnTo>
                    <a:pt x="2052680" y="185673"/>
                  </a:lnTo>
                  <a:lnTo>
                    <a:pt x="2039143" y="142028"/>
                  </a:lnTo>
                  <a:lnTo>
                    <a:pt x="2017722" y="102530"/>
                  </a:lnTo>
                  <a:lnTo>
                    <a:pt x="1989349" y="68115"/>
                  </a:lnTo>
                  <a:lnTo>
                    <a:pt x="1954957" y="39718"/>
                  </a:lnTo>
                  <a:lnTo>
                    <a:pt x="1915477" y="18276"/>
                  </a:lnTo>
                  <a:lnTo>
                    <a:pt x="1871844" y="4725"/>
                  </a:lnTo>
                  <a:lnTo>
                    <a:pt x="1824989" y="0"/>
                  </a:lnTo>
                  <a:close/>
                </a:path>
              </a:pathLst>
            </a:custGeom>
            <a:solidFill>
              <a:srgbClr val="252525"/>
            </a:solidFill>
          </p:spPr>
          <p:txBody>
            <a:bodyPr wrap="square" lIns="0" tIns="0" rIns="0" bIns="0" rtlCol="0"/>
            <a:lstStyle/>
            <a:p>
              <a:endParaRPr/>
            </a:p>
          </p:txBody>
        </p:sp>
        <p:sp>
          <p:nvSpPr>
            <p:cNvPr id="127" name="object 127"/>
            <p:cNvSpPr/>
            <p:nvPr/>
          </p:nvSpPr>
          <p:spPr>
            <a:xfrm>
              <a:off x="6829805" y="5270503"/>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989" y="0"/>
                  </a:lnTo>
                  <a:lnTo>
                    <a:pt x="1871844" y="4725"/>
                  </a:lnTo>
                  <a:lnTo>
                    <a:pt x="1915477" y="18276"/>
                  </a:lnTo>
                  <a:lnTo>
                    <a:pt x="1954957" y="39718"/>
                  </a:lnTo>
                  <a:lnTo>
                    <a:pt x="1989349" y="68115"/>
                  </a:lnTo>
                  <a:lnTo>
                    <a:pt x="2017722" y="102530"/>
                  </a:lnTo>
                  <a:lnTo>
                    <a:pt x="2039143" y="142028"/>
                  </a:lnTo>
                  <a:lnTo>
                    <a:pt x="2052680" y="185673"/>
                  </a:lnTo>
                  <a:lnTo>
                    <a:pt x="2057399" y="232528"/>
                  </a:lnTo>
                  <a:lnTo>
                    <a:pt x="2057399" y="951500"/>
                  </a:lnTo>
                  <a:lnTo>
                    <a:pt x="2052680" y="998366"/>
                  </a:lnTo>
                  <a:lnTo>
                    <a:pt x="2039143" y="1042015"/>
                  </a:lnTo>
                  <a:lnTo>
                    <a:pt x="2017722" y="1081514"/>
                  </a:lnTo>
                  <a:lnTo>
                    <a:pt x="1989349" y="1115927"/>
                  </a:lnTo>
                  <a:lnTo>
                    <a:pt x="1954957" y="1144319"/>
                  </a:lnTo>
                  <a:lnTo>
                    <a:pt x="1915477" y="1165757"/>
                  </a:lnTo>
                  <a:lnTo>
                    <a:pt x="1871844" y="1179305"/>
                  </a:lnTo>
                  <a:lnTo>
                    <a:pt x="1824989" y="1184029"/>
                  </a:lnTo>
                  <a:lnTo>
                    <a:pt x="232531" y="1184029"/>
                  </a:lnTo>
                  <a:lnTo>
                    <a:pt x="185680" y="1179305"/>
                  </a:lnTo>
                  <a:lnTo>
                    <a:pt x="142037" y="1165757"/>
                  </a:lnTo>
                  <a:lnTo>
                    <a:pt x="102539" y="1144319"/>
                  </a:lnTo>
                  <a:lnTo>
                    <a:pt x="68122" y="1115927"/>
                  </a:lnTo>
                  <a:lnTo>
                    <a:pt x="39723" y="1081514"/>
                  </a:lnTo>
                  <a:lnTo>
                    <a:pt x="18279" y="1042015"/>
                  </a:lnTo>
                  <a:lnTo>
                    <a:pt x="4725"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128" name="object 128"/>
            <p:cNvSpPr/>
            <p:nvPr/>
          </p:nvSpPr>
          <p:spPr>
            <a:xfrm>
              <a:off x="6635496" y="4913374"/>
              <a:ext cx="2481072" cy="1944624"/>
            </a:xfrm>
            <a:prstGeom prst="rect">
              <a:avLst/>
            </a:prstGeom>
            <a:blipFill>
              <a:blip r:embed="rId52" cstate="print"/>
              <a:stretch>
                <a:fillRect/>
              </a:stretch>
            </a:blipFill>
          </p:spPr>
          <p:txBody>
            <a:bodyPr wrap="square" lIns="0" tIns="0" rIns="0" bIns="0" rtlCol="0"/>
            <a:lstStyle/>
            <a:p>
              <a:endParaRPr/>
            </a:p>
          </p:txBody>
        </p:sp>
        <p:sp>
          <p:nvSpPr>
            <p:cNvPr id="129" name="object 129"/>
            <p:cNvSpPr/>
            <p:nvPr/>
          </p:nvSpPr>
          <p:spPr>
            <a:xfrm>
              <a:off x="7377928" y="5506723"/>
              <a:ext cx="1038225" cy="727710"/>
            </a:xfrm>
            <a:custGeom>
              <a:avLst/>
              <a:gdLst/>
              <a:ahLst/>
              <a:cxnLst/>
              <a:rect l="l" t="t" r="r" b="b"/>
              <a:pathLst>
                <a:path w="1038225" h="727710">
                  <a:moveTo>
                    <a:pt x="952500" y="581716"/>
                  </a:moveTo>
                  <a:lnTo>
                    <a:pt x="809518" y="581716"/>
                  </a:lnTo>
                  <a:lnTo>
                    <a:pt x="809518" y="727639"/>
                  </a:lnTo>
                  <a:lnTo>
                    <a:pt x="952500" y="727639"/>
                  </a:lnTo>
                  <a:lnTo>
                    <a:pt x="952500" y="581716"/>
                  </a:lnTo>
                  <a:close/>
                </a:path>
                <a:path w="1038225" h="727710">
                  <a:moveTo>
                    <a:pt x="952500" y="15870"/>
                  </a:moveTo>
                  <a:lnTo>
                    <a:pt x="807110" y="15870"/>
                  </a:lnTo>
                  <a:lnTo>
                    <a:pt x="794033" y="43033"/>
                  </a:lnTo>
                  <a:lnTo>
                    <a:pt x="779598" y="70814"/>
                  </a:lnTo>
                  <a:lnTo>
                    <a:pt x="746760" y="128314"/>
                  </a:lnTo>
                  <a:lnTo>
                    <a:pt x="709890" y="186944"/>
                  </a:lnTo>
                  <a:lnTo>
                    <a:pt x="670072" y="245208"/>
                  </a:lnTo>
                  <a:lnTo>
                    <a:pt x="628154" y="302471"/>
                  </a:lnTo>
                  <a:lnTo>
                    <a:pt x="584728" y="358127"/>
                  </a:lnTo>
                  <a:lnTo>
                    <a:pt x="541290" y="410798"/>
                  </a:lnTo>
                  <a:lnTo>
                    <a:pt x="499384" y="459129"/>
                  </a:lnTo>
                  <a:lnTo>
                    <a:pt x="499384" y="581716"/>
                  </a:lnTo>
                  <a:lnTo>
                    <a:pt x="1037844" y="581716"/>
                  </a:lnTo>
                  <a:lnTo>
                    <a:pt x="1037844" y="464582"/>
                  </a:lnTo>
                  <a:lnTo>
                    <a:pt x="639836" y="464582"/>
                  </a:lnTo>
                  <a:lnTo>
                    <a:pt x="650603" y="451196"/>
                  </a:lnTo>
                  <a:lnTo>
                    <a:pt x="684032" y="408252"/>
                  </a:lnTo>
                  <a:lnTo>
                    <a:pt x="717949" y="362090"/>
                  </a:lnTo>
                  <a:lnTo>
                    <a:pt x="740215" y="330138"/>
                  </a:lnTo>
                  <a:lnTo>
                    <a:pt x="761554" y="297630"/>
                  </a:lnTo>
                  <a:lnTo>
                    <a:pt x="781790" y="264732"/>
                  </a:lnTo>
                  <a:lnTo>
                    <a:pt x="809518" y="215920"/>
                  </a:lnTo>
                  <a:lnTo>
                    <a:pt x="952500" y="215920"/>
                  </a:lnTo>
                  <a:lnTo>
                    <a:pt x="952500" y="15870"/>
                  </a:lnTo>
                  <a:close/>
                </a:path>
                <a:path w="1038225" h="727710">
                  <a:moveTo>
                    <a:pt x="952500" y="215920"/>
                  </a:moveTo>
                  <a:lnTo>
                    <a:pt x="809518" y="215920"/>
                  </a:lnTo>
                  <a:lnTo>
                    <a:pt x="809518" y="464582"/>
                  </a:lnTo>
                  <a:lnTo>
                    <a:pt x="952500" y="464582"/>
                  </a:lnTo>
                  <a:lnTo>
                    <a:pt x="952500" y="215920"/>
                  </a:lnTo>
                  <a:close/>
                </a:path>
                <a:path w="1038225" h="727710">
                  <a:moveTo>
                    <a:pt x="307726" y="176701"/>
                  </a:moveTo>
                  <a:lnTo>
                    <a:pt x="151394" y="176701"/>
                  </a:lnTo>
                  <a:lnTo>
                    <a:pt x="151394" y="727639"/>
                  </a:lnTo>
                  <a:lnTo>
                    <a:pt x="307726" y="727639"/>
                  </a:lnTo>
                  <a:lnTo>
                    <a:pt x="307726" y="176701"/>
                  </a:lnTo>
                  <a:close/>
                </a:path>
                <a:path w="1038225" h="727710">
                  <a:moveTo>
                    <a:pt x="307726" y="0"/>
                  </a:moveTo>
                  <a:lnTo>
                    <a:pt x="212994" y="0"/>
                  </a:lnTo>
                  <a:lnTo>
                    <a:pt x="190468" y="16309"/>
                  </a:lnTo>
                  <a:lnTo>
                    <a:pt x="166676" y="31919"/>
                  </a:lnTo>
                  <a:lnTo>
                    <a:pt x="115214" y="61078"/>
                  </a:lnTo>
                  <a:lnTo>
                    <a:pt x="59321" y="86389"/>
                  </a:lnTo>
                  <a:lnTo>
                    <a:pt x="0" y="106728"/>
                  </a:lnTo>
                  <a:lnTo>
                    <a:pt x="0" y="238755"/>
                  </a:lnTo>
                  <a:lnTo>
                    <a:pt x="42184" y="230562"/>
                  </a:lnTo>
                  <a:lnTo>
                    <a:pt x="83454" y="216657"/>
                  </a:lnTo>
                  <a:lnTo>
                    <a:pt x="120914" y="198299"/>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30" name="object 130"/>
            <p:cNvSpPr/>
            <p:nvPr/>
          </p:nvSpPr>
          <p:spPr>
            <a:xfrm>
              <a:off x="7377927" y="5506723"/>
              <a:ext cx="1038225" cy="727710"/>
            </a:xfrm>
            <a:custGeom>
              <a:avLst/>
              <a:gdLst/>
              <a:ahLst/>
              <a:cxnLst/>
              <a:rect l="l" t="t" r="r" b="b"/>
              <a:pathLst>
                <a:path w="1038225" h="727710">
                  <a:moveTo>
                    <a:pt x="809518" y="215920"/>
                  </a:moveTo>
                  <a:lnTo>
                    <a:pt x="781790" y="264732"/>
                  </a:lnTo>
                  <a:lnTo>
                    <a:pt x="761554" y="297630"/>
                  </a:lnTo>
                  <a:lnTo>
                    <a:pt x="740215" y="330138"/>
                  </a:lnTo>
                  <a:lnTo>
                    <a:pt x="717949" y="362090"/>
                  </a:lnTo>
                  <a:lnTo>
                    <a:pt x="695417" y="393115"/>
                  </a:lnTo>
                  <a:lnTo>
                    <a:pt x="661556" y="437346"/>
                  </a:lnTo>
                  <a:lnTo>
                    <a:pt x="639836" y="464582"/>
                  </a:lnTo>
                  <a:lnTo>
                    <a:pt x="809518" y="464582"/>
                  </a:lnTo>
                  <a:lnTo>
                    <a:pt x="809518" y="215920"/>
                  </a:lnTo>
                  <a:close/>
                </a:path>
                <a:path w="1038225" h="727710">
                  <a:moveTo>
                    <a:pt x="807110" y="15870"/>
                  </a:moveTo>
                  <a:lnTo>
                    <a:pt x="952499" y="15870"/>
                  </a:lnTo>
                  <a:lnTo>
                    <a:pt x="952499" y="464582"/>
                  </a:lnTo>
                  <a:lnTo>
                    <a:pt x="1037843" y="464582"/>
                  </a:lnTo>
                  <a:lnTo>
                    <a:pt x="1037843" y="581716"/>
                  </a:lnTo>
                  <a:lnTo>
                    <a:pt x="952499" y="581716"/>
                  </a:lnTo>
                  <a:lnTo>
                    <a:pt x="952499" y="727639"/>
                  </a:lnTo>
                  <a:lnTo>
                    <a:pt x="809518" y="727639"/>
                  </a:lnTo>
                  <a:lnTo>
                    <a:pt x="809518" y="581716"/>
                  </a:lnTo>
                  <a:lnTo>
                    <a:pt x="499384" y="581716"/>
                  </a:lnTo>
                  <a:lnTo>
                    <a:pt x="499384" y="459129"/>
                  </a:lnTo>
                  <a:lnTo>
                    <a:pt x="520147" y="435504"/>
                  </a:lnTo>
                  <a:lnTo>
                    <a:pt x="541290" y="410798"/>
                  </a:lnTo>
                  <a:lnTo>
                    <a:pt x="584728" y="358127"/>
                  </a:lnTo>
                  <a:lnTo>
                    <a:pt x="628154" y="302471"/>
                  </a:lnTo>
                  <a:lnTo>
                    <a:pt x="670072" y="245208"/>
                  </a:lnTo>
                  <a:lnTo>
                    <a:pt x="709890" y="186944"/>
                  </a:lnTo>
                  <a:lnTo>
                    <a:pt x="746759" y="128314"/>
                  </a:lnTo>
                  <a:lnTo>
                    <a:pt x="779598" y="70814"/>
                  </a:lnTo>
                  <a:lnTo>
                    <a:pt x="794033" y="43033"/>
                  </a:lnTo>
                  <a:lnTo>
                    <a:pt x="807110" y="15870"/>
                  </a:lnTo>
                  <a:close/>
                </a:path>
                <a:path w="1038225" h="727710">
                  <a:moveTo>
                    <a:pt x="212994" y="0"/>
                  </a:moveTo>
                  <a:lnTo>
                    <a:pt x="307726" y="0"/>
                  </a:lnTo>
                  <a:lnTo>
                    <a:pt x="307726" y="727639"/>
                  </a:lnTo>
                  <a:lnTo>
                    <a:pt x="151394" y="727639"/>
                  </a:lnTo>
                  <a:lnTo>
                    <a:pt x="151394" y="176701"/>
                  </a:lnTo>
                  <a:lnTo>
                    <a:pt x="144634" y="182336"/>
                  </a:lnTo>
                  <a:lnTo>
                    <a:pt x="111940" y="203263"/>
                  </a:lnTo>
                  <a:lnTo>
                    <a:pt x="73371" y="220600"/>
                  </a:lnTo>
                  <a:lnTo>
                    <a:pt x="31538" y="233212"/>
                  </a:lnTo>
                  <a:lnTo>
                    <a:pt x="0" y="238755"/>
                  </a:lnTo>
                  <a:lnTo>
                    <a:pt x="0" y="106728"/>
                  </a:lnTo>
                  <a:lnTo>
                    <a:pt x="30080" y="97175"/>
                  </a:lnTo>
                  <a:lnTo>
                    <a:pt x="59321" y="86389"/>
                  </a:lnTo>
                  <a:lnTo>
                    <a:pt x="115214" y="61078"/>
                  </a:lnTo>
                  <a:lnTo>
                    <a:pt x="166676" y="31919"/>
                  </a:lnTo>
                  <a:lnTo>
                    <a:pt x="190468" y="16309"/>
                  </a:lnTo>
                  <a:lnTo>
                    <a:pt x="212994" y="0"/>
                  </a:lnTo>
                  <a:close/>
                </a:path>
              </a:pathLst>
            </a:custGeom>
            <a:ln w="12191">
              <a:solidFill>
                <a:srgbClr val="000000"/>
              </a:solidFill>
            </a:ln>
          </p:spPr>
          <p:txBody>
            <a:bodyPr wrap="square" lIns="0" tIns="0" rIns="0" bIns="0" rtlCol="0"/>
            <a:lstStyle/>
            <a:p>
              <a:endParaRPr/>
            </a:p>
          </p:txBody>
        </p:sp>
        <p:sp>
          <p:nvSpPr>
            <p:cNvPr id="131" name="object 131"/>
            <p:cNvSpPr/>
            <p:nvPr/>
          </p:nvSpPr>
          <p:spPr>
            <a:xfrm>
              <a:off x="6748272" y="5225795"/>
              <a:ext cx="2218944" cy="1345691"/>
            </a:xfrm>
            <a:prstGeom prst="rect">
              <a:avLst/>
            </a:prstGeom>
            <a:blipFill>
              <a:blip r:embed="rId53" cstate="print"/>
              <a:stretch>
                <a:fillRect/>
              </a:stretch>
            </a:blipFill>
          </p:spPr>
          <p:txBody>
            <a:bodyPr wrap="square" lIns="0" tIns="0" rIns="0" bIns="0" rtlCol="0"/>
            <a:lstStyle/>
            <a:p>
              <a:endParaRPr/>
            </a:p>
          </p:txBody>
        </p:sp>
        <p:sp>
          <p:nvSpPr>
            <p:cNvPr id="132" name="object 132"/>
            <p:cNvSpPr/>
            <p:nvPr/>
          </p:nvSpPr>
          <p:spPr>
            <a:xfrm>
              <a:off x="6594348" y="4908802"/>
              <a:ext cx="2549651" cy="1949195"/>
            </a:xfrm>
            <a:prstGeom prst="rect">
              <a:avLst/>
            </a:prstGeom>
            <a:blipFill>
              <a:blip r:embed="rId54" cstate="print"/>
              <a:stretch>
                <a:fillRect/>
              </a:stretch>
            </a:blipFill>
          </p:spPr>
          <p:txBody>
            <a:bodyPr wrap="square" lIns="0" tIns="0" rIns="0" bIns="0" rtlCol="0"/>
            <a:lstStyle/>
            <a:p>
              <a:endParaRPr/>
            </a:p>
          </p:txBody>
        </p:sp>
        <p:sp>
          <p:nvSpPr>
            <p:cNvPr id="133" name="object 133"/>
            <p:cNvSpPr/>
            <p:nvPr/>
          </p:nvSpPr>
          <p:spPr>
            <a:xfrm>
              <a:off x="6829440" y="5286755"/>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5"/>
                  </a:lnTo>
                  <a:lnTo>
                    <a:pt x="18275" y="1042031"/>
                  </a:lnTo>
                  <a:lnTo>
                    <a:pt x="39715" y="1081528"/>
                  </a:lnTo>
                  <a:lnTo>
                    <a:pt x="68111" y="1115939"/>
                  </a:lnTo>
                  <a:lnTo>
                    <a:pt x="102526" y="1144331"/>
                  </a:lnTo>
                  <a:lnTo>
                    <a:pt x="142024" y="1165769"/>
                  </a:lnTo>
                  <a:lnTo>
                    <a:pt x="185671" y="1179317"/>
                  </a:lnTo>
                  <a:lnTo>
                    <a:pt x="232531" y="1184041"/>
                  </a:lnTo>
                  <a:lnTo>
                    <a:pt x="1824837" y="1184041"/>
                  </a:lnTo>
                  <a:lnTo>
                    <a:pt x="1871698" y="1179317"/>
                  </a:lnTo>
                  <a:lnTo>
                    <a:pt x="1915349" y="1165769"/>
                  </a:lnTo>
                  <a:lnTo>
                    <a:pt x="1954852" y="1144331"/>
                  </a:lnTo>
                  <a:lnTo>
                    <a:pt x="1989273" y="1115939"/>
                  </a:lnTo>
                  <a:lnTo>
                    <a:pt x="2017674" y="1081528"/>
                  </a:lnTo>
                  <a:lnTo>
                    <a:pt x="2039120" y="1042031"/>
                  </a:lnTo>
                  <a:lnTo>
                    <a:pt x="2052673" y="998385"/>
                  </a:lnTo>
                  <a:lnTo>
                    <a:pt x="2057399" y="951524"/>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34" name="object 134"/>
            <p:cNvSpPr/>
            <p:nvPr/>
          </p:nvSpPr>
          <p:spPr>
            <a:xfrm>
              <a:off x="6829440" y="5286755"/>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24"/>
                  </a:lnTo>
                  <a:lnTo>
                    <a:pt x="2052673" y="998385"/>
                  </a:lnTo>
                  <a:lnTo>
                    <a:pt x="2039120" y="1042031"/>
                  </a:lnTo>
                  <a:lnTo>
                    <a:pt x="2017674" y="1081528"/>
                  </a:lnTo>
                  <a:lnTo>
                    <a:pt x="1989273" y="1115939"/>
                  </a:lnTo>
                  <a:lnTo>
                    <a:pt x="1954852" y="1144331"/>
                  </a:lnTo>
                  <a:lnTo>
                    <a:pt x="1915349" y="1165769"/>
                  </a:lnTo>
                  <a:lnTo>
                    <a:pt x="1871698" y="1179317"/>
                  </a:lnTo>
                  <a:lnTo>
                    <a:pt x="1824837" y="1184041"/>
                  </a:lnTo>
                  <a:lnTo>
                    <a:pt x="232531" y="1184041"/>
                  </a:lnTo>
                  <a:lnTo>
                    <a:pt x="185671" y="1179317"/>
                  </a:lnTo>
                  <a:lnTo>
                    <a:pt x="142024" y="1165769"/>
                  </a:lnTo>
                  <a:lnTo>
                    <a:pt x="102526" y="1144331"/>
                  </a:lnTo>
                  <a:lnTo>
                    <a:pt x="68111" y="1115939"/>
                  </a:lnTo>
                  <a:lnTo>
                    <a:pt x="39715" y="1081528"/>
                  </a:lnTo>
                  <a:lnTo>
                    <a:pt x="18275" y="1042031"/>
                  </a:lnTo>
                  <a:lnTo>
                    <a:pt x="4724" y="998385"/>
                  </a:lnTo>
                  <a:lnTo>
                    <a:pt x="0" y="951524"/>
                  </a:lnTo>
                  <a:lnTo>
                    <a:pt x="0" y="232541"/>
                  </a:lnTo>
                  <a:close/>
                </a:path>
              </a:pathLst>
            </a:custGeom>
            <a:ln w="76199">
              <a:solidFill>
                <a:srgbClr val="00AF50"/>
              </a:solidFill>
            </a:ln>
          </p:spPr>
          <p:txBody>
            <a:bodyPr wrap="square" lIns="0" tIns="0" rIns="0" bIns="0" rtlCol="0"/>
            <a:lstStyle/>
            <a:p>
              <a:endParaRPr/>
            </a:p>
          </p:txBody>
        </p:sp>
        <p:sp>
          <p:nvSpPr>
            <p:cNvPr id="135" name="object 135"/>
            <p:cNvSpPr/>
            <p:nvPr/>
          </p:nvSpPr>
          <p:spPr>
            <a:xfrm>
              <a:off x="6635496" y="4928615"/>
              <a:ext cx="2481072" cy="1929383"/>
            </a:xfrm>
            <a:prstGeom prst="rect">
              <a:avLst/>
            </a:prstGeom>
            <a:blipFill>
              <a:blip r:embed="rId55" cstate="print"/>
              <a:stretch>
                <a:fillRect/>
              </a:stretch>
            </a:blipFill>
          </p:spPr>
          <p:txBody>
            <a:bodyPr wrap="square" lIns="0" tIns="0" rIns="0" bIns="0" rtlCol="0"/>
            <a:lstStyle/>
            <a:p>
              <a:endParaRPr/>
            </a:p>
          </p:txBody>
        </p:sp>
        <p:sp>
          <p:nvSpPr>
            <p:cNvPr id="136" name="object 136"/>
            <p:cNvSpPr/>
            <p:nvPr/>
          </p:nvSpPr>
          <p:spPr>
            <a:xfrm>
              <a:off x="7377562" y="5522976"/>
              <a:ext cx="997585" cy="740410"/>
            </a:xfrm>
            <a:custGeom>
              <a:avLst/>
              <a:gdLst/>
              <a:ahLst/>
              <a:cxnLst/>
              <a:rect l="l" t="t" r="r" b="b"/>
              <a:pathLst>
                <a:path w="997584" h="740410">
                  <a:moveTo>
                    <a:pt x="550407" y="575285"/>
                  </a:moveTo>
                  <a:lnTo>
                    <a:pt x="550407" y="709290"/>
                  </a:lnTo>
                  <a:lnTo>
                    <a:pt x="587431" y="722759"/>
                  </a:lnTo>
                  <a:lnTo>
                    <a:pt x="628577" y="732377"/>
                  </a:lnTo>
                  <a:lnTo>
                    <a:pt x="673821" y="738146"/>
                  </a:lnTo>
                  <a:lnTo>
                    <a:pt x="723138" y="740069"/>
                  </a:lnTo>
                  <a:lnTo>
                    <a:pt x="783119" y="735803"/>
                  </a:lnTo>
                  <a:lnTo>
                    <a:pt x="836546" y="723007"/>
                  </a:lnTo>
                  <a:lnTo>
                    <a:pt x="883400" y="701683"/>
                  </a:lnTo>
                  <a:lnTo>
                    <a:pt x="923665" y="671834"/>
                  </a:lnTo>
                  <a:lnTo>
                    <a:pt x="956007" y="635239"/>
                  </a:lnTo>
                  <a:lnTo>
                    <a:pt x="964508" y="619957"/>
                  </a:lnTo>
                  <a:lnTo>
                    <a:pt x="705733" y="619957"/>
                  </a:lnTo>
                  <a:lnTo>
                    <a:pt x="665159" y="617164"/>
                  </a:lnTo>
                  <a:lnTo>
                    <a:pt x="625739" y="608788"/>
                  </a:lnTo>
                  <a:lnTo>
                    <a:pt x="587484" y="594828"/>
                  </a:lnTo>
                  <a:lnTo>
                    <a:pt x="550407" y="575285"/>
                  </a:lnTo>
                  <a:close/>
                </a:path>
                <a:path w="997584" h="740410">
                  <a:moveTo>
                    <a:pt x="979952" y="404551"/>
                  </a:moveTo>
                  <a:lnTo>
                    <a:pt x="688329" y="404551"/>
                  </a:lnTo>
                  <a:lnTo>
                    <a:pt x="742159" y="408780"/>
                  </a:lnTo>
                  <a:lnTo>
                    <a:pt x="784015" y="421466"/>
                  </a:lnTo>
                  <a:lnTo>
                    <a:pt x="813902" y="442610"/>
                  </a:lnTo>
                  <a:lnTo>
                    <a:pt x="831829" y="472209"/>
                  </a:lnTo>
                  <a:lnTo>
                    <a:pt x="837803" y="510265"/>
                  </a:lnTo>
                  <a:lnTo>
                    <a:pt x="835614" y="534261"/>
                  </a:lnTo>
                  <a:lnTo>
                    <a:pt x="818091" y="574338"/>
                  </a:lnTo>
                  <a:lnTo>
                    <a:pt x="783615" y="603342"/>
                  </a:lnTo>
                  <a:lnTo>
                    <a:pt x="735089" y="618111"/>
                  </a:lnTo>
                  <a:lnTo>
                    <a:pt x="705733" y="619957"/>
                  </a:lnTo>
                  <a:lnTo>
                    <a:pt x="964508" y="619957"/>
                  </a:lnTo>
                  <a:lnTo>
                    <a:pt x="979105" y="593714"/>
                  </a:lnTo>
                  <a:lnTo>
                    <a:pt x="992961" y="547258"/>
                  </a:lnTo>
                  <a:lnTo>
                    <a:pt x="997579" y="495869"/>
                  </a:lnTo>
                  <a:lnTo>
                    <a:pt x="993701" y="449713"/>
                  </a:lnTo>
                  <a:lnTo>
                    <a:pt x="982073" y="408520"/>
                  </a:lnTo>
                  <a:lnTo>
                    <a:pt x="979952" y="404551"/>
                  </a:lnTo>
                  <a:close/>
                </a:path>
                <a:path w="997584" h="740410">
                  <a:moveTo>
                    <a:pt x="964813" y="15870"/>
                  </a:moveTo>
                  <a:lnTo>
                    <a:pt x="588142" y="15870"/>
                  </a:lnTo>
                  <a:lnTo>
                    <a:pt x="561350" y="412979"/>
                  </a:lnTo>
                  <a:lnTo>
                    <a:pt x="596282" y="409287"/>
                  </a:lnTo>
                  <a:lnTo>
                    <a:pt x="629080" y="406654"/>
                  </a:lnTo>
                  <a:lnTo>
                    <a:pt x="659758" y="405077"/>
                  </a:lnTo>
                  <a:lnTo>
                    <a:pt x="688329" y="404551"/>
                  </a:lnTo>
                  <a:lnTo>
                    <a:pt x="979952" y="404551"/>
                  </a:lnTo>
                  <a:lnTo>
                    <a:pt x="962707" y="372289"/>
                  </a:lnTo>
                  <a:lnTo>
                    <a:pt x="935614" y="341019"/>
                  </a:lnTo>
                  <a:lnTo>
                    <a:pt x="901575" y="315828"/>
                  </a:lnTo>
                  <a:lnTo>
                    <a:pt x="861589" y="297834"/>
                  </a:lnTo>
                  <a:lnTo>
                    <a:pt x="815654" y="287038"/>
                  </a:lnTo>
                  <a:lnTo>
                    <a:pt x="806527" y="286405"/>
                  </a:lnTo>
                  <a:lnTo>
                    <a:pt x="697870" y="286405"/>
                  </a:lnTo>
                  <a:lnTo>
                    <a:pt x="707776" y="143969"/>
                  </a:lnTo>
                  <a:lnTo>
                    <a:pt x="964813" y="143969"/>
                  </a:lnTo>
                  <a:lnTo>
                    <a:pt x="964813" y="15870"/>
                  </a:lnTo>
                  <a:close/>
                </a:path>
                <a:path w="997584" h="740410">
                  <a:moveTo>
                    <a:pt x="763767" y="283439"/>
                  </a:moveTo>
                  <a:lnTo>
                    <a:pt x="749275" y="283624"/>
                  </a:lnTo>
                  <a:lnTo>
                    <a:pt x="733436" y="284180"/>
                  </a:lnTo>
                  <a:lnTo>
                    <a:pt x="716289" y="285107"/>
                  </a:lnTo>
                  <a:lnTo>
                    <a:pt x="697870" y="286405"/>
                  </a:lnTo>
                  <a:lnTo>
                    <a:pt x="806527" y="286405"/>
                  </a:lnTo>
                  <a:lnTo>
                    <a:pt x="763767" y="283439"/>
                  </a:lnTo>
                  <a:close/>
                </a:path>
                <a:path w="997584" h="740410">
                  <a:moveTo>
                    <a:pt x="307726" y="176723"/>
                  </a:moveTo>
                  <a:lnTo>
                    <a:pt x="151394" y="176723"/>
                  </a:lnTo>
                  <a:lnTo>
                    <a:pt x="151394" y="727661"/>
                  </a:lnTo>
                  <a:lnTo>
                    <a:pt x="307726" y="727661"/>
                  </a:lnTo>
                  <a:lnTo>
                    <a:pt x="307726" y="176723"/>
                  </a:lnTo>
                  <a:close/>
                </a:path>
                <a:path w="997584" h="740410">
                  <a:moveTo>
                    <a:pt x="307726" y="0"/>
                  </a:moveTo>
                  <a:lnTo>
                    <a:pt x="212841" y="0"/>
                  </a:lnTo>
                  <a:lnTo>
                    <a:pt x="190367" y="16314"/>
                  </a:lnTo>
                  <a:lnTo>
                    <a:pt x="166569" y="31925"/>
                  </a:lnTo>
                  <a:lnTo>
                    <a:pt x="115062" y="61091"/>
                  </a:lnTo>
                  <a:lnTo>
                    <a:pt x="59245" y="86392"/>
                  </a:lnTo>
                  <a:lnTo>
                    <a:pt x="0" y="106740"/>
                  </a:lnTo>
                  <a:lnTo>
                    <a:pt x="0" y="238768"/>
                  </a:lnTo>
                  <a:lnTo>
                    <a:pt x="42153" y="230575"/>
                  </a:lnTo>
                  <a:lnTo>
                    <a:pt x="83301" y="216670"/>
                  </a:lnTo>
                  <a:lnTo>
                    <a:pt x="120761" y="198308"/>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37" name="object 137"/>
            <p:cNvSpPr/>
            <p:nvPr/>
          </p:nvSpPr>
          <p:spPr>
            <a:xfrm>
              <a:off x="7377561" y="5522976"/>
              <a:ext cx="997585" cy="740410"/>
            </a:xfrm>
            <a:custGeom>
              <a:avLst/>
              <a:gdLst/>
              <a:ahLst/>
              <a:cxnLst/>
              <a:rect l="l" t="t" r="r" b="b"/>
              <a:pathLst>
                <a:path w="997584" h="740410">
                  <a:moveTo>
                    <a:pt x="588142" y="15870"/>
                  </a:moveTo>
                  <a:lnTo>
                    <a:pt x="964813" y="15870"/>
                  </a:lnTo>
                  <a:lnTo>
                    <a:pt x="964813" y="143969"/>
                  </a:lnTo>
                  <a:lnTo>
                    <a:pt x="707776" y="143969"/>
                  </a:lnTo>
                  <a:lnTo>
                    <a:pt x="697870" y="286405"/>
                  </a:lnTo>
                  <a:lnTo>
                    <a:pt x="716289" y="285107"/>
                  </a:lnTo>
                  <a:lnTo>
                    <a:pt x="733436" y="284180"/>
                  </a:lnTo>
                  <a:lnTo>
                    <a:pt x="749275" y="283624"/>
                  </a:lnTo>
                  <a:lnTo>
                    <a:pt x="763767" y="283439"/>
                  </a:lnTo>
                  <a:lnTo>
                    <a:pt x="815654" y="287038"/>
                  </a:lnTo>
                  <a:lnTo>
                    <a:pt x="861589" y="297834"/>
                  </a:lnTo>
                  <a:lnTo>
                    <a:pt x="901575" y="315828"/>
                  </a:lnTo>
                  <a:lnTo>
                    <a:pt x="935614" y="341019"/>
                  </a:lnTo>
                  <a:lnTo>
                    <a:pt x="962706" y="372289"/>
                  </a:lnTo>
                  <a:lnTo>
                    <a:pt x="982073" y="408520"/>
                  </a:lnTo>
                  <a:lnTo>
                    <a:pt x="993701" y="449713"/>
                  </a:lnTo>
                  <a:lnTo>
                    <a:pt x="997579" y="495869"/>
                  </a:lnTo>
                  <a:lnTo>
                    <a:pt x="992961" y="547258"/>
                  </a:lnTo>
                  <a:lnTo>
                    <a:pt x="979105" y="593714"/>
                  </a:lnTo>
                  <a:lnTo>
                    <a:pt x="956007" y="635239"/>
                  </a:lnTo>
                  <a:lnTo>
                    <a:pt x="923665" y="671834"/>
                  </a:lnTo>
                  <a:lnTo>
                    <a:pt x="883400" y="701683"/>
                  </a:lnTo>
                  <a:lnTo>
                    <a:pt x="836546" y="723007"/>
                  </a:lnTo>
                  <a:lnTo>
                    <a:pt x="783119" y="735803"/>
                  </a:lnTo>
                  <a:lnTo>
                    <a:pt x="723137" y="740069"/>
                  </a:lnTo>
                  <a:lnTo>
                    <a:pt x="673821" y="738146"/>
                  </a:lnTo>
                  <a:lnTo>
                    <a:pt x="628577" y="732377"/>
                  </a:lnTo>
                  <a:lnTo>
                    <a:pt x="587431" y="722759"/>
                  </a:lnTo>
                  <a:lnTo>
                    <a:pt x="550407" y="709290"/>
                  </a:lnTo>
                  <a:lnTo>
                    <a:pt x="550407" y="575285"/>
                  </a:lnTo>
                  <a:lnTo>
                    <a:pt x="587484" y="594828"/>
                  </a:lnTo>
                  <a:lnTo>
                    <a:pt x="625739" y="608788"/>
                  </a:lnTo>
                  <a:lnTo>
                    <a:pt x="665159" y="617164"/>
                  </a:lnTo>
                  <a:lnTo>
                    <a:pt x="705733" y="619957"/>
                  </a:lnTo>
                  <a:lnTo>
                    <a:pt x="735089" y="618111"/>
                  </a:lnTo>
                  <a:lnTo>
                    <a:pt x="783615" y="603342"/>
                  </a:lnTo>
                  <a:lnTo>
                    <a:pt x="818091" y="574338"/>
                  </a:lnTo>
                  <a:lnTo>
                    <a:pt x="835614" y="534261"/>
                  </a:lnTo>
                  <a:lnTo>
                    <a:pt x="837803" y="510265"/>
                  </a:lnTo>
                  <a:lnTo>
                    <a:pt x="831829" y="472209"/>
                  </a:lnTo>
                  <a:lnTo>
                    <a:pt x="813902" y="442610"/>
                  </a:lnTo>
                  <a:lnTo>
                    <a:pt x="784015" y="421466"/>
                  </a:lnTo>
                  <a:lnTo>
                    <a:pt x="742159" y="408780"/>
                  </a:lnTo>
                  <a:lnTo>
                    <a:pt x="688329" y="404551"/>
                  </a:lnTo>
                  <a:lnTo>
                    <a:pt x="659758" y="405077"/>
                  </a:lnTo>
                  <a:lnTo>
                    <a:pt x="629080" y="406654"/>
                  </a:lnTo>
                  <a:lnTo>
                    <a:pt x="596282" y="409287"/>
                  </a:lnTo>
                  <a:lnTo>
                    <a:pt x="561350" y="412979"/>
                  </a:lnTo>
                  <a:lnTo>
                    <a:pt x="588142" y="15870"/>
                  </a:lnTo>
                  <a:close/>
                </a:path>
                <a:path w="997584" h="740410">
                  <a:moveTo>
                    <a:pt x="212841" y="0"/>
                  </a:moveTo>
                  <a:lnTo>
                    <a:pt x="307726" y="0"/>
                  </a:lnTo>
                  <a:lnTo>
                    <a:pt x="307726" y="727661"/>
                  </a:lnTo>
                  <a:lnTo>
                    <a:pt x="151394" y="727661"/>
                  </a:lnTo>
                  <a:lnTo>
                    <a:pt x="151394" y="176723"/>
                  </a:lnTo>
                  <a:lnTo>
                    <a:pt x="144619" y="182356"/>
                  </a:lnTo>
                  <a:lnTo>
                    <a:pt x="111843" y="203281"/>
                  </a:lnTo>
                  <a:lnTo>
                    <a:pt x="73306" y="220612"/>
                  </a:lnTo>
                  <a:lnTo>
                    <a:pt x="31521" y="233226"/>
                  </a:lnTo>
                  <a:lnTo>
                    <a:pt x="0" y="238768"/>
                  </a:lnTo>
                  <a:lnTo>
                    <a:pt x="0" y="106740"/>
                  </a:lnTo>
                  <a:lnTo>
                    <a:pt x="30048" y="97187"/>
                  </a:lnTo>
                  <a:lnTo>
                    <a:pt x="59245" y="86392"/>
                  </a:lnTo>
                  <a:lnTo>
                    <a:pt x="115061" y="61091"/>
                  </a:lnTo>
                  <a:lnTo>
                    <a:pt x="166569" y="31925"/>
                  </a:lnTo>
                  <a:lnTo>
                    <a:pt x="190367" y="16314"/>
                  </a:lnTo>
                  <a:lnTo>
                    <a:pt x="212841" y="0"/>
                  </a:lnTo>
                  <a:close/>
                </a:path>
              </a:pathLst>
            </a:custGeom>
            <a:ln w="12191">
              <a:solidFill>
                <a:srgbClr val="000000"/>
              </a:solidFill>
            </a:ln>
          </p:spPr>
          <p:txBody>
            <a:bodyPr wrap="square" lIns="0" tIns="0" rIns="0" bIns="0" rtlCol="0"/>
            <a:lstStyle/>
            <a:p>
              <a:endParaRPr/>
            </a:p>
          </p:txBody>
        </p:sp>
        <p:sp>
          <p:nvSpPr>
            <p:cNvPr id="138" name="object 138"/>
            <p:cNvSpPr/>
            <p:nvPr/>
          </p:nvSpPr>
          <p:spPr>
            <a:xfrm>
              <a:off x="6739128" y="5209032"/>
              <a:ext cx="2218944" cy="1345692"/>
            </a:xfrm>
            <a:prstGeom prst="rect">
              <a:avLst/>
            </a:prstGeom>
            <a:blipFill>
              <a:blip r:embed="rId56" cstate="print"/>
              <a:stretch>
                <a:fillRect/>
              </a:stretch>
            </a:blipFill>
          </p:spPr>
          <p:txBody>
            <a:bodyPr wrap="square" lIns="0" tIns="0" rIns="0" bIns="0" rtlCol="0"/>
            <a:lstStyle/>
            <a:p>
              <a:endParaRPr/>
            </a:p>
          </p:txBody>
        </p:sp>
        <p:sp>
          <p:nvSpPr>
            <p:cNvPr id="139" name="object 139"/>
            <p:cNvSpPr/>
            <p:nvPr/>
          </p:nvSpPr>
          <p:spPr>
            <a:xfrm>
              <a:off x="6585204" y="4892039"/>
              <a:ext cx="2558795" cy="1965959"/>
            </a:xfrm>
            <a:prstGeom prst="rect">
              <a:avLst/>
            </a:prstGeom>
            <a:blipFill>
              <a:blip r:embed="rId57" cstate="print"/>
              <a:stretch>
                <a:fillRect/>
              </a:stretch>
            </a:blipFill>
          </p:spPr>
          <p:txBody>
            <a:bodyPr wrap="square" lIns="0" tIns="0" rIns="0" bIns="0" rtlCol="0"/>
            <a:lstStyle/>
            <a:p>
              <a:endParaRPr/>
            </a:p>
          </p:txBody>
        </p:sp>
        <p:sp>
          <p:nvSpPr>
            <p:cNvPr id="140" name="object 140"/>
            <p:cNvSpPr/>
            <p:nvPr/>
          </p:nvSpPr>
          <p:spPr>
            <a:xfrm>
              <a:off x="6819899" y="5269991"/>
              <a:ext cx="2057400" cy="1184275"/>
            </a:xfrm>
            <a:custGeom>
              <a:avLst/>
              <a:gdLst/>
              <a:ahLst/>
              <a:cxnLst/>
              <a:rect l="l" t="t" r="r" b="b"/>
              <a:pathLst>
                <a:path w="2057400" h="1184275">
                  <a:moveTo>
                    <a:pt x="1824868"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1"/>
                  </a:lnTo>
                  <a:lnTo>
                    <a:pt x="18279" y="1041965"/>
                  </a:lnTo>
                  <a:lnTo>
                    <a:pt x="39723" y="1081459"/>
                  </a:lnTo>
                  <a:lnTo>
                    <a:pt x="68122" y="1115869"/>
                  </a:lnTo>
                  <a:lnTo>
                    <a:pt x="102539" y="1144260"/>
                  </a:lnTo>
                  <a:lnTo>
                    <a:pt x="142037" y="1165696"/>
                  </a:lnTo>
                  <a:lnTo>
                    <a:pt x="185680" y="1179244"/>
                  </a:lnTo>
                  <a:lnTo>
                    <a:pt x="232531" y="1183968"/>
                  </a:lnTo>
                  <a:lnTo>
                    <a:pt x="1824868" y="1183968"/>
                  </a:lnTo>
                  <a:lnTo>
                    <a:pt x="1871719" y="1179244"/>
                  </a:lnTo>
                  <a:lnTo>
                    <a:pt x="1915362" y="1165696"/>
                  </a:lnTo>
                  <a:lnTo>
                    <a:pt x="1954860" y="1144260"/>
                  </a:lnTo>
                  <a:lnTo>
                    <a:pt x="1989277" y="1115869"/>
                  </a:lnTo>
                  <a:lnTo>
                    <a:pt x="2017676" y="1081459"/>
                  </a:lnTo>
                  <a:lnTo>
                    <a:pt x="2039120" y="1041965"/>
                  </a:lnTo>
                  <a:lnTo>
                    <a:pt x="2052674" y="998321"/>
                  </a:lnTo>
                  <a:lnTo>
                    <a:pt x="2057399" y="951463"/>
                  </a:lnTo>
                  <a:lnTo>
                    <a:pt x="2057399" y="232409"/>
                  </a:lnTo>
                  <a:lnTo>
                    <a:pt x="2052674" y="185559"/>
                  </a:lnTo>
                  <a:lnTo>
                    <a:pt x="2039120" y="141928"/>
                  </a:lnTo>
                  <a:lnTo>
                    <a:pt x="2017676" y="102449"/>
                  </a:lnTo>
                  <a:lnTo>
                    <a:pt x="1989277" y="68056"/>
                  </a:lnTo>
                  <a:lnTo>
                    <a:pt x="1954860" y="39681"/>
                  </a:lnTo>
                  <a:lnTo>
                    <a:pt x="1915362" y="18258"/>
                  </a:lnTo>
                  <a:lnTo>
                    <a:pt x="1871719" y="4720"/>
                  </a:lnTo>
                  <a:lnTo>
                    <a:pt x="1824868" y="0"/>
                  </a:lnTo>
                  <a:close/>
                </a:path>
              </a:pathLst>
            </a:custGeom>
            <a:solidFill>
              <a:srgbClr val="252525"/>
            </a:solidFill>
          </p:spPr>
          <p:txBody>
            <a:bodyPr wrap="square" lIns="0" tIns="0" rIns="0" bIns="0" rtlCol="0"/>
            <a:lstStyle/>
            <a:p>
              <a:endParaRPr/>
            </a:p>
          </p:txBody>
        </p:sp>
        <p:sp>
          <p:nvSpPr>
            <p:cNvPr id="141" name="object 141"/>
            <p:cNvSpPr/>
            <p:nvPr/>
          </p:nvSpPr>
          <p:spPr>
            <a:xfrm>
              <a:off x="6819899" y="5269991"/>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868" y="0"/>
                  </a:lnTo>
                  <a:lnTo>
                    <a:pt x="1871719" y="4720"/>
                  </a:lnTo>
                  <a:lnTo>
                    <a:pt x="1915362" y="18258"/>
                  </a:lnTo>
                  <a:lnTo>
                    <a:pt x="1954860" y="39681"/>
                  </a:lnTo>
                  <a:lnTo>
                    <a:pt x="1989277" y="68056"/>
                  </a:lnTo>
                  <a:lnTo>
                    <a:pt x="2017676" y="102449"/>
                  </a:lnTo>
                  <a:lnTo>
                    <a:pt x="2039120" y="141928"/>
                  </a:lnTo>
                  <a:lnTo>
                    <a:pt x="2052674" y="185559"/>
                  </a:lnTo>
                  <a:lnTo>
                    <a:pt x="2057399" y="232409"/>
                  </a:lnTo>
                  <a:lnTo>
                    <a:pt x="2057399" y="951463"/>
                  </a:lnTo>
                  <a:lnTo>
                    <a:pt x="2052674" y="998321"/>
                  </a:lnTo>
                  <a:lnTo>
                    <a:pt x="2039120" y="1041965"/>
                  </a:lnTo>
                  <a:lnTo>
                    <a:pt x="2017676" y="1081459"/>
                  </a:lnTo>
                  <a:lnTo>
                    <a:pt x="1989277" y="1115869"/>
                  </a:lnTo>
                  <a:lnTo>
                    <a:pt x="1954860" y="1144260"/>
                  </a:lnTo>
                  <a:lnTo>
                    <a:pt x="1915362" y="1165696"/>
                  </a:lnTo>
                  <a:lnTo>
                    <a:pt x="1871719" y="1179244"/>
                  </a:lnTo>
                  <a:lnTo>
                    <a:pt x="1824868" y="1183968"/>
                  </a:lnTo>
                  <a:lnTo>
                    <a:pt x="232531" y="1183968"/>
                  </a:lnTo>
                  <a:lnTo>
                    <a:pt x="185680" y="1179244"/>
                  </a:lnTo>
                  <a:lnTo>
                    <a:pt x="142037" y="1165696"/>
                  </a:lnTo>
                  <a:lnTo>
                    <a:pt x="102539" y="1144260"/>
                  </a:lnTo>
                  <a:lnTo>
                    <a:pt x="68122" y="1115869"/>
                  </a:lnTo>
                  <a:lnTo>
                    <a:pt x="39723" y="1081459"/>
                  </a:lnTo>
                  <a:lnTo>
                    <a:pt x="18279" y="1041965"/>
                  </a:lnTo>
                  <a:lnTo>
                    <a:pt x="4725"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42" name="object 142"/>
            <p:cNvSpPr/>
            <p:nvPr/>
          </p:nvSpPr>
          <p:spPr>
            <a:xfrm>
              <a:off x="6626352" y="4911850"/>
              <a:ext cx="2481072" cy="1946147"/>
            </a:xfrm>
            <a:prstGeom prst="rect">
              <a:avLst/>
            </a:prstGeom>
            <a:blipFill>
              <a:blip r:embed="rId58" cstate="print"/>
              <a:stretch>
                <a:fillRect/>
              </a:stretch>
            </a:blipFill>
          </p:spPr>
          <p:txBody>
            <a:bodyPr wrap="square" lIns="0" tIns="0" rIns="0" bIns="0" rtlCol="0"/>
            <a:lstStyle/>
            <a:p>
              <a:endParaRPr/>
            </a:p>
          </p:txBody>
        </p:sp>
        <p:sp>
          <p:nvSpPr>
            <p:cNvPr id="143" name="object 143"/>
            <p:cNvSpPr/>
            <p:nvPr/>
          </p:nvSpPr>
          <p:spPr>
            <a:xfrm>
              <a:off x="7368022" y="5506211"/>
              <a:ext cx="1031240" cy="740410"/>
            </a:xfrm>
            <a:custGeom>
              <a:avLst/>
              <a:gdLst/>
              <a:ahLst/>
              <a:cxnLst/>
              <a:rect l="l" t="t" r="r" b="b"/>
              <a:pathLst>
                <a:path w="1031240" h="740410">
                  <a:moveTo>
                    <a:pt x="852190" y="3941"/>
                  </a:moveTo>
                  <a:lnTo>
                    <a:pt x="781480" y="11191"/>
                  </a:lnTo>
                  <a:lnTo>
                    <a:pt x="718200" y="33015"/>
                  </a:lnTo>
                  <a:lnTo>
                    <a:pt x="663031" y="68048"/>
                  </a:lnTo>
                  <a:lnTo>
                    <a:pt x="616732" y="115110"/>
                  </a:lnTo>
                  <a:lnTo>
                    <a:pt x="579611" y="173612"/>
                  </a:lnTo>
                  <a:lnTo>
                    <a:pt x="552206" y="242910"/>
                  </a:lnTo>
                  <a:lnTo>
                    <a:pt x="542294" y="281332"/>
                  </a:lnTo>
                  <a:lnTo>
                    <a:pt x="535228" y="321893"/>
                  </a:lnTo>
                  <a:lnTo>
                    <a:pt x="530997" y="364593"/>
                  </a:lnTo>
                  <a:lnTo>
                    <a:pt x="529594" y="409591"/>
                  </a:lnTo>
                  <a:lnTo>
                    <a:pt x="530667" y="447374"/>
                  </a:lnTo>
                  <a:lnTo>
                    <a:pt x="539349" y="517107"/>
                  </a:lnTo>
                  <a:lnTo>
                    <a:pt x="556614" y="578486"/>
                  </a:lnTo>
                  <a:lnTo>
                    <a:pt x="581626" y="630479"/>
                  </a:lnTo>
                  <a:lnTo>
                    <a:pt x="614356" y="672857"/>
                  </a:lnTo>
                  <a:lnTo>
                    <a:pt x="654495" y="705241"/>
                  </a:lnTo>
                  <a:lnTo>
                    <a:pt x="701739" y="727436"/>
                  </a:lnTo>
                  <a:lnTo>
                    <a:pt x="755460" y="738611"/>
                  </a:lnTo>
                  <a:lnTo>
                    <a:pt x="784738" y="740008"/>
                  </a:lnTo>
                  <a:lnTo>
                    <a:pt x="810981" y="738812"/>
                  </a:lnTo>
                  <a:lnTo>
                    <a:pt x="860326" y="729249"/>
                  </a:lnTo>
                  <a:lnTo>
                    <a:pt x="905233" y="710433"/>
                  </a:lnTo>
                  <a:lnTo>
                    <a:pt x="944228" y="684126"/>
                  </a:lnTo>
                  <a:lnTo>
                    <a:pt x="976884" y="650768"/>
                  </a:lnTo>
                  <a:lnTo>
                    <a:pt x="997422" y="619887"/>
                  </a:lnTo>
                  <a:lnTo>
                    <a:pt x="784738" y="619887"/>
                  </a:lnTo>
                  <a:lnTo>
                    <a:pt x="774321" y="619266"/>
                  </a:lnTo>
                  <a:lnTo>
                    <a:pt x="737619" y="604542"/>
                  </a:lnTo>
                  <a:lnTo>
                    <a:pt x="709963" y="573992"/>
                  </a:lnTo>
                  <a:lnTo>
                    <a:pt x="693326" y="531318"/>
                  </a:lnTo>
                  <a:lnTo>
                    <a:pt x="689366" y="493812"/>
                  </a:lnTo>
                  <a:lnTo>
                    <a:pt x="689792" y="482170"/>
                  </a:lnTo>
                  <a:lnTo>
                    <a:pt x="699794" y="440906"/>
                  </a:lnTo>
                  <a:lnTo>
                    <a:pt x="721726" y="409591"/>
                  </a:lnTo>
                  <a:lnTo>
                    <a:pt x="763356" y="388098"/>
                  </a:lnTo>
                  <a:lnTo>
                    <a:pt x="783732" y="386108"/>
                  </a:lnTo>
                  <a:lnTo>
                    <a:pt x="1011404" y="386108"/>
                  </a:lnTo>
                  <a:lnTo>
                    <a:pt x="1009362" y="380880"/>
                  </a:lnTo>
                  <a:lnTo>
                    <a:pt x="1000269" y="362719"/>
                  </a:lnTo>
                  <a:lnTo>
                    <a:pt x="989748" y="346015"/>
                  </a:lnTo>
                  <a:lnTo>
                    <a:pt x="985001" y="339958"/>
                  </a:lnTo>
                  <a:lnTo>
                    <a:pt x="684428" y="339958"/>
                  </a:lnTo>
                  <a:lnTo>
                    <a:pt x="685674" y="315959"/>
                  </a:lnTo>
                  <a:lnTo>
                    <a:pt x="692808" y="271409"/>
                  </a:lnTo>
                  <a:lnTo>
                    <a:pt x="705833" y="231606"/>
                  </a:lnTo>
                  <a:lnTo>
                    <a:pt x="723938" y="197490"/>
                  </a:lnTo>
                  <a:lnTo>
                    <a:pt x="760186" y="157548"/>
                  </a:lnTo>
                  <a:lnTo>
                    <a:pt x="806778" y="132200"/>
                  </a:lnTo>
                  <a:lnTo>
                    <a:pt x="862096" y="123550"/>
                  </a:lnTo>
                  <a:lnTo>
                    <a:pt x="980206" y="123550"/>
                  </a:lnTo>
                  <a:lnTo>
                    <a:pt x="980206" y="23241"/>
                  </a:lnTo>
                  <a:lnTo>
                    <a:pt x="955128" y="14815"/>
                  </a:lnTo>
                  <a:lnTo>
                    <a:pt x="925433" y="8782"/>
                  </a:lnTo>
                  <a:lnTo>
                    <a:pt x="891120" y="5153"/>
                  </a:lnTo>
                  <a:lnTo>
                    <a:pt x="852190" y="3941"/>
                  </a:lnTo>
                  <a:close/>
                </a:path>
                <a:path w="1031240" h="740410">
                  <a:moveTo>
                    <a:pt x="1011404" y="386108"/>
                  </a:moveTo>
                  <a:lnTo>
                    <a:pt x="783732" y="386108"/>
                  </a:lnTo>
                  <a:lnTo>
                    <a:pt x="824737" y="393274"/>
                  </a:lnTo>
                  <a:lnTo>
                    <a:pt x="854026" y="414772"/>
                  </a:lnTo>
                  <a:lnTo>
                    <a:pt x="871600" y="450602"/>
                  </a:lnTo>
                  <a:lnTo>
                    <a:pt x="877458" y="500765"/>
                  </a:lnTo>
                  <a:lnTo>
                    <a:pt x="877072" y="513653"/>
                  </a:lnTo>
                  <a:lnTo>
                    <a:pt x="867517" y="559799"/>
                  </a:lnTo>
                  <a:lnTo>
                    <a:pt x="846028" y="594263"/>
                  </a:lnTo>
                  <a:lnTo>
                    <a:pt x="805037" y="617715"/>
                  </a:lnTo>
                  <a:lnTo>
                    <a:pt x="784738" y="619887"/>
                  </a:lnTo>
                  <a:lnTo>
                    <a:pt x="997422" y="619887"/>
                  </a:lnTo>
                  <a:lnTo>
                    <a:pt x="1020577" y="565847"/>
                  </a:lnTo>
                  <a:lnTo>
                    <a:pt x="1029721" y="516713"/>
                  </a:lnTo>
                  <a:lnTo>
                    <a:pt x="1030864" y="490846"/>
                  </a:lnTo>
                  <a:lnTo>
                    <a:pt x="1030004" y="466583"/>
                  </a:lnTo>
                  <a:lnTo>
                    <a:pt x="1027419" y="443438"/>
                  </a:lnTo>
                  <a:lnTo>
                    <a:pt x="1023097" y="421411"/>
                  </a:lnTo>
                  <a:lnTo>
                    <a:pt x="1017026" y="400501"/>
                  </a:lnTo>
                  <a:lnTo>
                    <a:pt x="1011404" y="386108"/>
                  </a:lnTo>
                  <a:close/>
                </a:path>
                <a:path w="1031240" h="740410">
                  <a:moveTo>
                    <a:pt x="836828" y="269961"/>
                  </a:moveTo>
                  <a:lnTo>
                    <a:pt x="790462" y="274337"/>
                  </a:lnTo>
                  <a:lnTo>
                    <a:pt x="750093" y="287462"/>
                  </a:lnTo>
                  <a:lnTo>
                    <a:pt x="715754" y="309337"/>
                  </a:lnTo>
                  <a:lnTo>
                    <a:pt x="687476" y="339958"/>
                  </a:lnTo>
                  <a:lnTo>
                    <a:pt x="985001" y="339958"/>
                  </a:lnTo>
                  <a:lnTo>
                    <a:pt x="949859" y="305026"/>
                  </a:lnTo>
                  <a:lnTo>
                    <a:pt x="916686" y="285856"/>
                  </a:lnTo>
                  <a:lnTo>
                    <a:pt x="878894" y="273935"/>
                  </a:lnTo>
                  <a:lnTo>
                    <a:pt x="836828" y="269961"/>
                  </a:lnTo>
                  <a:close/>
                </a:path>
                <a:path w="1031240" h="740410">
                  <a:moveTo>
                    <a:pt x="980206" y="123550"/>
                  </a:moveTo>
                  <a:lnTo>
                    <a:pt x="862096" y="123550"/>
                  </a:lnTo>
                  <a:lnTo>
                    <a:pt x="893478" y="125472"/>
                  </a:lnTo>
                  <a:lnTo>
                    <a:pt x="923620" y="131240"/>
                  </a:lnTo>
                  <a:lnTo>
                    <a:pt x="952527" y="140854"/>
                  </a:lnTo>
                  <a:lnTo>
                    <a:pt x="980206" y="154317"/>
                  </a:lnTo>
                  <a:lnTo>
                    <a:pt x="980206" y="123550"/>
                  </a:lnTo>
                  <a:close/>
                </a:path>
                <a:path w="1031240" h="740410">
                  <a:moveTo>
                    <a:pt x="307726" y="176652"/>
                  </a:moveTo>
                  <a:lnTo>
                    <a:pt x="151394" y="176652"/>
                  </a:lnTo>
                  <a:lnTo>
                    <a:pt x="151394" y="727591"/>
                  </a:lnTo>
                  <a:lnTo>
                    <a:pt x="307726" y="727591"/>
                  </a:lnTo>
                  <a:lnTo>
                    <a:pt x="307726" y="176652"/>
                  </a:lnTo>
                  <a:close/>
                </a:path>
                <a:path w="1031240" h="740410">
                  <a:moveTo>
                    <a:pt x="307726" y="0"/>
                  </a:moveTo>
                  <a:lnTo>
                    <a:pt x="212872" y="0"/>
                  </a:lnTo>
                  <a:lnTo>
                    <a:pt x="190397" y="16240"/>
                  </a:lnTo>
                  <a:lnTo>
                    <a:pt x="166596" y="31815"/>
                  </a:lnTo>
                  <a:lnTo>
                    <a:pt x="115062" y="60960"/>
                  </a:lnTo>
                  <a:lnTo>
                    <a:pt x="59256" y="86296"/>
                  </a:lnTo>
                  <a:lnTo>
                    <a:pt x="0" y="106667"/>
                  </a:lnTo>
                  <a:lnTo>
                    <a:pt x="0" y="238694"/>
                  </a:lnTo>
                  <a:lnTo>
                    <a:pt x="42184" y="230505"/>
                  </a:lnTo>
                  <a:lnTo>
                    <a:pt x="83332" y="216609"/>
                  </a:lnTo>
                  <a:lnTo>
                    <a:pt x="120792" y="198251"/>
                  </a:lnTo>
                  <a:lnTo>
                    <a:pt x="151394" y="176652"/>
                  </a:lnTo>
                  <a:lnTo>
                    <a:pt x="307726" y="176652"/>
                  </a:lnTo>
                  <a:lnTo>
                    <a:pt x="307726" y="0"/>
                  </a:lnTo>
                  <a:close/>
                </a:path>
              </a:pathLst>
            </a:custGeom>
            <a:solidFill>
              <a:srgbClr val="FFFF00"/>
            </a:solidFill>
          </p:spPr>
          <p:txBody>
            <a:bodyPr wrap="square" lIns="0" tIns="0" rIns="0" bIns="0" rtlCol="0"/>
            <a:lstStyle/>
            <a:p>
              <a:endParaRPr/>
            </a:p>
          </p:txBody>
        </p:sp>
        <p:sp>
          <p:nvSpPr>
            <p:cNvPr id="144" name="object 144"/>
            <p:cNvSpPr/>
            <p:nvPr/>
          </p:nvSpPr>
          <p:spPr>
            <a:xfrm>
              <a:off x="8051291" y="5886224"/>
              <a:ext cx="200284" cy="245970"/>
            </a:xfrm>
            <a:prstGeom prst="rect">
              <a:avLst/>
            </a:prstGeom>
            <a:blipFill>
              <a:blip r:embed="rId59" cstate="print"/>
              <a:stretch>
                <a:fillRect/>
              </a:stretch>
            </a:blipFill>
          </p:spPr>
          <p:txBody>
            <a:bodyPr wrap="square" lIns="0" tIns="0" rIns="0" bIns="0" rtlCol="0"/>
            <a:lstStyle/>
            <a:p>
              <a:endParaRPr/>
            </a:p>
          </p:txBody>
        </p:sp>
        <p:sp>
          <p:nvSpPr>
            <p:cNvPr id="145" name="object 145"/>
            <p:cNvSpPr/>
            <p:nvPr/>
          </p:nvSpPr>
          <p:spPr>
            <a:xfrm>
              <a:off x="7368021" y="5506211"/>
              <a:ext cx="1031240" cy="740410"/>
            </a:xfrm>
            <a:custGeom>
              <a:avLst/>
              <a:gdLst/>
              <a:ahLst/>
              <a:cxnLst/>
              <a:rect l="l" t="t" r="r" b="b"/>
              <a:pathLst>
                <a:path w="1031240" h="740410">
                  <a:moveTo>
                    <a:pt x="852190" y="3941"/>
                  </a:moveTo>
                  <a:lnTo>
                    <a:pt x="891120" y="5153"/>
                  </a:lnTo>
                  <a:lnTo>
                    <a:pt x="925433" y="8782"/>
                  </a:lnTo>
                  <a:lnTo>
                    <a:pt x="955128" y="14815"/>
                  </a:lnTo>
                  <a:lnTo>
                    <a:pt x="980206" y="23240"/>
                  </a:lnTo>
                  <a:lnTo>
                    <a:pt x="980206" y="154317"/>
                  </a:lnTo>
                  <a:lnTo>
                    <a:pt x="952527" y="140854"/>
                  </a:lnTo>
                  <a:lnTo>
                    <a:pt x="923620" y="131240"/>
                  </a:lnTo>
                  <a:lnTo>
                    <a:pt x="893478" y="125472"/>
                  </a:lnTo>
                  <a:lnTo>
                    <a:pt x="862096" y="123550"/>
                  </a:lnTo>
                  <a:lnTo>
                    <a:pt x="842734" y="124511"/>
                  </a:lnTo>
                  <a:lnTo>
                    <a:pt x="790193" y="138933"/>
                  </a:lnTo>
                  <a:lnTo>
                    <a:pt x="746937" y="169278"/>
                  </a:lnTo>
                  <a:lnTo>
                    <a:pt x="714268" y="213819"/>
                  </a:lnTo>
                  <a:lnTo>
                    <a:pt x="698632" y="250853"/>
                  </a:lnTo>
                  <a:lnTo>
                    <a:pt x="688478" y="293110"/>
                  </a:lnTo>
                  <a:lnTo>
                    <a:pt x="684428" y="339958"/>
                  </a:lnTo>
                  <a:lnTo>
                    <a:pt x="687476" y="339958"/>
                  </a:lnTo>
                  <a:lnTo>
                    <a:pt x="715754" y="309337"/>
                  </a:lnTo>
                  <a:lnTo>
                    <a:pt x="750093" y="287462"/>
                  </a:lnTo>
                  <a:lnTo>
                    <a:pt x="790462" y="274337"/>
                  </a:lnTo>
                  <a:lnTo>
                    <a:pt x="836828" y="269961"/>
                  </a:lnTo>
                  <a:lnTo>
                    <a:pt x="878894" y="273935"/>
                  </a:lnTo>
                  <a:lnTo>
                    <a:pt x="916685" y="285856"/>
                  </a:lnTo>
                  <a:lnTo>
                    <a:pt x="949859" y="305026"/>
                  </a:lnTo>
                  <a:lnTo>
                    <a:pt x="989748" y="346015"/>
                  </a:lnTo>
                  <a:lnTo>
                    <a:pt x="1009362" y="380880"/>
                  </a:lnTo>
                  <a:lnTo>
                    <a:pt x="1023097" y="421411"/>
                  </a:lnTo>
                  <a:lnTo>
                    <a:pt x="1030004" y="466583"/>
                  </a:lnTo>
                  <a:lnTo>
                    <a:pt x="1030864" y="490846"/>
                  </a:lnTo>
                  <a:lnTo>
                    <a:pt x="1029721" y="516713"/>
                  </a:lnTo>
                  <a:lnTo>
                    <a:pt x="1020577" y="565847"/>
                  </a:lnTo>
                  <a:lnTo>
                    <a:pt x="1002458" y="611183"/>
                  </a:lnTo>
                  <a:lnTo>
                    <a:pt x="976884" y="650768"/>
                  </a:lnTo>
                  <a:lnTo>
                    <a:pt x="944228" y="684126"/>
                  </a:lnTo>
                  <a:lnTo>
                    <a:pt x="905233" y="710433"/>
                  </a:lnTo>
                  <a:lnTo>
                    <a:pt x="860326" y="729249"/>
                  </a:lnTo>
                  <a:lnTo>
                    <a:pt x="810981" y="738812"/>
                  </a:lnTo>
                  <a:lnTo>
                    <a:pt x="784738" y="740008"/>
                  </a:lnTo>
                  <a:lnTo>
                    <a:pt x="755460" y="738611"/>
                  </a:lnTo>
                  <a:lnTo>
                    <a:pt x="701739" y="727436"/>
                  </a:lnTo>
                  <a:lnTo>
                    <a:pt x="654495" y="705241"/>
                  </a:lnTo>
                  <a:lnTo>
                    <a:pt x="614356" y="672857"/>
                  </a:lnTo>
                  <a:lnTo>
                    <a:pt x="581626" y="630479"/>
                  </a:lnTo>
                  <a:lnTo>
                    <a:pt x="556614" y="578486"/>
                  </a:lnTo>
                  <a:lnTo>
                    <a:pt x="539349" y="517107"/>
                  </a:lnTo>
                  <a:lnTo>
                    <a:pt x="530667" y="447374"/>
                  </a:lnTo>
                  <a:lnTo>
                    <a:pt x="529589" y="409431"/>
                  </a:lnTo>
                  <a:lnTo>
                    <a:pt x="530997" y="364593"/>
                  </a:lnTo>
                  <a:lnTo>
                    <a:pt x="535228" y="321893"/>
                  </a:lnTo>
                  <a:lnTo>
                    <a:pt x="542294" y="281332"/>
                  </a:lnTo>
                  <a:lnTo>
                    <a:pt x="552206" y="242910"/>
                  </a:lnTo>
                  <a:lnTo>
                    <a:pt x="579611" y="173612"/>
                  </a:lnTo>
                  <a:lnTo>
                    <a:pt x="616732" y="115110"/>
                  </a:lnTo>
                  <a:lnTo>
                    <a:pt x="663031" y="68048"/>
                  </a:lnTo>
                  <a:lnTo>
                    <a:pt x="718200" y="33015"/>
                  </a:lnTo>
                  <a:lnTo>
                    <a:pt x="781480" y="11191"/>
                  </a:lnTo>
                  <a:lnTo>
                    <a:pt x="815896" y="5751"/>
                  </a:lnTo>
                  <a:lnTo>
                    <a:pt x="852190" y="3941"/>
                  </a:lnTo>
                  <a:close/>
                </a:path>
                <a:path w="1031240" h="740410">
                  <a:moveTo>
                    <a:pt x="212872" y="0"/>
                  </a:moveTo>
                  <a:lnTo>
                    <a:pt x="307726" y="0"/>
                  </a:lnTo>
                  <a:lnTo>
                    <a:pt x="307726" y="727591"/>
                  </a:lnTo>
                  <a:lnTo>
                    <a:pt x="151394" y="727591"/>
                  </a:lnTo>
                  <a:lnTo>
                    <a:pt x="151394" y="176652"/>
                  </a:lnTo>
                  <a:lnTo>
                    <a:pt x="144632" y="182282"/>
                  </a:lnTo>
                  <a:lnTo>
                    <a:pt x="111870" y="203209"/>
                  </a:lnTo>
                  <a:lnTo>
                    <a:pt x="73319" y="220551"/>
                  </a:lnTo>
                  <a:lnTo>
                    <a:pt x="31538" y="233159"/>
                  </a:lnTo>
                  <a:lnTo>
                    <a:pt x="0" y="238694"/>
                  </a:lnTo>
                  <a:lnTo>
                    <a:pt x="0" y="106667"/>
                  </a:lnTo>
                  <a:lnTo>
                    <a:pt x="30061" y="97105"/>
                  </a:lnTo>
                  <a:lnTo>
                    <a:pt x="59256" y="86296"/>
                  </a:lnTo>
                  <a:lnTo>
                    <a:pt x="115061" y="60959"/>
                  </a:lnTo>
                  <a:lnTo>
                    <a:pt x="166596" y="31815"/>
                  </a:lnTo>
                  <a:lnTo>
                    <a:pt x="190397" y="16240"/>
                  </a:lnTo>
                  <a:lnTo>
                    <a:pt x="212872" y="0"/>
                  </a:lnTo>
                  <a:close/>
                </a:path>
              </a:pathLst>
            </a:custGeom>
            <a:ln w="12191">
              <a:solidFill>
                <a:srgbClr val="000000"/>
              </a:solidFill>
            </a:ln>
          </p:spPr>
          <p:txBody>
            <a:bodyPr wrap="square" lIns="0" tIns="0" rIns="0" bIns="0" rtlCol="0"/>
            <a:lstStyle/>
            <a:p>
              <a:endParaRPr/>
            </a:p>
          </p:txBody>
        </p:sp>
        <p:sp>
          <p:nvSpPr>
            <p:cNvPr id="146" name="object 146"/>
            <p:cNvSpPr/>
            <p:nvPr/>
          </p:nvSpPr>
          <p:spPr>
            <a:xfrm>
              <a:off x="6748272" y="5234939"/>
              <a:ext cx="2218944" cy="1345692"/>
            </a:xfrm>
            <a:prstGeom prst="rect">
              <a:avLst/>
            </a:prstGeom>
            <a:blipFill>
              <a:blip r:embed="rId60" cstate="print"/>
              <a:stretch>
                <a:fillRect/>
              </a:stretch>
            </a:blipFill>
          </p:spPr>
          <p:txBody>
            <a:bodyPr wrap="square" lIns="0" tIns="0" rIns="0" bIns="0" rtlCol="0"/>
            <a:lstStyle/>
            <a:p>
              <a:endParaRPr/>
            </a:p>
          </p:txBody>
        </p:sp>
        <p:sp>
          <p:nvSpPr>
            <p:cNvPr id="147" name="object 147"/>
            <p:cNvSpPr/>
            <p:nvPr/>
          </p:nvSpPr>
          <p:spPr>
            <a:xfrm>
              <a:off x="6594348" y="4916422"/>
              <a:ext cx="2549651" cy="1941576"/>
            </a:xfrm>
            <a:prstGeom prst="rect">
              <a:avLst/>
            </a:prstGeom>
            <a:blipFill>
              <a:blip r:embed="rId61" cstate="print"/>
              <a:stretch>
                <a:fillRect/>
              </a:stretch>
            </a:blipFill>
          </p:spPr>
          <p:txBody>
            <a:bodyPr wrap="square" lIns="0" tIns="0" rIns="0" bIns="0" rtlCol="0"/>
            <a:lstStyle/>
            <a:p>
              <a:endParaRPr/>
            </a:p>
          </p:txBody>
        </p:sp>
        <p:sp>
          <p:nvSpPr>
            <p:cNvPr id="148" name="object 148"/>
            <p:cNvSpPr/>
            <p:nvPr/>
          </p:nvSpPr>
          <p:spPr>
            <a:xfrm>
              <a:off x="6829440" y="5295388"/>
              <a:ext cx="2057400" cy="1184275"/>
            </a:xfrm>
            <a:custGeom>
              <a:avLst/>
              <a:gdLst/>
              <a:ahLst/>
              <a:cxnLst/>
              <a:rect l="l" t="t" r="r" b="b"/>
              <a:pathLst>
                <a:path w="2057400" h="1184275">
                  <a:moveTo>
                    <a:pt x="1824837" y="0"/>
                  </a:moveTo>
                  <a:lnTo>
                    <a:pt x="232531" y="0"/>
                  </a:lnTo>
                  <a:lnTo>
                    <a:pt x="185671" y="4720"/>
                  </a:lnTo>
                  <a:lnTo>
                    <a:pt x="142024" y="18258"/>
                  </a:lnTo>
                  <a:lnTo>
                    <a:pt x="102526" y="39681"/>
                  </a:lnTo>
                  <a:lnTo>
                    <a:pt x="68111" y="68056"/>
                  </a:lnTo>
                  <a:lnTo>
                    <a:pt x="39715" y="102449"/>
                  </a:lnTo>
                  <a:lnTo>
                    <a:pt x="18275" y="141928"/>
                  </a:lnTo>
                  <a:lnTo>
                    <a:pt x="4724" y="185559"/>
                  </a:lnTo>
                  <a:lnTo>
                    <a:pt x="0" y="232409"/>
                  </a:lnTo>
                  <a:lnTo>
                    <a:pt x="0" y="951463"/>
                  </a:lnTo>
                  <a:lnTo>
                    <a:pt x="4724" y="998321"/>
                  </a:lnTo>
                  <a:lnTo>
                    <a:pt x="18275" y="1041965"/>
                  </a:lnTo>
                  <a:lnTo>
                    <a:pt x="39715" y="1081459"/>
                  </a:lnTo>
                  <a:lnTo>
                    <a:pt x="68111" y="1115869"/>
                  </a:lnTo>
                  <a:lnTo>
                    <a:pt x="102526" y="1144260"/>
                  </a:lnTo>
                  <a:lnTo>
                    <a:pt x="142024" y="1165696"/>
                  </a:lnTo>
                  <a:lnTo>
                    <a:pt x="185671" y="1179244"/>
                  </a:lnTo>
                  <a:lnTo>
                    <a:pt x="232531" y="1183968"/>
                  </a:lnTo>
                  <a:lnTo>
                    <a:pt x="1824837" y="1183968"/>
                  </a:lnTo>
                  <a:lnTo>
                    <a:pt x="1871698" y="1179244"/>
                  </a:lnTo>
                  <a:lnTo>
                    <a:pt x="1915349" y="1165696"/>
                  </a:lnTo>
                  <a:lnTo>
                    <a:pt x="1954852" y="1144260"/>
                  </a:lnTo>
                  <a:lnTo>
                    <a:pt x="1989273" y="1115869"/>
                  </a:lnTo>
                  <a:lnTo>
                    <a:pt x="2017674" y="1081459"/>
                  </a:lnTo>
                  <a:lnTo>
                    <a:pt x="2039120" y="1041965"/>
                  </a:lnTo>
                  <a:lnTo>
                    <a:pt x="2052673" y="998321"/>
                  </a:lnTo>
                  <a:lnTo>
                    <a:pt x="2057399" y="951463"/>
                  </a:lnTo>
                  <a:lnTo>
                    <a:pt x="2057399" y="232409"/>
                  </a:lnTo>
                  <a:lnTo>
                    <a:pt x="2052673" y="185559"/>
                  </a:lnTo>
                  <a:lnTo>
                    <a:pt x="2039120" y="141928"/>
                  </a:lnTo>
                  <a:lnTo>
                    <a:pt x="2017674" y="102449"/>
                  </a:lnTo>
                  <a:lnTo>
                    <a:pt x="1989273" y="68056"/>
                  </a:lnTo>
                  <a:lnTo>
                    <a:pt x="1954852" y="39681"/>
                  </a:lnTo>
                  <a:lnTo>
                    <a:pt x="1915349" y="18258"/>
                  </a:lnTo>
                  <a:lnTo>
                    <a:pt x="1871698" y="4720"/>
                  </a:lnTo>
                  <a:lnTo>
                    <a:pt x="1824837" y="0"/>
                  </a:lnTo>
                  <a:close/>
                </a:path>
              </a:pathLst>
            </a:custGeom>
            <a:solidFill>
              <a:srgbClr val="252525"/>
            </a:solidFill>
          </p:spPr>
          <p:txBody>
            <a:bodyPr wrap="square" lIns="0" tIns="0" rIns="0" bIns="0" rtlCol="0"/>
            <a:lstStyle/>
            <a:p>
              <a:endParaRPr/>
            </a:p>
          </p:txBody>
        </p:sp>
        <p:sp>
          <p:nvSpPr>
            <p:cNvPr id="149" name="object 149"/>
            <p:cNvSpPr/>
            <p:nvPr/>
          </p:nvSpPr>
          <p:spPr>
            <a:xfrm>
              <a:off x="6829440" y="5295388"/>
              <a:ext cx="2057400" cy="1184275"/>
            </a:xfrm>
            <a:custGeom>
              <a:avLst/>
              <a:gdLst/>
              <a:ahLst/>
              <a:cxnLst/>
              <a:rect l="l" t="t" r="r" b="b"/>
              <a:pathLst>
                <a:path w="2057400" h="1184275">
                  <a:moveTo>
                    <a:pt x="0" y="232409"/>
                  </a:moveTo>
                  <a:lnTo>
                    <a:pt x="4724" y="185559"/>
                  </a:lnTo>
                  <a:lnTo>
                    <a:pt x="18275" y="141928"/>
                  </a:lnTo>
                  <a:lnTo>
                    <a:pt x="39715" y="102449"/>
                  </a:lnTo>
                  <a:lnTo>
                    <a:pt x="68111" y="68056"/>
                  </a:lnTo>
                  <a:lnTo>
                    <a:pt x="102526" y="39681"/>
                  </a:lnTo>
                  <a:lnTo>
                    <a:pt x="142024" y="18258"/>
                  </a:lnTo>
                  <a:lnTo>
                    <a:pt x="185671" y="4720"/>
                  </a:lnTo>
                  <a:lnTo>
                    <a:pt x="232531" y="0"/>
                  </a:lnTo>
                  <a:lnTo>
                    <a:pt x="1824837" y="0"/>
                  </a:lnTo>
                  <a:lnTo>
                    <a:pt x="1871698" y="4720"/>
                  </a:lnTo>
                  <a:lnTo>
                    <a:pt x="1915349" y="18258"/>
                  </a:lnTo>
                  <a:lnTo>
                    <a:pt x="1954852" y="39681"/>
                  </a:lnTo>
                  <a:lnTo>
                    <a:pt x="1989273" y="68056"/>
                  </a:lnTo>
                  <a:lnTo>
                    <a:pt x="2017674" y="102449"/>
                  </a:lnTo>
                  <a:lnTo>
                    <a:pt x="2039120" y="141928"/>
                  </a:lnTo>
                  <a:lnTo>
                    <a:pt x="2052673" y="185559"/>
                  </a:lnTo>
                  <a:lnTo>
                    <a:pt x="2057399" y="232409"/>
                  </a:lnTo>
                  <a:lnTo>
                    <a:pt x="2057399" y="951463"/>
                  </a:lnTo>
                  <a:lnTo>
                    <a:pt x="2052673" y="998321"/>
                  </a:lnTo>
                  <a:lnTo>
                    <a:pt x="2039120" y="1041965"/>
                  </a:lnTo>
                  <a:lnTo>
                    <a:pt x="2017674" y="1081459"/>
                  </a:lnTo>
                  <a:lnTo>
                    <a:pt x="1989273" y="1115869"/>
                  </a:lnTo>
                  <a:lnTo>
                    <a:pt x="1954852" y="1144260"/>
                  </a:lnTo>
                  <a:lnTo>
                    <a:pt x="1915349" y="1165696"/>
                  </a:lnTo>
                  <a:lnTo>
                    <a:pt x="1871698" y="1179244"/>
                  </a:lnTo>
                  <a:lnTo>
                    <a:pt x="1824837" y="1183968"/>
                  </a:lnTo>
                  <a:lnTo>
                    <a:pt x="232531" y="1183968"/>
                  </a:lnTo>
                  <a:lnTo>
                    <a:pt x="185671" y="1179244"/>
                  </a:lnTo>
                  <a:lnTo>
                    <a:pt x="142024" y="1165696"/>
                  </a:lnTo>
                  <a:lnTo>
                    <a:pt x="102526" y="1144260"/>
                  </a:lnTo>
                  <a:lnTo>
                    <a:pt x="68111" y="1115869"/>
                  </a:lnTo>
                  <a:lnTo>
                    <a:pt x="39715" y="1081459"/>
                  </a:lnTo>
                  <a:lnTo>
                    <a:pt x="18275" y="1041965"/>
                  </a:lnTo>
                  <a:lnTo>
                    <a:pt x="4724"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50" name="object 150"/>
            <p:cNvSpPr/>
            <p:nvPr/>
          </p:nvSpPr>
          <p:spPr>
            <a:xfrm>
              <a:off x="6635496" y="4937759"/>
              <a:ext cx="2481072" cy="1920239"/>
            </a:xfrm>
            <a:prstGeom prst="rect">
              <a:avLst/>
            </a:prstGeom>
            <a:blipFill>
              <a:blip r:embed="rId62" cstate="print"/>
              <a:stretch>
                <a:fillRect/>
              </a:stretch>
            </a:blipFill>
          </p:spPr>
          <p:txBody>
            <a:bodyPr wrap="square" lIns="0" tIns="0" rIns="0" bIns="0" rtlCol="0"/>
            <a:lstStyle/>
            <a:p>
              <a:endParaRPr/>
            </a:p>
          </p:txBody>
        </p:sp>
        <p:sp>
          <p:nvSpPr>
            <p:cNvPr id="151" name="object 151"/>
            <p:cNvSpPr/>
            <p:nvPr/>
          </p:nvSpPr>
          <p:spPr>
            <a:xfrm>
              <a:off x="7377562" y="5531607"/>
              <a:ext cx="1022985" cy="727710"/>
            </a:xfrm>
            <a:custGeom>
              <a:avLst/>
              <a:gdLst/>
              <a:ahLst/>
              <a:cxnLst/>
              <a:rect l="l" t="t" r="r" b="b"/>
              <a:pathLst>
                <a:path w="1022984" h="727710">
                  <a:moveTo>
                    <a:pt x="1022969" y="15883"/>
                  </a:moveTo>
                  <a:lnTo>
                    <a:pt x="527547" y="15883"/>
                  </a:lnTo>
                  <a:lnTo>
                    <a:pt x="527547" y="143899"/>
                  </a:lnTo>
                  <a:lnTo>
                    <a:pt x="858133" y="143899"/>
                  </a:lnTo>
                  <a:lnTo>
                    <a:pt x="838029" y="176845"/>
                  </a:lnTo>
                  <a:lnTo>
                    <a:pt x="818479" y="210159"/>
                  </a:lnTo>
                  <a:lnTo>
                    <a:pt x="799455" y="243845"/>
                  </a:lnTo>
                  <a:lnTo>
                    <a:pt x="780928" y="277904"/>
                  </a:lnTo>
                  <a:lnTo>
                    <a:pt x="763118" y="312388"/>
                  </a:lnTo>
                  <a:lnTo>
                    <a:pt x="746097" y="347335"/>
                  </a:lnTo>
                  <a:lnTo>
                    <a:pt x="729887" y="382746"/>
                  </a:lnTo>
                  <a:lnTo>
                    <a:pt x="714512" y="418624"/>
                  </a:lnTo>
                  <a:lnTo>
                    <a:pt x="699904" y="455030"/>
                  </a:lnTo>
                  <a:lnTo>
                    <a:pt x="686207" y="492024"/>
                  </a:lnTo>
                  <a:lnTo>
                    <a:pt x="673419" y="529605"/>
                  </a:lnTo>
                  <a:lnTo>
                    <a:pt x="661537" y="567772"/>
                  </a:lnTo>
                  <a:lnTo>
                    <a:pt x="650728" y="606614"/>
                  </a:lnTo>
                  <a:lnTo>
                    <a:pt x="640994" y="646200"/>
                  </a:lnTo>
                  <a:lnTo>
                    <a:pt x="632357" y="686531"/>
                  </a:lnTo>
                  <a:lnTo>
                    <a:pt x="624840" y="727603"/>
                  </a:lnTo>
                  <a:lnTo>
                    <a:pt x="788670" y="727603"/>
                  </a:lnTo>
                  <a:lnTo>
                    <a:pt x="795598" y="684649"/>
                  </a:lnTo>
                  <a:lnTo>
                    <a:pt x="803449" y="643158"/>
                  </a:lnTo>
                  <a:lnTo>
                    <a:pt x="812231" y="603125"/>
                  </a:lnTo>
                  <a:lnTo>
                    <a:pt x="821954" y="564547"/>
                  </a:lnTo>
                  <a:lnTo>
                    <a:pt x="832657" y="526857"/>
                  </a:lnTo>
                  <a:lnTo>
                    <a:pt x="844417" y="489476"/>
                  </a:lnTo>
                  <a:lnTo>
                    <a:pt x="857230" y="452405"/>
                  </a:lnTo>
                  <a:lnTo>
                    <a:pt x="871087" y="415646"/>
                  </a:lnTo>
                  <a:lnTo>
                    <a:pt x="886017" y="378916"/>
                  </a:lnTo>
                  <a:lnTo>
                    <a:pt x="902055" y="341936"/>
                  </a:lnTo>
                  <a:lnTo>
                    <a:pt x="919213" y="304708"/>
                  </a:lnTo>
                  <a:lnTo>
                    <a:pt x="937503" y="267236"/>
                  </a:lnTo>
                  <a:lnTo>
                    <a:pt x="956987" y="228973"/>
                  </a:lnTo>
                  <a:lnTo>
                    <a:pt x="977722" y="189377"/>
                  </a:lnTo>
                  <a:lnTo>
                    <a:pt x="999714" y="148446"/>
                  </a:lnTo>
                  <a:lnTo>
                    <a:pt x="1022969" y="106180"/>
                  </a:lnTo>
                  <a:lnTo>
                    <a:pt x="1022969" y="15883"/>
                  </a:lnTo>
                  <a:close/>
                </a:path>
                <a:path w="1022984" h="727710">
                  <a:moveTo>
                    <a:pt x="307726" y="176665"/>
                  </a:moveTo>
                  <a:lnTo>
                    <a:pt x="151394" y="176665"/>
                  </a:lnTo>
                  <a:lnTo>
                    <a:pt x="151394" y="727603"/>
                  </a:lnTo>
                  <a:lnTo>
                    <a:pt x="307726" y="727603"/>
                  </a:lnTo>
                  <a:lnTo>
                    <a:pt x="307726" y="176665"/>
                  </a:lnTo>
                  <a:close/>
                </a:path>
                <a:path w="1022984" h="727710">
                  <a:moveTo>
                    <a:pt x="307726" y="0"/>
                  </a:moveTo>
                  <a:lnTo>
                    <a:pt x="212841" y="0"/>
                  </a:lnTo>
                  <a:lnTo>
                    <a:pt x="190367" y="16241"/>
                  </a:lnTo>
                  <a:lnTo>
                    <a:pt x="166569" y="31822"/>
                  </a:lnTo>
                  <a:lnTo>
                    <a:pt x="115062" y="61020"/>
                  </a:lnTo>
                  <a:lnTo>
                    <a:pt x="59245" y="86326"/>
                  </a:lnTo>
                  <a:lnTo>
                    <a:pt x="0" y="106667"/>
                  </a:lnTo>
                  <a:lnTo>
                    <a:pt x="0" y="238698"/>
                  </a:lnTo>
                  <a:lnTo>
                    <a:pt x="42153" y="230505"/>
                  </a:lnTo>
                  <a:lnTo>
                    <a:pt x="83301" y="216609"/>
                  </a:lnTo>
                  <a:lnTo>
                    <a:pt x="120761" y="198251"/>
                  </a:lnTo>
                  <a:lnTo>
                    <a:pt x="151394" y="176665"/>
                  </a:lnTo>
                  <a:lnTo>
                    <a:pt x="307726" y="176665"/>
                  </a:lnTo>
                  <a:lnTo>
                    <a:pt x="307726" y="0"/>
                  </a:lnTo>
                  <a:close/>
                </a:path>
              </a:pathLst>
            </a:custGeom>
            <a:solidFill>
              <a:srgbClr val="FFFF00"/>
            </a:solidFill>
          </p:spPr>
          <p:txBody>
            <a:bodyPr wrap="square" lIns="0" tIns="0" rIns="0" bIns="0" rtlCol="0"/>
            <a:lstStyle/>
            <a:p>
              <a:endParaRPr/>
            </a:p>
          </p:txBody>
        </p:sp>
        <p:sp>
          <p:nvSpPr>
            <p:cNvPr id="152" name="object 152"/>
            <p:cNvSpPr/>
            <p:nvPr/>
          </p:nvSpPr>
          <p:spPr>
            <a:xfrm>
              <a:off x="7377561" y="5531607"/>
              <a:ext cx="1022985" cy="727710"/>
            </a:xfrm>
            <a:custGeom>
              <a:avLst/>
              <a:gdLst/>
              <a:ahLst/>
              <a:cxnLst/>
              <a:rect l="l" t="t" r="r" b="b"/>
              <a:pathLst>
                <a:path w="1022984" h="727710">
                  <a:moveTo>
                    <a:pt x="527547" y="15883"/>
                  </a:moveTo>
                  <a:lnTo>
                    <a:pt x="1022969" y="15883"/>
                  </a:lnTo>
                  <a:lnTo>
                    <a:pt x="1022969" y="106180"/>
                  </a:lnTo>
                  <a:lnTo>
                    <a:pt x="999714" y="148446"/>
                  </a:lnTo>
                  <a:lnTo>
                    <a:pt x="977722" y="189377"/>
                  </a:lnTo>
                  <a:lnTo>
                    <a:pt x="956987" y="228973"/>
                  </a:lnTo>
                  <a:lnTo>
                    <a:pt x="937503" y="267236"/>
                  </a:lnTo>
                  <a:lnTo>
                    <a:pt x="919213" y="304708"/>
                  </a:lnTo>
                  <a:lnTo>
                    <a:pt x="902055" y="341936"/>
                  </a:lnTo>
                  <a:lnTo>
                    <a:pt x="886017" y="378916"/>
                  </a:lnTo>
                  <a:lnTo>
                    <a:pt x="871087" y="415646"/>
                  </a:lnTo>
                  <a:lnTo>
                    <a:pt x="857229" y="452405"/>
                  </a:lnTo>
                  <a:lnTo>
                    <a:pt x="844417" y="489476"/>
                  </a:lnTo>
                  <a:lnTo>
                    <a:pt x="832657" y="526857"/>
                  </a:lnTo>
                  <a:lnTo>
                    <a:pt x="821954" y="564547"/>
                  </a:lnTo>
                  <a:lnTo>
                    <a:pt x="812231" y="603125"/>
                  </a:lnTo>
                  <a:lnTo>
                    <a:pt x="803448" y="643158"/>
                  </a:lnTo>
                  <a:lnTo>
                    <a:pt x="795597" y="684649"/>
                  </a:lnTo>
                  <a:lnTo>
                    <a:pt x="788669" y="727603"/>
                  </a:lnTo>
                  <a:lnTo>
                    <a:pt x="624839" y="727603"/>
                  </a:lnTo>
                  <a:lnTo>
                    <a:pt x="632357" y="686530"/>
                  </a:lnTo>
                  <a:lnTo>
                    <a:pt x="640994" y="646200"/>
                  </a:lnTo>
                  <a:lnTo>
                    <a:pt x="650728" y="606614"/>
                  </a:lnTo>
                  <a:lnTo>
                    <a:pt x="661537" y="567772"/>
                  </a:lnTo>
                  <a:lnTo>
                    <a:pt x="673419" y="529605"/>
                  </a:lnTo>
                  <a:lnTo>
                    <a:pt x="686207" y="492024"/>
                  </a:lnTo>
                  <a:lnTo>
                    <a:pt x="699904" y="455030"/>
                  </a:lnTo>
                  <a:lnTo>
                    <a:pt x="714512" y="418624"/>
                  </a:lnTo>
                  <a:lnTo>
                    <a:pt x="729887" y="382746"/>
                  </a:lnTo>
                  <a:lnTo>
                    <a:pt x="746097" y="347335"/>
                  </a:lnTo>
                  <a:lnTo>
                    <a:pt x="763118" y="312388"/>
                  </a:lnTo>
                  <a:lnTo>
                    <a:pt x="780928" y="277904"/>
                  </a:lnTo>
                  <a:lnTo>
                    <a:pt x="799455" y="243845"/>
                  </a:lnTo>
                  <a:lnTo>
                    <a:pt x="818479" y="210159"/>
                  </a:lnTo>
                  <a:lnTo>
                    <a:pt x="838029" y="176845"/>
                  </a:lnTo>
                  <a:lnTo>
                    <a:pt x="858133" y="143899"/>
                  </a:lnTo>
                  <a:lnTo>
                    <a:pt x="527547" y="143899"/>
                  </a:lnTo>
                  <a:lnTo>
                    <a:pt x="527547" y="15883"/>
                  </a:lnTo>
                  <a:close/>
                </a:path>
                <a:path w="1022984" h="727710">
                  <a:moveTo>
                    <a:pt x="212841" y="0"/>
                  </a:moveTo>
                  <a:lnTo>
                    <a:pt x="307726" y="0"/>
                  </a:lnTo>
                  <a:lnTo>
                    <a:pt x="307726" y="727603"/>
                  </a:lnTo>
                  <a:lnTo>
                    <a:pt x="151394" y="727603"/>
                  </a:lnTo>
                  <a:lnTo>
                    <a:pt x="151394" y="176665"/>
                  </a:lnTo>
                  <a:lnTo>
                    <a:pt x="144619" y="182292"/>
                  </a:lnTo>
                  <a:lnTo>
                    <a:pt x="111843" y="203216"/>
                  </a:lnTo>
                  <a:lnTo>
                    <a:pt x="73306" y="220551"/>
                  </a:lnTo>
                  <a:lnTo>
                    <a:pt x="31521" y="233161"/>
                  </a:lnTo>
                  <a:lnTo>
                    <a:pt x="0" y="238698"/>
                  </a:lnTo>
                  <a:lnTo>
                    <a:pt x="0" y="106667"/>
                  </a:lnTo>
                  <a:lnTo>
                    <a:pt x="30048" y="97118"/>
                  </a:lnTo>
                  <a:lnTo>
                    <a:pt x="59245" y="86326"/>
                  </a:lnTo>
                  <a:lnTo>
                    <a:pt x="115061" y="61020"/>
                  </a:lnTo>
                  <a:lnTo>
                    <a:pt x="166569" y="31822"/>
                  </a:lnTo>
                  <a:lnTo>
                    <a:pt x="190367" y="16241"/>
                  </a:lnTo>
                  <a:lnTo>
                    <a:pt x="212841" y="0"/>
                  </a:lnTo>
                  <a:close/>
                </a:path>
              </a:pathLst>
            </a:custGeom>
            <a:ln w="12191">
              <a:solidFill>
                <a:srgbClr val="000000"/>
              </a:solidFill>
            </a:ln>
          </p:spPr>
          <p:txBody>
            <a:bodyPr wrap="square" lIns="0" tIns="0" rIns="0" bIns="0" rtlCol="0"/>
            <a:lstStyle/>
            <a:p>
              <a:endParaRPr/>
            </a:p>
          </p:txBody>
        </p:sp>
        <p:sp>
          <p:nvSpPr>
            <p:cNvPr id="153" name="object 153"/>
            <p:cNvSpPr/>
            <p:nvPr/>
          </p:nvSpPr>
          <p:spPr>
            <a:xfrm>
              <a:off x="6751320" y="5213603"/>
              <a:ext cx="2218944" cy="1345692"/>
            </a:xfrm>
            <a:prstGeom prst="rect">
              <a:avLst/>
            </a:prstGeom>
            <a:blipFill>
              <a:blip r:embed="rId63" cstate="print"/>
              <a:stretch>
                <a:fillRect/>
              </a:stretch>
            </a:blipFill>
          </p:spPr>
          <p:txBody>
            <a:bodyPr wrap="square" lIns="0" tIns="0" rIns="0" bIns="0" rtlCol="0"/>
            <a:lstStyle/>
            <a:p>
              <a:endParaRPr/>
            </a:p>
          </p:txBody>
        </p:sp>
        <p:sp>
          <p:nvSpPr>
            <p:cNvPr id="154" name="object 154"/>
            <p:cNvSpPr/>
            <p:nvPr/>
          </p:nvSpPr>
          <p:spPr>
            <a:xfrm>
              <a:off x="6597396" y="4895086"/>
              <a:ext cx="2546603" cy="1962912"/>
            </a:xfrm>
            <a:prstGeom prst="rect">
              <a:avLst/>
            </a:prstGeom>
            <a:blipFill>
              <a:blip r:embed="rId64" cstate="print"/>
              <a:stretch>
                <a:fillRect/>
              </a:stretch>
            </a:blipFill>
          </p:spPr>
          <p:txBody>
            <a:bodyPr wrap="square" lIns="0" tIns="0" rIns="0" bIns="0" rtlCol="0"/>
            <a:lstStyle/>
            <a:p>
              <a:endParaRPr/>
            </a:p>
          </p:txBody>
        </p:sp>
        <p:sp>
          <p:nvSpPr>
            <p:cNvPr id="155" name="object 155"/>
            <p:cNvSpPr/>
            <p:nvPr/>
          </p:nvSpPr>
          <p:spPr>
            <a:xfrm>
              <a:off x="6832488" y="5274051"/>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7"/>
                  </a:lnTo>
                  <a:lnTo>
                    <a:pt x="18275" y="1042035"/>
                  </a:lnTo>
                  <a:lnTo>
                    <a:pt x="39715" y="1081533"/>
                  </a:lnTo>
                  <a:lnTo>
                    <a:pt x="68111" y="1115947"/>
                  </a:lnTo>
                  <a:lnTo>
                    <a:pt x="102526" y="1144341"/>
                  </a:lnTo>
                  <a:lnTo>
                    <a:pt x="142024" y="1165780"/>
                  </a:lnTo>
                  <a:lnTo>
                    <a:pt x="185671" y="1179329"/>
                  </a:lnTo>
                  <a:lnTo>
                    <a:pt x="232531" y="1184053"/>
                  </a:lnTo>
                  <a:lnTo>
                    <a:pt x="1824989" y="1184053"/>
                  </a:lnTo>
                  <a:lnTo>
                    <a:pt x="1871835" y="1179329"/>
                  </a:lnTo>
                  <a:lnTo>
                    <a:pt x="1915465" y="1165780"/>
                  </a:lnTo>
                  <a:lnTo>
                    <a:pt x="1954943" y="1144341"/>
                  </a:lnTo>
                  <a:lnTo>
                    <a:pt x="1989338" y="1115947"/>
                  </a:lnTo>
                  <a:lnTo>
                    <a:pt x="2017714" y="1081533"/>
                  </a:lnTo>
                  <a:lnTo>
                    <a:pt x="2039139" y="1042035"/>
                  </a:lnTo>
                  <a:lnTo>
                    <a:pt x="2052679" y="998387"/>
                  </a:lnTo>
                  <a:lnTo>
                    <a:pt x="2057399" y="951524"/>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56" name="object 156"/>
            <p:cNvSpPr/>
            <p:nvPr/>
          </p:nvSpPr>
          <p:spPr>
            <a:xfrm>
              <a:off x="6832488" y="5274051"/>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24"/>
                  </a:lnTo>
                  <a:lnTo>
                    <a:pt x="2052679" y="998387"/>
                  </a:lnTo>
                  <a:lnTo>
                    <a:pt x="2039139" y="1042035"/>
                  </a:lnTo>
                  <a:lnTo>
                    <a:pt x="2017714" y="1081533"/>
                  </a:lnTo>
                  <a:lnTo>
                    <a:pt x="1989338" y="1115947"/>
                  </a:lnTo>
                  <a:lnTo>
                    <a:pt x="1954943" y="1144341"/>
                  </a:lnTo>
                  <a:lnTo>
                    <a:pt x="1915465" y="1165780"/>
                  </a:lnTo>
                  <a:lnTo>
                    <a:pt x="1871835" y="1179329"/>
                  </a:lnTo>
                  <a:lnTo>
                    <a:pt x="1824989" y="1184053"/>
                  </a:lnTo>
                  <a:lnTo>
                    <a:pt x="232531" y="1184053"/>
                  </a:lnTo>
                  <a:lnTo>
                    <a:pt x="185671" y="1179329"/>
                  </a:lnTo>
                  <a:lnTo>
                    <a:pt x="142024" y="1165780"/>
                  </a:lnTo>
                  <a:lnTo>
                    <a:pt x="102526" y="1144341"/>
                  </a:lnTo>
                  <a:lnTo>
                    <a:pt x="68111" y="1115947"/>
                  </a:lnTo>
                  <a:lnTo>
                    <a:pt x="39715" y="1081533"/>
                  </a:lnTo>
                  <a:lnTo>
                    <a:pt x="18275" y="1042035"/>
                  </a:lnTo>
                  <a:lnTo>
                    <a:pt x="4724" y="998387"/>
                  </a:lnTo>
                  <a:lnTo>
                    <a:pt x="0" y="951524"/>
                  </a:lnTo>
                  <a:lnTo>
                    <a:pt x="0" y="232541"/>
                  </a:lnTo>
                  <a:close/>
                </a:path>
              </a:pathLst>
            </a:custGeom>
            <a:ln w="76199">
              <a:solidFill>
                <a:srgbClr val="00AF50"/>
              </a:solidFill>
            </a:ln>
          </p:spPr>
          <p:txBody>
            <a:bodyPr wrap="square" lIns="0" tIns="0" rIns="0" bIns="0" rtlCol="0"/>
            <a:lstStyle/>
            <a:p>
              <a:endParaRPr/>
            </a:p>
          </p:txBody>
        </p:sp>
        <p:sp>
          <p:nvSpPr>
            <p:cNvPr id="157" name="object 157"/>
            <p:cNvSpPr/>
            <p:nvPr/>
          </p:nvSpPr>
          <p:spPr>
            <a:xfrm>
              <a:off x="6638544" y="4916422"/>
              <a:ext cx="2481072" cy="1941576"/>
            </a:xfrm>
            <a:prstGeom prst="rect">
              <a:avLst/>
            </a:prstGeom>
            <a:blipFill>
              <a:blip r:embed="rId65" cstate="print"/>
              <a:stretch>
                <a:fillRect/>
              </a:stretch>
            </a:blipFill>
          </p:spPr>
          <p:txBody>
            <a:bodyPr wrap="square" lIns="0" tIns="0" rIns="0" bIns="0" rtlCol="0"/>
            <a:lstStyle/>
            <a:p>
              <a:endParaRPr/>
            </a:p>
          </p:txBody>
        </p:sp>
        <p:sp>
          <p:nvSpPr>
            <p:cNvPr id="158" name="object 158"/>
            <p:cNvSpPr/>
            <p:nvPr/>
          </p:nvSpPr>
          <p:spPr>
            <a:xfrm>
              <a:off x="7380610" y="5510271"/>
              <a:ext cx="1025525" cy="739140"/>
            </a:xfrm>
            <a:custGeom>
              <a:avLst/>
              <a:gdLst/>
              <a:ahLst/>
              <a:cxnLst/>
              <a:rect l="l" t="t" r="r" b="b"/>
              <a:pathLst>
                <a:path w="1025525" h="739139">
                  <a:moveTo>
                    <a:pt x="773795" y="3941"/>
                  </a:moveTo>
                  <a:lnTo>
                    <a:pt x="726117" y="7527"/>
                  </a:lnTo>
                  <a:lnTo>
                    <a:pt x="682233" y="18169"/>
                  </a:lnTo>
                  <a:lnTo>
                    <a:pt x="643208" y="35102"/>
                  </a:lnTo>
                  <a:lnTo>
                    <a:pt x="609965" y="57662"/>
                  </a:lnTo>
                  <a:lnTo>
                    <a:pt x="583002" y="85262"/>
                  </a:lnTo>
                  <a:lnTo>
                    <a:pt x="562599" y="117658"/>
                  </a:lnTo>
                  <a:lnTo>
                    <a:pt x="549748" y="153895"/>
                  </a:lnTo>
                  <a:lnTo>
                    <a:pt x="545470" y="193106"/>
                  </a:lnTo>
                  <a:lnTo>
                    <a:pt x="547329" y="218096"/>
                  </a:lnTo>
                  <a:lnTo>
                    <a:pt x="562237" y="264631"/>
                  </a:lnTo>
                  <a:lnTo>
                    <a:pt x="591694" y="306196"/>
                  </a:lnTo>
                  <a:lnTo>
                    <a:pt x="633607" y="340568"/>
                  </a:lnTo>
                  <a:lnTo>
                    <a:pt x="659130" y="354912"/>
                  </a:lnTo>
                  <a:lnTo>
                    <a:pt x="642078" y="361287"/>
                  </a:lnTo>
                  <a:lnTo>
                    <a:pt x="597926" y="385440"/>
                  </a:lnTo>
                  <a:lnTo>
                    <a:pt x="563704" y="416153"/>
                  </a:lnTo>
                  <a:lnTo>
                    <a:pt x="539206" y="452200"/>
                  </a:lnTo>
                  <a:lnTo>
                    <a:pt x="524557" y="492665"/>
                  </a:lnTo>
                  <a:lnTo>
                    <a:pt x="519684" y="536079"/>
                  </a:lnTo>
                  <a:lnTo>
                    <a:pt x="520871" y="558182"/>
                  </a:lnTo>
                  <a:lnTo>
                    <a:pt x="530343" y="599503"/>
                  </a:lnTo>
                  <a:lnTo>
                    <a:pt x="548940" y="636789"/>
                  </a:lnTo>
                  <a:lnTo>
                    <a:pt x="575083" y="668931"/>
                  </a:lnTo>
                  <a:lnTo>
                    <a:pt x="608498" y="695638"/>
                  </a:lnTo>
                  <a:lnTo>
                    <a:pt x="648454" y="716360"/>
                  </a:lnTo>
                  <a:lnTo>
                    <a:pt x="694574" y="730843"/>
                  </a:lnTo>
                  <a:lnTo>
                    <a:pt x="745294" y="738164"/>
                  </a:lnTo>
                  <a:lnTo>
                    <a:pt x="772271" y="739079"/>
                  </a:lnTo>
                  <a:lnTo>
                    <a:pt x="799762" y="738148"/>
                  </a:lnTo>
                  <a:lnTo>
                    <a:pt x="851005" y="730708"/>
                  </a:lnTo>
                  <a:lnTo>
                    <a:pt x="897213" y="715990"/>
                  </a:lnTo>
                  <a:lnTo>
                    <a:pt x="937218" y="695014"/>
                  </a:lnTo>
                  <a:lnTo>
                    <a:pt x="970541" y="668073"/>
                  </a:lnTo>
                  <a:lnTo>
                    <a:pt x="996486" y="635814"/>
                  </a:lnTo>
                  <a:lnTo>
                    <a:pt x="1001466" y="626912"/>
                  </a:lnTo>
                  <a:lnTo>
                    <a:pt x="772789" y="626912"/>
                  </a:lnTo>
                  <a:lnTo>
                    <a:pt x="761189" y="626463"/>
                  </a:lnTo>
                  <a:lnTo>
                    <a:pt x="720656" y="615722"/>
                  </a:lnTo>
                  <a:lnTo>
                    <a:pt x="690289" y="592041"/>
                  </a:lnTo>
                  <a:lnTo>
                    <a:pt x="672266" y="556372"/>
                  </a:lnTo>
                  <a:lnTo>
                    <a:pt x="668152" y="522671"/>
                  </a:lnTo>
                  <a:lnTo>
                    <a:pt x="668630" y="511475"/>
                  </a:lnTo>
                  <a:lnTo>
                    <a:pt x="680377" y="471134"/>
                  </a:lnTo>
                  <a:lnTo>
                    <a:pt x="705153" y="440315"/>
                  </a:lnTo>
                  <a:lnTo>
                    <a:pt x="741011" y="421781"/>
                  </a:lnTo>
                  <a:lnTo>
                    <a:pt x="772789" y="417457"/>
                  </a:lnTo>
                  <a:lnTo>
                    <a:pt x="983514" y="417457"/>
                  </a:lnTo>
                  <a:lnTo>
                    <a:pt x="979716" y="412818"/>
                  </a:lnTo>
                  <a:lnTo>
                    <a:pt x="945001" y="381963"/>
                  </a:lnTo>
                  <a:lnTo>
                    <a:pt x="900849" y="357812"/>
                  </a:lnTo>
                  <a:lnTo>
                    <a:pt x="884041" y="351437"/>
                  </a:lnTo>
                  <a:lnTo>
                    <a:pt x="910543" y="337121"/>
                  </a:lnTo>
                  <a:lnTo>
                    <a:pt x="934021" y="320975"/>
                  </a:lnTo>
                  <a:lnTo>
                    <a:pt x="954447" y="302999"/>
                  </a:lnTo>
                  <a:lnTo>
                    <a:pt x="958969" y="297835"/>
                  </a:lnTo>
                  <a:lnTo>
                    <a:pt x="774832" y="297835"/>
                  </a:lnTo>
                  <a:lnTo>
                    <a:pt x="766261" y="297401"/>
                  </a:lnTo>
                  <a:lnTo>
                    <a:pt x="727150" y="282569"/>
                  </a:lnTo>
                  <a:lnTo>
                    <a:pt x="700285" y="251027"/>
                  </a:lnTo>
                  <a:lnTo>
                    <a:pt x="689975" y="207501"/>
                  </a:lnTo>
                  <a:lnTo>
                    <a:pt x="690358" y="198210"/>
                  </a:lnTo>
                  <a:lnTo>
                    <a:pt x="703596" y="156502"/>
                  </a:lnTo>
                  <a:lnTo>
                    <a:pt x="732751" y="127782"/>
                  </a:lnTo>
                  <a:lnTo>
                    <a:pt x="774832" y="116668"/>
                  </a:lnTo>
                  <a:lnTo>
                    <a:pt x="986790" y="116668"/>
                  </a:lnTo>
                  <a:lnTo>
                    <a:pt x="977471" y="100119"/>
                  </a:lnTo>
                  <a:lnTo>
                    <a:pt x="939302" y="57412"/>
                  </a:lnTo>
                  <a:lnTo>
                    <a:pt x="905873" y="35026"/>
                  </a:lnTo>
                  <a:lnTo>
                    <a:pt x="866637" y="18169"/>
                  </a:lnTo>
                  <a:lnTo>
                    <a:pt x="822319" y="7527"/>
                  </a:lnTo>
                  <a:lnTo>
                    <a:pt x="798597" y="4841"/>
                  </a:lnTo>
                  <a:lnTo>
                    <a:pt x="773795" y="3941"/>
                  </a:lnTo>
                  <a:close/>
                </a:path>
                <a:path w="1025525" h="739139">
                  <a:moveTo>
                    <a:pt x="983514" y="417457"/>
                  </a:moveTo>
                  <a:lnTo>
                    <a:pt x="772789" y="417457"/>
                  </a:lnTo>
                  <a:lnTo>
                    <a:pt x="784411" y="417984"/>
                  </a:lnTo>
                  <a:lnTo>
                    <a:pt x="795448" y="419564"/>
                  </a:lnTo>
                  <a:lnTo>
                    <a:pt x="833563" y="435752"/>
                  </a:lnTo>
                  <a:lnTo>
                    <a:pt x="861025" y="463926"/>
                  </a:lnTo>
                  <a:lnTo>
                    <a:pt x="875682" y="501829"/>
                  </a:lnTo>
                  <a:lnTo>
                    <a:pt x="877580" y="522671"/>
                  </a:lnTo>
                  <a:lnTo>
                    <a:pt x="877077" y="534304"/>
                  </a:lnTo>
                  <a:lnTo>
                    <a:pt x="865257" y="575170"/>
                  </a:lnTo>
                  <a:lnTo>
                    <a:pt x="840447" y="604947"/>
                  </a:lnTo>
                  <a:lnTo>
                    <a:pt x="804932" y="622716"/>
                  </a:lnTo>
                  <a:lnTo>
                    <a:pt x="772789" y="626912"/>
                  </a:lnTo>
                  <a:lnTo>
                    <a:pt x="1001466" y="626912"/>
                  </a:lnTo>
                  <a:lnTo>
                    <a:pt x="1020378" y="578206"/>
                  </a:lnTo>
                  <a:lnTo>
                    <a:pt x="1024934" y="536079"/>
                  </a:lnTo>
                  <a:lnTo>
                    <a:pt x="1025001" y="534304"/>
                  </a:lnTo>
                  <a:lnTo>
                    <a:pt x="1024442" y="519594"/>
                  </a:lnTo>
                  <a:lnTo>
                    <a:pt x="1015989" y="476262"/>
                  </a:lnTo>
                  <a:lnTo>
                    <a:pt x="997584" y="436578"/>
                  </a:lnTo>
                  <a:lnTo>
                    <a:pt x="989197" y="424397"/>
                  </a:lnTo>
                  <a:lnTo>
                    <a:pt x="983514" y="417457"/>
                  </a:lnTo>
                  <a:close/>
                </a:path>
                <a:path w="1025525" h="739139">
                  <a:moveTo>
                    <a:pt x="986790" y="116668"/>
                  </a:moveTo>
                  <a:lnTo>
                    <a:pt x="774832" y="116668"/>
                  </a:lnTo>
                  <a:lnTo>
                    <a:pt x="783726" y="117117"/>
                  </a:lnTo>
                  <a:lnTo>
                    <a:pt x="792156" y="118407"/>
                  </a:lnTo>
                  <a:lnTo>
                    <a:pt x="829534" y="136976"/>
                  </a:lnTo>
                  <a:lnTo>
                    <a:pt x="853683" y="171520"/>
                  </a:lnTo>
                  <a:lnTo>
                    <a:pt x="860176" y="207501"/>
                  </a:lnTo>
                  <a:lnTo>
                    <a:pt x="859764" y="216793"/>
                  </a:lnTo>
                  <a:lnTo>
                    <a:pt x="845530" y="258130"/>
                  </a:lnTo>
                  <a:lnTo>
                    <a:pt x="815539" y="287084"/>
                  </a:lnTo>
                  <a:lnTo>
                    <a:pt x="774832" y="297835"/>
                  </a:lnTo>
                  <a:lnTo>
                    <a:pt x="958969" y="297835"/>
                  </a:lnTo>
                  <a:lnTo>
                    <a:pt x="985725" y="261897"/>
                  </a:lnTo>
                  <a:lnTo>
                    <a:pt x="1001677" y="215865"/>
                  </a:lnTo>
                  <a:lnTo>
                    <a:pt x="1003675" y="191130"/>
                  </a:lnTo>
                  <a:lnTo>
                    <a:pt x="1002610" y="171395"/>
                  </a:lnTo>
                  <a:lnTo>
                    <a:pt x="999427" y="152409"/>
                  </a:lnTo>
                  <a:lnTo>
                    <a:pt x="994147" y="134167"/>
                  </a:lnTo>
                  <a:lnTo>
                    <a:pt x="986790" y="116668"/>
                  </a:lnTo>
                  <a:close/>
                </a:path>
                <a:path w="1025525" h="739139">
                  <a:moveTo>
                    <a:pt x="307726" y="176723"/>
                  </a:moveTo>
                  <a:lnTo>
                    <a:pt x="151394" y="176723"/>
                  </a:lnTo>
                  <a:lnTo>
                    <a:pt x="151394" y="727661"/>
                  </a:lnTo>
                  <a:lnTo>
                    <a:pt x="307726" y="727661"/>
                  </a:lnTo>
                  <a:lnTo>
                    <a:pt x="307726" y="176723"/>
                  </a:lnTo>
                  <a:close/>
                </a:path>
                <a:path w="1025525" h="739139">
                  <a:moveTo>
                    <a:pt x="307726" y="0"/>
                  </a:moveTo>
                  <a:lnTo>
                    <a:pt x="212963" y="0"/>
                  </a:lnTo>
                  <a:lnTo>
                    <a:pt x="190437" y="16316"/>
                  </a:lnTo>
                  <a:lnTo>
                    <a:pt x="166645" y="31929"/>
                  </a:lnTo>
                  <a:lnTo>
                    <a:pt x="115183" y="61091"/>
                  </a:lnTo>
                  <a:lnTo>
                    <a:pt x="59306" y="86394"/>
                  </a:lnTo>
                  <a:lnTo>
                    <a:pt x="0" y="106750"/>
                  </a:lnTo>
                  <a:lnTo>
                    <a:pt x="0" y="238780"/>
                  </a:lnTo>
                  <a:lnTo>
                    <a:pt x="42153" y="230587"/>
                  </a:lnTo>
                  <a:lnTo>
                    <a:pt x="83423" y="216682"/>
                  </a:lnTo>
                  <a:lnTo>
                    <a:pt x="120914" y="198312"/>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59" name="object 159"/>
            <p:cNvSpPr/>
            <p:nvPr/>
          </p:nvSpPr>
          <p:spPr>
            <a:xfrm>
              <a:off x="8042666" y="5921633"/>
              <a:ext cx="221620" cy="221647"/>
            </a:xfrm>
            <a:prstGeom prst="rect">
              <a:avLst/>
            </a:prstGeom>
            <a:blipFill>
              <a:blip r:embed="rId66" cstate="print"/>
              <a:stretch>
                <a:fillRect/>
              </a:stretch>
            </a:blipFill>
          </p:spPr>
          <p:txBody>
            <a:bodyPr wrap="square" lIns="0" tIns="0" rIns="0" bIns="0" rtlCol="0"/>
            <a:lstStyle/>
            <a:p>
              <a:endParaRPr/>
            </a:p>
          </p:txBody>
        </p:sp>
        <p:sp>
          <p:nvSpPr>
            <p:cNvPr id="160" name="object 160"/>
            <p:cNvSpPr/>
            <p:nvPr/>
          </p:nvSpPr>
          <p:spPr>
            <a:xfrm>
              <a:off x="8064489" y="5620844"/>
              <a:ext cx="182392" cy="193359"/>
            </a:xfrm>
            <a:prstGeom prst="rect">
              <a:avLst/>
            </a:prstGeom>
            <a:blipFill>
              <a:blip r:embed="rId67" cstate="print"/>
              <a:stretch>
                <a:fillRect/>
              </a:stretch>
            </a:blipFill>
          </p:spPr>
          <p:txBody>
            <a:bodyPr wrap="square" lIns="0" tIns="0" rIns="0" bIns="0" rtlCol="0"/>
            <a:lstStyle/>
            <a:p>
              <a:endParaRPr/>
            </a:p>
          </p:txBody>
        </p:sp>
        <p:sp>
          <p:nvSpPr>
            <p:cNvPr id="161" name="object 161"/>
            <p:cNvSpPr/>
            <p:nvPr/>
          </p:nvSpPr>
          <p:spPr>
            <a:xfrm>
              <a:off x="7380609" y="5510271"/>
              <a:ext cx="1025525" cy="739140"/>
            </a:xfrm>
            <a:custGeom>
              <a:avLst/>
              <a:gdLst/>
              <a:ahLst/>
              <a:cxnLst/>
              <a:rect l="l" t="t" r="r" b="b"/>
              <a:pathLst>
                <a:path w="1025525" h="739139">
                  <a:moveTo>
                    <a:pt x="773795" y="3941"/>
                  </a:moveTo>
                  <a:lnTo>
                    <a:pt x="822319" y="7527"/>
                  </a:lnTo>
                  <a:lnTo>
                    <a:pt x="866637" y="18169"/>
                  </a:lnTo>
                  <a:lnTo>
                    <a:pt x="905873" y="35026"/>
                  </a:lnTo>
                  <a:lnTo>
                    <a:pt x="939302" y="57412"/>
                  </a:lnTo>
                  <a:lnTo>
                    <a:pt x="966463" y="84718"/>
                  </a:lnTo>
                  <a:lnTo>
                    <a:pt x="994147" y="134167"/>
                  </a:lnTo>
                  <a:lnTo>
                    <a:pt x="1002610" y="171395"/>
                  </a:lnTo>
                  <a:lnTo>
                    <a:pt x="1003675" y="191130"/>
                  </a:lnTo>
                  <a:lnTo>
                    <a:pt x="1001677" y="215865"/>
                  </a:lnTo>
                  <a:lnTo>
                    <a:pt x="985725" y="261897"/>
                  </a:lnTo>
                  <a:lnTo>
                    <a:pt x="954447" y="302999"/>
                  </a:lnTo>
                  <a:lnTo>
                    <a:pt x="910543" y="337120"/>
                  </a:lnTo>
                  <a:lnTo>
                    <a:pt x="884041" y="351437"/>
                  </a:lnTo>
                  <a:lnTo>
                    <a:pt x="900849" y="357812"/>
                  </a:lnTo>
                  <a:lnTo>
                    <a:pt x="945001" y="381963"/>
                  </a:lnTo>
                  <a:lnTo>
                    <a:pt x="979716" y="412818"/>
                  </a:lnTo>
                  <a:lnTo>
                    <a:pt x="1004834" y="449280"/>
                  </a:lnTo>
                  <a:lnTo>
                    <a:pt x="1019919" y="490429"/>
                  </a:lnTo>
                  <a:lnTo>
                    <a:pt x="1025011" y="534591"/>
                  </a:lnTo>
                  <a:lnTo>
                    <a:pt x="1023849" y="556908"/>
                  </a:lnTo>
                  <a:lnTo>
                    <a:pt x="1014622" y="598483"/>
                  </a:lnTo>
                  <a:lnTo>
                    <a:pt x="996486" y="635814"/>
                  </a:lnTo>
                  <a:lnTo>
                    <a:pt x="970541" y="668073"/>
                  </a:lnTo>
                  <a:lnTo>
                    <a:pt x="937218" y="695014"/>
                  </a:lnTo>
                  <a:lnTo>
                    <a:pt x="897213" y="715990"/>
                  </a:lnTo>
                  <a:lnTo>
                    <a:pt x="851005" y="730707"/>
                  </a:lnTo>
                  <a:lnTo>
                    <a:pt x="799762" y="738148"/>
                  </a:lnTo>
                  <a:lnTo>
                    <a:pt x="772271" y="739079"/>
                  </a:lnTo>
                  <a:lnTo>
                    <a:pt x="745294" y="738164"/>
                  </a:lnTo>
                  <a:lnTo>
                    <a:pt x="694574" y="730842"/>
                  </a:lnTo>
                  <a:lnTo>
                    <a:pt x="648454" y="716360"/>
                  </a:lnTo>
                  <a:lnTo>
                    <a:pt x="608498" y="695638"/>
                  </a:lnTo>
                  <a:lnTo>
                    <a:pt x="575083" y="668931"/>
                  </a:lnTo>
                  <a:lnTo>
                    <a:pt x="548940" y="636789"/>
                  </a:lnTo>
                  <a:lnTo>
                    <a:pt x="530343" y="599503"/>
                  </a:lnTo>
                  <a:lnTo>
                    <a:pt x="520871" y="558182"/>
                  </a:lnTo>
                  <a:lnTo>
                    <a:pt x="519683" y="536079"/>
                  </a:lnTo>
                  <a:lnTo>
                    <a:pt x="520230" y="521326"/>
                  </a:lnTo>
                  <a:lnTo>
                    <a:pt x="528309" y="478749"/>
                  </a:lnTo>
                  <a:lnTo>
                    <a:pt x="546286" y="439666"/>
                  </a:lnTo>
                  <a:lnTo>
                    <a:pt x="574014" y="405296"/>
                  </a:lnTo>
                  <a:lnTo>
                    <a:pt x="611462" y="376549"/>
                  </a:lnTo>
                  <a:lnTo>
                    <a:pt x="659129" y="354912"/>
                  </a:lnTo>
                  <a:lnTo>
                    <a:pt x="633607" y="340568"/>
                  </a:lnTo>
                  <a:lnTo>
                    <a:pt x="591694" y="306196"/>
                  </a:lnTo>
                  <a:lnTo>
                    <a:pt x="562237" y="264631"/>
                  </a:lnTo>
                  <a:lnTo>
                    <a:pt x="547329" y="218096"/>
                  </a:lnTo>
                  <a:lnTo>
                    <a:pt x="545470" y="193106"/>
                  </a:lnTo>
                  <a:lnTo>
                    <a:pt x="546539" y="173128"/>
                  </a:lnTo>
                  <a:lnTo>
                    <a:pt x="555101" y="135405"/>
                  </a:lnTo>
                  <a:lnTo>
                    <a:pt x="571985" y="100871"/>
                  </a:lnTo>
                  <a:lnTo>
                    <a:pt x="595659" y="70852"/>
                  </a:lnTo>
                  <a:lnTo>
                    <a:pt x="625856" y="45684"/>
                  </a:lnTo>
                  <a:lnTo>
                    <a:pt x="662005" y="25927"/>
                  </a:lnTo>
                  <a:lnTo>
                    <a:pt x="703689" y="11977"/>
                  </a:lnTo>
                  <a:lnTo>
                    <a:pt x="749493" y="4841"/>
                  </a:lnTo>
                  <a:lnTo>
                    <a:pt x="773795" y="3941"/>
                  </a:lnTo>
                  <a:close/>
                </a:path>
                <a:path w="1025525" h="739139">
                  <a:moveTo>
                    <a:pt x="212963" y="0"/>
                  </a:moveTo>
                  <a:lnTo>
                    <a:pt x="307726" y="0"/>
                  </a:lnTo>
                  <a:lnTo>
                    <a:pt x="307726" y="727661"/>
                  </a:lnTo>
                  <a:lnTo>
                    <a:pt x="151394" y="727661"/>
                  </a:lnTo>
                  <a:lnTo>
                    <a:pt x="151394" y="176723"/>
                  </a:lnTo>
                  <a:lnTo>
                    <a:pt x="144621" y="182358"/>
                  </a:lnTo>
                  <a:lnTo>
                    <a:pt x="111927" y="203276"/>
                  </a:lnTo>
                  <a:lnTo>
                    <a:pt x="73357" y="220619"/>
                  </a:lnTo>
                  <a:lnTo>
                    <a:pt x="31521" y="233235"/>
                  </a:lnTo>
                  <a:lnTo>
                    <a:pt x="0" y="238780"/>
                  </a:lnTo>
                  <a:lnTo>
                    <a:pt x="0" y="106750"/>
                  </a:lnTo>
                  <a:lnTo>
                    <a:pt x="30067" y="97191"/>
                  </a:lnTo>
                  <a:lnTo>
                    <a:pt x="59306" y="86394"/>
                  </a:lnTo>
                  <a:lnTo>
                    <a:pt x="115183" y="61091"/>
                  </a:lnTo>
                  <a:lnTo>
                    <a:pt x="166645" y="31929"/>
                  </a:lnTo>
                  <a:lnTo>
                    <a:pt x="190437" y="16316"/>
                  </a:lnTo>
                  <a:lnTo>
                    <a:pt x="212963" y="0"/>
                  </a:lnTo>
                  <a:close/>
                </a:path>
              </a:pathLst>
            </a:custGeom>
            <a:ln w="12191">
              <a:solidFill>
                <a:srgbClr val="000000"/>
              </a:solidFill>
            </a:ln>
          </p:spPr>
          <p:txBody>
            <a:bodyPr wrap="square" lIns="0" tIns="0" rIns="0" bIns="0" rtlCol="0"/>
            <a:lstStyle/>
            <a:p>
              <a:endParaRPr/>
            </a:p>
          </p:txBody>
        </p:sp>
        <p:sp>
          <p:nvSpPr>
            <p:cNvPr id="162" name="object 162"/>
            <p:cNvSpPr/>
            <p:nvPr/>
          </p:nvSpPr>
          <p:spPr>
            <a:xfrm>
              <a:off x="6768084" y="5218176"/>
              <a:ext cx="2218944" cy="1345692"/>
            </a:xfrm>
            <a:prstGeom prst="rect">
              <a:avLst/>
            </a:prstGeom>
            <a:blipFill>
              <a:blip r:embed="rId2" cstate="print"/>
              <a:stretch>
                <a:fillRect/>
              </a:stretch>
            </a:blipFill>
          </p:spPr>
          <p:txBody>
            <a:bodyPr wrap="square" lIns="0" tIns="0" rIns="0" bIns="0" rtlCol="0"/>
            <a:lstStyle/>
            <a:p>
              <a:endParaRPr/>
            </a:p>
          </p:txBody>
        </p:sp>
        <p:sp>
          <p:nvSpPr>
            <p:cNvPr id="163" name="object 163"/>
            <p:cNvSpPr/>
            <p:nvPr/>
          </p:nvSpPr>
          <p:spPr>
            <a:xfrm>
              <a:off x="6612636" y="4899658"/>
              <a:ext cx="2531363" cy="1958339"/>
            </a:xfrm>
            <a:prstGeom prst="rect">
              <a:avLst/>
            </a:prstGeom>
            <a:blipFill>
              <a:blip r:embed="rId68" cstate="print"/>
              <a:stretch>
                <a:fillRect/>
              </a:stretch>
            </a:blipFill>
          </p:spPr>
          <p:txBody>
            <a:bodyPr wrap="square" lIns="0" tIns="0" rIns="0" bIns="0" rtlCol="0"/>
            <a:lstStyle/>
            <a:p>
              <a:endParaRPr/>
            </a:p>
          </p:txBody>
        </p:sp>
        <p:sp>
          <p:nvSpPr>
            <p:cNvPr id="164" name="object 164"/>
            <p:cNvSpPr/>
            <p:nvPr/>
          </p:nvSpPr>
          <p:spPr>
            <a:xfrm>
              <a:off x="6848215" y="5278504"/>
              <a:ext cx="2057400" cy="1184275"/>
            </a:xfrm>
            <a:custGeom>
              <a:avLst/>
              <a:gdLst/>
              <a:ahLst/>
              <a:cxnLst/>
              <a:rect l="l" t="t" r="r" b="b"/>
              <a:pathLst>
                <a:path w="2057400" h="1184275">
                  <a:moveTo>
                    <a:pt x="1824868"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63" y="1179304"/>
                  </a:lnTo>
                  <a:lnTo>
                    <a:pt x="1915426" y="1165755"/>
                  </a:lnTo>
                  <a:lnTo>
                    <a:pt x="1954927" y="1144316"/>
                  </a:lnTo>
                  <a:lnTo>
                    <a:pt x="1989334" y="1115922"/>
                  </a:lnTo>
                  <a:lnTo>
                    <a:pt x="2017716" y="1081508"/>
                  </a:lnTo>
                  <a:lnTo>
                    <a:pt x="2039141" y="1042010"/>
                  </a:lnTo>
                  <a:lnTo>
                    <a:pt x="2052680" y="998362"/>
                  </a:lnTo>
                  <a:lnTo>
                    <a:pt x="2057399" y="951500"/>
                  </a:lnTo>
                  <a:lnTo>
                    <a:pt x="2057399" y="232528"/>
                  </a:lnTo>
                  <a:lnTo>
                    <a:pt x="2052680" y="185673"/>
                  </a:lnTo>
                  <a:lnTo>
                    <a:pt x="2039141" y="142028"/>
                  </a:lnTo>
                  <a:lnTo>
                    <a:pt x="2017716" y="102530"/>
                  </a:lnTo>
                  <a:lnTo>
                    <a:pt x="1989334" y="68115"/>
                  </a:lnTo>
                  <a:lnTo>
                    <a:pt x="1954927" y="39718"/>
                  </a:lnTo>
                  <a:lnTo>
                    <a:pt x="1915426" y="18276"/>
                  </a:lnTo>
                  <a:lnTo>
                    <a:pt x="1871763" y="4725"/>
                  </a:lnTo>
                  <a:lnTo>
                    <a:pt x="1824868" y="0"/>
                  </a:lnTo>
                  <a:close/>
                </a:path>
              </a:pathLst>
            </a:custGeom>
            <a:solidFill>
              <a:srgbClr val="252525"/>
            </a:solidFill>
          </p:spPr>
          <p:txBody>
            <a:bodyPr wrap="square" lIns="0" tIns="0" rIns="0" bIns="0" rtlCol="0"/>
            <a:lstStyle/>
            <a:p>
              <a:endParaRPr/>
            </a:p>
          </p:txBody>
        </p:sp>
        <p:sp>
          <p:nvSpPr>
            <p:cNvPr id="165" name="object 165"/>
            <p:cNvSpPr/>
            <p:nvPr/>
          </p:nvSpPr>
          <p:spPr>
            <a:xfrm>
              <a:off x="6848215" y="5278504"/>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868" y="0"/>
                  </a:lnTo>
                  <a:lnTo>
                    <a:pt x="1871763" y="4725"/>
                  </a:lnTo>
                  <a:lnTo>
                    <a:pt x="1915426" y="18276"/>
                  </a:lnTo>
                  <a:lnTo>
                    <a:pt x="1954927" y="39718"/>
                  </a:lnTo>
                  <a:lnTo>
                    <a:pt x="1989334" y="68115"/>
                  </a:lnTo>
                  <a:lnTo>
                    <a:pt x="2017716" y="102530"/>
                  </a:lnTo>
                  <a:lnTo>
                    <a:pt x="2039141" y="142028"/>
                  </a:lnTo>
                  <a:lnTo>
                    <a:pt x="2052680" y="185673"/>
                  </a:lnTo>
                  <a:lnTo>
                    <a:pt x="2057399" y="232528"/>
                  </a:lnTo>
                  <a:lnTo>
                    <a:pt x="2057399" y="951500"/>
                  </a:lnTo>
                  <a:lnTo>
                    <a:pt x="2052680" y="998362"/>
                  </a:lnTo>
                  <a:lnTo>
                    <a:pt x="2039141" y="1042010"/>
                  </a:lnTo>
                  <a:lnTo>
                    <a:pt x="2017716" y="1081508"/>
                  </a:lnTo>
                  <a:lnTo>
                    <a:pt x="1989334" y="1115922"/>
                  </a:lnTo>
                  <a:lnTo>
                    <a:pt x="1954927" y="1144316"/>
                  </a:lnTo>
                  <a:lnTo>
                    <a:pt x="1915426" y="1165755"/>
                  </a:lnTo>
                  <a:lnTo>
                    <a:pt x="1871763"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28"/>
                  </a:lnTo>
                  <a:close/>
                </a:path>
              </a:pathLst>
            </a:custGeom>
            <a:ln w="76199">
              <a:solidFill>
                <a:srgbClr val="00AF50"/>
              </a:solidFill>
            </a:ln>
          </p:spPr>
          <p:txBody>
            <a:bodyPr wrap="square" lIns="0" tIns="0" rIns="0" bIns="0" rtlCol="0"/>
            <a:lstStyle/>
            <a:p>
              <a:endParaRPr/>
            </a:p>
          </p:txBody>
        </p:sp>
        <p:sp>
          <p:nvSpPr>
            <p:cNvPr id="166" name="object 166"/>
            <p:cNvSpPr/>
            <p:nvPr/>
          </p:nvSpPr>
          <p:spPr>
            <a:xfrm>
              <a:off x="6653784" y="4920994"/>
              <a:ext cx="2481072" cy="1937003"/>
            </a:xfrm>
            <a:prstGeom prst="rect">
              <a:avLst/>
            </a:prstGeom>
            <a:blipFill>
              <a:blip r:embed="rId69" cstate="print"/>
              <a:stretch>
                <a:fillRect/>
              </a:stretch>
            </a:blipFill>
          </p:spPr>
          <p:txBody>
            <a:bodyPr wrap="square" lIns="0" tIns="0" rIns="0" bIns="0" rtlCol="0"/>
            <a:lstStyle/>
            <a:p>
              <a:endParaRPr/>
            </a:p>
          </p:txBody>
        </p:sp>
        <p:sp>
          <p:nvSpPr>
            <p:cNvPr id="167" name="object 167"/>
            <p:cNvSpPr/>
            <p:nvPr/>
          </p:nvSpPr>
          <p:spPr>
            <a:xfrm>
              <a:off x="7396368" y="5514725"/>
              <a:ext cx="1019810" cy="740410"/>
            </a:xfrm>
            <a:custGeom>
              <a:avLst/>
              <a:gdLst/>
              <a:ahLst/>
              <a:cxnLst/>
              <a:rect l="l" t="t" r="r" b="b"/>
              <a:pathLst>
                <a:path w="1019809" h="740410">
                  <a:moveTo>
                    <a:pt x="559429" y="583204"/>
                  </a:moveTo>
                  <a:lnTo>
                    <a:pt x="559429" y="712268"/>
                  </a:lnTo>
                  <a:lnTo>
                    <a:pt x="592408" y="724424"/>
                  </a:lnTo>
                  <a:lnTo>
                    <a:pt x="628470" y="733104"/>
                  </a:lnTo>
                  <a:lnTo>
                    <a:pt x="667602" y="738310"/>
                  </a:lnTo>
                  <a:lnTo>
                    <a:pt x="709787" y="740045"/>
                  </a:lnTo>
                  <a:lnTo>
                    <a:pt x="745387" y="738310"/>
                  </a:lnTo>
                  <a:lnTo>
                    <a:pt x="810548" y="724554"/>
                  </a:lnTo>
                  <a:lnTo>
                    <a:pt x="868012" y="697224"/>
                  </a:lnTo>
                  <a:lnTo>
                    <a:pt x="916774" y="657643"/>
                  </a:lnTo>
                  <a:lnTo>
                    <a:pt x="947088" y="619935"/>
                  </a:lnTo>
                  <a:lnTo>
                    <a:pt x="694425" y="619935"/>
                  </a:lnTo>
                  <a:lnTo>
                    <a:pt x="656350" y="617640"/>
                  </a:lnTo>
                  <a:lnTo>
                    <a:pt x="621167" y="610754"/>
                  </a:lnTo>
                  <a:lnTo>
                    <a:pt x="588864" y="599275"/>
                  </a:lnTo>
                  <a:lnTo>
                    <a:pt x="559429" y="583204"/>
                  </a:lnTo>
                  <a:close/>
                </a:path>
                <a:path w="1019809" h="740410">
                  <a:moveTo>
                    <a:pt x="1016256" y="404527"/>
                  </a:moveTo>
                  <a:lnTo>
                    <a:pt x="864108" y="404527"/>
                  </a:lnTo>
                  <a:lnTo>
                    <a:pt x="867156" y="405515"/>
                  </a:lnTo>
                  <a:lnTo>
                    <a:pt x="864050" y="454559"/>
                  </a:lnTo>
                  <a:lnTo>
                    <a:pt x="855318" y="497462"/>
                  </a:lnTo>
                  <a:lnTo>
                    <a:pt x="840945" y="534224"/>
                  </a:lnTo>
                  <a:lnTo>
                    <a:pt x="795868" y="588947"/>
                  </a:lnTo>
                  <a:lnTo>
                    <a:pt x="732625" y="616492"/>
                  </a:lnTo>
                  <a:lnTo>
                    <a:pt x="694425" y="619935"/>
                  </a:lnTo>
                  <a:lnTo>
                    <a:pt x="947088" y="619935"/>
                  </a:lnTo>
                  <a:lnTo>
                    <a:pt x="972994" y="575952"/>
                  </a:lnTo>
                  <a:lnTo>
                    <a:pt x="998585" y="507016"/>
                  </a:lnTo>
                  <a:lnTo>
                    <a:pt x="1007727" y="468413"/>
                  </a:lnTo>
                  <a:lnTo>
                    <a:pt x="1014229" y="427294"/>
                  </a:lnTo>
                  <a:lnTo>
                    <a:pt x="1016256" y="404527"/>
                  </a:lnTo>
                  <a:close/>
                </a:path>
                <a:path w="1019809" h="740410">
                  <a:moveTo>
                    <a:pt x="769863" y="3928"/>
                  </a:moveTo>
                  <a:lnTo>
                    <a:pt x="716222" y="8486"/>
                  </a:lnTo>
                  <a:lnTo>
                    <a:pt x="667633" y="22098"/>
                  </a:lnTo>
                  <a:lnTo>
                    <a:pt x="624672" y="43993"/>
                  </a:lnTo>
                  <a:lnTo>
                    <a:pt x="588385" y="73462"/>
                  </a:lnTo>
                  <a:lnTo>
                    <a:pt x="559052" y="109949"/>
                  </a:lnTo>
                  <a:lnTo>
                    <a:pt x="537057" y="152875"/>
                  </a:lnTo>
                  <a:lnTo>
                    <a:pt x="523234" y="201523"/>
                  </a:lnTo>
                  <a:lnTo>
                    <a:pt x="518652" y="255239"/>
                  </a:lnTo>
                  <a:lnTo>
                    <a:pt x="519599" y="278698"/>
                  </a:lnTo>
                  <a:lnTo>
                    <a:pt x="527173" y="322876"/>
                  </a:lnTo>
                  <a:lnTo>
                    <a:pt x="542101" y="362879"/>
                  </a:lnTo>
                  <a:lnTo>
                    <a:pt x="563160" y="397500"/>
                  </a:lnTo>
                  <a:lnTo>
                    <a:pt x="590089" y="426445"/>
                  </a:lnTo>
                  <a:lnTo>
                    <a:pt x="622189" y="449155"/>
                  </a:lnTo>
                  <a:lnTo>
                    <a:pt x="658960" y="465300"/>
                  </a:lnTo>
                  <a:lnTo>
                    <a:pt x="699247" y="473488"/>
                  </a:lnTo>
                  <a:lnTo>
                    <a:pt x="720699" y="474512"/>
                  </a:lnTo>
                  <a:lnTo>
                    <a:pt x="765760" y="470137"/>
                  </a:lnTo>
                  <a:lnTo>
                    <a:pt x="804691" y="457012"/>
                  </a:lnTo>
                  <a:lnTo>
                    <a:pt x="837478" y="435141"/>
                  </a:lnTo>
                  <a:lnTo>
                    <a:pt x="864108" y="404527"/>
                  </a:lnTo>
                  <a:lnTo>
                    <a:pt x="1016256" y="404527"/>
                  </a:lnTo>
                  <a:lnTo>
                    <a:pt x="1018113" y="383662"/>
                  </a:lnTo>
                  <a:lnTo>
                    <a:pt x="1018834" y="357865"/>
                  </a:lnTo>
                  <a:lnTo>
                    <a:pt x="768858" y="357865"/>
                  </a:lnTo>
                  <a:lnTo>
                    <a:pt x="758150" y="357385"/>
                  </a:lnTo>
                  <a:lnTo>
                    <a:pt x="720470" y="345877"/>
                  </a:lnTo>
                  <a:lnTo>
                    <a:pt x="692602" y="319724"/>
                  </a:lnTo>
                  <a:lnTo>
                    <a:pt x="675941" y="279925"/>
                  </a:lnTo>
                  <a:lnTo>
                    <a:pt x="672084" y="241733"/>
                  </a:lnTo>
                  <a:lnTo>
                    <a:pt x="672512" y="229286"/>
                  </a:lnTo>
                  <a:lnTo>
                    <a:pt x="682794" y="184043"/>
                  </a:lnTo>
                  <a:lnTo>
                    <a:pt x="704857" y="149701"/>
                  </a:lnTo>
                  <a:lnTo>
                    <a:pt x="736612" y="128618"/>
                  </a:lnTo>
                  <a:lnTo>
                    <a:pt x="765291" y="123587"/>
                  </a:lnTo>
                  <a:lnTo>
                    <a:pt x="972930" y="123587"/>
                  </a:lnTo>
                  <a:lnTo>
                    <a:pt x="967998" y="114383"/>
                  </a:lnTo>
                  <a:lnTo>
                    <a:pt x="935611" y="71745"/>
                  </a:lnTo>
                  <a:lnTo>
                    <a:pt x="896272" y="39111"/>
                  </a:lnTo>
                  <a:lnTo>
                    <a:pt x="850196" y="16682"/>
                  </a:lnTo>
                  <a:lnTo>
                    <a:pt x="798104" y="5353"/>
                  </a:lnTo>
                  <a:lnTo>
                    <a:pt x="769863" y="3928"/>
                  </a:lnTo>
                  <a:close/>
                </a:path>
                <a:path w="1019809" h="740410">
                  <a:moveTo>
                    <a:pt x="972930" y="123587"/>
                  </a:moveTo>
                  <a:lnTo>
                    <a:pt x="765291" y="123587"/>
                  </a:lnTo>
                  <a:lnTo>
                    <a:pt x="775750" y="124223"/>
                  </a:lnTo>
                  <a:lnTo>
                    <a:pt x="785774" y="126131"/>
                  </a:lnTo>
                  <a:lnTo>
                    <a:pt x="821035" y="145753"/>
                  </a:lnTo>
                  <a:lnTo>
                    <a:pt x="845922" y="180363"/>
                  </a:lnTo>
                  <a:lnTo>
                    <a:pt x="859452" y="227642"/>
                  </a:lnTo>
                  <a:lnTo>
                    <a:pt x="861181" y="254139"/>
                  </a:lnTo>
                  <a:lnTo>
                    <a:pt x="860755" y="264867"/>
                  </a:lnTo>
                  <a:lnTo>
                    <a:pt x="850755" y="303952"/>
                  </a:lnTo>
                  <a:lnTo>
                    <a:pt x="822239" y="340064"/>
                  </a:lnTo>
                  <a:lnTo>
                    <a:pt x="778996" y="357354"/>
                  </a:lnTo>
                  <a:lnTo>
                    <a:pt x="768858" y="357865"/>
                  </a:lnTo>
                  <a:lnTo>
                    <a:pt x="1018834" y="357865"/>
                  </a:lnTo>
                  <a:lnTo>
                    <a:pt x="1019332" y="340064"/>
                  </a:lnTo>
                  <a:lnTo>
                    <a:pt x="1019312" y="334185"/>
                  </a:lnTo>
                  <a:lnTo>
                    <a:pt x="1018353" y="299113"/>
                  </a:lnTo>
                  <a:lnTo>
                    <a:pt x="1009875" y="228631"/>
                  </a:lnTo>
                  <a:lnTo>
                    <a:pt x="992850" y="166737"/>
                  </a:lnTo>
                  <a:lnTo>
                    <a:pt x="981355" y="139312"/>
                  </a:lnTo>
                  <a:lnTo>
                    <a:pt x="972930" y="123587"/>
                  </a:lnTo>
                  <a:close/>
                </a:path>
                <a:path w="1019809" h="740410">
                  <a:moveTo>
                    <a:pt x="307695" y="176701"/>
                  </a:moveTo>
                  <a:lnTo>
                    <a:pt x="151363" y="176701"/>
                  </a:lnTo>
                  <a:lnTo>
                    <a:pt x="151363" y="727639"/>
                  </a:lnTo>
                  <a:lnTo>
                    <a:pt x="307695" y="727639"/>
                  </a:lnTo>
                  <a:lnTo>
                    <a:pt x="307695" y="176701"/>
                  </a:lnTo>
                  <a:close/>
                </a:path>
                <a:path w="1019809" h="740410">
                  <a:moveTo>
                    <a:pt x="307695" y="0"/>
                  </a:moveTo>
                  <a:lnTo>
                    <a:pt x="212841" y="0"/>
                  </a:lnTo>
                  <a:lnTo>
                    <a:pt x="190367" y="16309"/>
                  </a:lnTo>
                  <a:lnTo>
                    <a:pt x="166569" y="31919"/>
                  </a:lnTo>
                  <a:lnTo>
                    <a:pt x="115062" y="61078"/>
                  </a:lnTo>
                  <a:lnTo>
                    <a:pt x="59234" y="86370"/>
                  </a:lnTo>
                  <a:lnTo>
                    <a:pt x="0" y="106716"/>
                  </a:lnTo>
                  <a:lnTo>
                    <a:pt x="0" y="238743"/>
                  </a:lnTo>
                  <a:lnTo>
                    <a:pt x="42153" y="230553"/>
                  </a:lnTo>
                  <a:lnTo>
                    <a:pt x="83301" y="216657"/>
                  </a:lnTo>
                  <a:lnTo>
                    <a:pt x="120761" y="198299"/>
                  </a:lnTo>
                  <a:lnTo>
                    <a:pt x="151363" y="176701"/>
                  </a:lnTo>
                  <a:lnTo>
                    <a:pt x="307695" y="176701"/>
                  </a:lnTo>
                  <a:lnTo>
                    <a:pt x="307695" y="0"/>
                  </a:lnTo>
                  <a:close/>
                </a:path>
              </a:pathLst>
            </a:custGeom>
            <a:solidFill>
              <a:srgbClr val="FFFF00"/>
            </a:solidFill>
          </p:spPr>
          <p:txBody>
            <a:bodyPr wrap="square" lIns="0" tIns="0" rIns="0" bIns="0" rtlCol="0"/>
            <a:lstStyle/>
            <a:p>
              <a:endParaRPr/>
            </a:p>
          </p:txBody>
        </p:sp>
        <p:sp>
          <p:nvSpPr>
            <p:cNvPr id="168" name="object 168"/>
            <p:cNvSpPr/>
            <p:nvPr/>
          </p:nvSpPr>
          <p:spPr>
            <a:xfrm>
              <a:off x="8062356" y="5632216"/>
              <a:ext cx="201289" cy="246470"/>
            </a:xfrm>
            <a:prstGeom prst="rect">
              <a:avLst/>
            </a:prstGeom>
            <a:blipFill>
              <a:blip r:embed="rId70" cstate="print"/>
              <a:stretch>
                <a:fillRect/>
              </a:stretch>
            </a:blipFill>
          </p:spPr>
          <p:txBody>
            <a:bodyPr wrap="square" lIns="0" tIns="0" rIns="0" bIns="0" rtlCol="0"/>
            <a:lstStyle/>
            <a:p>
              <a:endParaRPr/>
            </a:p>
          </p:txBody>
        </p:sp>
        <p:sp>
          <p:nvSpPr>
            <p:cNvPr id="169" name="object 169"/>
            <p:cNvSpPr/>
            <p:nvPr/>
          </p:nvSpPr>
          <p:spPr>
            <a:xfrm>
              <a:off x="7396368" y="5514725"/>
              <a:ext cx="1019810" cy="740410"/>
            </a:xfrm>
            <a:custGeom>
              <a:avLst/>
              <a:gdLst/>
              <a:ahLst/>
              <a:cxnLst/>
              <a:rect l="l" t="t" r="r" b="b"/>
              <a:pathLst>
                <a:path w="1019809" h="740410">
                  <a:moveTo>
                    <a:pt x="769863" y="3928"/>
                  </a:moveTo>
                  <a:lnTo>
                    <a:pt x="824887" y="9612"/>
                  </a:lnTo>
                  <a:lnTo>
                    <a:pt x="874013" y="26538"/>
                  </a:lnTo>
                  <a:lnTo>
                    <a:pt x="916796" y="54176"/>
                  </a:lnTo>
                  <a:lnTo>
                    <a:pt x="952743" y="91833"/>
                  </a:lnTo>
                  <a:lnTo>
                    <a:pt x="981375" y="139350"/>
                  </a:lnTo>
                  <a:lnTo>
                    <a:pt x="1002395" y="196547"/>
                  </a:lnTo>
                  <a:lnTo>
                    <a:pt x="1015185" y="262819"/>
                  </a:lnTo>
                  <a:lnTo>
                    <a:pt x="1019403" y="337517"/>
                  </a:lnTo>
                  <a:lnTo>
                    <a:pt x="1018113" y="383662"/>
                  </a:lnTo>
                  <a:lnTo>
                    <a:pt x="1014229" y="427294"/>
                  </a:lnTo>
                  <a:lnTo>
                    <a:pt x="1007727" y="468413"/>
                  </a:lnTo>
                  <a:lnTo>
                    <a:pt x="998585" y="507016"/>
                  </a:lnTo>
                  <a:lnTo>
                    <a:pt x="972993" y="575951"/>
                  </a:lnTo>
                  <a:lnTo>
                    <a:pt x="937869" y="633340"/>
                  </a:lnTo>
                  <a:lnTo>
                    <a:pt x="893490" y="678937"/>
                  </a:lnTo>
                  <a:lnTo>
                    <a:pt x="840333" y="712506"/>
                  </a:lnTo>
                  <a:lnTo>
                    <a:pt x="778878" y="733160"/>
                  </a:lnTo>
                  <a:lnTo>
                    <a:pt x="709787" y="740045"/>
                  </a:lnTo>
                  <a:lnTo>
                    <a:pt x="667601" y="738310"/>
                  </a:lnTo>
                  <a:lnTo>
                    <a:pt x="628470" y="733104"/>
                  </a:lnTo>
                  <a:lnTo>
                    <a:pt x="592408" y="724424"/>
                  </a:lnTo>
                  <a:lnTo>
                    <a:pt x="559429" y="712268"/>
                  </a:lnTo>
                  <a:lnTo>
                    <a:pt x="559429" y="583204"/>
                  </a:lnTo>
                  <a:lnTo>
                    <a:pt x="588864" y="599275"/>
                  </a:lnTo>
                  <a:lnTo>
                    <a:pt x="621167" y="610754"/>
                  </a:lnTo>
                  <a:lnTo>
                    <a:pt x="656350" y="617640"/>
                  </a:lnTo>
                  <a:lnTo>
                    <a:pt x="694425" y="619935"/>
                  </a:lnTo>
                  <a:lnTo>
                    <a:pt x="732625" y="616492"/>
                  </a:lnTo>
                  <a:lnTo>
                    <a:pt x="795868" y="588947"/>
                  </a:lnTo>
                  <a:lnTo>
                    <a:pt x="840945" y="534224"/>
                  </a:lnTo>
                  <a:lnTo>
                    <a:pt x="855318" y="497462"/>
                  </a:lnTo>
                  <a:lnTo>
                    <a:pt x="864050" y="454559"/>
                  </a:lnTo>
                  <a:lnTo>
                    <a:pt x="867155" y="405515"/>
                  </a:lnTo>
                  <a:lnTo>
                    <a:pt x="864107" y="404527"/>
                  </a:lnTo>
                  <a:lnTo>
                    <a:pt x="837478" y="435141"/>
                  </a:lnTo>
                  <a:lnTo>
                    <a:pt x="804691" y="457012"/>
                  </a:lnTo>
                  <a:lnTo>
                    <a:pt x="765759" y="470137"/>
                  </a:lnTo>
                  <a:lnTo>
                    <a:pt x="720699" y="474512"/>
                  </a:lnTo>
                  <a:lnTo>
                    <a:pt x="699247" y="473488"/>
                  </a:lnTo>
                  <a:lnTo>
                    <a:pt x="658960" y="465300"/>
                  </a:lnTo>
                  <a:lnTo>
                    <a:pt x="622189" y="449155"/>
                  </a:lnTo>
                  <a:lnTo>
                    <a:pt x="590089" y="426445"/>
                  </a:lnTo>
                  <a:lnTo>
                    <a:pt x="563160" y="397500"/>
                  </a:lnTo>
                  <a:lnTo>
                    <a:pt x="542101" y="362879"/>
                  </a:lnTo>
                  <a:lnTo>
                    <a:pt x="527173" y="322876"/>
                  </a:lnTo>
                  <a:lnTo>
                    <a:pt x="519599" y="278698"/>
                  </a:lnTo>
                  <a:lnTo>
                    <a:pt x="518647" y="255126"/>
                  </a:lnTo>
                  <a:lnTo>
                    <a:pt x="519792" y="227705"/>
                  </a:lnTo>
                  <a:lnTo>
                    <a:pt x="528986" y="176579"/>
                  </a:lnTo>
                  <a:lnTo>
                    <a:pt x="547130" y="130606"/>
                  </a:lnTo>
                  <a:lnTo>
                    <a:pt x="572809" y="90901"/>
                  </a:lnTo>
                  <a:lnTo>
                    <a:pt x="605697" y="57784"/>
                  </a:lnTo>
                  <a:lnTo>
                    <a:pt x="645315" y="32095"/>
                  </a:lnTo>
                  <a:lnTo>
                    <a:pt x="691301" y="14165"/>
                  </a:lnTo>
                  <a:lnTo>
                    <a:pt x="742407" y="5070"/>
                  </a:lnTo>
                  <a:lnTo>
                    <a:pt x="769863" y="3928"/>
                  </a:lnTo>
                  <a:close/>
                </a:path>
                <a:path w="1019809" h="740410">
                  <a:moveTo>
                    <a:pt x="212841" y="0"/>
                  </a:moveTo>
                  <a:lnTo>
                    <a:pt x="307695" y="0"/>
                  </a:lnTo>
                  <a:lnTo>
                    <a:pt x="307695" y="727639"/>
                  </a:lnTo>
                  <a:lnTo>
                    <a:pt x="151363" y="727639"/>
                  </a:lnTo>
                  <a:lnTo>
                    <a:pt x="151363" y="176701"/>
                  </a:lnTo>
                  <a:lnTo>
                    <a:pt x="144606" y="182331"/>
                  </a:lnTo>
                  <a:lnTo>
                    <a:pt x="111856" y="203256"/>
                  </a:lnTo>
                  <a:lnTo>
                    <a:pt x="73306" y="220600"/>
                  </a:lnTo>
                  <a:lnTo>
                    <a:pt x="31508" y="233208"/>
                  </a:lnTo>
                  <a:lnTo>
                    <a:pt x="0" y="238743"/>
                  </a:lnTo>
                  <a:lnTo>
                    <a:pt x="0" y="106716"/>
                  </a:lnTo>
                  <a:lnTo>
                    <a:pt x="30044" y="97163"/>
                  </a:lnTo>
                  <a:lnTo>
                    <a:pt x="59234" y="86370"/>
                  </a:lnTo>
                  <a:lnTo>
                    <a:pt x="115061" y="61078"/>
                  </a:lnTo>
                  <a:lnTo>
                    <a:pt x="166569" y="31919"/>
                  </a:lnTo>
                  <a:lnTo>
                    <a:pt x="190367" y="16309"/>
                  </a:lnTo>
                  <a:lnTo>
                    <a:pt x="212841" y="0"/>
                  </a:lnTo>
                  <a:close/>
                </a:path>
              </a:pathLst>
            </a:custGeom>
            <a:ln w="12191">
              <a:solidFill>
                <a:srgbClr val="000000"/>
              </a:solidFill>
            </a:ln>
          </p:spPr>
          <p:txBody>
            <a:bodyPr wrap="square" lIns="0" tIns="0" rIns="0" bIns="0" rtlCol="0"/>
            <a:lstStyle/>
            <a:p>
              <a:endParaRPr/>
            </a:p>
          </p:txBody>
        </p:sp>
        <p:sp>
          <p:nvSpPr>
            <p:cNvPr id="170" name="object 170"/>
            <p:cNvSpPr/>
            <p:nvPr/>
          </p:nvSpPr>
          <p:spPr>
            <a:xfrm>
              <a:off x="6742176" y="5237988"/>
              <a:ext cx="2218944" cy="1345692"/>
            </a:xfrm>
            <a:prstGeom prst="rect">
              <a:avLst/>
            </a:prstGeom>
            <a:blipFill>
              <a:blip r:embed="rId71" cstate="print"/>
              <a:stretch>
                <a:fillRect/>
              </a:stretch>
            </a:blipFill>
          </p:spPr>
          <p:txBody>
            <a:bodyPr wrap="square" lIns="0" tIns="0" rIns="0" bIns="0" rtlCol="0"/>
            <a:lstStyle/>
            <a:p>
              <a:endParaRPr/>
            </a:p>
          </p:txBody>
        </p:sp>
        <p:sp>
          <p:nvSpPr>
            <p:cNvPr id="171" name="object 171"/>
            <p:cNvSpPr/>
            <p:nvPr/>
          </p:nvSpPr>
          <p:spPr>
            <a:xfrm>
              <a:off x="6588252" y="4920994"/>
              <a:ext cx="2555747" cy="1937003"/>
            </a:xfrm>
            <a:prstGeom prst="rect">
              <a:avLst/>
            </a:prstGeom>
            <a:blipFill>
              <a:blip r:embed="rId72" cstate="print"/>
              <a:stretch>
                <a:fillRect/>
              </a:stretch>
            </a:blipFill>
          </p:spPr>
          <p:txBody>
            <a:bodyPr wrap="square" lIns="0" tIns="0" rIns="0" bIns="0" rtlCol="0"/>
            <a:lstStyle/>
            <a:p>
              <a:endParaRPr/>
            </a:p>
          </p:txBody>
        </p:sp>
        <p:sp>
          <p:nvSpPr>
            <p:cNvPr id="172" name="object 172"/>
            <p:cNvSpPr/>
            <p:nvPr/>
          </p:nvSpPr>
          <p:spPr>
            <a:xfrm>
              <a:off x="6822947" y="5299197"/>
              <a:ext cx="2057400" cy="1184275"/>
            </a:xfrm>
            <a:custGeom>
              <a:avLst/>
              <a:gdLst/>
              <a:ahLst/>
              <a:cxnLst/>
              <a:rect l="l" t="t" r="r" b="b"/>
              <a:pathLst>
                <a:path w="2057400" h="1184275">
                  <a:moveTo>
                    <a:pt x="1824989"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5"/>
                  </a:lnTo>
                  <a:lnTo>
                    <a:pt x="18279" y="1041972"/>
                  </a:lnTo>
                  <a:lnTo>
                    <a:pt x="39723" y="1081468"/>
                  </a:lnTo>
                  <a:lnTo>
                    <a:pt x="68122" y="1115880"/>
                  </a:lnTo>
                  <a:lnTo>
                    <a:pt x="102539" y="1144271"/>
                  </a:lnTo>
                  <a:lnTo>
                    <a:pt x="142037" y="1165708"/>
                  </a:lnTo>
                  <a:lnTo>
                    <a:pt x="185680" y="1179256"/>
                  </a:lnTo>
                  <a:lnTo>
                    <a:pt x="232531" y="1183980"/>
                  </a:lnTo>
                  <a:lnTo>
                    <a:pt x="1824989" y="1183980"/>
                  </a:lnTo>
                  <a:lnTo>
                    <a:pt x="1871844" y="1179256"/>
                  </a:lnTo>
                  <a:lnTo>
                    <a:pt x="1915477" y="1165708"/>
                  </a:lnTo>
                  <a:lnTo>
                    <a:pt x="1954957" y="1144271"/>
                  </a:lnTo>
                  <a:lnTo>
                    <a:pt x="1989349" y="1115880"/>
                  </a:lnTo>
                  <a:lnTo>
                    <a:pt x="2017722" y="1081468"/>
                  </a:lnTo>
                  <a:lnTo>
                    <a:pt x="2039143" y="1041972"/>
                  </a:lnTo>
                  <a:lnTo>
                    <a:pt x="2052680" y="998325"/>
                  </a:lnTo>
                  <a:lnTo>
                    <a:pt x="2057399" y="951463"/>
                  </a:lnTo>
                  <a:lnTo>
                    <a:pt x="2057399" y="232409"/>
                  </a:lnTo>
                  <a:lnTo>
                    <a:pt x="2052680" y="185559"/>
                  </a:lnTo>
                  <a:lnTo>
                    <a:pt x="2039143" y="141928"/>
                  </a:lnTo>
                  <a:lnTo>
                    <a:pt x="2017722" y="102449"/>
                  </a:lnTo>
                  <a:lnTo>
                    <a:pt x="1989349" y="68056"/>
                  </a:lnTo>
                  <a:lnTo>
                    <a:pt x="1954957" y="39681"/>
                  </a:lnTo>
                  <a:lnTo>
                    <a:pt x="1915477" y="18258"/>
                  </a:lnTo>
                  <a:lnTo>
                    <a:pt x="1871844" y="4720"/>
                  </a:lnTo>
                  <a:lnTo>
                    <a:pt x="1824989" y="0"/>
                  </a:lnTo>
                  <a:close/>
                </a:path>
              </a:pathLst>
            </a:custGeom>
            <a:solidFill>
              <a:srgbClr val="252525"/>
            </a:solidFill>
          </p:spPr>
          <p:txBody>
            <a:bodyPr wrap="square" lIns="0" tIns="0" rIns="0" bIns="0" rtlCol="0"/>
            <a:lstStyle/>
            <a:p>
              <a:endParaRPr/>
            </a:p>
          </p:txBody>
        </p:sp>
        <p:sp>
          <p:nvSpPr>
            <p:cNvPr id="173" name="object 173"/>
            <p:cNvSpPr/>
            <p:nvPr/>
          </p:nvSpPr>
          <p:spPr>
            <a:xfrm>
              <a:off x="6822947" y="5299197"/>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989" y="0"/>
                  </a:lnTo>
                  <a:lnTo>
                    <a:pt x="1871844" y="4720"/>
                  </a:lnTo>
                  <a:lnTo>
                    <a:pt x="1915477" y="18258"/>
                  </a:lnTo>
                  <a:lnTo>
                    <a:pt x="1954957" y="39681"/>
                  </a:lnTo>
                  <a:lnTo>
                    <a:pt x="1989349" y="68056"/>
                  </a:lnTo>
                  <a:lnTo>
                    <a:pt x="2017722" y="102449"/>
                  </a:lnTo>
                  <a:lnTo>
                    <a:pt x="2039143" y="141928"/>
                  </a:lnTo>
                  <a:lnTo>
                    <a:pt x="2052680" y="185559"/>
                  </a:lnTo>
                  <a:lnTo>
                    <a:pt x="2057399" y="232409"/>
                  </a:lnTo>
                  <a:lnTo>
                    <a:pt x="2057399" y="951463"/>
                  </a:lnTo>
                  <a:lnTo>
                    <a:pt x="2052680" y="998325"/>
                  </a:lnTo>
                  <a:lnTo>
                    <a:pt x="2039143" y="1041972"/>
                  </a:lnTo>
                  <a:lnTo>
                    <a:pt x="2017722" y="1081468"/>
                  </a:lnTo>
                  <a:lnTo>
                    <a:pt x="1989349" y="1115880"/>
                  </a:lnTo>
                  <a:lnTo>
                    <a:pt x="1954957" y="1144271"/>
                  </a:lnTo>
                  <a:lnTo>
                    <a:pt x="1915477" y="1165708"/>
                  </a:lnTo>
                  <a:lnTo>
                    <a:pt x="1871844" y="1179256"/>
                  </a:lnTo>
                  <a:lnTo>
                    <a:pt x="1824989" y="1183980"/>
                  </a:lnTo>
                  <a:lnTo>
                    <a:pt x="232531" y="1183980"/>
                  </a:lnTo>
                  <a:lnTo>
                    <a:pt x="185680" y="1179256"/>
                  </a:lnTo>
                  <a:lnTo>
                    <a:pt x="142037" y="1165708"/>
                  </a:lnTo>
                  <a:lnTo>
                    <a:pt x="102539" y="1144271"/>
                  </a:lnTo>
                  <a:lnTo>
                    <a:pt x="68122" y="1115880"/>
                  </a:lnTo>
                  <a:lnTo>
                    <a:pt x="39723" y="1081468"/>
                  </a:lnTo>
                  <a:lnTo>
                    <a:pt x="18279" y="1041972"/>
                  </a:lnTo>
                  <a:lnTo>
                    <a:pt x="4725"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174" name="object 174"/>
            <p:cNvSpPr/>
            <p:nvPr/>
          </p:nvSpPr>
          <p:spPr>
            <a:xfrm>
              <a:off x="6629400" y="4942331"/>
              <a:ext cx="2481072" cy="1915668"/>
            </a:xfrm>
            <a:prstGeom prst="rect">
              <a:avLst/>
            </a:prstGeom>
            <a:blipFill>
              <a:blip r:embed="rId73" cstate="print"/>
              <a:stretch>
                <a:fillRect/>
              </a:stretch>
            </a:blipFill>
          </p:spPr>
          <p:txBody>
            <a:bodyPr wrap="square" lIns="0" tIns="0" rIns="0" bIns="0" rtlCol="0"/>
            <a:lstStyle/>
            <a:p>
              <a:endParaRPr/>
            </a:p>
          </p:txBody>
        </p:sp>
        <p:sp>
          <p:nvSpPr>
            <p:cNvPr id="175" name="object 175"/>
            <p:cNvSpPr/>
            <p:nvPr/>
          </p:nvSpPr>
          <p:spPr>
            <a:xfrm>
              <a:off x="7307062" y="5539358"/>
              <a:ext cx="1095375" cy="736600"/>
            </a:xfrm>
            <a:custGeom>
              <a:avLst/>
              <a:gdLst/>
              <a:ahLst/>
              <a:cxnLst/>
              <a:rect l="l" t="t" r="r" b="b"/>
              <a:pathLst>
                <a:path w="1095375" h="736600">
                  <a:moveTo>
                    <a:pt x="846734" y="0"/>
                  </a:moveTo>
                  <a:lnTo>
                    <a:pt x="796994" y="3885"/>
                  </a:lnTo>
                  <a:lnTo>
                    <a:pt x="752198" y="15536"/>
                  </a:lnTo>
                  <a:lnTo>
                    <a:pt x="712343" y="34947"/>
                  </a:lnTo>
                  <a:lnTo>
                    <a:pt x="677430" y="62112"/>
                  </a:lnTo>
                  <a:lnTo>
                    <a:pt x="647456" y="97023"/>
                  </a:lnTo>
                  <a:lnTo>
                    <a:pt x="626449" y="131820"/>
                  </a:lnTo>
                  <a:lnTo>
                    <a:pt x="609270" y="171510"/>
                  </a:lnTo>
                  <a:lnTo>
                    <a:pt x="595914" y="216092"/>
                  </a:lnTo>
                  <a:lnTo>
                    <a:pt x="586378" y="265569"/>
                  </a:lnTo>
                  <a:lnTo>
                    <a:pt x="580659" y="319938"/>
                  </a:lnTo>
                  <a:lnTo>
                    <a:pt x="578754" y="379201"/>
                  </a:lnTo>
                  <a:lnTo>
                    <a:pt x="580854" y="441137"/>
                  </a:lnTo>
                  <a:lnTo>
                    <a:pt x="587154" y="497174"/>
                  </a:lnTo>
                  <a:lnTo>
                    <a:pt x="597655" y="547312"/>
                  </a:lnTo>
                  <a:lnTo>
                    <a:pt x="612355" y="591552"/>
                  </a:lnTo>
                  <a:lnTo>
                    <a:pt x="631256" y="629893"/>
                  </a:lnTo>
                  <a:lnTo>
                    <a:pt x="654357" y="662335"/>
                  </a:lnTo>
                  <a:lnTo>
                    <a:pt x="713160" y="709524"/>
                  </a:lnTo>
                  <a:lnTo>
                    <a:pt x="748862" y="724270"/>
                  </a:lnTo>
                  <a:lnTo>
                    <a:pt x="788763" y="733118"/>
                  </a:lnTo>
                  <a:lnTo>
                    <a:pt x="832866" y="736067"/>
                  </a:lnTo>
                  <a:lnTo>
                    <a:pt x="881120" y="732215"/>
                  </a:lnTo>
                  <a:lnTo>
                    <a:pt x="924679" y="720660"/>
                  </a:lnTo>
                  <a:lnTo>
                    <a:pt x="963541" y="701400"/>
                  </a:lnTo>
                  <a:lnTo>
                    <a:pt x="997706" y="674436"/>
                  </a:lnTo>
                  <a:lnTo>
                    <a:pt x="1027176" y="639769"/>
                  </a:lnTo>
                  <a:lnTo>
                    <a:pt x="1041516" y="615945"/>
                  </a:lnTo>
                  <a:lnTo>
                    <a:pt x="837834" y="615945"/>
                  </a:lnTo>
                  <a:lnTo>
                    <a:pt x="807345" y="609259"/>
                  </a:lnTo>
                  <a:lnTo>
                    <a:pt x="763032" y="555768"/>
                  </a:lnTo>
                  <a:lnTo>
                    <a:pt x="749196" y="508964"/>
                  </a:lnTo>
                  <a:lnTo>
                    <a:pt x="740898" y="448786"/>
                  </a:lnTo>
                  <a:lnTo>
                    <a:pt x="738134" y="375236"/>
                  </a:lnTo>
                  <a:lnTo>
                    <a:pt x="740961" y="297129"/>
                  </a:lnTo>
                  <a:lnTo>
                    <a:pt x="749441" y="233223"/>
                  </a:lnTo>
                  <a:lnTo>
                    <a:pt x="763573" y="183517"/>
                  </a:lnTo>
                  <a:lnTo>
                    <a:pt x="783357" y="148013"/>
                  </a:lnTo>
                  <a:lnTo>
                    <a:pt x="839876" y="119609"/>
                  </a:lnTo>
                  <a:lnTo>
                    <a:pt x="1049214" y="119609"/>
                  </a:lnTo>
                  <a:lnTo>
                    <a:pt x="1043690" y="107950"/>
                  </a:lnTo>
                  <a:lnTo>
                    <a:pt x="1021119" y="74965"/>
                  </a:lnTo>
                  <a:lnTo>
                    <a:pt x="963669" y="26987"/>
                  </a:lnTo>
                  <a:lnTo>
                    <a:pt x="889813" y="2998"/>
                  </a:lnTo>
                  <a:lnTo>
                    <a:pt x="846734" y="0"/>
                  </a:lnTo>
                  <a:close/>
                </a:path>
                <a:path w="1095375" h="736600">
                  <a:moveTo>
                    <a:pt x="1049214" y="119609"/>
                  </a:moveTo>
                  <a:lnTo>
                    <a:pt x="839876" y="119609"/>
                  </a:lnTo>
                  <a:lnTo>
                    <a:pt x="868977" y="126503"/>
                  </a:lnTo>
                  <a:lnTo>
                    <a:pt x="892788" y="147184"/>
                  </a:lnTo>
                  <a:lnTo>
                    <a:pt x="911310" y="181653"/>
                  </a:lnTo>
                  <a:lnTo>
                    <a:pt x="924540" y="229909"/>
                  </a:lnTo>
                  <a:lnTo>
                    <a:pt x="932479" y="291953"/>
                  </a:lnTo>
                  <a:lnTo>
                    <a:pt x="935126" y="367783"/>
                  </a:lnTo>
                  <a:lnTo>
                    <a:pt x="932425" y="443613"/>
                  </a:lnTo>
                  <a:lnTo>
                    <a:pt x="924322" y="505654"/>
                  </a:lnTo>
                  <a:lnTo>
                    <a:pt x="910814" y="553908"/>
                  </a:lnTo>
                  <a:lnTo>
                    <a:pt x="891899" y="588373"/>
                  </a:lnTo>
                  <a:lnTo>
                    <a:pt x="837834" y="615945"/>
                  </a:lnTo>
                  <a:lnTo>
                    <a:pt x="1041516" y="615945"/>
                  </a:lnTo>
                  <a:lnTo>
                    <a:pt x="1064861" y="566209"/>
                  </a:lnTo>
                  <a:lnTo>
                    <a:pt x="1078047" y="522397"/>
                  </a:lnTo>
                  <a:lnTo>
                    <a:pt x="1087463" y="473897"/>
                  </a:lnTo>
                  <a:lnTo>
                    <a:pt x="1093111" y="420708"/>
                  </a:lnTo>
                  <a:lnTo>
                    <a:pt x="1094994" y="362830"/>
                  </a:lnTo>
                  <a:lnTo>
                    <a:pt x="1092941" y="299860"/>
                  </a:lnTo>
                  <a:lnTo>
                    <a:pt x="1086784" y="242887"/>
                  </a:lnTo>
                  <a:lnTo>
                    <a:pt x="1076523" y="191910"/>
                  </a:lnTo>
                  <a:lnTo>
                    <a:pt x="1062158" y="146931"/>
                  </a:lnTo>
                  <a:lnTo>
                    <a:pt x="1049214" y="119609"/>
                  </a:lnTo>
                  <a:close/>
                </a:path>
                <a:path w="1095375" h="736600">
                  <a:moveTo>
                    <a:pt x="461248" y="125074"/>
                  </a:moveTo>
                  <a:lnTo>
                    <a:pt x="209946" y="125074"/>
                  </a:lnTo>
                  <a:lnTo>
                    <a:pt x="234799" y="126532"/>
                  </a:lnTo>
                  <a:lnTo>
                    <a:pt x="256230" y="130905"/>
                  </a:lnTo>
                  <a:lnTo>
                    <a:pt x="300137" y="161463"/>
                  </a:lnTo>
                  <a:lnTo>
                    <a:pt x="314706" y="217395"/>
                  </a:lnTo>
                  <a:lnTo>
                    <a:pt x="314208" y="228888"/>
                  </a:lnTo>
                  <a:lnTo>
                    <a:pt x="302217" y="271589"/>
                  </a:lnTo>
                  <a:lnTo>
                    <a:pt x="274155" y="312083"/>
                  </a:lnTo>
                  <a:lnTo>
                    <a:pt x="242956" y="342470"/>
                  </a:lnTo>
                  <a:lnTo>
                    <a:pt x="203190" y="374156"/>
                  </a:lnTo>
                  <a:lnTo>
                    <a:pt x="173023" y="396156"/>
                  </a:lnTo>
                  <a:lnTo>
                    <a:pt x="157539" y="407805"/>
                  </a:lnTo>
                  <a:lnTo>
                    <a:pt x="125364" y="433053"/>
                  </a:lnTo>
                  <a:lnTo>
                    <a:pt x="93607" y="461594"/>
                  </a:lnTo>
                  <a:lnTo>
                    <a:pt x="64526" y="494108"/>
                  </a:lnTo>
                  <a:lnTo>
                    <a:pt x="39086" y="530835"/>
                  </a:lnTo>
                  <a:lnTo>
                    <a:pt x="18288" y="572036"/>
                  </a:lnTo>
                  <a:lnTo>
                    <a:pt x="4572" y="618252"/>
                  </a:lnTo>
                  <a:lnTo>
                    <a:pt x="0" y="670047"/>
                  </a:lnTo>
                  <a:lnTo>
                    <a:pt x="0" y="723662"/>
                  </a:lnTo>
                  <a:lnTo>
                    <a:pt x="473476" y="723662"/>
                  </a:lnTo>
                  <a:lnTo>
                    <a:pt x="473476" y="593622"/>
                  </a:lnTo>
                  <a:lnTo>
                    <a:pt x="171724" y="593622"/>
                  </a:lnTo>
                  <a:lnTo>
                    <a:pt x="172342" y="586576"/>
                  </a:lnTo>
                  <a:lnTo>
                    <a:pt x="193300" y="548761"/>
                  </a:lnTo>
                  <a:lnTo>
                    <a:pt x="226634" y="516559"/>
                  </a:lnTo>
                  <a:lnTo>
                    <a:pt x="258548" y="491733"/>
                  </a:lnTo>
                  <a:lnTo>
                    <a:pt x="310831" y="454288"/>
                  </a:lnTo>
                  <a:lnTo>
                    <a:pt x="327972" y="441803"/>
                  </a:lnTo>
                  <a:lnTo>
                    <a:pt x="361340" y="416183"/>
                  </a:lnTo>
                  <a:lnTo>
                    <a:pt x="392174" y="388813"/>
                  </a:lnTo>
                  <a:lnTo>
                    <a:pt x="419100" y="358853"/>
                  </a:lnTo>
                  <a:lnTo>
                    <a:pt x="441712" y="325847"/>
                  </a:lnTo>
                  <a:lnTo>
                    <a:pt x="459364" y="289358"/>
                  </a:lnTo>
                  <a:lnTo>
                    <a:pt x="470683" y="248407"/>
                  </a:lnTo>
                  <a:lnTo>
                    <a:pt x="474482" y="202000"/>
                  </a:lnTo>
                  <a:lnTo>
                    <a:pt x="473505" y="179469"/>
                  </a:lnTo>
                  <a:lnTo>
                    <a:pt x="470576" y="158021"/>
                  </a:lnTo>
                  <a:lnTo>
                    <a:pt x="465699" y="137655"/>
                  </a:lnTo>
                  <a:lnTo>
                    <a:pt x="461248" y="125074"/>
                  </a:lnTo>
                  <a:close/>
                </a:path>
                <a:path w="1095375" h="736600">
                  <a:moveTo>
                    <a:pt x="243718" y="0"/>
                  </a:moveTo>
                  <a:lnTo>
                    <a:pt x="186852" y="3759"/>
                  </a:lnTo>
                  <a:lnTo>
                    <a:pt x="132999" y="15030"/>
                  </a:lnTo>
                  <a:lnTo>
                    <a:pt x="82117" y="33799"/>
                  </a:lnTo>
                  <a:lnTo>
                    <a:pt x="34168" y="60054"/>
                  </a:lnTo>
                  <a:lnTo>
                    <a:pt x="34168" y="198037"/>
                  </a:lnTo>
                  <a:lnTo>
                    <a:pt x="76661" y="166113"/>
                  </a:lnTo>
                  <a:lnTo>
                    <a:pt x="120114" y="143312"/>
                  </a:lnTo>
                  <a:lnTo>
                    <a:pt x="164538" y="129633"/>
                  </a:lnTo>
                  <a:lnTo>
                    <a:pt x="209946" y="125074"/>
                  </a:lnTo>
                  <a:lnTo>
                    <a:pt x="461248" y="125074"/>
                  </a:lnTo>
                  <a:lnTo>
                    <a:pt x="458876" y="118372"/>
                  </a:lnTo>
                  <a:lnTo>
                    <a:pt x="439704" y="83696"/>
                  </a:lnTo>
                  <a:lnTo>
                    <a:pt x="413400" y="54601"/>
                  </a:lnTo>
                  <a:lnTo>
                    <a:pt x="380363" y="31353"/>
                  </a:lnTo>
                  <a:lnTo>
                    <a:pt x="340766" y="14097"/>
                  </a:lnTo>
                  <a:lnTo>
                    <a:pt x="295008" y="3525"/>
                  </a:lnTo>
                  <a:lnTo>
                    <a:pt x="270069" y="881"/>
                  </a:lnTo>
                  <a:lnTo>
                    <a:pt x="243718" y="0"/>
                  </a:lnTo>
                  <a:close/>
                </a:path>
              </a:pathLst>
            </a:custGeom>
            <a:solidFill>
              <a:srgbClr val="FFFF00"/>
            </a:solidFill>
          </p:spPr>
          <p:txBody>
            <a:bodyPr wrap="square" lIns="0" tIns="0" rIns="0" bIns="0" rtlCol="0"/>
            <a:lstStyle/>
            <a:p>
              <a:endParaRPr/>
            </a:p>
          </p:txBody>
        </p:sp>
        <p:sp>
          <p:nvSpPr>
            <p:cNvPr id="176" name="object 176"/>
            <p:cNvSpPr/>
            <p:nvPr/>
          </p:nvSpPr>
          <p:spPr>
            <a:xfrm>
              <a:off x="7307061" y="5539358"/>
              <a:ext cx="1095375" cy="736600"/>
            </a:xfrm>
            <a:custGeom>
              <a:avLst/>
              <a:gdLst/>
              <a:ahLst/>
              <a:cxnLst/>
              <a:rect l="l" t="t" r="r" b="b"/>
              <a:pathLst>
                <a:path w="1095375" h="736600">
                  <a:moveTo>
                    <a:pt x="839876" y="119609"/>
                  </a:moveTo>
                  <a:lnTo>
                    <a:pt x="783357" y="148013"/>
                  </a:lnTo>
                  <a:lnTo>
                    <a:pt x="763573" y="183517"/>
                  </a:lnTo>
                  <a:lnTo>
                    <a:pt x="749441" y="233223"/>
                  </a:lnTo>
                  <a:lnTo>
                    <a:pt x="740961" y="297129"/>
                  </a:lnTo>
                  <a:lnTo>
                    <a:pt x="738134" y="375236"/>
                  </a:lnTo>
                  <a:lnTo>
                    <a:pt x="740898" y="448786"/>
                  </a:lnTo>
                  <a:lnTo>
                    <a:pt x="749196" y="508964"/>
                  </a:lnTo>
                  <a:lnTo>
                    <a:pt x="763032" y="555768"/>
                  </a:lnTo>
                  <a:lnTo>
                    <a:pt x="782413" y="589200"/>
                  </a:lnTo>
                  <a:lnTo>
                    <a:pt x="837834" y="615945"/>
                  </a:lnTo>
                  <a:lnTo>
                    <a:pt x="867572" y="609053"/>
                  </a:lnTo>
                  <a:lnTo>
                    <a:pt x="910814" y="553908"/>
                  </a:lnTo>
                  <a:lnTo>
                    <a:pt x="924322" y="505654"/>
                  </a:lnTo>
                  <a:lnTo>
                    <a:pt x="932425" y="443613"/>
                  </a:lnTo>
                  <a:lnTo>
                    <a:pt x="935126" y="367783"/>
                  </a:lnTo>
                  <a:lnTo>
                    <a:pt x="932479" y="291953"/>
                  </a:lnTo>
                  <a:lnTo>
                    <a:pt x="924540" y="229909"/>
                  </a:lnTo>
                  <a:lnTo>
                    <a:pt x="911310" y="181653"/>
                  </a:lnTo>
                  <a:lnTo>
                    <a:pt x="892788" y="147184"/>
                  </a:lnTo>
                  <a:lnTo>
                    <a:pt x="839876" y="119609"/>
                  </a:lnTo>
                  <a:close/>
                </a:path>
                <a:path w="1095375" h="736600">
                  <a:moveTo>
                    <a:pt x="846734" y="0"/>
                  </a:moveTo>
                  <a:lnTo>
                    <a:pt x="889813" y="2998"/>
                  </a:lnTo>
                  <a:lnTo>
                    <a:pt x="928792" y="11994"/>
                  </a:lnTo>
                  <a:lnTo>
                    <a:pt x="994445" y="47977"/>
                  </a:lnTo>
                  <a:lnTo>
                    <a:pt x="1043690" y="107950"/>
                  </a:lnTo>
                  <a:lnTo>
                    <a:pt x="1062158" y="146931"/>
                  </a:lnTo>
                  <a:lnTo>
                    <a:pt x="1076523" y="191910"/>
                  </a:lnTo>
                  <a:lnTo>
                    <a:pt x="1086784" y="242887"/>
                  </a:lnTo>
                  <a:lnTo>
                    <a:pt x="1092941" y="299860"/>
                  </a:lnTo>
                  <a:lnTo>
                    <a:pt x="1094993" y="362830"/>
                  </a:lnTo>
                  <a:lnTo>
                    <a:pt x="1093111" y="420708"/>
                  </a:lnTo>
                  <a:lnTo>
                    <a:pt x="1087463" y="473897"/>
                  </a:lnTo>
                  <a:lnTo>
                    <a:pt x="1078047" y="522397"/>
                  </a:lnTo>
                  <a:lnTo>
                    <a:pt x="1064861" y="566209"/>
                  </a:lnTo>
                  <a:lnTo>
                    <a:pt x="1047905" y="605332"/>
                  </a:lnTo>
                  <a:lnTo>
                    <a:pt x="1027175" y="639769"/>
                  </a:lnTo>
                  <a:lnTo>
                    <a:pt x="997706" y="674436"/>
                  </a:lnTo>
                  <a:lnTo>
                    <a:pt x="963541" y="701400"/>
                  </a:lnTo>
                  <a:lnTo>
                    <a:pt x="924679" y="720660"/>
                  </a:lnTo>
                  <a:lnTo>
                    <a:pt x="881120" y="732215"/>
                  </a:lnTo>
                  <a:lnTo>
                    <a:pt x="832865" y="736067"/>
                  </a:lnTo>
                  <a:lnTo>
                    <a:pt x="788763" y="733118"/>
                  </a:lnTo>
                  <a:lnTo>
                    <a:pt x="748862" y="724270"/>
                  </a:lnTo>
                  <a:lnTo>
                    <a:pt x="713160" y="709524"/>
                  </a:lnTo>
                  <a:lnTo>
                    <a:pt x="654357" y="662335"/>
                  </a:lnTo>
                  <a:lnTo>
                    <a:pt x="631256" y="629893"/>
                  </a:lnTo>
                  <a:lnTo>
                    <a:pt x="612355" y="591552"/>
                  </a:lnTo>
                  <a:lnTo>
                    <a:pt x="597655" y="547312"/>
                  </a:lnTo>
                  <a:lnTo>
                    <a:pt x="587154" y="497174"/>
                  </a:lnTo>
                  <a:lnTo>
                    <a:pt x="580854" y="441137"/>
                  </a:lnTo>
                  <a:lnTo>
                    <a:pt x="578754" y="379201"/>
                  </a:lnTo>
                  <a:lnTo>
                    <a:pt x="580659" y="319938"/>
                  </a:lnTo>
                  <a:lnTo>
                    <a:pt x="586378" y="265569"/>
                  </a:lnTo>
                  <a:lnTo>
                    <a:pt x="595914" y="216092"/>
                  </a:lnTo>
                  <a:lnTo>
                    <a:pt x="609270" y="171510"/>
                  </a:lnTo>
                  <a:lnTo>
                    <a:pt x="626449" y="131820"/>
                  </a:lnTo>
                  <a:lnTo>
                    <a:pt x="647456" y="97023"/>
                  </a:lnTo>
                  <a:lnTo>
                    <a:pt x="677430" y="62112"/>
                  </a:lnTo>
                  <a:lnTo>
                    <a:pt x="712343" y="34947"/>
                  </a:lnTo>
                  <a:lnTo>
                    <a:pt x="752198" y="15536"/>
                  </a:lnTo>
                  <a:lnTo>
                    <a:pt x="796994" y="3885"/>
                  </a:lnTo>
                  <a:lnTo>
                    <a:pt x="846734" y="0"/>
                  </a:lnTo>
                  <a:close/>
                </a:path>
                <a:path w="1095375" h="736600">
                  <a:moveTo>
                    <a:pt x="243718" y="0"/>
                  </a:moveTo>
                  <a:lnTo>
                    <a:pt x="295008" y="3525"/>
                  </a:lnTo>
                  <a:lnTo>
                    <a:pt x="340766" y="14096"/>
                  </a:lnTo>
                  <a:lnTo>
                    <a:pt x="380363" y="31353"/>
                  </a:lnTo>
                  <a:lnTo>
                    <a:pt x="413400" y="54601"/>
                  </a:lnTo>
                  <a:lnTo>
                    <a:pt x="439704" y="83696"/>
                  </a:lnTo>
                  <a:lnTo>
                    <a:pt x="458876" y="118372"/>
                  </a:lnTo>
                  <a:lnTo>
                    <a:pt x="470576" y="158021"/>
                  </a:lnTo>
                  <a:lnTo>
                    <a:pt x="474482" y="202000"/>
                  </a:lnTo>
                  <a:lnTo>
                    <a:pt x="473530" y="225885"/>
                  </a:lnTo>
                  <a:lnTo>
                    <a:pt x="465956" y="269565"/>
                  </a:lnTo>
                  <a:lnTo>
                    <a:pt x="451148" y="308039"/>
                  </a:lnTo>
                  <a:lnTo>
                    <a:pt x="431036" y="342785"/>
                  </a:lnTo>
                  <a:lnTo>
                    <a:pt x="406135" y="374156"/>
                  </a:lnTo>
                  <a:lnTo>
                    <a:pt x="377236" y="402822"/>
                  </a:lnTo>
                  <a:lnTo>
                    <a:pt x="344804" y="429101"/>
                  </a:lnTo>
                  <a:lnTo>
                    <a:pt x="310831" y="454288"/>
                  </a:lnTo>
                  <a:lnTo>
                    <a:pt x="293369" y="466557"/>
                  </a:lnTo>
                  <a:lnTo>
                    <a:pt x="281507" y="474981"/>
                  </a:lnTo>
                  <a:lnTo>
                    <a:pt x="247406" y="500060"/>
                  </a:lnTo>
                  <a:lnTo>
                    <a:pt x="217213" y="524716"/>
                  </a:lnTo>
                  <a:lnTo>
                    <a:pt x="187020" y="556594"/>
                  </a:lnTo>
                  <a:lnTo>
                    <a:pt x="171724" y="593622"/>
                  </a:lnTo>
                  <a:lnTo>
                    <a:pt x="473476" y="593622"/>
                  </a:lnTo>
                  <a:lnTo>
                    <a:pt x="473476" y="723662"/>
                  </a:lnTo>
                  <a:lnTo>
                    <a:pt x="0" y="723662"/>
                  </a:lnTo>
                  <a:lnTo>
                    <a:pt x="0" y="670047"/>
                  </a:lnTo>
                  <a:lnTo>
                    <a:pt x="4571" y="618252"/>
                  </a:lnTo>
                  <a:lnTo>
                    <a:pt x="18287" y="572036"/>
                  </a:lnTo>
                  <a:lnTo>
                    <a:pt x="39086" y="530835"/>
                  </a:lnTo>
                  <a:lnTo>
                    <a:pt x="64526" y="494108"/>
                  </a:lnTo>
                  <a:lnTo>
                    <a:pt x="93607" y="461594"/>
                  </a:lnTo>
                  <a:lnTo>
                    <a:pt x="125364" y="433053"/>
                  </a:lnTo>
                  <a:lnTo>
                    <a:pt x="157539" y="407805"/>
                  </a:lnTo>
                  <a:lnTo>
                    <a:pt x="203248" y="374114"/>
                  </a:lnTo>
                  <a:lnTo>
                    <a:pt x="217444" y="363320"/>
                  </a:lnTo>
                  <a:lnTo>
                    <a:pt x="254297" y="332313"/>
                  </a:lnTo>
                  <a:lnTo>
                    <a:pt x="282701" y="302014"/>
                  </a:lnTo>
                  <a:lnTo>
                    <a:pt x="306720" y="261317"/>
                  </a:lnTo>
                  <a:lnTo>
                    <a:pt x="314705" y="217395"/>
                  </a:lnTo>
                  <a:lnTo>
                    <a:pt x="313088" y="195959"/>
                  </a:lnTo>
                  <a:lnTo>
                    <a:pt x="288797" y="148397"/>
                  </a:lnTo>
                  <a:lnTo>
                    <a:pt x="234799" y="126532"/>
                  </a:lnTo>
                  <a:lnTo>
                    <a:pt x="209946" y="125074"/>
                  </a:lnTo>
                  <a:lnTo>
                    <a:pt x="164538" y="129633"/>
                  </a:lnTo>
                  <a:lnTo>
                    <a:pt x="120114" y="143312"/>
                  </a:lnTo>
                  <a:lnTo>
                    <a:pt x="76661" y="166113"/>
                  </a:lnTo>
                  <a:lnTo>
                    <a:pt x="34168" y="198037"/>
                  </a:lnTo>
                  <a:lnTo>
                    <a:pt x="34168" y="60054"/>
                  </a:lnTo>
                  <a:lnTo>
                    <a:pt x="82117" y="33799"/>
                  </a:lnTo>
                  <a:lnTo>
                    <a:pt x="132999" y="15030"/>
                  </a:lnTo>
                  <a:lnTo>
                    <a:pt x="186852" y="3759"/>
                  </a:lnTo>
                  <a:lnTo>
                    <a:pt x="243718" y="0"/>
                  </a:lnTo>
                  <a:close/>
                </a:path>
              </a:pathLst>
            </a:custGeom>
            <a:ln w="12191">
              <a:solidFill>
                <a:srgbClr val="000000"/>
              </a:solidFill>
            </a:ln>
          </p:spPr>
          <p:txBody>
            <a:bodyPr wrap="square" lIns="0" tIns="0" rIns="0" bIns="0" rtlCol="0"/>
            <a:lstStyle/>
            <a:p>
              <a:endParaRPr/>
            </a:p>
          </p:txBody>
        </p:sp>
        <p:sp>
          <p:nvSpPr>
            <p:cNvPr id="177" name="object 177"/>
            <p:cNvSpPr/>
            <p:nvPr/>
          </p:nvSpPr>
          <p:spPr>
            <a:xfrm>
              <a:off x="6748272" y="5234939"/>
              <a:ext cx="2218944" cy="1345692"/>
            </a:xfrm>
            <a:prstGeom prst="rect">
              <a:avLst/>
            </a:prstGeom>
            <a:blipFill>
              <a:blip r:embed="rId74" cstate="print"/>
              <a:stretch>
                <a:fillRect/>
              </a:stretch>
            </a:blipFill>
          </p:spPr>
          <p:txBody>
            <a:bodyPr wrap="square" lIns="0" tIns="0" rIns="0" bIns="0" rtlCol="0"/>
            <a:lstStyle/>
            <a:p>
              <a:endParaRPr/>
            </a:p>
          </p:txBody>
        </p:sp>
        <p:sp>
          <p:nvSpPr>
            <p:cNvPr id="178" name="object 178"/>
            <p:cNvSpPr/>
            <p:nvPr/>
          </p:nvSpPr>
          <p:spPr>
            <a:xfrm>
              <a:off x="6594348" y="4917946"/>
              <a:ext cx="2549651" cy="1940052"/>
            </a:xfrm>
            <a:prstGeom prst="rect">
              <a:avLst/>
            </a:prstGeom>
            <a:blipFill>
              <a:blip r:embed="rId75" cstate="print"/>
              <a:stretch>
                <a:fillRect/>
              </a:stretch>
            </a:blipFill>
          </p:spPr>
          <p:txBody>
            <a:bodyPr wrap="square" lIns="0" tIns="0" rIns="0" bIns="0" rtlCol="0"/>
            <a:lstStyle/>
            <a:p>
              <a:endParaRPr/>
            </a:p>
          </p:txBody>
        </p:sp>
        <p:sp>
          <p:nvSpPr>
            <p:cNvPr id="179" name="object 179"/>
            <p:cNvSpPr/>
            <p:nvPr/>
          </p:nvSpPr>
          <p:spPr>
            <a:xfrm>
              <a:off x="6829440" y="5295900"/>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12"/>
                  </a:lnTo>
                  <a:lnTo>
                    <a:pt x="4724" y="998374"/>
                  </a:lnTo>
                  <a:lnTo>
                    <a:pt x="18275" y="1042020"/>
                  </a:lnTo>
                  <a:lnTo>
                    <a:pt x="39715" y="1081517"/>
                  </a:lnTo>
                  <a:lnTo>
                    <a:pt x="68111" y="1115928"/>
                  </a:lnTo>
                  <a:lnTo>
                    <a:pt x="102526" y="1144320"/>
                  </a:lnTo>
                  <a:lnTo>
                    <a:pt x="142024" y="1165757"/>
                  </a:lnTo>
                  <a:lnTo>
                    <a:pt x="185671" y="1179305"/>
                  </a:lnTo>
                  <a:lnTo>
                    <a:pt x="232531" y="1184029"/>
                  </a:lnTo>
                  <a:lnTo>
                    <a:pt x="1824837" y="1184029"/>
                  </a:lnTo>
                  <a:lnTo>
                    <a:pt x="1871698" y="1179305"/>
                  </a:lnTo>
                  <a:lnTo>
                    <a:pt x="1915349" y="1165757"/>
                  </a:lnTo>
                  <a:lnTo>
                    <a:pt x="1954852" y="1144320"/>
                  </a:lnTo>
                  <a:lnTo>
                    <a:pt x="1989273" y="1115928"/>
                  </a:lnTo>
                  <a:lnTo>
                    <a:pt x="2017674" y="1081517"/>
                  </a:lnTo>
                  <a:lnTo>
                    <a:pt x="2039120" y="1042020"/>
                  </a:lnTo>
                  <a:lnTo>
                    <a:pt x="2052673" y="998374"/>
                  </a:lnTo>
                  <a:lnTo>
                    <a:pt x="2057399" y="951512"/>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80" name="object 180"/>
            <p:cNvSpPr/>
            <p:nvPr/>
          </p:nvSpPr>
          <p:spPr>
            <a:xfrm>
              <a:off x="6829440" y="5295900"/>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12"/>
                  </a:lnTo>
                  <a:lnTo>
                    <a:pt x="2052673" y="998374"/>
                  </a:lnTo>
                  <a:lnTo>
                    <a:pt x="2039120" y="1042020"/>
                  </a:lnTo>
                  <a:lnTo>
                    <a:pt x="2017674" y="1081517"/>
                  </a:lnTo>
                  <a:lnTo>
                    <a:pt x="1989273" y="1115928"/>
                  </a:lnTo>
                  <a:lnTo>
                    <a:pt x="1954852" y="1144320"/>
                  </a:lnTo>
                  <a:lnTo>
                    <a:pt x="1915349" y="1165757"/>
                  </a:lnTo>
                  <a:lnTo>
                    <a:pt x="1871698" y="1179305"/>
                  </a:lnTo>
                  <a:lnTo>
                    <a:pt x="1824837" y="1184029"/>
                  </a:lnTo>
                  <a:lnTo>
                    <a:pt x="232531" y="1184029"/>
                  </a:lnTo>
                  <a:lnTo>
                    <a:pt x="185671" y="1179305"/>
                  </a:lnTo>
                  <a:lnTo>
                    <a:pt x="142024" y="1165757"/>
                  </a:lnTo>
                  <a:lnTo>
                    <a:pt x="102526" y="1144320"/>
                  </a:lnTo>
                  <a:lnTo>
                    <a:pt x="68111" y="1115928"/>
                  </a:lnTo>
                  <a:lnTo>
                    <a:pt x="39715" y="1081517"/>
                  </a:lnTo>
                  <a:lnTo>
                    <a:pt x="18275" y="1042020"/>
                  </a:lnTo>
                  <a:lnTo>
                    <a:pt x="4724" y="998374"/>
                  </a:lnTo>
                  <a:lnTo>
                    <a:pt x="0" y="951512"/>
                  </a:lnTo>
                  <a:lnTo>
                    <a:pt x="0" y="232541"/>
                  </a:lnTo>
                  <a:close/>
                </a:path>
              </a:pathLst>
            </a:custGeom>
            <a:ln w="76199">
              <a:solidFill>
                <a:srgbClr val="00AF50"/>
              </a:solidFill>
            </a:ln>
          </p:spPr>
          <p:txBody>
            <a:bodyPr wrap="square" lIns="0" tIns="0" rIns="0" bIns="0" rtlCol="0"/>
            <a:lstStyle/>
            <a:p>
              <a:endParaRPr/>
            </a:p>
          </p:txBody>
        </p:sp>
        <p:sp>
          <p:nvSpPr>
            <p:cNvPr id="181" name="object 181"/>
            <p:cNvSpPr/>
            <p:nvPr/>
          </p:nvSpPr>
          <p:spPr>
            <a:xfrm>
              <a:off x="6635496" y="4937759"/>
              <a:ext cx="2481072" cy="1920239"/>
            </a:xfrm>
            <a:prstGeom prst="rect">
              <a:avLst/>
            </a:prstGeom>
            <a:blipFill>
              <a:blip r:embed="rId76" cstate="print"/>
              <a:stretch>
                <a:fillRect/>
              </a:stretch>
            </a:blipFill>
          </p:spPr>
          <p:txBody>
            <a:bodyPr wrap="square" lIns="0" tIns="0" rIns="0" bIns="0" rtlCol="0"/>
            <a:lstStyle/>
            <a:p>
              <a:endParaRPr/>
            </a:p>
          </p:txBody>
        </p:sp>
        <p:sp>
          <p:nvSpPr>
            <p:cNvPr id="182" name="object 182"/>
            <p:cNvSpPr/>
            <p:nvPr/>
          </p:nvSpPr>
          <p:spPr>
            <a:xfrm>
              <a:off x="7313432" y="5532119"/>
              <a:ext cx="957580" cy="727710"/>
            </a:xfrm>
            <a:custGeom>
              <a:avLst/>
              <a:gdLst/>
              <a:ahLst/>
              <a:cxnLst/>
              <a:rect l="l" t="t" r="r" b="b"/>
              <a:pathLst>
                <a:path w="957579" h="727710">
                  <a:moveTo>
                    <a:pt x="461350" y="129076"/>
                  </a:moveTo>
                  <a:lnTo>
                    <a:pt x="210037" y="129076"/>
                  </a:lnTo>
                  <a:lnTo>
                    <a:pt x="234836" y="130532"/>
                  </a:lnTo>
                  <a:lnTo>
                    <a:pt x="256245" y="134901"/>
                  </a:lnTo>
                  <a:lnTo>
                    <a:pt x="300175" y="165453"/>
                  </a:lnTo>
                  <a:lnTo>
                    <a:pt x="314706" y="221385"/>
                  </a:lnTo>
                  <a:lnTo>
                    <a:pt x="314205" y="232877"/>
                  </a:lnTo>
                  <a:lnTo>
                    <a:pt x="302311" y="275584"/>
                  </a:lnTo>
                  <a:lnTo>
                    <a:pt x="274151" y="316071"/>
                  </a:lnTo>
                  <a:lnTo>
                    <a:pt x="242956" y="346460"/>
                  </a:lnTo>
                  <a:lnTo>
                    <a:pt x="203294" y="378151"/>
                  </a:lnTo>
                  <a:lnTo>
                    <a:pt x="173069" y="400146"/>
                  </a:lnTo>
                  <a:lnTo>
                    <a:pt x="157539" y="411791"/>
                  </a:lnTo>
                  <a:lnTo>
                    <a:pt x="125333" y="437043"/>
                  </a:lnTo>
                  <a:lnTo>
                    <a:pt x="93634" y="465583"/>
                  </a:lnTo>
                  <a:lnTo>
                    <a:pt x="64495" y="498098"/>
                  </a:lnTo>
                  <a:lnTo>
                    <a:pt x="39121" y="534823"/>
                  </a:lnTo>
                  <a:lnTo>
                    <a:pt x="18409" y="576023"/>
                  </a:lnTo>
                  <a:lnTo>
                    <a:pt x="4632" y="622245"/>
                  </a:lnTo>
                  <a:lnTo>
                    <a:pt x="0" y="674049"/>
                  </a:lnTo>
                  <a:lnTo>
                    <a:pt x="0" y="727649"/>
                  </a:lnTo>
                  <a:lnTo>
                    <a:pt x="473567" y="727649"/>
                  </a:lnTo>
                  <a:lnTo>
                    <a:pt x="473567" y="597609"/>
                  </a:lnTo>
                  <a:lnTo>
                    <a:pt x="171815" y="597609"/>
                  </a:lnTo>
                  <a:lnTo>
                    <a:pt x="172437" y="590563"/>
                  </a:lnTo>
                  <a:lnTo>
                    <a:pt x="193368" y="552746"/>
                  </a:lnTo>
                  <a:lnTo>
                    <a:pt x="226683" y="520553"/>
                  </a:lnTo>
                  <a:lnTo>
                    <a:pt x="258668" y="495721"/>
                  </a:lnTo>
                  <a:lnTo>
                    <a:pt x="293370" y="470547"/>
                  </a:lnTo>
                  <a:lnTo>
                    <a:pt x="310845" y="458278"/>
                  </a:lnTo>
                  <a:lnTo>
                    <a:pt x="328018" y="445793"/>
                  </a:lnTo>
                  <a:lnTo>
                    <a:pt x="361431" y="420172"/>
                  </a:lnTo>
                  <a:lnTo>
                    <a:pt x="392235" y="392806"/>
                  </a:lnTo>
                  <a:lnTo>
                    <a:pt x="419221" y="362843"/>
                  </a:lnTo>
                  <a:lnTo>
                    <a:pt x="441761" y="329836"/>
                  </a:lnTo>
                  <a:lnTo>
                    <a:pt x="459364" y="293357"/>
                  </a:lnTo>
                  <a:lnTo>
                    <a:pt x="470790" y="252402"/>
                  </a:lnTo>
                  <a:lnTo>
                    <a:pt x="474604" y="205989"/>
                  </a:lnTo>
                  <a:lnTo>
                    <a:pt x="473626" y="183456"/>
                  </a:lnTo>
                  <a:lnTo>
                    <a:pt x="470695" y="162005"/>
                  </a:lnTo>
                  <a:lnTo>
                    <a:pt x="465808" y="141640"/>
                  </a:lnTo>
                  <a:lnTo>
                    <a:pt x="461350" y="129076"/>
                  </a:lnTo>
                  <a:close/>
                </a:path>
                <a:path w="957579" h="727710">
                  <a:moveTo>
                    <a:pt x="243718" y="3941"/>
                  </a:moveTo>
                  <a:lnTo>
                    <a:pt x="186901" y="7701"/>
                  </a:lnTo>
                  <a:lnTo>
                    <a:pt x="133049" y="18977"/>
                  </a:lnTo>
                  <a:lnTo>
                    <a:pt x="82173" y="37760"/>
                  </a:lnTo>
                  <a:lnTo>
                    <a:pt x="34290" y="64044"/>
                  </a:lnTo>
                  <a:lnTo>
                    <a:pt x="34290" y="202036"/>
                  </a:lnTo>
                  <a:lnTo>
                    <a:pt x="76713" y="170112"/>
                  </a:lnTo>
                  <a:lnTo>
                    <a:pt x="120163" y="147313"/>
                  </a:lnTo>
                  <a:lnTo>
                    <a:pt x="164613" y="133635"/>
                  </a:lnTo>
                  <a:lnTo>
                    <a:pt x="210037" y="129076"/>
                  </a:lnTo>
                  <a:lnTo>
                    <a:pt x="461350" y="129076"/>
                  </a:lnTo>
                  <a:lnTo>
                    <a:pt x="458967" y="122361"/>
                  </a:lnTo>
                  <a:lnTo>
                    <a:pt x="439704" y="87685"/>
                  </a:lnTo>
                  <a:lnTo>
                    <a:pt x="413491" y="58591"/>
                  </a:lnTo>
                  <a:lnTo>
                    <a:pt x="380451" y="35311"/>
                  </a:lnTo>
                  <a:lnTo>
                    <a:pt x="340735" y="18156"/>
                  </a:lnTo>
                  <a:lnTo>
                    <a:pt x="295027" y="7526"/>
                  </a:lnTo>
                  <a:lnTo>
                    <a:pt x="270068" y="4841"/>
                  </a:lnTo>
                  <a:lnTo>
                    <a:pt x="243718" y="3941"/>
                  </a:lnTo>
                  <a:close/>
                </a:path>
                <a:path w="957579" h="727710">
                  <a:moveTo>
                    <a:pt x="957072" y="176713"/>
                  </a:moveTo>
                  <a:lnTo>
                    <a:pt x="800740" y="176713"/>
                  </a:lnTo>
                  <a:lnTo>
                    <a:pt x="800740" y="727649"/>
                  </a:lnTo>
                  <a:lnTo>
                    <a:pt x="957072" y="727649"/>
                  </a:lnTo>
                  <a:lnTo>
                    <a:pt x="957072" y="176713"/>
                  </a:lnTo>
                  <a:close/>
                </a:path>
                <a:path w="957579" h="727710">
                  <a:moveTo>
                    <a:pt x="957072" y="0"/>
                  </a:moveTo>
                  <a:lnTo>
                    <a:pt x="862187" y="0"/>
                  </a:lnTo>
                  <a:lnTo>
                    <a:pt x="839713" y="16314"/>
                  </a:lnTo>
                  <a:lnTo>
                    <a:pt x="815915" y="31922"/>
                  </a:lnTo>
                  <a:lnTo>
                    <a:pt x="764407" y="61066"/>
                  </a:lnTo>
                  <a:lnTo>
                    <a:pt x="708591" y="86379"/>
                  </a:lnTo>
                  <a:lnTo>
                    <a:pt x="649345" y="106728"/>
                  </a:lnTo>
                  <a:lnTo>
                    <a:pt x="649345" y="238755"/>
                  </a:lnTo>
                  <a:lnTo>
                    <a:pt x="691499" y="230565"/>
                  </a:lnTo>
                  <a:lnTo>
                    <a:pt x="732647" y="216657"/>
                  </a:lnTo>
                  <a:lnTo>
                    <a:pt x="770107" y="198299"/>
                  </a:lnTo>
                  <a:lnTo>
                    <a:pt x="800740" y="176713"/>
                  </a:lnTo>
                  <a:lnTo>
                    <a:pt x="957072" y="176713"/>
                  </a:lnTo>
                  <a:lnTo>
                    <a:pt x="957072" y="0"/>
                  </a:lnTo>
                  <a:close/>
                </a:path>
              </a:pathLst>
            </a:custGeom>
            <a:solidFill>
              <a:srgbClr val="FFFF00"/>
            </a:solidFill>
          </p:spPr>
          <p:txBody>
            <a:bodyPr wrap="square" lIns="0" tIns="0" rIns="0" bIns="0" rtlCol="0"/>
            <a:lstStyle/>
            <a:p>
              <a:endParaRPr/>
            </a:p>
          </p:txBody>
        </p:sp>
        <p:sp>
          <p:nvSpPr>
            <p:cNvPr id="183" name="object 183"/>
            <p:cNvSpPr/>
            <p:nvPr/>
          </p:nvSpPr>
          <p:spPr>
            <a:xfrm>
              <a:off x="7313432" y="5532120"/>
              <a:ext cx="957580" cy="727710"/>
            </a:xfrm>
            <a:custGeom>
              <a:avLst/>
              <a:gdLst/>
              <a:ahLst/>
              <a:cxnLst/>
              <a:rect l="l" t="t" r="r" b="b"/>
              <a:pathLst>
                <a:path w="957579" h="727710">
                  <a:moveTo>
                    <a:pt x="243718" y="3941"/>
                  </a:moveTo>
                  <a:lnTo>
                    <a:pt x="295027" y="7526"/>
                  </a:lnTo>
                  <a:lnTo>
                    <a:pt x="340735" y="18156"/>
                  </a:lnTo>
                  <a:lnTo>
                    <a:pt x="380451" y="35311"/>
                  </a:lnTo>
                  <a:lnTo>
                    <a:pt x="413491" y="58591"/>
                  </a:lnTo>
                  <a:lnTo>
                    <a:pt x="439704" y="87685"/>
                  </a:lnTo>
                  <a:lnTo>
                    <a:pt x="458967" y="122361"/>
                  </a:lnTo>
                  <a:lnTo>
                    <a:pt x="470695" y="162005"/>
                  </a:lnTo>
                  <a:lnTo>
                    <a:pt x="474604" y="205989"/>
                  </a:lnTo>
                  <a:lnTo>
                    <a:pt x="473650" y="229879"/>
                  </a:lnTo>
                  <a:lnTo>
                    <a:pt x="466027" y="273560"/>
                  </a:lnTo>
                  <a:lnTo>
                    <a:pt x="451188" y="312031"/>
                  </a:lnTo>
                  <a:lnTo>
                    <a:pt x="431100" y="346773"/>
                  </a:lnTo>
                  <a:lnTo>
                    <a:pt x="406193" y="378151"/>
                  </a:lnTo>
                  <a:lnTo>
                    <a:pt x="377323" y="406812"/>
                  </a:lnTo>
                  <a:lnTo>
                    <a:pt x="344882" y="433091"/>
                  </a:lnTo>
                  <a:lnTo>
                    <a:pt x="310845" y="458278"/>
                  </a:lnTo>
                  <a:lnTo>
                    <a:pt x="293369" y="470547"/>
                  </a:lnTo>
                  <a:lnTo>
                    <a:pt x="281578" y="478969"/>
                  </a:lnTo>
                  <a:lnTo>
                    <a:pt x="247528" y="504050"/>
                  </a:lnTo>
                  <a:lnTo>
                    <a:pt x="217254" y="528710"/>
                  </a:lnTo>
                  <a:lnTo>
                    <a:pt x="187112" y="560579"/>
                  </a:lnTo>
                  <a:lnTo>
                    <a:pt x="171815" y="597609"/>
                  </a:lnTo>
                  <a:lnTo>
                    <a:pt x="473567" y="597609"/>
                  </a:lnTo>
                  <a:lnTo>
                    <a:pt x="473567" y="727649"/>
                  </a:lnTo>
                  <a:lnTo>
                    <a:pt x="0" y="727649"/>
                  </a:lnTo>
                  <a:lnTo>
                    <a:pt x="0" y="674049"/>
                  </a:lnTo>
                  <a:lnTo>
                    <a:pt x="4632" y="622245"/>
                  </a:lnTo>
                  <a:lnTo>
                    <a:pt x="18409" y="576023"/>
                  </a:lnTo>
                  <a:lnTo>
                    <a:pt x="39121" y="534823"/>
                  </a:lnTo>
                  <a:lnTo>
                    <a:pt x="64495" y="498098"/>
                  </a:lnTo>
                  <a:lnTo>
                    <a:pt x="93634" y="465583"/>
                  </a:lnTo>
                  <a:lnTo>
                    <a:pt x="125333" y="437043"/>
                  </a:lnTo>
                  <a:lnTo>
                    <a:pt x="157539" y="411791"/>
                  </a:lnTo>
                  <a:lnTo>
                    <a:pt x="188213" y="389156"/>
                  </a:lnTo>
                  <a:lnTo>
                    <a:pt x="203351" y="378109"/>
                  </a:lnTo>
                  <a:lnTo>
                    <a:pt x="242956" y="346460"/>
                  </a:lnTo>
                  <a:lnTo>
                    <a:pt x="274151" y="316071"/>
                  </a:lnTo>
                  <a:lnTo>
                    <a:pt x="302311" y="275584"/>
                  </a:lnTo>
                  <a:lnTo>
                    <a:pt x="314205" y="232877"/>
                  </a:lnTo>
                  <a:lnTo>
                    <a:pt x="314705" y="221385"/>
                  </a:lnTo>
                  <a:lnTo>
                    <a:pt x="313085" y="199949"/>
                  </a:lnTo>
                  <a:lnTo>
                    <a:pt x="288919" y="152387"/>
                  </a:lnTo>
                  <a:lnTo>
                    <a:pt x="234836" y="130532"/>
                  </a:lnTo>
                  <a:lnTo>
                    <a:pt x="210037" y="129076"/>
                  </a:lnTo>
                  <a:lnTo>
                    <a:pt x="164613" y="133635"/>
                  </a:lnTo>
                  <a:lnTo>
                    <a:pt x="120163" y="147313"/>
                  </a:lnTo>
                  <a:lnTo>
                    <a:pt x="76713" y="170112"/>
                  </a:lnTo>
                  <a:lnTo>
                    <a:pt x="34289" y="202036"/>
                  </a:lnTo>
                  <a:lnTo>
                    <a:pt x="34289" y="64044"/>
                  </a:lnTo>
                  <a:lnTo>
                    <a:pt x="82173" y="37760"/>
                  </a:lnTo>
                  <a:lnTo>
                    <a:pt x="133049" y="18977"/>
                  </a:lnTo>
                  <a:lnTo>
                    <a:pt x="186901" y="7701"/>
                  </a:lnTo>
                  <a:lnTo>
                    <a:pt x="243718" y="3941"/>
                  </a:lnTo>
                  <a:close/>
                </a:path>
                <a:path w="957579" h="727710">
                  <a:moveTo>
                    <a:pt x="862187" y="0"/>
                  </a:moveTo>
                  <a:lnTo>
                    <a:pt x="957071" y="0"/>
                  </a:lnTo>
                  <a:lnTo>
                    <a:pt x="957071" y="727649"/>
                  </a:lnTo>
                  <a:lnTo>
                    <a:pt x="800740" y="727649"/>
                  </a:lnTo>
                  <a:lnTo>
                    <a:pt x="800740" y="176713"/>
                  </a:lnTo>
                  <a:lnTo>
                    <a:pt x="793964" y="182346"/>
                  </a:lnTo>
                  <a:lnTo>
                    <a:pt x="761189" y="203270"/>
                  </a:lnTo>
                  <a:lnTo>
                    <a:pt x="722652" y="220600"/>
                  </a:lnTo>
                  <a:lnTo>
                    <a:pt x="680866" y="233215"/>
                  </a:lnTo>
                  <a:lnTo>
                    <a:pt x="649345" y="238755"/>
                  </a:lnTo>
                  <a:lnTo>
                    <a:pt x="649345" y="106728"/>
                  </a:lnTo>
                  <a:lnTo>
                    <a:pt x="679394" y="97175"/>
                  </a:lnTo>
                  <a:lnTo>
                    <a:pt x="708591" y="86379"/>
                  </a:lnTo>
                  <a:lnTo>
                    <a:pt x="764407" y="61066"/>
                  </a:lnTo>
                  <a:lnTo>
                    <a:pt x="815915" y="31922"/>
                  </a:lnTo>
                  <a:lnTo>
                    <a:pt x="839713" y="16314"/>
                  </a:lnTo>
                  <a:lnTo>
                    <a:pt x="862187" y="0"/>
                  </a:lnTo>
                  <a:close/>
                </a:path>
              </a:pathLst>
            </a:custGeom>
            <a:ln w="12191">
              <a:solidFill>
                <a:srgbClr val="000000"/>
              </a:solidFill>
            </a:ln>
          </p:spPr>
          <p:txBody>
            <a:bodyPr wrap="square" lIns="0" tIns="0" rIns="0" bIns="0" rtlCol="0"/>
            <a:lstStyle/>
            <a:p>
              <a:endParaRPr/>
            </a:p>
          </p:txBody>
        </p:sp>
        <p:sp>
          <p:nvSpPr>
            <p:cNvPr id="184" name="object 184"/>
            <p:cNvSpPr/>
            <p:nvPr/>
          </p:nvSpPr>
          <p:spPr>
            <a:xfrm>
              <a:off x="6754368" y="5222747"/>
              <a:ext cx="2244852" cy="1351788"/>
            </a:xfrm>
            <a:prstGeom prst="rect">
              <a:avLst/>
            </a:prstGeom>
            <a:blipFill>
              <a:blip r:embed="rId77" cstate="print"/>
              <a:stretch>
                <a:fillRect/>
              </a:stretch>
            </a:blipFill>
          </p:spPr>
          <p:txBody>
            <a:bodyPr wrap="square" lIns="0" tIns="0" rIns="0" bIns="0" rtlCol="0"/>
            <a:lstStyle/>
            <a:p>
              <a:endParaRPr/>
            </a:p>
          </p:txBody>
        </p:sp>
        <p:sp>
          <p:nvSpPr>
            <p:cNvPr id="185" name="object 185"/>
            <p:cNvSpPr/>
            <p:nvPr/>
          </p:nvSpPr>
          <p:spPr>
            <a:xfrm>
              <a:off x="6614160" y="4907278"/>
              <a:ext cx="2529839" cy="1950720"/>
            </a:xfrm>
            <a:prstGeom prst="rect">
              <a:avLst/>
            </a:prstGeom>
            <a:blipFill>
              <a:blip r:embed="rId78" cstate="print"/>
              <a:stretch>
                <a:fillRect/>
              </a:stretch>
            </a:blipFill>
          </p:spPr>
          <p:txBody>
            <a:bodyPr wrap="square" lIns="0" tIns="0" rIns="0" bIns="0" rtlCol="0"/>
            <a:lstStyle/>
            <a:p>
              <a:endParaRPr/>
            </a:p>
          </p:txBody>
        </p:sp>
        <p:sp>
          <p:nvSpPr>
            <p:cNvPr id="186" name="object 186"/>
            <p:cNvSpPr/>
            <p:nvPr/>
          </p:nvSpPr>
          <p:spPr>
            <a:xfrm>
              <a:off x="6835261" y="5283195"/>
              <a:ext cx="2084070" cy="1191260"/>
            </a:xfrm>
            <a:custGeom>
              <a:avLst/>
              <a:gdLst/>
              <a:ahLst/>
              <a:cxnLst/>
              <a:rect l="l" t="t" r="r" b="b"/>
              <a:pathLst>
                <a:path w="2084070" h="1191260">
                  <a:moveTo>
                    <a:pt x="1849892" y="0"/>
                  </a:moveTo>
                  <a:lnTo>
                    <a:pt x="233933" y="0"/>
                  </a:lnTo>
                  <a:lnTo>
                    <a:pt x="186803" y="4749"/>
                  </a:lnTo>
                  <a:lnTo>
                    <a:pt x="142899" y="18370"/>
                  </a:lnTo>
                  <a:lnTo>
                    <a:pt x="103163" y="39924"/>
                  </a:lnTo>
                  <a:lnTo>
                    <a:pt x="68538" y="68472"/>
                  </a:lnTo>
                  <a:lnTo>
                    <a:pt x="39966" y="103075"/>
                  </a:lnTo>
                  <a:lnTo>
                    <a:pt x="18391" y="142792"/>
                  </a:lnTo>
                  <a:lnTo>
                    <a:pt x="4754" y="186685"/>
                  </a:lnTo>
                  <a:lnTo>
                    <a:pt x="0" y="233815"/>
                  </a:lnTo>
                  <a:lnTo>
                    <a:pt x="0" y="956989"/>
                  </a:lnTo>
                  <a:lnTo>
                    <a:pt x="4754" y="1004121"/>
                  </a:lnTo>
                  <a:lnTo>
                    <a:pt x="18391" y="1048021"/>
                  </a:lnTo>
                  <a:lnTo>
                    <a:pt x="39966" y="1087747"/>
                  </a:lnTo>
                  <a:lnTo>
                    <a:pt x="68538" y="1122360"/>
                  </a:lnTo>
                  <a:lnTo>
                    <a:pt x="103163" y="1150919"/>
                  </a:lnTo>
                  <a:lnTo>
                    <a:pt x="142899" y="1172483"/>
                  </a:lnTo>
                  <a:lnTo>
                    <a:pt x="186803" y="1186111"/>
                  </a:lnTo>
                  <a:lnTo>
                    <a:pt x="233933" y="1190862"/>
                  </a:lnTo>
                  <a:lnTo>
                    <a:pt x="1849892" y="1190862"/>
                  </a:lnTo>
                  <a:lnTo>
                    <a:pt x="1897022" y="1186111"/>
                  </a:lnTo>
                  <a:lnTo>
                    <a:pt x="1940926" y="1172483"/>
                  </a:lnTo>
                  <a:lnTo>
                    <a:pt x="1980662" y="1150919"/>
                  </a:lnTo>
                  <a:lnTo>
                    <a:pt x="2015288" y="1122360"/>
                  </a:lnTo>
                  <a:lnTo>
                    <a:pt x="2043859" y="1087747"/>
                  </a:lnTo>
                  <a:lnTo>
                    <a:pt x="2065434" y="1048021"/>
                  </a:lnTo>
                  <a:lnTo>
                    <a:pt x="2079071" y="1004121"/>
                  </a:lnTo>
                  <a:lnTo>
                    <a:pt x="2083826" y="956989"/>
                  </a:lnTo>
                  <a:lnTo>
                    <a:pt x="2083826" y="233815"/>
                  </a:lnTo>
                  <a:lnTo>
                    <a:pt x="2079071" y="186685"/>
                  </a:lnTo>
                  <a:lnTo>
                    <a:pt x="2065434" y="142792"/>
                  </a:lnTo>
                  <a:lnTo>
                    <a:pt x="2043859" y="103075"/>
                  </a:lnTo>
                  <a:lnTo>
                    <a:pt x="2015288" y="68472"/>
                  </a:lnTo>
                  <a:lnTo>
                    <a:pt x="1980662" y="39924"/>
                  </a:lnTo>
                  <a:lnTo>
                    <a:pt x="1940926" y="18370"/>
                  </a:lnTo>
                  <a:lnTo>
                    <a:pt x="1897022" y="4749"/>
                  </a:lnTo>
                  <a:lnTo>
                    <a:pt x="1849892" y="0"/>
                  </a:lnTo>
                  <a:close/>
                </a:path>
              </a:pathLst>
            </a:custGeom>
            <a:solidFill>
              <a:srgbClr val="252525"/>
            </a:solidFill>
          </p:spPr>
          <p:txBody>
            <a:bodyPr wrap="square" lIns="0" tIns="0" rIns="0" bIns="0" rtlCol="0"/>
            <a:lstStyle/>
            <a:p>
              <a:endParaRPr/>
            </a:p>
          </p:txBody>
        </p:sp>
        <p:sp>
          <p:nvSpPr>
            <p:cNvPr id="187" name="object 187"/>
            <p:cNvSpPr/>
            <p:nvPr/>
          </p:nvSpPr>
          <p:spPr>
            <a:xfrm>
              <a:off x="6835261" y="5283195"/>
              <a:ext cx="2084070" cy="1191260"/>
            </a:xfrm>
            <a:custGeom>
              <a:avLst/>
              <a:gdLst/>
              <a:ahLst/>
              <a:cxnLst/>
              <a:rect l="l" t="t" r="r" b="b"/>
              <a:pathLst>
                <a:path w="2084070" h="1191260">
                  <a:moveTo>
                    <a:pt x="0" y="233815"/>
                  </a:moveTo>
                  <a:lnTo>
                    <a:pt x="4754" y="186685"/>
                  </a:lnTo>
                  <a:lnTo>
                    <a:pt x="18391" y="142792"/>
                  </a:lnTo>
                  <a:lnTo>
                    <a:pt x="39966" y="103075"/>
                  </a:lnTo>
                  <a:lnTo>
                    <a:pt x="68538" y="68472"/>
                  </a:lnTo>
                  <a:lnTo>
                    <a:pt x="103163" y="39924"/>
                  </a:lnTo>
                  <a:lnTo>
                    <a:pt x="142899" y="18370"/>
                  </a:lnTo>
                  <a:lnTo>
                    <a:pt x="186803" y="4749"/>
                  </a:lnTo>
                  <a:lnTo>
                    <a:pt x="233933" y="0"/>
                  </a:lnTo>
                  <a:lnTo>
                    <a:pt x="1849892" y="0"/>
                  </a:lnTo>
                  <a:lnTo>
                    <a:pt x="1897022" y="4749"/>
                  </a:lnTo>
                  <a:lnTo>
                    <a:pt x="1940926" y="18370"/>
                  </a:lnTo>
                  <a:lnTo>
                    <a:pt x="1980662" y="39924"/>
                  </a:lnTo>
                  <a:lnTo>
                    <a:pt x="2015288" y="68472"/>
                  </a:lnTo>
                  <a:lnTo>
                    <a:pt x="2043859" y="103075"/>
                  </a:lnTo>
                  <a:lnTo>
                    <a:pt x="2065434" y="142792"/>
                  </a:lnTo>
                  <a:lnTo>
                    <a:pt x="2079071" y="186685"/>
                  </a:lnTo>
                  <a:lnTo>
                    <a:pt x="2083826" y="233815"/>
                  </a:lnTo>
                  <a:lnTo>
                    <a:pt x="2083826" y="956989"/>
                  </a:lnTo>
                  <a:lnTo>
                    <a:pt x="2079071" y="1004121"/>
                  </a:lnTo>
                  <a:lnTo>
                    <a:pt x="2065434" y="1048021"/>
                  </a:lnTo>
                  <a:lnTo>
                    <a:pt x="2043859" y="1087747"/>
                  </a:lnTo>
                  <a:lnTo>
                    <a:pt x="2015288" y="1122360"/>
                  </a:lnTo>
                  <a:lnTo>
                    <a:pt x="1980662" y="1150919"/>
                  </a:lnTo>
                  <a:lnTo>
                    <a:pt x="1940926" y="1172483"/>
                  </a:lnTo>
                  <a:lnTo>
                    <a:pt x="1897022" y="1186111"/>
                  </a:lnTo>
                  <a:lnTo>
                    <a:pt x="1849892" y="1190862"/>
                  </a:lnTo>
                  <a:lnTo>
                    <a:pt x="233933" y="1190862"/>
                  </a:lnTo>
                  <a:lnTo>
                    <a:pt x="186803" y="1186111"/>
                  </a:lnTo>
                  <a:lnTo>
                    <a:pt x="142899" y="1172483"/>
                  </a:lnTo>
                  <a:lnTo>
                    <a:pt x="103163" y="1150919"/>
                  </a:lnTo>
                  <a:lnTo>
                    <a:pt x="68538" y="1122360"/>
                  </a:lnTo>
                  <a:lnTo>
                    <a:pt x="39966" y="1087747"/>
                  </a:lnTo>
                  <a:lnTo>
                    <a:pt x="18391" y="1048021"/>
                  </a:lnTo>
                  <a:lnTo>
                    <a:pt x="4754" y="1004121"/>
                  </a:lnTo>
                  <a:lnTo>
                    <a:pt x="0" y="956989"/>
                  </a:lnTo>
                  <a:lnTo>
                    <a:pt x="0" y="233815"/>
                  </a:lnTo>
                  <a:close/>
                </a:path>
              </a:pathLst>
            </a:custGeom>
            <a:ln w="76199">
              <a:solidFill>
                <a:srgbClr val="00AF50"/>
              </a:solidFill>
            </a:ln>
          </p:spPr>
          <p:txBody>
            <a:bodyPr wrap="square" lIns="0" tIns="0" rIns="0" bIns="0" rtlCol="0"/>
            <a:lstStyle/>
            <a:p>
              <a:endParaRPr/>
            </a:p>
          </p:txBody>
        </p:sp>
        <p:sp>
          <p:nvSpPr>
            <p:cNvPr id="188" name="object 188"/>
            <p:cNvSpPr/>
            <p:nvPr/>
          </p:nvSpPr>
          <p:spPr>
            <a:xfrm>
              <a:off x="6655308" y="4928615"/>
              <a:ext cx="2481072" cy="1929383"/>
            </a:xfrm>
            <a:prstGeom prst="rect">
              <a:avLst/>
            </a:prstGeom>
            <a:blipFill>
              <a:blip r:embed="rId79" cstate="print"/>
              <a:stretch>
                <a:fillRect/>
              </a:stretch>
            </a:blipFill>
          </p:spPr>
          <p:txBody>
            <a:bodyPr wrap="square" lIns="0" tIns="0" rIns="0" bIns="0" rtlCol="0"/>
            <a:lstStyle/>
            <a:p>
              <a:endParaRPr/>
            </a:p>
          </p:txBody>
        </p:sp>
        <p:sp>
          <p:nvSpPr>
            <p:cNvPr id="189" name="object 189"/>
            <p:cNvSpPr/>
            <p:nvPr/>
          </p:nvSpPr>
          <p:spPr>
            <a:xfrm>
              <a:off x="7333488" y="5526785"/>
              <a:ext cx="1059815" cy="723900"/>
            </a:xfrm>
            <a:custGeom>
              <a:avLst/>
              <a:gdLst/>
              <a:ahLst/>
              <a:cxnLst/>
              <a:rect l="l" t="t" r="r" b="b"/>
              <a:pathLst>
                <a:path w="1059815" h="723900">
                  <a:moveTo>
                    <a:pt x="1046562" y="125111"/>
                  </a:moveTo>
                  <a:lnTo>
                    <a:pt x="795284" y="125111"/>
                  </a:lnTo>
                  <a:lnTo>
                    <a:pt x="820069" y="126569"/>
                  </a:lnTo>
                  <a:lnTo>
                    <a:pt x="841476" y="130942"/>
                  </a:lnTo>
                  <a:lnTo>
                    <a:pt x="885404" y="161494"/>
                  </a:lnTo>
                  <a:lnTo>
                    <a:pt x="899922" y="217419"/>
                  </a:lnTo>
                  <a:lnTo>
                    <a:pt x="899426" y="228918"/>
                  </a:lnTo>
                  <a:lnTo>
                    <a:pt x="887553" y="271618"/>
                  </a:lnTo>
                  <a:lnTo>
                    <a:pt x="859371" y="312125"/>
                  </a:lnTo>
                  <a:lnTo>
                    <a:pt x="828172" y="342506"/>
                  </a:lnTo>
                  <a:lnTo>
                    <a:pt x="788498" y="374194"/>
                  </a:lnTo>
                  <a:lnTo>
                    <a:pt x="758286" y="396185"/>
                  </a:lnTo>
                  <a:lnTo>
                    <a:pt x="742759" y="407830"/>
                  </a:lnTo>
                  <a:lnTo>
                    <a:pt x="710580" y="433078"/>
                  </a:lnTo>
                  <a:lnTo>
                    <a:pt x="678869" y="461623"/>
                  </a:lnTo>
                  <a:lnTo>
                    <a:pt x="649742" y="494132"/>
                  </a:lnTo>
                  <a:lnTo>
                    <a:pt x="624352" y="530864"/>
                  </a:lnTo>
                  <a:lnTo>
                    <a:pt x="603625" y="572060"/>
                  </a:lnTo>
                  <a:lnTo>
                    <a:pt x="589848" y="618283"/>
                  </a:lnTo>
                  <a:lnTo>
                    <a:pt x="585216" y="670096"/>
                  </a:lnTo>
                  <a:lnTo>
                    <a:pt x="585216" y="723698"/>
                  </a:lnTo>
                  <a:lnTo>
                    <a:pt x="1058814" y="723698"/>
                  </a:lnTo>
                  <a:lnTo>
                    <a:pt x="1058814" y="593646"/>
                  </a:lnTo>
                  <a:lnTo>
                    <a:pt x="757062" y="593646"/>
                  </a:lnTo>
                  <a:lnTo>
                    <a:pt x="757679" y="586609"/>
                  </a:lnTo>
                  <a:lnTo>
                    <a:pt x="778592" y="548802"/>
                  </a:lnTo>
                  <a:lnTo>
                    <a:pt x="811914" y="516594"/>
                  </a:lnTo>
                  <a:lnTo>
                    <a:pt x="843884" y="491761"/>
                  </a:lnTo>
                  <a:lnTo>
                    <a:pt x="878586" y="466581"/>
                  </a:lnTo>
                  <a:lnTo>
                    <a:pt x="896065" y="454317"/>
                  </a:lnTo>
                  <a:lnTo>
                    <a:pt x="913245" y="441832"/>
                  </a:lnTo>
                  <a:lnTo>
                    <a:pt x="946647" y="416207"/>
                  </a:lnTo>
                  <a:lnTo>
                    <a:pt x="977451" y="388851"/>
                  </a:lnTo>
                  <a:lnTo>
                    <a:pt x="1004437" y="358889"/>
                  </a:lnTo>
                  <a:lnTo>
                    <a:pt x="1026989" y="325873"/>
                  </a:lnTo>
                  <a:lnTo>
                    <a:pt x="1044580" y="289392"/>
                  </a:lnTo>
                  <a:lnTo>
                    <a:pt x="1056006" y="248448"/>
                  </a:lnTo>
                  <a:lnTo>
                    <a:pt x="1059820" y="202048"/>
                  </a:lnTo>
                  <a:lnTo>
                    <a:pt x="1058842" y="179502"/>
                  </a:lnTo>
                  <a:lnTo>
                    <a:pt x="1055911" y="158049"/>
                  </a:lnTo>
                  <a:lnTo>
                    <a:pt x="1051024" y="137685"/>
                  </a:lnTo>
                  <a:lnTo>
                    <a:pt x="1046562" y="125111"/>
                  </a:lnTo>
                  <a:close/>
                </a:path>
                <a:path w="1059815" h="723900">
                  <a:moveTo>
                    <a:pt x="828934" y="0"/>
                  </a:moveTo>
                  <a:lnTo>
                    <a:pt x="772117" y="3759"/>
                  </a:lnTo>
                  <a:lnTo>
                    <a:pt x="718265" y="15031"/>
                  </a:lnTo>
                  <a:lnTo>
                    <a:pt x="667389" y="33804"/>
                  </a:lnTo>
                  <a:lnTo>
                    <a:pt x="619506" y="60066"/>
                  </a:lnTo>
                  <a:lnTo>
                    <a:pt x="619506" y="198071"/>
                  </a:lnTo>
                  <a:lnTo>
                    <a:pt x="661930" y="166147"/>
                  </a:lnTo>
                  <a:lnTo>
                    <a:pt x="705383" y="143347"/>
                  </a:lnTo>
                  <a:lnTo>
                    <a:pt x="749842" y="129669"/>
                  </a:lnTo>
                  <a:lnTo>
                    <a:pt x="795284" y="125111"/>
                  </a:lnTo>
                  <a:lnTo>
                    <a:pt x="1046562" y="125111"/>
                  </a:lnTo>
                  <a:lnTo>
                    <a:pt x="1044183" y="118408"/>
                  </a:lnTo>
                  <a:lnTo>
                    <a:pt x="1024947" y="83720"/>
                  </a:lnTo>
                  <a:lnTo>
                    <a:pt x="998738" y="54614"/>
                  </a:lnTo>
                  <a:lnTo>
                    <a:pt x="965682" y="31371"/>
                  </a:lnTo>
                  <a:lnTo>
                    <a:pt x="925951" y="14228"/>
                  </a:lnTo>
                  <a:lnTo>
                    <a:pt x="880254" y="3542"/>
                  </a:lnTo>
                  <a:lnTo>
                    <a:pt x="855288" y="883"/>
                  </a:lnTo>
                  <a:lnTo>
                    <a:pt x="828934" y="0"/>
                  </a:lnTo>
                  <a:close/>
                </a:path>
                <a:path w="1059815" h="723900">
                  <a:moveTo>
                    <a:pt x="461346" y="125111"/>
                  </a:moveTo>
                  <a:lnTo>
                    <a:pt x="210068" y="125111"/>
                  </a:lnTo>
                  <a:lnTo>
                    <a:pt x="234853" y="126569"/>
                  </a:lnTo>
                  <a:lnTo>
                    <a:pt x="256260" y="130942"/>
                  </a:lnTo>
                  <a:lnTo>
                    <a:pt x="300188" y="161494"/>
                  </a:lnTo>
                  <a:lnTo>
                    <a:pt x="314706" y="217419"/>
                  </a:lnTo>
                  <a:lnTo>
                    <a:pt x="314210" y="228918"/>
                  </a:lnTo>
                  <a:lnTo>
                    <a:pt x="302337" y="271618"/>
                  </a:lnTo>
                  <a:lnTo>
                    <a:pt x="274155" y="312125"/>
                  </a:lnTo>
                  <a:lnTo>
                    <a:pt x="242956" y="342506"/>
                  </a:lnTo>
                  <a:lnTo>
                    <a:pt x="203282" y="374194"/>
                  </a:lnTo>
                  <a:lnTo>
                    <a:pt x="173070" y="396185"/>
                  </a:lnTo>
                  <a:lnTo>
                    <a:pt x="157543" y="407830"/>
                  </a:lnTo>
                  <a:lnTo>
                    <a:pt x="125364" y="433078"/>
                  </a:lnTo>
                  <a:lnTo>
                    <a:pt x="93653" y="461623"/>
                  </a:lnTo>
                  <a:lnTo>
                    <a:pt x="64526" y="494132"/>
                  </a:lnTo>
                  <a:lnTo>
                    <a:pt x="39136" y="530864"/>
                  </a:lnTo>
                  <a:lnTo>
                    <a:pt x="18409" y="572060"/>
                  </a:lnTo>
                  <a:lnTo>
                    <a:pt x="4632" y="618283"/>
                  </a:lnTo>
                  <a:lnTo>
                    <a:pt x="0" y="670096"/>
                  </a:lnTo>
                  <a:lnTo>
                    <a:pt x="0" y="723698"/>
                  </a:lnTo>
                  <a:lnTo>
                    <a:pt x="473598" y="723698"/>
                  </a:lnTo>
                  <a:lnTo>
                    <a:pt x="473598" y="593646"/>
                  </a:lnTo>
                  <a:lnTo>
                    <a:pt x="171846" y="593646"/>
                  </a:lnTo>
                  <a:lnTo>
                    <a:pt x="172463" y="586609"/>
                  </a:lnTo>
                  <a:lnTo>
                    <a:pt x="193376" y="548802"/>
                  </a:lnTo>
                  <a:lnTo>
                    <a:pt x="226698" y="516594"/>
                  </a:lnTo>
                  <a:lnTo>
                    <a:pt x="258668" y="491761"/>
                  </a:lnTo>
                  <a:lnTo>
                    <a:pt x="293370" y="466581"/>
                  </a:lnTo>
                  <a:lnTo>
                    <a:pt x="310849" y="454317"/>
                  </a:lnTo>
                  <a:lnTo>
                    <a:pt x="328029" y="441832"/>
                  </a:lnTo>
                  <a:lnTo>
                    <a:pt x="361431" y="416207"/>
                  </a:lnTo>
                  <a:lnTo>
                    <a:pt x="392235" y="388851"/>
                  </a:lnTo>
                  <a:lnTo>
                    <a:pt x="419221" y="358889"/>
                  </a:lnTo>
                  <a:lnTo>
                    <a:pt x="441773" y="325873"/>
                  </a:lnTo>
                  <a:lnTo>
                    <a:pt x="459364" y="289392"/>
                  </a:lnTo>
                  <a:lnTo>
                    <a:pt x="470790" y="248448"/>
                  </a:lnTo>
                  <a:lnTo>
                    <a:pt x="474604" y="202048"/>
                  </a:lnTo>
                  <a:lnTo>
                    <a:pt x="473626" y="179502"/>
                  </a:lnTo>
                  <a:lnTo>
                    <a:pt x="470695" y="158049"/>
                  </a:lnTo>
                  <a:lnTo>
                    <a:pt x="465808" y="137685"/>
                  </a:lnTo>
                  <a:lnTo>
                    <a:pt x="461346" y="125111"/>
                  </a:lnTo>
                  <a:close/>
                </a:path>
                <a:path w="1059815" h="723900">
                  <a:moveTo>
                    <a:pt x="243718" y="0"/>
                  </a:moveTo>
                  <a:lnTo>
                    <a:pt x="186901" y="3759"/>
                  </a:lnTo>
                  <a:lnTo>
                    <a:pt x="133049" y="15031"/>
                  </a:lnTo>
                  <a:lnTo>
                    <a:pt x="82173" y="33804"/>
                  </a:lnTo>
                  <a:lnTo>
                    <a:pt x="34290" y="60066"/>
                  </a:lnTo>
                  <a:lnTo>
                    <a:pt x="34290" y="198071"/>
                  </a:lnTo>
                  <a:lnTo>
                    <a:pt x="76714" y="166147"/>
                  </a:lnTo>
                  <a:lnTo>
                    <a:pt x="120167" y="143347"/>
                  </a:lnTo>
                  <a:lnTo>
                    <a:pt x="164626" y="129669"/>
                  </a:lnTo>
                  <a:lnTo>
                    <a:pt x="210068" y="125111"/>
                  </a:lnTo>
                  <a:lnTo>
                    <a:pt x="461346" y="125111"/>
                  </a:lnTo>
                  <a:lnTo>
                    <a:pt x="458967" y="118408"/>
                  </a:lnTo>
                  <a:lnTo>
                    <a:pt x="439731" y="83720"/>
                  </a:lnTo>
                  <a:lnTo>
                    <a:pt x="413522" y="54614"/>
                  </a:lnTo>
                  <a:lnTo>
                    <a:pt x="380466" y="31371"/>
                  </a:lnTo>
                  <a:lnTo>
                    <a:pt x="340735" y="14228"/>
                  </a:lnTo>
                  <a:lnTo>
                    <a:pt x="295038" y="3542"/>
                  </a:lnTo>
                  <a:lnTo>
                    <a:pt x="270072" y="883"/>
                  </a:lnTo>
                  <a:lnTo>
                    <a:pt x="243718" y="0"/>
                  </a:lnTo>
                  <a:close/>
                </a:path>
              </a:pathLst>
            </a:custGeom>
            <a:solidFill>
              <a:srgbClr val="FFFF00"/>
            </a:solidFill>
          </p:spPr>
          <p:txBody>
            <a:bodyPr wrap="square" lIns="0" tIns="0" rIns="0" bIns="0" rtlCol="0"/>
            <a:lstStyle/>
            <a:p>
              <a:endParaRPr/>
            </a:p>
          </p:txBody>
        </p:sp>
        <p:sp>
          <p:nvSpPr>
            <p:cNvPr id="190" name="object 190"/>
            <p:cNvSpPr/>
            <p:nvPr/>
          </p:nvSpPr>
          <p:spPr>
            <a:xfrm>
              <a:off x="7333487" y="5526785"/>
              <a:ext cx="1059815" cy="723900"/>
            </a:xfrm>
            <a:custGeom>
              <a:avLst/>
              <a:gdLst/>
              <a:ahLst/>
              <a:cxnLst/>
              <a:rect l="l" t="t" r="r" b="b"/>
              <a:pathLst>
                <a:path w="1059815" h="723900">
                  <a:moveTo>
                    <a:pt x="828934" y="0"/>
                  </a:moveTo>
                  <a:lnTo>
                    <a:pt x="880254" y="3542"/>
                  </a:lnTo>
                  <a:lnTo>
                    <a:pt x="925951" y="14228"/>
                  </a:lnTo>
                  <a:lnTo>
                    <a:pt x="965682" y="31371"/>
                  </a:lnTo>
                  <a:lnTo>
                    <a:pt x="998738" y="54614"/>
                  </a:lnTo>
                  <a:lnTo>
                    <a:pt x="1024947" y="83720"/>
                  </a:lnTo>
                  <a:lnTo>
                    <a:pt x="1044183" y="118408"/>
                  </a:lnTo>
                  <a:lnTo>
                    <a:pt x="1055910" y="158049"/>
                  </a:lnTo>
                  <a:lnTo>
                    <a:pt x="1059820" y="202048"/>
                  </a:lnTo>
                  <a:lnTo>
                    <a:pt x="1058866" y="225931"/>
                  </a:lnTo>
                  <a:lnTo>
                    <a:pt x="1051243" y="269602"/>
                  </a:lnTo>
                  <a:lnTo>
                    <a:pt x="1036417" y="308067"/>
                  </a:lnTo>
                  <a:lnTo>
                    <a:pt x="1016320" y="342813"/>
                  </a:lnTo>
                  <a:lnTo>
                    <a:pt x="991409" y="374194"/>
                  </a:lnTo>
                  <a:lnTo>
                    <a:pt x="962539" y="402857"/>
                  </a:lnTo>
                  <a:lnTo>
                    <a:pt x="930110" y="429128"/>
                  </a:lnTo>
                  <a:lnTo>
                    <a:pt x="896065" y="454317"/>
                  </a:lnTo>
                  <a:lnTo>
                    <a:pt x="878585" y="466581"/>
                  </a:lnTo>
                  <a:lnTo>
                    <a:pt x="866794" y="475006"/>
                  </a:lnTo>
                  <a:lnTo>
                    <a:pt x="832744" y="500085"/>
                  </a:lnTo>
                  <a:lnTo>
                    <a:pt x="802487" y="524755"/>
                  </a:lnTo>
                  <a:lnTo>
                    <a:pt x="772341" y="556632"/>
                  </a:lnTo>
                  <a:lnTo>
                    <a:pt x="757062" y="593646"/>
                  </a:lnTo>
                  <a:lnTo>
                    <a:pt x="1058814" y="593646"/>
                  </a:lnTo>
                  <a:lnTo>
                    <a:pt x="1058814" y="723698"/>
                  </a:lnTo>
                  <a:lnTo>
                    <a:pt x="585215" y="723698"/>
                  </a:lnTo>
                  <a:lnTo>
                    <a:pt x="585215" y="670096"/>
                  </a:lnTo>
                  <a:lnTo>
                    <a:pt x="589848" y="618282"/>
                  </a:lnTo>
                  <a:lnTo>
                    <a:pt x="603625" y="572060"/>
                  </a:lnTo>
                  <a:lnTo>
                    <a:pt x="624352" y="530864"/>
                  </a:lnTo>
                  <a:lnTo>
                    <a:pt x="649742" y="494132"/>
                  </a:lnTo>
                  <a:lnTo>
                    <a:pt x="678869" y="461623"/>
                  </a:lnTo>
                  <a:lnTo>
                    <a:pt x="710580" y="433078"/>
                  </a:lnTo>
                  <a:lnTo>
                    <a:pt x="742759" y="407830"/>
                  </a:lnTo>
                  <a:lnTo>
                    <a:pt x="773429" y="385190"/>
                  </a:lnTo>
                  <a:lnTo>
                    <a:pt x="788567" y="374144"/>
                  </a:lnTo>
                  <a:lnTo>
                    <a:pt x="828172" y="342506"/>
                  </a:lnTo>
                  <a:lnTo>
                    <a:pt x="859371" y="312125"/>
                  </a:lnTo>
                  <a:lnTo>
                    <a:pt x="887553" y="271618"/>
                  </a:lnTo>
                  <a:lnTo>
                    <a:pt x="899426" y="228918"/>
                  </a:lnTo>
                  <a:lnTo>
                    <a:pt x="899921" y="217419"/>
                  </a:lnTo>
                  <a:lnTo>
                    <a:pt x="898306" y="195989"/>
                  </a:lnTo>
                  <a:lnTo>
                    <a:pt x="874135" y="148434"/>
                  </a:lnTo>
                  <a:lnTo>
                    <a:pt x="820069" y="126569"/>
                  </a:lnTo>
                  <a:lnTo>
                    <a:pt x="795284" y="125111"/>
                  </a:lnTo>
                  <a:lnTo>
                    <a:pt x="749842" y="129669"/>
                  </a:lnTo>
                  <a:lnTo>
                    <a:pt x="705383" y="143347"/>
                  </a:lnTo>
                  <a:lnTo>
                    <a:pt x="661930" y="166147"/>
                  </a:lnTo>
                  <a:lnTo>
                    <a:pt x="619505" y="198071"/>
                  </a:lnTo>
                  <a:lnTo>
                    <a:pt x="619505" y="60066"/>
                  </a:lnTo>
                  <a:lnTo>
                    <a:pt x="667389" y="33804"/>
                  </a:lnTo>
                  <a:lnTo>
                    <a:pt x="718264" y="15031"/>
                  </a:lnTo>
                  <a:lnTo>
                    <a:pt x="772117" y="3759"/>
                  </a:lnTo>
                  <a:lnTo>
                    <a:pt x="828934" y="0"/>
                  </a:lnTo>
                  <a:close/>
                </a:path>
                <a:path w="1059815" h="723900">
                  <a:moveTo>
                    <a:pt x="243718" y="0"/>
                  </a:moveTo>
                  <a:lnTo>
                    <a:pt x="295038" y="3542"/>
                  </a:lnTo>
                  <a:lnTo>
                    <a:pt x="340735" y="14228"/>
                  </a:lnTo>
                  <a:lnTo>
                    <a:pt x="380466" y="31371"/>
                  </a:lnTo>
                  <a:lnTo>
                    <a:pt x="413522" y="54614"/>
                  </a:lnTo>
                  <a:lnTo>
                    <a:pt x="439731" y="83720"/>
                  </a:lnTo>
                  <a:lnTo>
                    <a:pt x="458967" y="118408"/>
                  </a:lnTo>
                  <a:lnTo>
                    <a:pt x="470695" y="158049"/>
                  </a:lnTo>
                  <a:lnTo>
                    <a:pt x="474604" y="202048"/>
                  </a:lnTo>
                  <a:lnTo>
                    <a:pt x="473650" y="225931"/>
                  </a:lnTo>
                  <a:lnTo>
                    <a:pt x="466027" y="269602"/>
                  </a:lnTo>
                  <a:lnTo>
                    <a:pt x="451201" y="308067"/>
                  </a:lnTo>
                  <a:lnTo>
                    <a:pt x="431104" y="342813"/>
                  </a:lnTo>
                  <a:lnTo>
                    <a:pt x="406193" y="374194"/>
                  </a:lnTo>
                  <a:lnTo>
                    <a:pt x="377323" y="402857"/>
                  </a:lnTo>
                  <a:lnTo>
                    <a:pt x="344895" y="429128"/>
                  </a:lnTo>
                  <a:lnTo>
                    <a:pt x="310849" y="454317"/>
                  </a:lnTo>
                  <a:lnTo>
                    <a:pt x="293369" y="466581"/>
                  </a:lnTo>
                  <a:lnTo>
                    <a:pt x="281578" y="475006"/>
                  </a:lnTo>
                  <a:lnTo>
                    <a:pt x="247528" y="500085"/>
                  </a:lnTo>
                  <a:lnTo>
                    <a:pt x="217271" y="524755"/>
                  </a:lnTo>
                  <a:lnTo>
                    <a:pt x="187125" y="556632"/>
                  </a:lnTo>
                  <a:lnTo>
                    <a:pt x="171846" y="593646"/>
                  </a:lnTo>
                  <a:lnTo>
                    <a:pt x="473598" y="593646"/>
                  </a:lnTo>
                  <a:lnTo>
                    <a:pt x="473598" y="723698"/>
                  </a:lnTo>
                  <a:lnTo>
                    <a:pt x="0" y="723698"/>
                  </a:lnTo>
                  <a:lnTo>
                    <a:pt x="0" y="670096"/>
                  </a:lnTo>
                  <a:lnTo>
                    <a:pt x="4632" y="618282"/>
                  </a:lnTo>
                  <a:lnTo>
                    <a:pt x="18409" y="572060"/>
                  </a:lnTo>
                  <a:lnTo>
                    <a:pt x="39136" y="530864"/>
                  </a:lnTo>
                  <a:lnTo>
                    <a:pt x="64526" y="494132"/>
                  </a:lnTo>
                  <a:lnTo>
                    <a:pt x="93653" y="461623"/>
                  </a:lnTo>
                  <a:lnTo>
                    <a:pt x="125364" y="433078"/>
                  </a:lnTo>
                  <a:lnTo>
                    <a:pt x="157543" y="407830"/>
                  </a:lnTo>
                  <a:lnTo>
                    <a:pt x="188213" y="385190"/>
                  </a:lnTo>
                  <a:lnTo>
                    <a:pt x="203351" y="374144"/>
                  </a:lnTo>
                  <a:lnTo>
                    <a:pt x="242956" y="342506"/>
                  </a:lnTo>
                  <a:lnTo>
                    <a:pt x="274155" y="312125"/>
                  </a:lnTo>
                  <a:lnTo>
                    <a:pt x="302337" y="271618"/>
                  </a:lnTo>
                  <a:lnTo>
                    <a:pt x="314210" y="228918"/>
                  </a:lnTo>
                  <a:lnTo>
                    <a:pt x="314705" y="217419"/>
                  </a:lnTo>
                  <a:lnTo>
                    <a:pt x="313090" y="195989"/>
                  </a:lnTo>
                  <a:lnTo>
                    <a:pt x="288919" y="148434"/>
                  </a:lnTo>
                  <a:lnTo>
                    <a:pt x="234853" y="126569"/>
                  </a:lnTo>
                  <a:lnTo>
                    <a:pt x="210068" y="125111"/>
                  </a:lnTo>
                  <a:lnTo>
                    <a:pt x="164626" y="129669"/>
                  </a:lnTo>
                  <a:lnTo>
                    <a:pt x="120167" y="143347"/>
                  </a:lnTo>
                  <a:lnTo>
                    <a:pt x="76714" y="166147"/>
                  </a:lnTo>
                  <a:lnTo>
                    <a:pt x="34289" y="198071"/>
                  </a:lnTo>
                  <a:lnTo>
                    <a:pt x="34289" y="60066"/>
                  </a:lnTo>
                  <a:lnTo>
                    <a:pt x="82173" y="33804"/>
                  </a:lnTo>
                  <a:lnTo>
                    <a:pt x="133049" y="15031"/>
                  </a:lnTo>
                  <a:lnTo>
                    <a:pt x="186901" y="3759"/>
                  </a:lnTo>
                  <a:lnTo>
                    <a:pt x="243718" y="0"/>
                  </a:lnTo>
                  <a:close/>
                </a:path>
              </a:pathLst>
            </a:custGeom>
            <a:ln w="12191">
              <a:solidFill>
                <a:srgbClr val="000000"/>
              </a:solidFill>
            </a:ln>
          </p:spPr>
          <p:txBody>
            <a:bodyPr wrap="square" lIns="0" tIns="0" rIns="0" bIns="0" rtlCol="0"/>
            <a:lstStyle/>
            <a:p>
              <a:endParaRPr/>
            </a:p>
          </p:txBody>
        </p:sp>
        <p:sp>
          <p:nvSpPr>
            <p:cNvPr id="191" name="object 191"/>
            <p:cNvSpPr/>
            <p:nvPr/>
          </p:nvSpPr>
          <p:spPr>
            <a:xfrm>
              <a:off x="6739128" y="5215127"/>
              <a:ext cx="2218944" cy="1345691"/>
            </a:xfrm>
            <a:prstGeom prst="rect">
              <a:avLst/>
            </a:prstGeom>
            <a:blipFill>
              <a:blip r:embed="rId80" cstate="print"/>
              <a:stretch>
                <a:fillRect/>
              </a:stretch>
            </a:blipFill>
          </p:spPr>
          <p:txBody>
            <a:bodyPr wrap="square" lIns="0" tIns="0" rIns="0" bIns="0" rtlCol="0"/>
            <a:lstStyle/>
            <a:p>
              <a:endParaRPr/>
            </a:p>
          </p:txBody>
        </p:sp>
        <p:sp>
          <p:nvSpPr>
            <p:cNvPr id="192" name="object 192"/>
            <p:cNvSpPr/>
            <p:nvPr/>
          </p:nvSpPr>
          <p:spPr>
            <a:xfrm>
              <a:off x="6585204" y="4896611"/>
              <a:ext cx="2558795" cy="1961388"/>
            </a:xfrm>
            <a:prstGeom prst="rect">
              <a:avLst/>
            </a:prstGeom>
            <a:blipFill>
              <a:blip r:embed="rId81" cstate="print"/>
              <a:stretch>
                <a:fillRect/>
              </a:stretch>
            </a:blipFill>
          </p:spPr>
          <p:txBody>
            <a:bodyPr wrap="square" lIns="0" tIns="0" rIns="0" bIns="0" rtlCol="0"/>
            <a:lstStyle/>
            <a:p>
              <a:endParaRPr/>
            </a:p>
          </p:txBody>
        </p:sp>
        <p:sp>
          <p:nvSpPr>
            <p:cNvPr id="193" name="object 193"/>
            <p:cNvSpPr/>
            <p:nvPr/>
          </p:nvSpPr>
          <p:spPr>
            <a:xfrm>
              <a:off x="6820296" y="5275326"/>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989" y="1184087"/>
                  </a:lnTo>
                  <a:lnTo>
                    <a:pt x="1871835" y="1179362"/>
                  </a:lnTo>
                  <a:lnTo>
                    <a:pt x="1915465" y="1165813"/>
                  </a:lnTo>
                  <a:lnTo>
                    <a:pt x="1954943" y="1144375"/>
                  </a:lnTo>
                  <a:lnTo>
                    <a:pt x="1989338" y="1115982"/>
                  </a:lnTo>
                  <a:lnTo>
                    <a:pt x="2017714" y="1081569"/>
                  </a:lnTo>
                  <a:lnTo>
                    <a:pt x="2039139" y="1042073"/>
                  </a:lnTo>
                  <a:lnTo>
                    <a:pt x="2052679" y="998428"/>
                  </a:lnTo>
                  <a:lnTo>
                    <a:pt x="2057399" y="951570"/>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94" name="object 194"/>
            <p:cNvSpPr/>
            <p:nvPr/>
          </p:nvSpPr>
          <p:spPr>
            <a:xfrm>
              <a:off x="6820296" y="52753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70"/>
                  </a:lnTo>
                  <a:lnTo>
                    <a:pt x="2052679" y="998428"/>
                  </a:lnTo>
                  <a:lnTo>
                    <a:pt x="2039139" y="1042073"/>
                  </a:lnTo>
                  <a:lnTo>
                    <a:pt x="2017714" y="1081569"/>
                  </a:lnTo>
                  <a:lnTo>
                    <a:pt x="1989338" y="1115982"/>
                  </a:lnTo>
                  <a:lnTo>
                    <a:pt x="1954943" y="1144375"/>
                  </a:lnTo>
                  <a:lnTo>
                    <a:pt x="1915465" y="1165813"/>
                  </a:lnTo>
                  <a:lnTo>
                    <a:pt x="1871835" y="1179362"/>
                  </a:lnTo>
                  <a:lnTo>
                    <a:pt x="1824989"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95" name="object 195"/>
            <p:cNvSpPr/>
            <p:nvPr/>
          </p:nvSpPr>
          <p:spPr>
            <a:xfrm>
              <a:off x="6626352" y="4917946"/>
              <a:ext cx="2481072" cy="1940052"/>
            </a:xfrm>
            <a:prstGeom prst="rect">
              <a:avLst/>
            </a:prstGeom>
            <a:blipFill>
              <a:blip r:embed="rId82" cstate="print"/>
              <a:stretch>
                <a:fillRect/>
              </a:stretch>
            </a:blipFill>
          </p:spPr>
          <p:txBody>
            <a:bodyPr wrap="square" lIns="0" tIns="0" rIns="0" bIns="0" rtlCol="0"/>
            <a:lstStyle/>
            <a:p>
              <a:endParaRPr/>
            </a:p>
          </p:txBody>
        </p:sp>
        <p:sp>
          <p:nvSpPr>
            <p:cNvPr id="196" name="object 196"/>
            <p:cNvSpPr/>
            <p:nvPr/>
          </p:nvSpPr>
          <p:spPr>
            <a:xfrm>
              <a:off x="7304410" y="5515605"/>
              <a:ext cx="1056005" cy="736600"/>
            </a:xfrm>
            <a:custGeom>
              <a:avLst/>
              <a:gdLst/>
              <a:ahLst/>
              <a:cxnLst/>
              <a:rect l="l" t="t" r="r" b="b"/>
              <a:pathLst>
                <a:path w="1056004" h="736600">
                  <a:moveTo>
                    <a:pt x="602101" y="563831"/>
                  </a:moveTo>
                  <a:lnTo>
                    <a:pt x="602101" y="700326"/>
                  </a:lnTo>
                  <a:lnTo>
                    <a:pt x="639153" y="715959"/>
                  </a:lnTo>
                  <a:lnTo>
                    <a:pt x="681365" y="727124"/>
                  </a:lnTo>
                  <a:lnTo>
                    <a:pt x="728743" y="733822"/>
                  </a:lnTo>
                  <a:lnTo>
                    <a:pt x="781293" y="736055"/>
                  </a:lnTo>
                  <a:lnTo>
                    <a:pt x="842048" y="732427"/>
                  </a:lnTo>
                  <a:lnTo>
                    <a:pt x="895879" y="721541"/>
                  </a:lnTo>
                  <a:lnTo>
                    <a:pt x="942778" y="703392"/>
                  </a:lnTo>
                  <a:lnTo>
                    <a:pt x="982736" y="677978"/>
                  </a:lnTo>
                  <a:lnTo>
                    <a:pt x="1014652" y="646340"/>
                  </a:lnTo>
                  <a:lnTo>
                    <a:pt x="1033468" y="615945"/>
                  </a:lnTo>
                  <a:lnTo>
                    <a:pt x="768858" y="615945"/>
                  </a:lnTo>
                  <a:lnTo>
                    <a:pt x="722717" y="612687"/>
                  </a:lnTo>
                  <a:lnTo>
                    <a:pt x="679536" y="602913"/>
                  </a:lnTo>
                  <a:lnTo>
                    <a:pt x="639327" y="586626"/>
                  </a:lnTo>
                  <a:lnTo>
                    <a:pt x="602101" y="563831"/>
                  </a:lnTo>
                  <a:close/>
                </a:path>
                <a:path w="1056004" h="736600">
                  <a:moveTo>
                    <a:pt x="1023927" y="119597"/>
                  </a:moveTo>
                  <a:lnTo>
                    <a:pt x="767852" y="119597"/>
                  </a:lnTo>
                  <a:lnTo>
                    <a:pt x="814520" y="125026"/>
                  </a:lnTo>
                  <a:lnTo>
                    <a:pt x="847858" y="141314"/>
                  </a:lnTo>
                  <a:lnTo>
                    <a:pt x="867863" y="168460"/>
                  </a:lnTo>
                  <a:lnTo>
                    <a:pt x="874532" y="206465"/>
                  </a:lnTo>
                  <a:lnTo>
                    <a:pt x="865858" y="246854"/>
                  </a:lnTo>
                  <a:lnTo>
                    <a:pt x="839823" y="275705"/>
                  </a:lnTo>
                  <a:lnTo>
                    <a:pt x="796402" y="293015"/>
                  </a:lnTo>
                  <a:lnTo>
                    <a:pt x="735573" y="298786"/>
                  </a:lnTo>
                  <a:lnTo>
                    <a:pt x="674491" y="298786"/>
                  </a:lnTo>
                  <a:lnTo>
                    <a:pt x="674491" y="418898"/>
                  </a:lnTo>
                  <a:lnTo>
                    <a:pt x="740542" y="418898"/>
                  </a:lnTo>
                  <a:lnTo>
                    <a:pt x="774871" y="420510"/>
                  </a:lnTo>
                  <a:lnTo>
                    <a:pt x="831826" y="433413"/>
                  </a:lnTo>
                  <a:lnTo>
                    <a:pt x="872606" y="458979"/>
                  </a:lnTo>
                  <a:lnTo>
                    <a:pt x="893292" y="495706"/>
                  </a:lnTo>
                  <a:lnTo>
                    <a:pt x="895868" y="518160"/>
                  </a:lnTo>
                  <a:lnTo>
                    <a:pt x="893773" y="539971"/>
                  </a:lnTo>
                  <a:lnTo>
                    <a:pt x="877055" y="575957"/>
                  </a:lnTo>
                  <a:lnTo>
                    <a:pt x="844021" y="601424"/>
                  </a:lnTo>
                  <a:lnTo>
                    <a:pt x="797208" y="614332"/>
                  </a:lnTo>
                  <a:lnTo>
                    <a:pt x="768858" y="615945"/>
                  </a:lnTo>
                  <a:lnTo>
                    <a:pt x="1033468" y="615945"/>
                  </a:lnTo>
                  <a:lnTo>
                    <a:pt x="1037466" y="609488"/>
                  </a:lnTo>
                  <a:lnTo>
                    <a:pt x="1051166" y="567424"/>
                  </a:lnTo>
                  <a:lnTo>
                    <a:pt x="1055735" y="520147"/>
                  </a:lnTo>
                  <a:lnTo>
                    <a:pt x="1053000" y="488429"/>
                  </a:lnTo>
                  <a:lnTo>
                    <a:pt x="1031149" y="432713"/>
                  </a:lnTo>
                  <a:lnTo>
                    <a:pt x="988251" y="388259"/>
                  </a:lnTo>
                  <a:lnTo>
                    <a:pt x="928681" y="360841"/>
                  </a:lnTo>
                  <a:lnTo>
                    <a:pt x="892942" y="353878"/>
                  </a:lnTo>
                  <a:lnTo>
                    <a:pt x="892942" y="351388"/>
                  </a:lnTo>
                  <a:lnTo>
                    <a:pt x="943890" y="333129"/>
                  </a:lnTo>
                  <a:lnTo>
                    <a:pt x="983501" y="306528"/>
                  </a:lnTo>
                  <a:lnTo>
                    <a:pt x="1011784" y="271587"/>
                  </a:lnTo>
                  <a:lnTo>
                    <a:pt x="1028747" y="228307"/>
                  </a:lnTo>
                  <a:lnTo>
                    <a:pt x="1034399" y="176689"/>
                  </a:lnTo>
                  <a:lnTo>
                    <a:pt x="1030595" y="139303"/>
                  </a:lnTo>
                  <a:lnTo>
                    <a:pt x="1023927" y="119597"/>
                  </a:lnTo>
                  <a:close/>
                </a:path>
                <a:path w="1056004" h="736600">
                  <a:moveTo>
                    <a:pt x="803513" y="0"/>
                  </a:moveTo>
                  <a:lnTo>
                    <a:pt x="755231" y="2357"/>
                  </a:lnTo>
                  <a:lnTo>
                    <a:pt x="710020" y="9429"/>
                  </a:lnTo>
                  <a:lnTo>
                    <a:pt x="667901" y="21216"/>
                  </a:lnTo>
                  <a:lnTo>
                    <a:pt x="628893" y="37719"/>
                  </a:lnTo>
                  <a:lnTo>
                    <a:pt x="628893" y="165759"/>
                  </a:lnTo>
                  <a:lnTo>
                    <a:pt x="662873" y="145566"/>
                  </a:lnTo>
                  <a:lnTo>
                    <a:pt x="697367" y="131140"/>
                  </a:lnTo>
                  <a:lnTo>
                    <a:pt x="732363" y="122483"/>
                  </a:lnTo>
                  <a:lnTo>
                    <a:pt x="767852" y="119597"/>
                  </a:lnTo>
                  <a:lnTo>
                    <a:pt x="1023927" y="119597"/>
                  </a:lnTo>
                  <a:lnTo>
                    <a:pt x="1019186" y="105583"/>
                  </a:lnTo>
                  <a:lnTo>
                    <a:pt x="973592" y="49149"/>
                  </a:lnTo>
                  <a:lnTo>
                    <a:pt x="940168" y="27646"/>
                  </a:lnTo>
                  <a:lnTo>
                    <a:pt x="900691" y="12287"/>
                  </a:lnTo>
                  <a:lnTo>
                    <a:pt x="855145" y="3071"/>
                  </a:lnTo>
                  <a:lnTo>
                    <a:pt x="803513" y="0"/>
                  </a:lnTo>
                  <a:close/>
                </a:path>
                <a:path w="1056004" h="736600">
                  <a:moveTo>
                    <a:pt x="461223" y="125062"/>
                  </a:moveTo>
                  <a:lnTo>
                    <a:pt x="209915" y="125062"/>
                  </a:lnTo>
                  <a:lnTo>
                    <a:pt x="234782" y="126520"/>
                  </a:lnTo>
                  <a:lnTo>
                    <a:pt x="256214" y="130894"/>
                  </a:lnTo>
                  <a:lnTo>
                    <a:pt x="300137" y="161447"/>
                  </a:lnTo>
                  <a:lnTo>
                    <a:pt x="314706" y="217371"/>
                  </a:lnTo>
                  <a:lnTo>
                    <a:pt x="314203" y="228871"/>
                  </a:lnTo>
                  <a:lnTo>
                    <a:pt x="302191" y="271572"/>
                  </a:lnTo>
                  <a:lnTo>
                    <a:pt x="274151" y="312076"/>
                  </a:lnTo>
                  <a:lnTo>
                    <a:pt x="242956" y="342458"/>
                  </a:lnTo>
                  <a:lnTo>
                    <a:pt x="203171" y="374146"/>
                  </a:lnTo>
                  <a:lnTo>
                    <a:pt x="173018" y="396141"/>
                  </a:lnTo>
                  <a:lnTo>
                    <a:pt x="157524" y="407791"/>
                  </a:lnTo>
                  <a:lnTo>
                    <a:pt x="125333" y="433029"/>
                  </a:lnTo>
                  <a:lnTo>
                    <a:pt x="93592" y="461577"/>
                  </a:lnTo>
                  <a:lnTo>
                    <a:pt x="64526" y="494096"/>
                  </a:lnTo>
                  <a:lnTo>
                    <a:pt x="39063" y="530821"/>
                  </a:lnTo>
                  <a:lnTo>
                    <a:pt x="18288" y="572012"/>
                  </a:lnTo>
                  <a:lnTo>
                    <a:pt x="4572" y="618239"/>
                  </a:lnTo>
                  <a:lnTo>
                    <a:pt x="0" y="670047"/>
                  </a:lnTo>
                  <a:lnTo>
                    <a:pt x="0" y="723650"/>
                  </a:lnTo>
                  <a:lnTo>
                    <a:pt x="473445" y="723650"/>
                  </a:lnTo>
                  <a:lnTo>
                    <a:pt x="473445" y="593598"/>
                  </a:lnTo>
                  <a:lnTo>
                    <a:pt x="171693" y="593598"/>
                  </a:lnTo>
                  <a:lnTo>
                    <a:pt x="172315" y="586562"/>
                  </a:lnTo>
                  <a:lnTo>
                    <a:pt x="193292" y="548755"/>
                  </a:lnTo>
                  <a:lnTo>
                    <a:pt x="226607" y="516547"/>
                  </a:lnTo>
                  <a:lnTo>
                    <a:pt x="258565" y="491720"/>
                  </a:lnTo>
                  <a:lnTo>
                    <a:pt x="310826" y="454276"/>
                  </a:lnTo>
                  <a:lnTo>
                    <a:pt x="327957" y="441791"/>
                  </a:lnTo>
                  <a:lnTo>
                    <a:pt x="361309" y="416170"/>
                  </a:lnTo>
                  <a:lnTo>
                    <a:pt x="392159" y="388805"/>
                  </a:lnTo>
                  <a:lnTo>
                    <a:pt x="419100" y="358841"/>
                  </a:lnTo>
                  <a:lnTo>
                    <a:pt x="441700" y="325831"/>
                  </a:lnTo>
                  <a:lnTo>
                    <a:pt x="459364" y="289346"/>
                  </a:lnTo>
                  <a:lnTo>
                    <a:pt x="470683" y="248401"/>
                  </a:lnTo>
                  <a:lnTo>
                    <a:pt x="474482" y="202000"/>
                  </a:lnTo>
                  <a:lnTo>
                    <a:pt x="473504" y="179462"/>
                  </a:lnTo>
                  <a:lnTo>
                    <a:pt x="470573" y="158010"/>
                  </a:lnTo>
                  <a:lnTo>
                    <a:pt x="465686" y="137643"/>
                  </a:lnTo>
                  <a:lnTo>
                    <a:pt x="461223" y="125062"/>
                  </a:lnTo>
                  <a:close/>
                </a:path>
                <a:path w="1056004" h="736600">
                  <a:moveTo>
                    <a:pt x="243718" y="0"/>
                  </a:moveTo>
                  <a:lnTo>
                    <a:pt x="186901" y="3743"/>
                  </a:lnTo>
                  <a:lnTo>
                    <a:pt x="133049" y="14988"/>
                  </a:lnTo>
                  <a:lnTo>
                    <a:pt x="82173" y="33759"/>
                  </a:lnTo>
                  <a:lnTo>
                    <a:pt x="34290" y="60079"/>
                  </a:lnTo>
                  <a:lnTo>
                    <a:pt x="34290" y="198025"/>
                  </a:lnTo>
                  <a:lnTo>
                    <a:pt x="76694" y="166101"/>
                  </a:lnTo>
                  <a:lnTo>
                    <a:pt x="120102" y="143300"/>
                  </a:lnTo>
                  <a:lnTo>
                    <a:pt x="164510" y="129621"/>
                  </a:lnTo>
                  <a:lnTo>
                    <a:pt x="209915" y="125062"/>
                  </a:lnTo>
                  <a:lnTo>
                    <a:pt x="461223" y="125062"/>
                  </a:lnTo>
                  <a:lnTo>
                    <a:pt x="458845" y="118359"/>
                  </a:lnTo>
                  <a:lnTo>
                    <a:pt x="439685" y="83687"/>
                  </a:lnTo>
                  <a:lnTo>
                    <a:pt x="413369" y="54614"/>
                  </a:lnTo>
                  <a:lnTo>
                    <a:pt x="380344" y="31310"/>
                  </a:lnTo>
                  <a:lnTo>
                    <a:pt x="340735" y="14097"/>
                  </a:lnTo>
                  <a:lnTo>
                    <a:pt x="294981" y="3525"/>
                  </a:lnTo>
                  <a:lnTo>
                    <a:pt x="270051" y="881"/>
                  </a:lnTo>
                  <a:lnTo>
                    <a:pt x="243718" y="0"/>
                  </a:lnTo>
                  <a:close/>
                </a:path>
              </a:pathLst>
            </a:custGeom>
            <a:solidFill>
              <a:srgbClr val="FFFF00"/>
            </a:solidFill>
          </p:spPr>
          <p:txBody>
            <a:bodyPr wrap="square" lIns="0" tIns="0" rIns="0" bIns="0" rtlCol="0"/>
            <a:lstStyle/>
            <a:p>
              <a:endParaRPr/>
            </a:p>
          </p:txBody>
        </p:sp>
        <p:sp>
          <p:nvSpPr>
            <p:cNvPr id="197" name="object 197"/>
            <p:cNvSpPr/>
            <p:nvPr/>
          </p:nvSpPr>
          <p:spPr>
            <a:xfrm>
              <a:off x="7304409" y="5515605"/>
              <a:ext cx="1056005" cy="736600"/>
            </a:xfrm>
            <a:custGeom>
              <a:avLst/>
              <a:gdLst/>
              <a:ahLst/>
              <a:cxnLst/>
              <a:rect l="l" t="t" r="r" b="b"/>
              <a:pathLst>
                <a:path w="1056004" h="736600">
                  <a:moveTo>
                    <a:pt x="803513" y="0"/>
                  </a:moveTo>
                  <a:lnTo>
                    <a:pt x="855145" y="3071"/>
                  </a:lnTo>
                  <a:lnTo>
                    <a:pt x="900691" y="12287"/>
                  </a:lnTo>
                  <a:lnTo>
                    <a:pt x="940167" y="27646"/>
                  </a:lnTo>
                  <a:lnTo>
                    <a:pt x="973592" y="49148"/>
                  </a:lnTo>
                  <a:lnTo>
                    <a:pt x="1019186" y="105583"/>
                  </a:lnTo>
                  <a:lnTo>
                    <a:pt x="1034399" y="176689"/>
                  </a:lnTo>
                  <a:lnTo>
                    <a:pt x="1028747" y="228307"/>
                  </a:lnTo>
                  <a:lnTo>
                    <a:pt x="1011784" y="271587"/>
                  </a:lnTo>
                  <a:lnTo>
                    <a:pt x="983501" y="306528"/>
                  </a:lnTo>
                  <a:lnTo>
                    <a:pt x="943890" y="333129"/>
                  </a:lnTo>
                  <a:lnTo>
                    <a:pt x="892942" y="351388"/>
                  </a:lnTo>
                  <a:lnTo>
                    <a:pt x="892942" y="353878"/>
                  </a:lnTo>
                  <a:lnTo>
                    <a:pt x="960455" y="372300"/>
                  </a:lnTo>
                  <a:lnTo>
                    <a:pt x="1012057" y="408718"/>
                  </a:lnTo>
                  <a:lnTo>
                    <a:pt x="1044801" y="459284"/>
                  </a:lnTo>
                  <a:lnTo>
                    <a:pt x="1055735" y="520147"/>
                  </a:lnTo>
                  <a:lnTo>
                    <a:pt x="1051166" y="567424"/>
                  </a:lnTo>
                  <a:lnTo>
                    <a:pt x="1037466" y="609488"/>
                  </a:lnTo>
                  <a:lnTo>
                    <a:pt x="1014652" y="646340"/>
                  </a:lnTo>
                  <a:lnTo>
                    <a:pt x="982736" y="677978"/>
                  </a:lnTo>
                  <a:lnTo>
                    <a:pt x="942778" y="703392"/>
                  </a:lnTo>
                  <a:lnTo>
                    <a:pt x="895879" y="721541"/>
                  </a:lnTo>
                  <a:lnTo>
                    <a:pt x="842048" y="732427"/>
                  </a:lnTo>
                  <a:lnTo>
                    <a:pt x="781293" y="736055"/>
                  </a:lnTo>
                  <a:lnTo>
                    <a:pt x="728743" y="733822"/>
                  </a:lnTo>
                  <a:lnTo>
                    <a:pt x="681365" y="727124"/>
                  </a:lnTo>
                  <a:lnTo>
                    <a:pt x="639153" y="715959"/>
                  </a:lnTo>
                  <a:lnTo>
                    <a:pt x="602101" y="700326"/>
                  </a:lnTo>
                  <a:lnTo>
                    <a:pt x="602101" y="563831"/>
                  </a:lnTo>
                  <a:lnTo>
                    <a:pt x="639327" y="586626"/>
                  </a:lnTo>
                  <a:lnTo>
                    <a:pt x="679536" y="602913"/>
                  </a:lnTo>
                  <a:lnTo>
                    <a:pt x="722716" y="612687"/>
                  </a:lnTo>
                  <a:lnTo>
                    <a:pt x="768857" y="615945"/>
                  </a:lnTo>
                  <a:lnTo>
                    <a:pt x="797208" y="614332"/>
                  </a:lnTo>
                  <a:lnTo>
                    <a:pt x="844021" y="601424"/>
                  </a:lnTo>
                  <a:lnTo>
                    <a:pt x="877055" y="575957"/>
                  </a:lnTo>
                  <a:lnTo>
                    <a:pt x="893773" y="539971"/>
                  </a:lnTo>
                  <a:lnTo>
                    <a:pt x="895868" y="518159"/>
                  </a:lnTo>
                  <a:lnTo>
                    <a:pt x="893292" y="495706"/>
                  </a:lnTo>
                  <a:lnTo>
                    <a:pt x="872606" y="458979"/>
                  </a:lnTo>
                  <a:lnTo>
                    <a:pt x="831826" y="433413"/>
                  </a:lnTo>
                  <a:lnTo>
                    <a:pt x="774871" y="420510"/>
                  </a:lnTo>
                  <a:lnTo>
                    <a:pt x="740542" y="418898"/>
                  </a:lnTo>
                  <a:lnTo>
                    <a:pt x="674491" y="418898"/>
                  </a:lnTo>
                  <a:lnTo>
                    <a:pt x="674491" y="298786"/>
                  </a:lnTo>
                  <a:lnTo>
                    <a:pt x="735573" y="298786"/>
                  </a:lnTo>
                  <a:lnTo>
                    <a:pt x="796402" y="293015"/>
                  </a:lnTo>
                  <a:lnTo>
                    <a:pt x="839823" y="275705"/>
                  </a:lnTo>
                  <a:lnTo>
                    <a:pt x="865858" y="246854"/>
                  </a:lnTo>
                  <a:lnTo>
                    <a:pt x="874532" y="206465"/>
                  </a:lnTo>
                  <a:lnTo>
                    <a:pt x="867863" y="168460"/>
                  </a:lnTo>
                  <a:lnTo>
                    <a:pt x="847858" y="141314"/>
                  </a:lnTo>
                  <a:lnTo>
                    <a:pt x="814520" y="125026"/>
                  </a:lnTo>
                  <a:lnTo>
                    <a:pt x="767852" y="119597"/>
                  </a:lnTo>
                  <a:lnTo>
                    <a:pt x="732363" y="122483"/>
                  </a:lnTo>
                  <a:lnTo>
                    <a:pt x="697367" y="131140"/>
                  </a:lnTo>
                  <a:lnTo>
                    <a:pt x="662873" y="145566"/>
                  </a:lnTo>
                  <a:lnTo>
                    <a:pt x="628893" y="165759"/>
                  </a:lnTo>
                  <a:lnTo>
                    <a:pt x="628893" y="37718"/>
                  </a:lnTo>
                  <a:lnTo>
                    <a:pt x="667901" y="21216"/>
                  </a:lnTo>
                  <a:lnTo>
                    <a:pt x="710020" y="9429"/>
                  </a:lnTo>
                  <a:lnTo>
                    <a:pt x="755231" y="2357"/>
                  </a:lnTo>
                  <a:lnTo>
                    <a:pt x="803513" y="0"/>
                  </a:lnTo>
                  <a:close/>
                </a:path>
                <a:path w="1056004" h="736600">
                  <a:moveTo>
                    <a:pt x="243718" y="0"/>
                  </a:moveTo>
                  <a:lnTo>
                    <a:pt x="294981" y="3525"/>
                  </a:lnTo>
                  <a:lnTo>
                    <a:pt x="340735" y="14096"/>
                  </a:lnTo>
                  <a:lnTo>
                    <a:pt x="380344" y="31310"/>
                  </a:lnTo>
                  <a:lnTo>
                    <a:pt x="413369" y="54614"/>
                  </a:lnTo>
                  <a:lnTo>
                    <a:pt x="439685" y="83687"/>
                  </a:lnTo>
                  <a:lnTo>
                    <a:pt x="458845" y="118359"/>
                  </a:lnTo>
                  <a:lnTo>
                    <a:pt x="470573" y="158010"/>
                  </a:lnTo>
                  <a:lnTo>
                    <a:pt x="474482" y="202000"/>
                  </a:lnTo>
                  <a:lnTo>
                    <a:pt x="473530" y="225883"/>
                  </a:lnTo>
                  <a:lnTo>
                    <a:pt x="465956" y="269555"/>
                  </a:lnTo>
                  <a:lnTo>
                    <a:pt x="451135" y="308022"/>
                  </a:lnTo>
                  <a:lnTo>
                    <a:pt x="431031" y="342771"/>
                  </a:lnTo>
                  <a:lnTo>
                    <a:pt x="406122" y="374146"/>
                  </a:lnTo>
                  <a:lnTo>
                    <a:pt x="377219" y="402814"/>
                  </a:lnTo>
                  <a:lnTo>
                    <a:pt x="344779" y="429089"/>
                  </a:lnTo>
                  <a:lnTo>
                    <a:pt x="310826" y="454276"/>
                  </a:lnTo>
                  <a:lnTo>
                    <a:pt x="293369" y="466545"/>
                  </a:lnTo>
                  <a:lnTo>
                    <a:pt x="281558" y="474963"/>
                  </a:lnTo>
                  <a:lnTo>
                    <a:pt x="247406" y="500051"/>
                  </a:lnTo>
                  <a:lnTo>
                    <a:pt x="217183" y="524708"/>
                  </a:lnTo>
                  <a:lnTo>
                    <a:pt x="187007" y="556589"/>
                  </a:lnTo>
                  <a:lnTo>
                    <a:pt x="171693" y="593597"/>
                  </a:lnTo>
                  <a:lnTo>
                    <a:pt x="473445" y="593597"/>
                  </a:lnTo>
                  <a:lnTo>
                    <a:pt x="473445" y="723650"/>
                  </a:lnTo>
                  <a:lnTo>
                    <a:pt x="0" y="723650"/>
                  </a:lnTo>
                  <a:lnTo>
                    <a:pt x="0" y="670047"/>
                  </a:lnTo>
                  <a:lnTo>
                    <a:pt x="4571" y="618239"/>
                  </a:lnTo>
                  <a:lnTo>
                    <a:pt x="18287" y="572012"/>
                  </a:lnTo>
                  <a:lnTo>
                    <a:pt x="39063" y="530821"/>
                  </a:lnTo>
                  <a:lnTo>
                    <a:pt x="64526" y="494096"/>
                  </a:lnTo>
                  <a:lnTo>
                    <a:pt x="93592" y="461577"/>
                  </a:lnTo>
                  <a:lnTo>
                    <a:pt x="125333" y="433029"/>
                  </a:lnTo>
                  <a:lnTo>
                    <a:pt x="157524" y="407791"/>
                  </a:lnTo>
                  <a:lnTo>
                    <a:pt x="203231" y="374102"/>
                  </a:lnTo>
                  <a:lnTo>
                    <a:pt x="217421" y="363306"/>
                  </a:lnTo>
                  <a:lnTo>
                    <a:pt x="254284" y="332301"/>
                  </a:lnTo>
                  <a:lnTo>
                    <a:pt x="282701" y="302014"/>
                  </a:lnTo>
                  <a:lnTo>
                    <a:pt x="306689" y="261305"/>
                  </a:lnTo>
                  <a:lnTo>
                    <a:pt x="314705" y="217371"/>
                  </a:lnTo>
                  <a:lnTo>
                    <a:pt x="313088" y="195940"/>
                  </a:lnTo>
                  <a:lnTo>
                    <a:pt x="288797" y="148388"/>
                  </a:lnTo>
                  <a:lnTo>
                    <a:pt x="234782" y="126520"/>
                  </a:lnTo>
                  <a:lnTo>
                    <a:pt x="209915" y="125062"/>
                  </a:lnTo>
                  <a:lnTo>
                    <a:pt x="164510" y="129621"/>
                  </a:lnTo>
                  <a:lnTo>
                    <a:pt x="120102" y="143300"/>
                  </a:lnTo>
                  <a:lnTo>
                    <a:pt x="76694" y="166101"/>
                  </a:lnTo>
                  <a:lnTo>
                    <a:pt x="34289" y="198025"/>
                  </a:lnTo>
                  <a:lnTo>
                    <a:pt x="34289" y="60079"/>
                  </a:lnTo>
                  <a:lnTo>
                    <a:pt x="82173" y="33759"/>
                  </a:lnTo>
                  <a:lnTo>
                    <a:pt x="133049" y="14988"/>
                  </a:lnTo>
                  <a:lnTo>
                    <a:pt x="186901" y="3743"/>
                  </a:lnTo>
                  <a:lnTo>
                    <a:pt x="243718" y="0"/>
                  </a:lnTo>
                  <a:close/>
                </a:path>
              </a:pathLst>
            </a:custGeom>
            <a:ln w="12191">
              <a:solidFill>
                <a:srgbClr val="000000"/>
              </a:solidFill>
            </a:ln>
          </p:spPr>
          <p:txBody>
            <a:bodyPr wrap="square" lIns="0" tIns="0" rIns="0" bIns="0" rtlCol="0"/>
            <a:lstStyle/>
            <a:p>
              <a:endParaRPr/>
            </a:p>
          </p:txBody>
        </p:sp>
        <p:sp>
          <p:nvSpPr>
            <p:cNvPr id="198" name="object 198"/>
            <p:cNvSpPr/>
            <p:nvPr/>
          </p:nvSpPr>
          <p:spPr>
            <a:xfrm>
              <a:off x="6780276" y="5244083"/>
              <a:ext cx="2218944" cy="1345691"/>
            </a:xfrm>
            <a:prstGeom prst="rect">
              <a:avLst/>
            </a:prstGeom>
            <a:blipFill>
              <a:blip r:embed="rId83" cstate="print"/>
              <a:stretch>
                <a:fillRect/>
              </a:stretch>
            </a:blipFill>
          </p:spPr>
          <p:txBody>
            <a:bodyPr wrap="square" lIns="0" tIns="0" rIns="0" bIns="0" rtlCol="0"/>
            <a:lstStyle/>
            <a:p>
              <a:endParaRPr/>
            </a:p>
          </p:txBody>
        </p:sp>
        <p:sp>
          <p:nvSpPr>
            <p:cNvPr id="199" name="object 199"/>
            <p:cNvSpPr/>
            <p:nvPr/>
          </p:nvSpPr>
          <p:spPr>
            <a:xfrm>
              <a:off x="6626352" y="4927090"/>
              <a:ext cx="2517647" cy="1930908"/>
            </a:xfrm>
            <a:prstGeom prst="rect">
              <a:avLst/>
            </a:prstGeom>
            <a:blipFill>
              <a:blip r:embed="rId84" cstate="print"/>
              <a:stretch>
                <a:fillRect/>
              </a:stretch>
            </a:blipFill>
          </p:spPr>
          <p:txBody>
            <a:bodyPr wrap="square" lIns="0" tIns="0" rIns="0" bIns="0" rtlCol="0"/>
            <a:lstStyle/>
            <a:p>
              <a:endParaRPr/>
            </a:p>
          </p:txBody>
        </p:sp>
        <p:sp>
          <p:nvSpPr>
            <p:cNvPr id="200" name="object 200"/>
            <p:cNvSpPr/>
            <p:nvPr/>
          </p:nvSpPr>
          <p:spPr>
            <a:xfrm>
              <a:off x="6861809" y="5305294"/>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58"/>
                  </a:lnTo>
                  <a:lnTo>
                    <a:pt x="4720" y="998424"/>
                  </a:lnTo>
                  <a:lnTo>
                    <a:pt x="18262" y="1042073"/>
                  </a:lnTo>
                  <a:lnTo>
                    <a:pt x="39691" y="1081572"/>
                  </a:lnTo>
                  <a:lnTo>
                    <a:pt x="68077" y="1115985"/>
                  </a:lnTo>
                  <a:lnTo>
                    <a:pt x="102486" y="1144377"/>
                  </a:lnTo>
                  <a:lnTo>
                    <a:pt x="141986" y="1165815"/>
                  </a:lnTo>
                  <a:lnTo>
                    <a:pt x="185645" y="1179363"/>
                  </a:lnTo>
                  <a:lnTo>
                    <a:pt x="232531"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1" name="object 201"/>
            <p:cNvSpPr/>
            <p:nvPr/>
          </p:nvSpPr>
          <p:spPr>
            <a:xfrm>
              <a:off x="6861809" y="5305294"/>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531" y="1184087"/>
                  </a:lnTo>
                  <a:lnTo>
                    <a:pt x="185645" y="1179363"/>
                  </a:lnTo>
                  <a:lnTo>
                    <a:pt x="141986" y="1165815"/>
                  </a:lnTo>
                  <a:lnTo>
                    <a:pt x="102486" y="1144377"/>
                  </a:lnTo>
                  <a:lnTo>
                    <a:pt x="68077" y="1115985"/>
                  </a:lnTo>
                  <a:lnTo>
                    <a:pt x="39691" y="1081572"/>
                  </a:lnTo>
                  <a:lnTo>
                    <a:pt x="18262" y="1042073"/>
                  </a:lnTo>
                  <a:lnTo>
                    <a:pt x="4720"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202" name="object 202"/>
            <p:cNvSpPr/>
            <p:nvPr/>
          </p:nvSpPr>
          <p:spPr>
            <a:xfrm>
              <a:off x="6667500" y="4948426"/>
              <a:ext cx="2476500" cy="1909571"/>
            </a:xfrm>
            <a:prstGeom prst="rect">
              <a:avLst/>
            </a:prstGeom>
            <a:blipFill>
              <a:blip r:embed="rId85" cstate="print"/>
              <a:stretch>
                <a:fillRect/>
              </a:stretch>
            </a:blipFill>
          </p:spPr>
          <p:txBody>
            <a:bodyPr wrap="square" lIns="0" tIns="0" rIns="0" bIns="0" rtlCol="0"/>
            <a:lstStyle/>
            <a:p>
              <a:endParaRPr/>
            </a:p>
          </p:txBody>
        </p:sp>
        <p:sp>
          <p:nvSpPr>
            <p:cNvPr id="203" name="object 203"/>
            <p:cNvSpPr/>
            <p:nvPr/>
          </p:nvSpPr>
          <p:spPr>
            <a:xfrm>
              <a:off x="7345802" y="5545585"/>
              <a:ext cx="1102360" cy="723900"/>
            </a:xfrm>
            <a:custGeom>
              <a:avLst/>
              <a:gdLst/>
              <a:ahLst/>
              <a:cxnLst/>
              <a:rect l="l" t="t" r="r" b="b"/>
              <a:pathLst>
                <a:path w="1102359" h="723900">
                  <a:moveTo>
                    <a:pt x="1016508" y="577714"/>
                  </a:moveTo>
                  <a:lnTo>
                    <a:pt x="873648" y="577714"/>
                  </a:lnTo>
                  <a:lnTo>
                    <a:pt x="873648" y="723637"/>
                  </a:lnTo>
                  <a:lnTo>
                    <a:pt x="1016508" y="723637"/>
                  </a:lnTo>
                  <a:lnTo>
                    <a:pt x="1016508" y="577714"/>
                  </a:lnTo>
                  <a:close/>
                </a:path>
                <a:path w="1102359" h="723900">
                  <a:moveTo>
                    <a:pt x="1016508" y="11929"/>
                  </a:moveTo>
                  <a:lnTo>
                    <a:pt x="871087" y="11929"/>
                  </a:lnTo>
                  <a:lnTo>
                    <a:pt x="858045" y="39033"/>
                  </a:lnTo>
                  <a:lnTo>
                    <a:pt x="843648" y="66798"/>
                  </a:lnTo>
                  <a:lnTo>
                    <a:pt x="810768" y="124300"/>
                  </a:lnTo>
                  <a:lnTo>
                    <a:pt x="773898" y="182936"/>
                  </a:lnTo>
                  <a:lnTo>
                    <a:pt x="734080" y="241197"/>
                  </a:lnTo>
                  <a:lnTo>
                    <a:pt x="692162" y="298460"/>
                  </a:lnTo>
                  <a:lnTo>
                    <a:pt x="648736" y="354116"/>
                  </a:lnTo>
                  <a:lnTo>
                    <a:pt x="605298" y="406781"/>
                  </a:lnTo>
                  <a:lnTo>
                    <a:pt x="563392" y="455115"/>
                  </a:lnTo>
                  <a:lnTo>
                    <a:pt x="563392" y="577714"/>
                  </a:lnTo>
                  <a:lnTo>
                    <a:pt x="1101852" y="577714"/>
                  </a:lnTo>
                  <a:lnTo>
                    <a:pt x="1101852" y="460568"/>
                  </a:lnTo>
                  <a:lnTo>
                    <a:pt x="703844" y="460568"/>
                  </a:lnTo>
                  <a:lnTo>
                    <a:pt x="714611" y="447185"/>
                  </a:lnTo>
                  <a:lnTo>
                    <a:pt x="748040" y="404241"/>
                  </a:lnTo>
                  <a:lnTo>
                    <a:pt x="782008" y="358082"/>
                  </a:lnTo>
                  <a:lnTo>
                    <a:pt x="804272" y="326129"/>
                  </a:lnTo>
                  <a:lnTo>
                    <a:pt x="825603" y="293617"/>
                  </a:lnTo>
                  <a:lnTo>
                    <a:pt x="845869" y="260721"/>
                  </a:lnTo>
                  <a:lnTo>
                    <a:pt x="873648" y="211906"/>
                  </a:lnTo>
                  <a:lnTo>
                    <a:pt x="1016508" y="211906"/>
                  </a:lnTo>
                  <a:lnTo>
                    <a:pt x="1016508" y="11929"/>
                  </a:lnTo>
                  <a:close/>
                </a:path>
                <a:path w="1102359" h="723900">
                  <a:moveTo>
                    <a:pt x="1016508" y="211906"/>
                  </a:moveTo>
                  <a:lnTo>
                    <a:pt x="873648" y="211906"/>
                  </a:lnTo>
                  <a:lnTo>
                    <a:pt x="873648" y="460568"/>
                  </a:lnTo>
                  <a:lnTo>
                    <a:pt x="1016508" y="460568"/>
                  </a:lnTo>
                  <a:lnTo>
                    <a:pt x="1016508" y="211906"/>
                  </a:lnTo>
                  <a:close/>
                </a:path>
                <a:path w="1102359" h="723900">
                  <a:moveTo>
                    <a:pt x="461224" y="125050"/>
                  </a:moveTo>
                  <a:lnTo>
                    <a:pt x="209946" y="125050"/>
                  </a:lnTo>
                  <a:lnTo>
                    <a:pt x="234801" y="126508"/>
                  </a:lnTo>
                  <a:lnTo>
                    <a:pt x="256245" y="130883"/>
                  </a:lnTo>
                  <a:lnTo>
                    <a:pt x="300188" y="161440"/>
                  </a:lnTo>
                  <a:lnTo>
                    <a:pt x="314706" y="217371"/>
                  </a:lnTo>
                  <a:lnTo>
                    <a:pt x="314208" y="228862"/>
                  </a:lnTo>
                  <a:lnTo>
                    <a:pt x="302268" y="271561"/>
                  </a:lnTo>
                  <a:lnTo>
                    <a:pt x="274155" y="312058"/>
                  </a:lnTo>
                  <a:lnTo>
                    <a:pt x="242956" y="342448"/>
                  </a:lnTo>
                  <a:lnTo>
                    <a:pt x="203167" y="374133"/>
                  </a:lnTo>
                  <a:lnTo>
                    <a:pt x="173023" y="396127"/>
                  </a:lnTo>
                  <a:lnTo>
                    <a:pt x="157539" y="407776"/>
                  </a:lnTo>
                  <a:lnTo>
                    <a:pt x="125364" y="433029"/>
                  </a:lnTo>
                  <a:lnTo>
                    <a:pt x="93653" y="461570"/>
                  </a:lnTo>
                  <a:lnTo>
                    <a:pt x="64526" y="494074"/>
                  </a:lnTo>
                  <a:lnTo>
                    <a:pt x="39090" y="530803"/>
                  </a:lnTo>
                  <a:lnTo>
                    <a:pt x="18409" y="571999"/>
                  </a:lnTo>
                  <a:lnTo>
                    <a:pt x="4587" y="618227"/>
                  </a:lnTo>
                  <a:lnTo>
                    <a:pt x="0" y="670035"/>
                  </a:lnTo>
                  <a:lnTo>
                    <a:pt x="0" y="723637"/>
                  </a:lnTo>
                  <a:lnTo>
                    <a:pt x="473476" y="723637"/>
                  </a:lnTo>
                  <a:lnTo>
                    <a:pt x="473476" y="593598"/>
                  </a:lnTo>
                  <a:lnTo>
                    <a:pt x="171724" y="593598"/>
                  </a:lnTo>
                  <a:lnTo>
                    <a:pt x="172342" y="586557"/>
                  </a:lnTo>
                  <a:lnTo>
                    <a:pt x="193346" y="548739"/>
                  </a:lnTo>
                  <a:lnTo>
                    <a:pt x="226634" y="516541"/>
                  </a:lnTo>
                  <a:lnTo>
                    <a:pt x="258565" y="491704"/>
                  </a:lnTo>
                  <a:lnTo>
                    <a:pt x="293370" y="466532"/>
                  </a:lnTo>
                  <a:lnTo>
                    <a:pt x="310830" y="454261"/>
                  </a:lnTo>
                  <a:lnTo>
                    <a:pt x="327968" y="441772"/>
                  </a:lnTo>
                  <a:lnTo>
                    <a:pt x="361309" y="416146"/>
                  </a:lnTo>
                  <a:lnTo>
                    <a:pt x="392174" y="388790"/>
                  </a:lnTo>
                  <a:lnTo>
                    <a:pt x="419221" y="358819"/>
                  </a:lnTo>
                  <a:lnTo>
                    <a:pt x="441773" y="325819"/>
                  </a:lnTo>
                  <a:lnTo>
                    <a:pt x="459364" y="289346"/>
                  </a:lnTo>
                  <a:lnTo>
                    <a:pt x="470729" y="248394"/>
                  </a:lnTo>
                  <a:lnTo>
                    <a:pt x="474482" y="201978"/>
                  </a:lnTo>
                  <a:lnTo>
                    <a:pt x="473504" y="179439"/>
                  </a:lnTo>
                  <a:lnTo>
                    <a:pt x="470573" y="157988"/>
                  </a:lnTo>
                  <a:lnTo>
                    <a:pt x="465686" y="137624"/>
                  </a:lnTo>
                  <a:lnTo>
                    <a:pt x="461224" y="125050"/>
                  </a:lnTo>
                  <a:close/>
                </a:path>
                <a:path w="1102359" h="723900">
                  <a:moveTo>
                    <a:pt x="243718" y="0"/>
                  </a:moveTo>
                  <a:lnTo>
                    <a:pt x="186901" y="3740"/>
                  </a:lnTo>
                  <a:lnTo>
                    <a:pt x="133049" y="14977"/>
                  </a:lnTo>
                  <a:lnTo>
                    <a:pt x="82173" y="33733"/>
                  </a:lnTo>
                  <a:lnTo>
                    <a:pt x="34290" y="60030"/>
                  </a:lnTo>
                  <a:lnTo>
                    <a:pt x="34290" y="198013"/>
                  </a:lnTo>
                  <a:lnTo>
                    <a:pt x="76708" y="166094"/>
                  </a:lnTo>
                  <a:lnTo>
                    <a:pt x="120117" y="143292"/>
                  </a:lnTo>
                  <a:lnTo>
                    <a:pt x="164527" y="129611"/>
                  </a:lnTo>
                  <a:lnTo>
                    <a:pt x="209946" y="125050"/>
                  </a:lnTo>
                  <a:lnTo>
                    <a:pt x="461224" y="125050"/>
                  </a:lnTo>
                  <a:lnTo>
                    <a:pt x="458845" y="118347"/>
                  </a:lnTo>
                  <a:lnTo>
                    <a:pt x="439715" y="83666"/>
                  </a:lnTo>
                  <a:lnTo>
                    <a:pt x="413522" y="54565"/>
                  </a:lnTo>
                  <a:lnTo>
                    <a:pt x="380375" y="3129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04" name="object 204"/>
            <p:cNvSpPr/>
            <p:nvPr/>
          </p:nvSpPr>
          <p:spPr>
            <a:xfrm>
              <a:off x="7345801" y="5545585"/>
              <a:ext cx="1102360" cy="723900"/>
            </a:xfrm>
            <a:custGeom>
              <a:avLst/>
              <a:gdLst/>
              <a:ahLst/>
              <a:cxnLst/>
              <a:rect l="l" t="t" r="r" b="b"/>
              <a:pathLst>
                <a:path w="1102359" h="723900">
                  <a:moveTo>
                    <a:pt x="873648" y="211906"/>
                  </a:moveTo>
                  <a:lnTo>
                    <a:pt x="845869" y="260721"/>
                  </a:lnTo>
                  <a:lnTo>
                    <a:pt x="825603" y="293617"/>
                  </a:lnTo>
                  <a:lnTo>
                    <a:pt x="804272" y="326129"/>
                  </a:lnTo>
                  <a:lnTo>
                    <a:pt x="782008" y="358082"/>
                  </a:lnTo>
                  <a:lnTo>
                    <a:pt x="759427" y="389105"/>
                  </a:lnTo>
                  <a:lnTo>
                    <a:pt x="725564" y="433338"/>
                  </a:lnTo>
                  <a:lnTo>
                    <a:pt x="703844" y="460568"/>
                  </a:lnTo>
                  <a:lnTo>
                    <a:pt x="873648" y="460568"/>
                  </a:lnTo>
                  <a:lnTo>
                    <a:pt x="873648" y="211906"/>
                  </a:lnTo>
                  <a:close/>
                </a:path>
                <a:path w="1102359" h="723900">
                  <a:moveTo>
                    <a:pt x="871087" y="11929"/>
                  </a:moveTo>
                  <a:lnTo>
                    <a:pt x="1016507" y="11929"/>
                  </a:lnTo>
                  <a:lnTo>
                    <a:pt x="1016507" y="460568"/>
                  </a:lnTo>
                  <a:lnTo>
                    <a:pt x="1101851" y="460568"/>
                  </a:lnTo>
                  <a:lnTo>
                    <a:pt x="1101851" y="577714"/>
                  </a:lnTo>
                  <a:lnTo>
                    <a:pt x="1016507" y="577714"/>
                  </a:lnTo>
                  <a:lnTo>
                    <a:pt x="1016507" y="723637"/>
                  </a:lnTo>
                  <a:lnTo>
                    <a:pt x="873648" y="723637"/>
                  </a:lnTo>
                  <a:lnTo>
                    <a:pt x="873648" y="577714"/>
                  </a:lnTo>
                  <a:lnTo>
                    <a:pt x="563392" y="577714"/>
                  </a:lnTo>
                  <a:lnTo>
                    <a:pt x="563392" y="455115"/>
                  </a:lnTo>
                  <a:lnTo>
                    <a:pt x="584155" y="431490"/>
                  </a:lnTo>
                  <a:lnTo>
                    <a:pt x="605298" y="406781"/>
                  </a:lnTo>
                  <a:lnTo>
                    <a:pt x="648736" y="354116"/>
                  </a:lnTo>
                  <a:lnTo>
                    <a:pt x="692162" y="298460"/>
                  </a:lnTo>
                  <a:lnTo>
                    <a:pt x="734080" y="241197"/>
                  </a:lnTo>
                  <a:lnTo>
                    <a:pt x="773898" y="182936"/>
                  </a:lnTo>
                  <a:lnTo>
                    <a:pt x="810767" y="124300"/>
                  </a:lnTo>
                  <a:lnTo>
                    <a:pt x="843648" y="66798"/>
                  </a:lnTo>
                  <a:lnTo>
                    <a:pt x="858045" y="39033"/>
                  </a:lnTo>
                  <a:lnTo>
                    <a:pt x="871087" y="11929"/>
                  </a:lnTo>
                  <a:close/>
                </a:path>
                <a:path w="1102359" h="723900">
                  <a:moveTo>
                    <a:pt x="243718" y="0"/>
                  </a:moveTo>
                  <a:lnTo>
                    <a:pt x="295038" y="3521"/>
                  </a:lnTo>
                  <a:lnTo>
                    <a:pt x="340735" y="14096"/>
                  </a:lnTo>
                  <a:lnTo>
                    <a:pt x="380375" y="31295"/>
                  </a:lnTo>
                  <a:lnTo>
                    <a:pt x="413522" y="54565"/>
                  </a:lnTo>
                  <a:lnTo>
                    <a:pt x="439715" y="83666"/>
                  </a:lnTo>
                  <a:lnTo>
                    <a:pt x="458845" y="118347"/>
                  </a:lnTo>
                  <a:lnTo>
                    <a:pt x="470573" y="157988"/>
                  </a:lnTo>
                  <a:lnTo>
                    <a:pt x="474482" y="201978"/>
                  </a:lnTo>
                  <a:lnTo>
                    <a:pt x="473547" y="225869"/>
                  </a:lnTo>
                  <a:lnTo>
                    <a:pt x="466008" y="269553"/>
                  </a:lnTo>
                  <a:lnTo>
                    <a:pt x="451201" y="308015"/>
                  </a:lnTo>
                  <a:lnTo>
                    <a:pt x="431104" y="342755"/>
                  </a:lnTo>
                  <a:lnTo>
                    <a:pt x="406174" y="374133"/>
                  </a:lnTo>
                  <a:lnTo>
                    <a:pt x="377220" y="402794"/>
                  </a:lnTo>
                  <a:lnTo>
                    <a:pt x="344792" y="429067"/>
                  </a:lnTo>
                  <a:lnTo>
                    <a:pt x="310830" y="454261"/>
                  </a:lnTo>
                  <a:lnTo>
                    <a:pt x="293369" y="466532"/>
                  </a:lnTo>
                  <a:lnTo>
                    <a:pt x="281558" y="474955"/>
                  </a:lnTo>
                  <a:lnTo>
                    <a:pt x="247406" y="500039"/>
                  </a:lnTo>
                  <a:lnTo>
                    <a:pt x="217213" y="524702"/>
                  </a:lnTo>
                  <a:lnTo>
                    <a:pt x="187072" y="556571"/>
                  </a:lnTo>
                  <a:lnTo>
                    <a:pt x="171724" y="593597"/>
                  </a:lnTo>
                  <a:lnTo>
                    <a:pt x="473476" y="593597"/>
                  </a:lnTo>
                  <a:lnTo>
                    <a:pt x="473476" y="723637"/>
                  </a:lnTo>
                  <a:lnTo>
                    <a:pt x="0" y="723637"/>
                  </a:lnTo>
                  <a:lnTo>
                    <a:pt x="0" y="670035"/>
                  </a:lnTo>
                  <a:lnTo>
                    <a:pt x="4587" y="618227"/>
                  </a:lnTo>
                  <a:lnTo>
                    <a:pt x="18409" y="571999"/>
                  </a:lnTo>
                  <a:lnTo>
                    <a:pt x="39090" y="530803"/>
                  </a:lnTo>
                  <a:lnTo>
                    <a:pt x="64526" y="494074"/>
                  </a:lnTo>
                  <a:lnTo>
                    <a:pt x="93653" y="461570"/>
                  </a:lnTo>
                  <a:lnTo>
                    <a:pt x="125364" y="433029"/>
                  </a:lnTo>
                  <a:lnTo>
                    <a:pt x="157539" y="407776"/>
                  </a:lnTo>
                  <a:lnTo>
                    <a:pt x="203231" y="374086"/>
                  </a:lnTo>
                  <a:lnTo>
                    <a:pt x="217421" y="363294"/>
                  </a:lnTo>
                  <a:lnTo>
                    <a:pt x="254297" y="332285"/>
                  </a:lnTo>
                  <a:lnTo>
                    <a:pt x="282701" y="301989"/>
                  </a:lnTo>
                  <a:lnTo>
                    <a:pt x="306720" y="261295"/>
                  </a:lnTo>
                  <a:lnTo>
                    <a:pt x="314705" y="217371"/>
                  </a:lnTo>
                  <a:lnTo>
                    <a:pt x="313090" y="195934"/>
                  </a:lnTo>
                  <a:lnTo>
                    <a:pt x="288919" y="148388"/>
                  </a:lnTo>
                  <a:lnTo>
                    <a:pt x="234801" y="126508"/>
                  </a:lnTo>
                  <a:lnTo>
                    <a:pt x="209946" y="125050"/>
                  </a:lnTo>
                  <a:lnTo>
                    <a:pt x="164527" y="129611"/>
                  </a:lnTo>
                  <a:lnTo>
                    <a:pt x="120117" y="143292"/>
                  </a:lnTo>
                  <a:lnTo>
                    <a:pt x="76708" y="166094"/>
                  </a:lnTo>
                  <a:lnTo>
                    <a:pt x="34289" y="198013"/>
                  </a:lnTo>
                  <a:lnTo>
                    <a:pt x="34289" y="60030"/>
                  </a:lnTo>
                  <a:lnTo>
                    <a:pt x="82173" y="33733"/>
                  </a:lnTo>
                  <a:lnTo>
                    <a:pt x="133049" y="14977"/>
                  </a:lnTo>
                  <a:lnTo>
                    <a:pt x="186901" y="3740"/>
                  </a:lnTo>
                  <a:lnTo>
                    <a:pt x="243718" y="0"/>
                  </a:lnTo>
                  <a:close/>
                </a:path>
              </a:pathLst>
            </a:custGeom>
            <a:ln w="12191">
              <a:solidFill>
                <a:srgbClr val="000000"/>
              </a:solidFill>
            </a:ln>
          </p:spPr>
          <p:txBody>
            <a:bodyPr wrap="square" lIns="0" tIns="0" rIns="0" bIns="0" rtlCol="0"/>
            <a:lstStyle/>
            <a:p>
              <a:endParaRPr/>
            </a:p>
          </p:txBody>
        </p:sp>
        <p:sp>
          <p:nvSpPr>
            <p:cNvPr id="205" name="object 205"/>
            <p:cNvSpPr/>
            <p:nvPr/>
          </p:nvSpPr>
          <p:spPr>
            <a:xfrm>
              <a:off x="6774180"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06" name="object 206"/>
            <p:cNvSpPr/>
            <p:nvPr/>
          </p:nvSpPr>
          <p:spPr>
            <a:xfrm>
              <a:off x="6620256" y="4905755"/>
              <a:ext cx="2523743" cy="1952244"/>
            </a:xfrm>
            <a:prstGeom prst="rect">
              <a:avLst/>
            </a:prstGeom>
            <a:blipFill>
              <a:blip r:embed="rId87" cstate="print"/>
              <a:stretch>
                <a:fillRect/>
              </a:stretch>
            </a:blipFill>
          </p:spPr>
          <p:txBody>
            <a:bodyPr wrap="square" lIns="0" tIns="0" rIns="0" bIns="0" rtlCol="0"/>
            <a:lstStyle/>
            <a:p>
              <a:endParaRPr/>
            </a:p>
          </p:txBody>
        </p:sp>
        <p:sp>
          <p:nvSpPr>
            <p:cNvPr id="207" name="object 207"/>
            <p:cNvSpPr/>
            <p:nvPr/>
          </p:nvSpPr>
          <p:spPr>
            <a:xfrm>
              <a:off x="6855592"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8" name="object 208"/>
            <p:cNvSpPr/>
            <p:nvPr/>
          </p:nvSpPr>
          <p:spPr>
            <a:xfrm>
              <a:off x="6855592"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09" name="object 209"/>
            <p:cNvSpPr/>
            <p:nvPr/>
          </p:nvSpPr>
          <p:spPr>
            <a:xfrm>
              <a:off x="6661404" y="4927090"/>
              <a:ext cx="2481072" cy="1930908"/>
            </a:xfrm>
            <a:prstGeom prst="rect">
              <a:avLst/>
            </a:prstGeom>
            <a:blipFill>
              <a:blip r:embed="rId88" cstate="print"/>
              <a:stretch>
                <a:fillRect/>
              </a:stretch>
            </a:blipFill>
          </p:spPr>
          <p:txBody>
            <a:bodyPr wrap="square" lIns="0" tIns="0" rIns="0" bIns="0" rtlCol="0"/>
            <a:lstStyle/>
            <a:p>
              <a:endParaRPr/>
            </a:p>
          </p:txBody>
        </p:sp>
        <p:sp>
          <p:nvSpPr>
            <p:cNvPr id="210" name="object 210"/>
            <p:cNvSpPr/>
            <p:nvPr/>
          </p:nvSpPr>
          <p:spPr>
            <a:xfrm>
              <a:off x="7339584" y="5524630"/>
              <a:ext cx="1061720" cy="736600"/>
            </a:xfrm>
            <a:custGeom>
              <a:avLst/>
              <a:gdLst/>
              <a:ahLst/>
              <a:cxnLst/>
              <a:rect l="l" t="t" r="r" b="b"/>
              <a:pathLst>
                <a:path w="1061720" h="736600">
                  <a:moveTo>
                    <a:pt x="614568" y="571237"/>
                  </a:moveTo>
                  <a:lnTo>
                    <a:pt x="614568" y="705255"/>
                  </a:lnTo>
                  <a:lnTo>
                    <a:pt x="651569" y="718721"/>
                  </a:lnTo>
                  <a:lnTo>
                    <a:pt x="692677" y="728335"/>
                  </a:lnTo>
                  <a:lnTo>
                    <a:pt x="737905" y="734101"/>
                  </a:lnTo>
                  <a:lnTo>
                    <a:pt x="787267" y="736021"/>
                  </a:lnTo>
                  <a:lnTo>
                    <a:pt x="847254" y="731757"/>
                  </a:lnTo>
                  <a:lnTo>
                    <a:pt x="900687" y="718964"/>
                  </a:lnTo>
                  <a:lnTo>
                    <a:pt x="947543" y="697641"/>
                  </a:lnTo>
                  <a:lnTo>
                    <a:pt x="987795" y="667786"/>
                  </a:lnTo>
                  <a:lnTo>
                    <a:pt x="1020137" y="631191"/>
                  </a:lnTo>
                  <a:lnTo>
                    <a:pt x="1028631" y="615921"/>
                  </a:lnTo>
                  <a:lnTo>
                    <a:pt x="769863" y="615921"/>
                  </a:lnTo>
                  <a:lnTo>
                    <a:pt x="729289" y="613128"/>
                  </a:lnTo>
                  <a:lnTo>
                    <a:pt x="689872" y="604750"/>
                  </a:lnTo>
                  <a:lnTo>
                    <a:pt x="651627" y="590786"/>
                  </a:lnTo>
                  <a:lnTo>
                    <a:pt x="614568" y="571237"/>
                  </a:lnTo>
                  <a:close/>
                </a:path>
                <a:path w="1061720" h="736600">
                  <a:moveTo>
                    <a:pt x="1044080" y="400501"/>
                  </a:moveTo>
                  <a:lnTo>
                    <a:pt x="752490" y="400501"/>
                  </a:lnTo>
                  <a:lnTo>
                    <a:pt x="806308" y="404730"/>
                  </a:lnTo>
                  <a:lnTo>
                    <a:pt x="848162" y="417418"/>
                  </a:lnTo>
                  <a:lnTo>
                    <a:pt x="878054" y="438564"/>
                  </a:lnTo>
                  <a:lnTo>
                    <a:pt x="895987" y="468168"/>
                  </a:lnTo>
                  <a:lnTo>
                    <a:pt x="901964" y="506230"/>
                  </a:lnTo>
                  <a:lnTo>
                    <a:pt x="899770" y="530219"/>
                  </a:lnTo>
                  <a:lnTo>
                    <a:pt x="882238" y="570296"/>
                  </a:lnTo>
                  <a:lnTo>
                    <a:pt x="847710" y="599306"/>
                  </a:lnTo>
                  <a:lnTo>
                    <a:pt x="799215" y="614075"/>
                  </a:lnTo>
                  <a:lnTo>
                    <a:pt x="769863" y="615921"/>
                  </a:lnTo>
                  <a:lnTo>
                    <a:pt x="1028631" y="615921"/>
                  </a:lnTo>
                  <a:lnTo>
                    <a:pt x="1043235" y="589667"/>
                  </a:lnTo>
                  <a:lnTo>
                    <a:pt x="1057091" y="543211"/>
                  </a:lnTo>
                  <a:lnTo>
                    <a:pt x="1061709" y="491822"/>
                  </a:lnTo>
                  <a:lnTo>
                    <a:pt x="1057831" y="445665"/>
                  </a:lnTo>
                  <a:lnTo>
                    <a:pt x="1046203" y="404472"/>
                  </a:lnTo>
                  <a:lnTo>
                    <a:pt x="1044080" y="400501"/>
                  </a:lnTo>
                  <a:close/>
                </a:path>
                <a:path w="1061720" h="736600">
                  <a:moveTo>
                    <a:pt x="1028943" y="11811"/>
                  </a:moveTo>
                  <a:lnTo>
                    <a:pt x="652272" y="11811"/>
                  </a:lnTo>
                  <a:lnTo>
                    <a:pt x="625480" y="408931"/>
                  </a:lnTo>
                  <a:lnTo>
                    <a:pt x="660413" y="405243"/>
                  </a:lnTo>
                  <a:lnTo>
                    <a:pt x="693214" y="402608"/>
                  </a:lnTo>
                  <a:lnTo>
                    <a:pt x="723900" y="401028"/>
                  </a:lnTo>
                  <a:lnTo>
                    <a:pt x="752490" y="400501"/>
                  </a:lnTo>
                  <a:lnTo>
                    <a:pt x="1044080" y="400501"/>
                  </a:lnTo>
                  <a:lnTo>
                    <a:pt x="1026836" y="368245"/>
                  </a:lnTo>
                  <a:lnTo>
                    <a:pt x="999744" y="336983"/>
                  </a:lnTo>
                  <a:lnTo>
                    <a:pt x="965722" y="311785"/>
                  </a:lnTo>
                  <a:lnTo>
                    <a:pt x="925746" y="293788"/>
                  </a:lnTo>
                  <a:lnTo>
                    <a:pt x="879814" y="282990"/>
                  </a:lnTo>
                  <a:lnTo>
                    <a:pt x="870993" y="282378"/>
                  </a:lnTo>
                  <a:lnTo>
                    <a:pt x="762000" y="282378"/>
                  </a:lnTo>
                  <a:lnTo>
                    <a:pt x="771906" y="139921"/>
                  </a:lnTo>
                  <a:lnTo>
                    <a:pt x="1028943" y="139921"/>
                  </a:lnTo>
                  <a:lnTo>
                    <a:pt x="1028943" y="11811"/>
                  </a:lnTo>
                  <a:close/>
                </a:path>
                <a:path w="1061720" h="736600">
                  <a:moveTo>
                    <a:pt x="827928" y="279391"/>
                  </a:moveTo>
                  <a:lnTo>
                    <a:pt x="813366" y="279579"/>
                  </a:lnTo>
                  <a:lnTo>
                    <a:pt x="797524" y="280140"/>
                  </a:lnTo>
                  <a:lnTo>
                    <a:pt x="780402" y="281073"/>
                  </a:lnTo>
                  <a:lnTo>
                    <a:pt x="762000" y="282378"/>
                  </a:lnTo>
                  <a:lnTo>
                    <a:pt x="870993" y="282378"/>
                  </a:lnTo>
                  <a:lnTo>
                    <a:pt x="827928" y="279391"/>
                  </a:lnTo>
                  <a:close/>
                </a:path>
                <a:path w="1061720" h="736600">
                  <a:moveTo>
                    <a:pt x="461220" y="125025"/>
                  </a:moveTo>
                  <a:lnTo>
                    <a:pt x="209946" y="125025"/>
                  </a:lnTo>
                  <a:lnTo>
                    <a:pt x="234801" y="126485"/>
                  </a:lnTo>
                  <a:lnTo>
                    <a:pt x="256245" y="130862"/>
                  </a:lnTo>
                  <a:lnTo>
                    <a:pt x="300188" y="161417"/>
                  </a:lnTo>
                  <a:lnTo>
                    <a:pt x="314706" y="217358"/>
                  </a:lnTo>
                  <a:lnTo>
                    <a:pt x="314208" y="228845"/>
                  </a:lnTo>
                  <a:lnTo>
                    <a:pt x="302285" y="271550"/>
                  </a:lnTo>
                  <a:lnTo>
                    <a:pt x="274155" y="312041"/>
                  </a:lnTo>
                  <a:lnTo>
                    <a:pt x="242956" y="342424"/>
                  </a:lnTo>
                  <a:lnTo>
                    <a:pt x="203210" y="374121"/>
                  </a:lnTo>
                  <a:lnTo>
                    <a:pt x="173018" y="396111"/>
                  </a:lnTo>
                  <a:lnTo>
                    <a:pt x="157528" y="407763"/>
                  </a:lnTo>
                  <a:lnTo>
                    <a:pt x="125364" y="433017"/>
                  </a:lnTo>
                  <a:lnTo>
                    <a:pt x="93653" y="461553"/>
                  </a:lnTo>
                  <a:lnTo>
                    <a:pt x="64526" y="494062"/>
                  </a:lnTo>
                  <a:lnTo>
                    <a:pt x="39079" y="530792"/>
                  </a:lnTo>
                  <a:lnTo>
                    <a:pt x="18409" y="571987"/>
                  </a:lnTo>
                  <a:lnTo>
                    <a:pt x="4587" y="618215"/>
                  </a:lnTo>
                  <a:lnTo>
                    <a:pt x="0" y="670023"/>
                  </a:lnTo>
                  <a:lnTo>
                    <a:pt x="0" y="723613"/>
                  </a:lnTo>
                  <a:lnTo>
                    <a:pt x="473598" y="723613"/>
                  </a:lnTo>
                  <a:lnTo>
                    <a:pt x="473598" y="593585"/>
                  </a:lnTo>
                  <a:lnTo>
                    <a:pt x="171693" y="593585"/>
                  </a:lnTo>
                  <a:lnTo>
                    <a:pt x="172318" y="586539"/>
                  </a:lnTo>
                  <a:lnTo>
                    <a:pt x="193376" y="548719"/>
                  </a:lnTo>
                  <a:lnTo>
                    <a:pt x="226626" y="516524"/>
                  </a:lnTo>
                  <a:lnTo>
                    <a:pt x="258565" y="491687"/>
                  </a:lnTo>
                  <a:lnTo>
                    <a:pt x="293370" y="466523"/>
                  </a:lnTo>
                  <a:lnTo>
                    <a:pt x="310830" y="454246"/>
                  </a:lnTo>
                  <a:lnTo>
                    <a:pt x="327968" y="441757"/>
                  </a:lnTo>
                  <a:lnTo>
                    <a:pt x="361309" y="416134"/>
                  </a:lnTo>
                  <a:lnTo>
                    <a:pt x="392174" y="388778"/>
                  </a:lnTo>
                  <a:lnTo>
                    <a:pt x="419221" y="358807"/>
                  </a:lnTo>
                  <a:lnTo>
                    <a:pt x="441773" y="325805"/>
                  </a:lnTo>
                  <a:lnTo>
                    <a:pt x="459364" y="289322"/>
                  </a:lnTo>
                  <a:lnTo>
                    <a:pt x="470729" y="248376"/>
                  </a:lnTo>
                  <a:lnTo>
                    <a:pt x="474482" y="201966"/>
                  </a:lnTo>
                  <a:lnTo>
                    <a:pt x="473504" y="179427"/>
                  </a:lnTo>
                  <a:lnTo>
                    <a:pt x="470573" y="157975"/>
                  </a:lnTo>
                  <a:lnTo>
                    <a:pt x="465686" y="137612"/>
                  </a:lnTo>
                  <a:lnTo>
                    <a:pt x="461220" y="125025"/>
                  </a:lnTo>
                  <a:close/>
                </a:path>
                <a:path w="1061720" h="736600">
                  <a:moveTo>
                    <a:pt x="243718" y="0"/>
                  </a:moveTo>
                  <a:lnTo>
                    <a:pt x="186901" y="3741"/>
                  </a:lnTo>
                  <a:lnTo>
                    <a:pt x="133049" y="14982"/>
                  </a:lnTo>
                  <a:lnTo>
                    <a:pt x="82173" y="33749"/>
                  </a:lnTo>
                  <a:lnTo>
                    <a:pt x="34290" y="60066"/>
                  </a:lnTo>
                  <a:lnTo>
                    <a:pt x="34290" y="198001"/>
                  </a:lnTo>
                  <a:lnTo>
                    <a:pt x="76695" y="166080"/>
                  </a:lnTo>
                  <a:lnTo>
                    <a:pt x="120106" y="143274"/>
                  </a:lnTo>
                  <a:lnTo>
                    <a:pt x="164523" y="129588"/>
                  </a:lnTo>
                  <a:lnTo>
                    <a:pt x="209946" y="125025"/>
                  </a:lnTo>
                  <a:lnTo>
                    <a:pt x="461220" y="125025"/>
                  </a:lnTo>
                  <a:lnTo>
                    <a:pt x="458845" y="118335"/>
                  </a:lnTo>
                  <a:lnTo>
                    <a:pt x="439715" y="83660"/>
                  </a:lnTo>
                  <a:lnTo>
                    <a:pt x="413522" y="54601"/>
                  </a:lnTo>
                  <a:lnTo>
                    <a:pt x="380420"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11" name="object 211"/>
            <p:cNvSpPr/>
            <p:nvPr/>
          </p:nvSpPr>
          <p:spPr>
            <a:xfrm>
              <a:off x="7339583" y="5524630"/>
              <a:ext cx="1061720" cy="736600"/>
            </a:xfrm>
            <a:custGeom>
              <a:avLst/>
              <a:gdLst/>
              <a:ahLst/>
              <a:cxnLst/>
              <a:rect l="l" t="t" r="r" b="b"/>
              <a:pathLst>
                <a:path w="1061720" h="736600">
                  <a:moveTo>
                    <a:pt x="652271" y="11810"/>
                  </a:moveTo>
                  <a:lnTo>
                    <a:pt x="1028943" y="11810"/>
                  </a:lnTo>
                  <a:lnTo>
                    <a:pt x="1028943" y="139921"/>
                  </a:lnTo>
                  <a:lnTo>
                    <a:pt x="771905" y="139921"/>
                  </a:lnTo>
                  <a:lnTo>
                    <a:pt x="761999" y="282378"/>
                  </a:lnTo>
                  <a:lnTo>
                    <a:pt x="780402" y="281073"/>
                  </a:lnTo>
                  <a:lnTo>
                    <a:pt x="797524" y="280140"/>
                  </a:lnTo>
                  <a:lnTo>
                    <a:pt x="813366" y="279579"/>
                  </a:lnTo>
                  <a:lnTo>
                    <a:pt x="827928" y="279391"/>
                  </a:lnTo>
                  <a:lnTo>
                    <a:pt x="879814" y="282990"/>
                  </a:lnTo>
                  <a:lnTo>
                    <a:pt x="925746" y="293788"/>
                  </a:lnTo>
                  <a:lnTo>
                    <a:pt x="965722" y="311785"/>
                  </a:lnTo>
                  <a:lnTo>
                    <a:pt x="999743" y="336983"/>
                  </a:lnTo>
                  <a:lnTo>
                    <a:pt x="1026836" y="368245"/>
                  </a:lnTo>
                  <a:lnTo>
                    <a:pt x="1046203" y="404472"/>
                  </a:lnTo>
                  <a:lnTo>
                    <a:pt x="1057831" y="445665"/>
                  </a:lnTo>
                  <a:lnTo>
                    <a:pt x="1061709" y="491822"/>
                  </a:lnTo>
                  <a:lnTo>
                    <a:pt x="1057091" y="543211"/>
                  </a:lnTo>
                  <a:lnTo>
                    <a:pt x="1043235" y="589667"/>
                  </a:lnTo>
                  <a:lnTo>
                    <a:pt x="1020137" y="631191"/>
                  </a:lnTo>
                  <a:lnTo>
                    <a:pt x="987795" y="667786"/>
                  </a:lnTo>
                  <a:lnTo>
                    <a:pt x="947543" y="697641"/>
                  </a:lnTo>
                  <a:lnTo>
                    <a:pt x="900687" y="718964"/>
                  </a:lnTo>
                  <a:lnTo>
                    <a:pt x="847253" y="731757"/>
                  </a:lnTo>
                  <a:lnTo>
                    <a:pt x="787267" y="736021"/>
                  </a:lnTo>
                  <a:lnTo>
                    <a:pt x="737905" y="734100"/>
                  </a:lnTo>
                  <a:lnTo>
                    <a:pt x="692677" y="728335"/>
                  </a:lnTo>
                  <a:lnTo>
                    <a:pt x="651569" y="718721"/>
                  </a:lnTo>
                  <a:lnTo>
                    <a:pt x="614568" y="705255"/>
                  </a:lnTo>
                  <a:lnTo>
                    <a:pt x="614568" y="571237"/>
                  </a:lnTo>
                  <a:lnTo>
                    <a:pt x="651627" y="590786"/>
                  </a:lnTo>
                  <a:lnTo>
                    <a:pt x="689872" y="604750"/>
                  </a:lnTo>
                  <a:lnTo>
                    <a:pt x="729289" y="613128"/>
                  </a:lnTo>
                  <a:lnTo>
                    <a:pt x="769863" y="615921"/>
                  </a:lnTo>
                  <a:lnTo>
                    <a:pt x="799215" y="614075"/>
                  </a:lnTo>
                  <a:lnTo>
                    <a:pt x="847710" y="599306"/>
                  </a:lnTo>
                  <a:lnTo>
                    <a:pt x="882238" y="570296"/>
                  </a:lnTo>
                  <a:lnTo>
                    <a:pt x="899770" y="530219"/>
                  </a:lnTo>
                  <a:lnTo>
                    <a:pt x="901964" y="506230"/>
                  </a:lnTo>
                  <a:lnTo>
                    <a:pt x="895987" y="468168"/>
                  </a:lnTo>
                  <a:lnTo>
                    <a:pt x="878054" y="438563"/>
                  </a:lnTo>
                  <a:lnTo>
                    <a:pt x="848162" y="417418"/>
                  </a:lnTo>
                  <a:lnTo>
                    <a:pt x="806308" y="404730"/>
                  </a:lnTo>
                  <a:lnTo>
                    <a:pt x="752490" y="400501"/>
                  </a:lnTo>
                  <a:lnTo>
                    <a:pt x="723900" y="401028"/>
                  </a:lnTo>
                  <a:lnTo>
                    <a:pt x="693214" y="402608"/>
                  </a:lnTo>
                  <a:lnTo>
                    <a:pt x="660413" y="405243"/>
                  </a:lnTo>
                  <a:lnTo>
                    <a:pt x="625480" y="408931"/>
                  </a:lnTo>
                  <a:lnTo>
                    <a:pt x="652271" y="11810"/>
                  </a:lnTo>
                  <a:close/>
                </a:path>
                <a:path w="1061720" h="736600">
                  <a:moveTo>
                    <a:pt x="243718" y="0"/>
                  </a:moveTo>
                  <a:lnTo>
                    <a:pt x="295038" y="3521"/>
                  </a:lnTo>
                  <a:lnTo>
                    <a:pt x="340735" y="14096"/>
                  </a:lnTo>
                  <a:lnTo>
                    <a:pt x="380420" y="31255"/>
                  </a:lnTo>
                  <a:lnTo>
                    <a:pt x="413522" y="54601"/>
                  </a:lnTo>
                  <a:lnTo>
                    <a:pt x="439715" y="83660"/>
                  </a:lnTo>
                  <a:lnTo>
                    <a:pt x="458845" y="118335"/>
                  </a:lnTo>
                  <a:lnTo>
                    <a:pt x="470573" y="157975"/>
                  </a:lnTo>
                  <a:lnTo>
                    <a:pt x="474482" y="201966"/>
                  </a:lnTo>
                  <a:lnTo>
                    <a:pt x="473547" y="225855"/>
                  </a:lnTo>
                  <a:lnTo>
                    <a:pt x="466008" y="269530"/>
                  </a:lnTo>
                  <a:lnTo>
                    <a:pt x="451201" y="307997"/>
                  </a:lnTo>
                  <a:lnTo>
                    <a:pt x="431104" y="342743"/>
                  </a:lnTo>
                  <a:lnTo>
                    <a:pt x="406174" y="374121"/>
                  </a:lnTo>
                  <a:lnTo>
                    <a:pt x="377220" y="402781"/>
                  </a:lnTo>
                  <a:lnTo>
                    <a:pt x="344792" y="429054"/>
                  </a:lnTo>
                  <a:lnTo>
                    <a:pt x="310830" y="454246"/>
                  </a:lnTo>
                  <a:lnTo>
                    <a:pt x="293369" y="466523"/>
                  </a:lnTo>
                  <a:lnTo>
                    <a:pt x="281558" y="474944"/>
                  </a:lnTo>
                  <a:lnTo>
                    <a:pt x="247406" y="500015"/>
                  </a:lnTo>
                  <a:lnTo>
                    <a:pt x="217248" y="524680"/>
                  </a:lnTo>
                  <a:lnTo>
                    <a:pt x="187125" y="556553"/>
                  </a:lnTo>
                  <a:lnTo>
                    <a:pt x="171693" y="593585"/>
                  </a:lnTo>
                  <a:lnTo>
                    <a:pt x="473598" y="593585"/>
                  </a:lnTo>
                  <a:lnTo>
                    <a:pt x="473598" y="723613"/>
                  </a:lnTo>
                  <a:lnTo>
                    <a:pt x="0" y="723613"/>
                  </a:lnTo>
                  <a:lnTo>
                    <a:pt x="0" y="670023"/>
                  </a:lnTo>
                  <a:lnTo>
                    <a:pt x="4587" y="618215"/>
                  </a:lnTo>
                  <a:lnTo>
                    <a:pt x="18409" y="571987"/>
                  </a:lnTo>
                  <a:lnTo>
                    <a:pt x="39079" y="530792"/>
                  </a:lnTo>
                  <a:lnTo>
                    <a:pt x="64526" y="494062"/>
                  </a:lnTo>
                  <a:lnTo>
                    <a:pt x="93653" y="461553"/>
                  </a:lnTo>
                  <a:lnTo>
                    <a:pt x="125364" y="433017"/>
                  </a:lnTo>
                  <a:lnTo>
                    <a:pt x="157528" y="407763"/>
                  </a:lnTo>
                  <a:lnTo>
                    <a:pt x="203282" y="374069"/>
                  </a:lnTo>
                  <a:lnTo>
                    <a:pt x="217467" y="363275"/>
                  </a:lnTo>
                  <a:lnTo>
                    <a:pt x="254297" y="332266"/>
                  </a:lnTo>
                  <a:lnTo>
                    <a:pt x="282701" y="301977"/>
                  </a:lnTo>
                  <a:lnTo>
                    <a:pt x="306720" y="261283"/>
                  </a:lnTo>
                  <a:lnTo>
                    <a:pt x="314705" y="217358"/>
                  </a:lnTo>
                  <a:lnTo>
                    <a:pt x="313090" y="195921"/>
                  </a:lnTo>
                  <a:lnTo>
                    <a:pt x="288919" y="148352"/>
                  </a:lnTo>
                  <a:lnTo>
                    <a:pt x="234801" y="126485"/>
                  </a:lnTo>
                  <a:lnTo>
                    <a:pt x="209946" y="125025"/>
                  </a:lnTo>
                  <a:lnTo>
                    <a:pt x="164523" y="129588"/>
                  </a:lnTo>
                  <a:lnTo>
                    <a:pt x="120106" y="143274"/>
                  </a:lnTo>
                  <a:lnTo>
                    <a:pt x="76695"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12" name="object 212"/>
            <p:cNvSpPr/>
            <p:nvPr/>
          </p:nvSpPr>
          <p:spPr>
            <a:xfrm>
              <a:off x="6778752" y="5230367"/>
              <a:ext cx="2218944" cy="1345692"/>
            </a:xfrm>
            <a:prstGeom prst="rect">
              <a:avLst/>
            </a:prstGeom>
            <a:blipFill>
              <a:blip r:embed="rId89" cstate="print"/>
              <a:stretch>
                <a:fillRect/>
              </a:stretch>
            </a:blipFill>
          </p:spPr>
          <p:txBody>
            <a:bodyPr wrap="square" lIns="0" tIns="0" rIns="0" bIns="0" rtlCol="0"/>
            <a:lstStyle/>
            <a:p>
              <a:endParaRPr/>
            </a:p>
          </p:txBody>
        </p:sp>
        <p:sp>
          <p:nvSpPr>
            <p:cNvPr id="213" name="object 213"/>
            <p:cNvSpPr/>
            <p:nvPr/>
          </p:nvSpPr>
          <p:spPr>
            <a:xfrm>
              <a:off x="6624828" y="4911850"/>
              <a:ext cx="2519171" cy="1946147"/>
            </a:xfrm>
            <a:prstGeom prst="rect">
              <a:avLst/>
            </a:prstGeom>
            <a:blipFill>
              <a:blip r:embed="rId90" cstate="print"/>
              <a:stretch>
                <a:fillRect/>
              </a:stretch>
            </a:blipFill>
          </p:spPr>
          <p:txBody>
            <a:bodyPr wrap="square" lIns="0" tIns="0" rIns="0" bIns="0" rtlCol="0"/>
            <a:lstStyle/>
            <a:p>
              <a:endParaRPr/>
            </a:p>
          </p:txBody>
        </p:sp>
        <p:sp>
          <p:nvSpPr>
            <p:cNvPr id="214" name="object 214"/>
            <p:cNvSpPr/>
            <p:nvPr/>
          </p:nvSpPr>
          <p:spPr>
            <a:xfrm>
              <a:off x="6860042" y="5290565"/>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36"/>
                  </a:lnTo>
                  <a:lnTo>
                    <a:pt x="4719" y="998393"/>
                  </a:lnTo>
                  <a:lnTo>
                    <a:pt x="18257" y="1042036"/>
                  </a:lnTo>
                  <a:lnTo>
                    <a:pt x="39683" y="1081531"/>
                  </a:lnTo>
                  <a:lnTo>
                    <a:pt x="68065" y="1115941"/>
                  </a:lnTo>
                  <a:lnTo>
                    <a:pt x="102472" y="1144332"/>
                  </a:lnTo>
                  <a:lnTo>
                    <a:pt x="141973" y="1165769"/>
                  </a:lnTo>
                  <a:lnTo>
                    <a:pt x="185636" y="1179317"/>
                  </a:lnTo>
                  <a:lnTo>
                    <a:pt x="232531" y="1184041"/>
                  </a:lnTo>
                  <a:lnTo>
                    <a:pt x="1824868" y="1184041"/>
                  </a:lnTo>
                  <a:lnTo>
                    <a:pt x="1871719" y="1179317"/>
                  </a:lnTo>
                  <a:lnTo>
                    <a:pt x="1915362" y="1165769"/>
                  </a:lnTo>
                  <a:lnTo>
                    <a:pt x="1954860" y="1144332"/>
                  </a:lnTo>
                  <a:lnTo>
                    <a:pt x="1989277" y="1115941"/>
                  </a:lnTo>
                  <a:lnTo>
                    <a:pt x="2017676" y="1081531"/>
                  </a:lnTo>
                  <a:lnTo>
                    <a:pt x="2039120" y="1042036"/>
                  </a:lnTo>
                  <a:lnTo>
                    <a:pt x="2052674" y="998393"/>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15" name="object 215"/>
            <p:cNvSpPr/>
            <p:nvPr/>
          </p:nvSpPr>
          <p:spPr>
            <a:xfrm>
              <a:off x="6860042" y="5290565"/>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3"/>
                  </a:lnTo>
                  <a:lnTo>
                    <a:pt x="2039120" y="1042036"/>
                  </a:lnTo>
                  <a:lnTo>
                    <a:pt x="2017676" y="1081531"/>
                  </a:lnTo>
                  <a:lnTo>
                    <a:pt x="1989277" y="1115941"/>
                  </a:lnTo>
                  <a:lnTo>
                    <a:pt x="1954860" y="1144332"/>
                  </a:lnTo>
                  <a:lnTo>
                    <a:pt x="1915362" y="1165769"/>
                  </a:lnTo>
                  <a:lnTo>
                    <a:pt x="1871719" y="1179317"/>
                  </a:lnTo>
                  <a:lnTo>
                    <a:pt x="1824868" y="1184041"/>
                  </a:lnTo>
                  <a:lnTo>
                    <a:pt x="232531" y="1184041"/>
                  </a:lnTo>
                  <a:lnTo>
                    <a:pt x="185636" y="1179317"/>
                  </a:lnTo>
                  <a:lnTo>
                    <a:pt x="141973" y="1165769"/>
                  </a:lnTo>
                  <a:lnTo>
                    <a:pt x="102472" y="1144332"/>
                  </a:lnTo>
                  <a:lnTo>
                    <a:pt x="68065" y="1115941"/>
                  </a:lnTo>
                  <a:lnTo>
                    <a:pt x="39683" y="1081531"/>
                  </a:lnTo>
                  <a:lnTo>
                    <a:pt x="18257" y="1042036"/>
                  </a:lnTo>
                  <a:lnTo>
                    <a:pt x="4719" y="998393"/>
                  </a:lnTo>
                  <a:lnTo>
                    <a:pt x="0" y="951536"/>
                  </a:lnTo>
                  <a:lnTo>
                    <a:pt x="0" y="232541"/>
                  </a:lnTo>
                  <a:close/>
                </a:path>
              </a:pathLst>
            </a:custGeom>
            <a:ln w="76199">
              <a:solidFill>
                <a:srgbClr val="00AF50"/>
              </a:solidFill>
            </a:ln>
          </p:spPr>
          <p:txBody>
            <a:bodyPr wrap="square" lIns="0" tIns="0" rIns="0" bIns="0" rtlCol="0"/>
            <a:lstStyle/>
            <a:p>
              <a:endParaRPr/>
            </a:p>
          </p:txBody>
        </p:sp>
        <p:sp>
          <p:nvSpPr>
            <p:cNvPr id="216" name="object 216"/>
            <p:cNvSpPr/>
            <p:nvPr/>
          </p:nvSpPr>
          <p:spPr>
            <a:xfrm>
              <a:off x="6665976" y="4933187"/>
              <a:ext cx="2478024" cy="1924811"/>
            </a:xfrm>
            <a:prstGeom prst="rect">
              <a:avLst/>
            </a:prstGeom>
            <a:blipFill>
              <a:blip r:embed="rId91" cstate="print"/>
              <a:stretch>
                <a:fillRect/>
              </a:stretch>
            </a:blipFill>
          </p:spPr>
          <p:txBody>
            <a:bodyPr wrap="square" lIns="0" tIns="0" rIns="0" bIns="0" rtlCol="0"/>
            <a:lstStyle/>
            <a:p>
              <a:endParaRPr/>
            </a:p>
          </p:txBody>
        </p:sp>
        <p:sp>
          <p:nvSpPr>
            <p:cNvPr id="217" name="object 217"/>
            <p:cNvSpPr/>
            <p:nvPr/>
          </p:nvSpPr>
          <p:spPr>
            <a:xfrm>
              <a:off x="7344034" y="5530845"/>
              <a:ext cx="1095375" cy="736600"/>
            </a:xfrm>
            <a:custGeom>
              <a:avLst/>
              <a:gdLst/>
              <a:ahLst/>
              <a:cxnLst/>
              <a:rect l="l" t="t" r="r" b="b"/>
              <a:pathLst>
                <a:path w="1095375" h="736600">
                  <a:moveTo>
                    <a:pt x="916289" y="0"/>
                  </a:moveTo>
                  <a:lnTo>
                    <a:pt x="845549" y="7240"/>
                  </a:lnTo>
                  <a:lnTo>
                    <a:pt x="782330" y="28956"/>
                  </a:lnTo>
                  <a:lnTo>
                    <a:pt x="727130" y="64052"/>
                  </a:lnTo>
                  <a:lnTo>
                    <a:pt x="680709" y="111133"/>
                  </a:lnTo>
                  <a:lnTo>
                    <a:pt x="643649" y="169636"/>
                  </a:lnTo>
                  <a:lnTo>
                    <a:pt x="616214" y="238935"/>
                  </a:lnTo>
                  <a:lnTo>
                    <a:pt x="606372" y="277351"/>
                  </a:lnTo>
                  <a:lnTo>
                    <a:pt x="599343" y="317909"/>
                  </a:lnTo>
                  <a:lnTo>
                    <a:pt x="595125" y="360610"/>
                  </a:lnTo>
                  <a:lnTo>
                    <a:pt x="593724" y="405610"/>
                  </a:lnTo>
                  <a:lnTo>
                    <a:pt x="594795" y="443391"/>
                  </a:lnTo>
                  <a:lnTo>
                    <a:pt x="603428" y="513128"/>
                  </a:lnTo>
                  <a:lnTo>
                    <a:pt x="620641" y="574502"/>
                  </a:lnTo>
                  <a:lnTo>
                    <a:pt x="645737" y="626495"/>
                  </a:lnTo>
                  <a:lnTo>
                    <a:pt x="678450" y="668876"/>
                  </a:lnTo>
                  <a:lnTo>
                    <a:pt x="718505" y="701263"/>
                  </a:lnTo>
                  <a:lnTo>
                    <a:pt x="765798" y="723457"/>
                  </a:lnTo>
                  <a:lnTo>
                    <a:pt x="819519" y="734626"/>
                  </a:lnTo>
                  <a:lnTo>
                    <a:pt x="848746" y="736021"/>
                  </a:lnTo>
                  <a:lnTo>
                    <a:pt x="875059" y="734825"/>
                  </a:lnTo>
                  <a:lnTo>
                    <a:pt x="924441" y="725266"/>
                  </a:lnTo>
                  <a:lnTo>
                    <a:pt x="969350" y="706455"/>
                  </a:lnTo>
                  <a:lnTo>
                    <a:pt x="1008357" y="680148"/>
                  </a:lnTo>
                  <a:lnTo>
                    <a:pt x="1040999" y="646785"/>
                  </a:lnTo>
                  <a:lnTo>
                    <a:pt x="1061514" y="615897"/>
                  </a:lnTo>
                  <a:lnTo>
                    <a:pt x="848746" y="615897"/>
                  </a:lnTo>
                  <a:lnTo>
                    <a:pt x="838329" y="615278"/>
                  </a:lnTo>
                  <a:lnTo>
                    <a:pt x="801629" y="600560"/>
                  </a:lnTo>
                  <a:lnTo>
                    <a:pt x="774093" y="570003"/>
                  </a:lnTo>
                  <a:lnTo>
                    <a:pt x="757405" y="527341"/>
                  </a:lnTo>
                  <a:lnTo>
                    <a:pt x="753496" y="489834"/>
                  </a:lnTo>
                  <a:lnTo>
                    <a:pt x="753922" y="478186"/>
                  </a:lnTo>
                  <a:lnTo>
                    <a:pt x="763911" y="436928"/>
                  </a:lnTo>
                  <a:lnTo>
                    <a:pt x="785770" y="405610"/>
                  </a:lnTo>
                  <a:lnTo>
                    <a:pt x="827440" y="384108"/>
                  </a:lnTo>
                  <a:lnTo>
                    <a:pt x="847862" y="382118"/>
                  </a:lnTo>
                  <a:lnTo>
                    <a:pt x="1075409" y="382118"/>
                  </a:lnTo>
                  <a:lnTo>
                    <a:pt x="1073371" y="376899"/>
                  </a:lnTo>
                  <a:lnTo>
                    <a:pt x="1064312" y="358735"/>
                  </a:lnTo>
                  <a:lnTo>
                    <a:pt x="1053829" y="342032"/>
                  </a:lnTo>
                  <a:lnTo>
                    <a:pt x="1049084" y="335971"/>
                  </a:lnTo>
                  <a:lnTo>
                    <a:pt x="748527" y="335971"/>
                  </a:lnTo>
                  <a:lnTo>
                    <a:pt x="749768" y="311972"/>
                  </a:lnTo>
                  <a:lnTo>
                    <a:pt x="756821" y="267425"/>
                  </a:lnTo>
                  <a:lnTo>
                    <a:pt x="769825" y="227623"/>
                  </a:lnTo>
                  <a:lnTo>
                    <a:pt x="787967" y="193501"/>
                  </a:lnTo>
                  <a:lnTo>
                    <a:pt x="824297" y="153565"/>
                  </a:lnTo>
                  <a:lnTo>
                    <a:pt x="870843" y="128221"/>
                  </a:lnTo>
                  <a:lnTo>
                    <a:pt x="926195" y="119563"/>
                  </a:lnTo>
                  <a:lnTo>
                    <a:pt x="1044305" y="119563"/>
                  </a:lnTo>
                  <a:lnTo>
                    <a:pt x="1044305" y="19312"/>
                  </a:lnTo>
                  <a:lnTo>
                    <a:pt x="1019159" y="10829"/>
                  </a:lnTo>
                  <a:lnTo>
                    <a:pt x="989441" y="4798"/>
                  </a:lnTo>
                  <a:lnTo>
                    <a:pt x="955151" y="1195"/>
                  </a:lnTo>
                  <a:lnTo>
                    <a:pt x="916289" y="0"/>
                  </a:lnTo>
                  <a:close/>
                </a:path>
                <a:path w="1095375" h="736600">
                  <a:moveTo>
                    <a:pt x="1075409" y="382118"/>
                  </a:moveTo>
                  <a:lnTo>
                    <a:pt x="847862" y="382118"/>
                  </a:lnTo>
                  <a:lnTo>
                    <a:pt x="888867" y="389286"/>
                  </a:lnTo>
                  <a:lnTo>
                    <a:pt x="918156" y="410787"/>
                  </a:lnTo>
                  <a:lnTo>
                    <a:pt x="935730" y="446618"/>
                  </a:lnTo>
                  <a:lnTo>
                    <a:pt x="941588" y="496775"/>
                  </a:lnTo>
                  <a:lnTo>
                    <a:pt x="941182" y="509665"/>
                  </a:lnTo>
                  <a:lnTo>
                    <a:pt x="931514" y="555809"/>
                  </a:lnTo>
                  <a:lnTo>
                    <a:pt x="910151" y="590278"/>
                  </a:lnTo>
                  <a:lnTo>
                    <a:pt x="869019" y="613727"/>
                  </a:lnTo>
                  <a:lnTo>
                    <a:pt x="848746" y="615897"/>
                  </a:lnTo>
                  <a:lnTo>
                    <a:pt x="1061514" y="615897"/>
                  </a:lnTo>
                  <a:lnTo>
                    <a:pt x="1084655" y="561866"/>
                  </a:lnTo>
                  <a:lnTo>
                    <a:pt x="1093849" y="512729"/>
                  </a:lnTo>
                  <a:lnTo>
                    <a:pt x="1094994" y="486857"/>
                  </a:lnTo>
                  <a:lnTo>
                    <a:pt x="1094115" y="462593"/>
                  </a:lnTo>
                  <a:lnTo>
                    <a:pt x="1091488" y="439450"/>
                  </a:lnTo>
                  <a:lnTo>
                    <a:pt x="1087124" y="417427"/>
                  </a:lnTo>
                  <a:lnTo>
                    <a:pt x="1081034" y="396526"/>
                  </a:lnTo>
                  <a:lnTo>
                    <a:pt x="1075409" y="382118"/>
                  </a:lnTo>
                  <a:close/>
                </a:path>
                <a:path w="1095375" h="736600">
                  <a:moveTo>
                    <a:pt x="900927" y="265986"/>
                  </a:moveTo>
                  <a:lnTo>
                    <a:pt x="854521" y="270360"/>
                  </a:lnTo>
                  <a:lnTo>
                    <a:pt x="814143" y="283481"/>
                  </a:lnTo>
                  <a:lnTo>
                    <a:pt x="779789" y="305351"/>
                  </a:lnTo>
                  <a:lnTo>
                    <a:pt x="751453" y="335971"/>
                  </a:lnTo>
                  <a:lnTo>
                    <a:pt x="1049084" y="335971"/>
                  </a:lnTo>
                  <a:lnTo>
                    <a:pt x="1013974" y="301043"/>
                  </a:lnTo>
                  <a:lnTo>
                    <a:pt x="980815" y="281869"/>
                  </a:lnTo>
                  <a:lnTo>
                    <a:pt x="942975" y="269954"/>
                  </a:lnTo>
                  <a:lnTo>
                    <a:pt x="900927" y="265986"/>
                  </a:lnTo>
                  <a:close/>
                </a:path>
                <a:path w="1095375" h="736600">
                  <a:moveTo>
                    <a:pt x="1044305" y="119563"/>
                  </a:moveTo>
                  <a:lnTo>
                    <a:pt x="926195" y="119563"/>
                  </a:lnTo>
                  <a:lnTo>
                    <a:pt x="957582" y="121487"/>
                  </a:lnTo>
                  <a:lnTo>
                    <a:pt x="987731" y="127257"/>
                  </a:lnTo>
                  <a:lnTo>
                    <a:pt x="1016639" y="136871"/>
                  </a:lnTo>
                  <a:lnTo>
                    <a:pt x="1044305" y="150327"/>
                  </a:lnTo>
                  <a:lnTo>
                    <a:pt x="1044305" y="119563"/>
                  </a:lnTo>
                  <a:close/>
                </a:path>
                <a:path w="1095375" h="736600">
                  <a:moveTo>
                    <a:pt x="461228" y="125028"/>
                  </a:moveTo>
                  <a:lnTo>
                    <a:pt x="209915" y="125028"/>
                  </a:lnTo>
                  <a:lnTo>
                    <a:pt x="234784" y="126484"/>
                  </a:lnTo>
                  <a:lnTo>
                    <a:pt x="256230" y="130854"/>
                  </a:lnTo>
                  <a:lnTo>
                    <a:pt x="300188" y="161408"/>
                  </a:lnTo>
                  <a:lnTo>
                    <a:pt x="314706" y="217337"/>
                  </a:lnTo>
                  <a:lnTo>
                    <a:pt x="314203" y="228836"/>
                  </a:lnTo>
                  <a:lnTo>
                    <a:pt x="302255" y="271536"/>
                  </a:lnTo>
                  <a:lnTo>
                    <a:pt x="274151" y="312036"/>
                  </a:lnTo>
                  <a:lnTo>
                    <a:pt x="242956" y="342424"/>
                  </a:lnTo>
                  <a:lnTo>
                    <a:pt x="203162" y="374112"/>
                  </a:lnTo>
                  <a:lnTo>
                    <a:pt x="173018" y="396103"/>
                  </a:lnTo>
                  <a:lnTo>
                    <a:pt x="157524" y="407748"/>
                  </a:lnTo>
                  <a:lnTo>
                    <a:pt x="125333" y="432995"/>
                  </a:lnTo>
                  <a:lnTo>
                    <a:pt x="93649" y="461539"/>
                  </a:lnTo>
                  <a:lnTo>
                    <a:pt x="64526" y="494050"/>
                  </a:lnTo>
                  <a:lnTo>
                    <a:pt x="39079" y="530780"/>
                  </a:lnTo>
                  <a:lnTo>
                    <a:pt x="18409" y="571975"/>
                  </a:lnTo>
                  <a:lnTo>
                    <a:pt x="4587" y="618197"/>
                  </a:lnTo>
                  <a:lnTo>
                    <a:pt x="0" y="669999"/>
                  </a:lnTo>
                  <a:lnTo>
                    <a:pt x="0" y="723613"/>
                  </a:lnTo>
                  <a:lnTo>
                    <a:pt x="473567" y="723613"/>
                  </a:lnTo>
                  <a:lnTo>
                    <a:pt x="473567" y="593561"/>
                  </a:lnTo>
                  <a:lnTo>
                    <a:pt x="171693" y="593561"/>
                  </a:lnTo>
                  <a:lnTo>
                    <a:pt x="172315" y="586525"/>
                  </a:lnTo>
                  <a:lnTo>
                    <a:pt x="193357" y="548714"/>
                  </a:lnTo>
                  <a:lnTo>
                    <a:pt x="226626" y="516511"/>
                  </a:lnTo>
                  <a:lnTo>
                    <a:pt x="258565" y="491678"/>
                  </a:lnTo>
                  <a:lnTo>
                    <a:pt x="293370" y="466499"/>
                  </a:lnTo>
                  <a:lnTo>
                    <a:pt x="310826" y="454234"/>
                  </a:lnTo>
                  <a:lnTo>
                    <a:pt x="327957" y="441750"/>
                  </a:lnTo>
                  <a:lnTo>
                    <a:pt x="361309" y="416134"/>
                  </a:lnTo>
                  <a:lnTo>
                    <a:pt x="392174" y="388770"/>
                  </a:lnTo>
                  <a:lnTo>
                    <a:pt x="419221" y="358807"/>
                  </a:lnTo>
                  <a:lnTo>
                    <a:pt x="441773" y="325790"/>
                  </a:lnTo>
                  <a:lnTo>
                    <a:pt x="459364" y="289310"/>
                  </a:lnTo>
                  <a:lnTo>
                    <a:pt x="470729" y="248360"/>
                  </a:lnTo>
                  <a:lnTo>
                    <a:pt x="474482" y="201954"/>
                  </a:lnTo>
                  <a:lnTo>
                    <a:pt x="473504" y="179420"/>
                  </a:lnTo>
                  <a:lnTo>
                    <a:pt x="470573" y="157967"/>
                  </a:lnTo>
                  <a:lnTo>
                    <a:pt x="465686" y="137598"/>
                  </a:lnTo>
                  <a:lnTo>
                    <a:pt x="461228" y="125028"/>
                  </a:lnTo>
                  <a:close/>
                </a:path>
                <a:path w="1095375" h="736600">
                  <a:moveTo>
                    <a:pt x="243718" y="0"/>
                  </a:moveTo>
                  <a:lnTo>
                    <a:pt x="186901" y="3741"/>
                  </a:lnTo>
                  <a:lnTo>
                    <a:pt x="133049" y="14978"/>
                  </a:lnTo>
                  <a:lnTo>
                    <a:pt x="82173" y="33724"/>
                  </a:lnTo>
                  <a:lnTo>
                    <a:pt x="34290" y="59996"/>
                  </a:lnTo>
                  <a:lnTo>
                    <a:pt x="34290" y="197988"/>
                  </a:lnTo>
                  <a:lnTo>
                    <a:pt x="76694" y="166065"/>
                  </a:lnTo>
                  <a:lnTo>
                    <a:pt x="120102" y="143265"/>
                  </a:lnTo>
                  <a:lnTo>
                    <a:pt x="164510" y="129587"/>
                  </a:lnTo>
                  <a:lnTo>
                    <a:pt x="209915" y="125028"/>
                  </a:lnTo>
                  <a:lnTo>
                    <a:pt x="461228" y="125028"/>
                  </a:lnTo>
                  <a:lnTo>
                    <a:pt x="458845" y="118311"/>
                  </a:lnTo>
                  <a:lnTo>
                    <a:pt x="439704" y="83628"/>
                  </a:lnTo>
                  <a:lnTo>
                    <a:pt x="413522" y="54483"/>
                  </a:lnTo>
                  <a:lnTo>
                    <a:pt x="380363" y="31245"/>
                  </a:lnTo>
                  <a:lnTo>
                    <a:pt x="340735" y="14097"/>
                  </a:lnTo>
                  <a:lnTo>
                    <a:pt x="295038" y="3525"/>
                  </a:lnTo>
                  <a:lnTo>
                    <a:pt x="270072" y="881"/>
                  </a:lnTo>
                  <a:lnTo>
                    <a:pt x="243718" y="0"/>
                  </a:lnTo>
                  <a:close/>
                </a:path>
              </a:pathLst>
            </a:custGeom>
            <a:solidFill>
              <a:srgbClr val="FFFF00"/>
            </a:solidFill>
          </p:spPr>
          <p:txBody>
            <a:bodyPr wrap="square" lIns="0" tIns="0" rIns="0" bIns="0" rtlCol="0"/>
            <a:lstStyle/>
            <a:p>
              <a:endParaRPr/>
            </a:p>
          </p:txBody>
        </p:sp>
        <p:sp>
          <p:nvSpPr>
            <p:cNvPr id="218" name="object 218"/>
            <p:cNvSpPr/>
            <p:nvPr/>
          </p:nvSpPr>
          <p:spPr>
            <a:xfrm>
              <a:off x="8091434" y="5906868"/>
              <a:ext cx="200284" cy="245970"/>
            </a:xfrm>
            <a:prstGeom prst="rect">
              <a:avLst/>
            </a:prstGeom>
            <a:blipFill>
              <a:blip r:embed="rId92" cstate="print"/>
              <a:stretch>
                <a:fillRect/>
              </a:stretch>
            </a:blipFill>
          </p:spPr>
          <p:txBody>
            <a:bodyPr wrap="square" lIns="0" tIns="0" rIns="0" bIns="0" rtlCol="0"/>
            <a:lstStyle/>
            <a:p>
              <a:endParaRPr/>
            </a:p>
          </p:txBody>
        </p:sp>
        <p:sp>
          <p:nvSpPr>
            <p:cNvPr id="219" name="object 219"/>
            <p:cNvSpPr/>
            <p:nvPr/>
          </p:nvSpPr>
          <p:spPr>
            <a:xfrm>
              <a:off x="7344033" y="5530845"/>
              <a:ext cx="1095375" cy="736600"/>
            </a:xfrm>
            <a:custGeom>
              <a:avLst/>
              <a:gdLst/>
              <a:ahLst/>
              <a:cxnLst/>
              <a:rect l="l" t="t" r="r" b="b"/>
              <a:pathLst>
                <a:path w="1095375" h="736600">
                  <a:moveTo>
                    <a:pt x="916289" y="0"/>
                  </a:moveTo>
                  <a:lnTo>
                    <a:pt x="955151" y="1195"/>
                  </a:lnTo>
                  <a:lnTo>
                    <a:pt x="989441" y="4798"/>
                  </a:lnTo>
                  <a:lnTo>
                    <a:pt x="1019159" y="10829"/>
                  </a:lnTo>
                  <a:lnTo>
                    <a:pt x="1044305" y="19312"/>
                  </a:lnTo>
                  <a:lnTo>
                    <a:pt x="1044305" y="150327"/>
                  </a:lnTo>
                  <a:lnTo>
                    <a:pt x="1016639" y="136871"/>
                  </a:lnTo>
                  <a:lnTo>
                    <a:pt x="987731" y="127257"/>
                  </a:lnTo>
                  <a:lnTo>
                    <a:pt x="957582" y="121487"/>
                  </a:lnTo>
                  <a:lnTo>
                    <a:pt x="926195" y="119563"/>
                  </a:lnTo>
                  <a:lnTo>
                    <a:pt x="906845" y="120525"/>
                  </a:lnTo>
                  <a:lnTo>
                    <a:pt x="854201" y="134956"/>
                  </a:lnTo>
                  <a:lnTo>
                    <a:pt x="811052" y="165290"/>
                  </a:lnTo>
                  <a:lnTo>
                    <a:pt x="778264" y="209832"/>
                  </a:lnTo>
                  <a:lnTo>
                    <a:pt x="762640" y="246875"/>
                  </a:lnTo>
                  <a:lnTo>
                    <a:pt x="752532" y="289124"/>
                  </a:lnTo>
                  <a:lnTo>
                    <a:pt x="748527" y="335971"/>
                  </a:lnTo>
                  <a:lnTo>
                    <a:pt x="751453" y="335971"/>
                  </a:lnTo>
                  <a:lnTo>
                    <a:pt x="779789" y="305351"/>
                  </a:lnTo>
                  <a:lnTo>
                    <a:pt x="814143" y="283481"/>
                  </a:lnTo>
                  <a:lnTo>
                    <a:pt x="854521" y="270360"/>
                  </a:lnTo>
                  <a:lnTo>
                    <a:pt x="900927" y="265986"/>
                  </a:lnTo>
                  <a:lnTo>
                    <a:pt x="942974" y="269954"/>
                  </a:lnTo>
                  <a:lnTo>
                    <a:pt x="980815" y="281869"/>
                  </a:lnTo>
                  <a:lnTo>
                    <a:pt x="1013974" y="301043"/>
                  </a:lnTo>
                  <a:lnTo>
                    <a:pt x="1053829" y="342032"/>
                  </a:lnTo>
                  <a:lnTo>
                    <a:pt x="1073371" y="376899"/>
                  </a:lnTo>
                  <a:lnTo>
                    <a:pt x="1087124" y="417427"/>
                  </a:lnTo>
                  <a:lnTo>
                    <a:pt x="1094115" y="462593"/>
                  </a:lnTo>
                  <a:lnTo>
                    <a:pt x="1094993" y="486857"/>
                  </a:lnTo>
                  <a:lnTo>
                    <a:pt x="1093849" y="512729"/>
                  </a:lnTo>
                  <a:lnTo>
                    <a:pt x="1084655" y="561865"/>
                  </a:lnTo>
                  <a:lnTo>
                    <a:pt x="1066532" y="607205"/>
                  </a:lnTo>
                  <a:lnTo>
                    <a:pt x="1040999" y="646785"/>
                  </a:lnTo>
                  <a:lnTo>
                    <a:pt x="1008357" y="680148"/>
                  </a:lnTo>
                  <a:lnTo>
                    <a:pt x="969350" y="706455"/>
                  </a:lnTo>
                  <a:lnTo>
                    <a:pt x="924441" y="725266"/>
                  </a:lnTo>
                  <a:lnTo>
                    <a:pt x="875059" y="734825"/>
                  </a:lnTo>
                  <a:lnTo>
                    <a:pt x="848746" y="736021"/>
                  </a:lnTo>
                  <a:lnTo>
                    <a:pt x="819519" y="734626"/>
                  </a:lnTo>
                  <a:lnTo>
                    <a:pt x="765798" y="723457"/>
                  </a:lnTo>
                  <a:lnTo>
                    <a:pt x="718505" y="701263"/>
                  </a:lnTo>
                  <a:lnTo>
                    <a:pt x="678450" y="668876"/>
                  </a:lnTo>
                  <a:lnTo>
                    <a:pt x="645737" y="626495"/>
                  </a:lnTo>
                  <a:lnTo>
                    <a:pt x="620641" y="574502"/>
                  </a:lnTo>
                  <a:lnTo>
                    <a:pt x="603428" y="513128"/>
                  </a:lnTo>
                  <a:lnTo>
                    <a:pt x="594795" y="443391"/>
                  </a:lnTo>
                  <a:lnTo>
                    <a:pt x="593719" y="405454"/>
                  </a:lnTo>
                  <a:lnTo>
                    <a:pt x="595125" y="360610"/>
                  </a:lnTo>
                  <a:lnTo>
                    <a:pt x="599343" y="317909"/>
                  </a:lnTo>
                  <a:lnTo>
                    <a:pt x="606372" y="277351"/>
                  </a:lnTo>
                  <a:lnTo>
                    <a:pt x="616214" y="238935"/>
                  </a:lnTo>
                  <a:lnTo>
                    <a:pt x="628730" y="202934"/>
                  </a:lnTo>
                  <a:lnTo>
                    <a:pt x="660975" y="139036"/>
                  </a:lnTo>
                  <a:lnTo>
                    <a:pt x="702837" y="86087"/>
                  </a:lnTo>
                  <a:lnTo>
                    <a:pt x="753618" y="45014"/>
                  </a:lnTo>
                  <a:lnTo>
                    <a:pt x="812995" y="16289"/>
                  </a:lnTo>
                  <a:lnTo>
                    <a:pt x="879983" y="1810"/>
                  </a:lnTo>
                  <a:lnTo>
                    <a:pt x="916289" y="0"/>
                  </a:lnTo>
                  <a:close/>
                </a:path>
                <a:path w="1095375" h="736600">
                  <a:moveTo>
                    <a:pt x="243718" y="0"/>
                  </a:moveTo>
                  <a:lnTo>
                    <a:pt x="295038" y="3525"/>
                  </a:lnTo>
                  <a:lnTo>
                    <a:pt x="340735" y="14096"/>
                  </a:lnTo>
                  <a:lnTo>
                    <a:pt x="380363" y="31245"/>
                  </a:lnTo>
                  <a:lnTo>
                    <a:pt x="413522" y="54482"/>
                  </a:lnTo>
                  <a:lnTo>
                    <a:pt x="439704" y="83628"/>
                  </a:lnTo>
                  <a:lnTo>
                    <a:pt x="458845" y="118311"/>
                  </a:lnTo>
                  <a:lnTo>
                    <a:pt x="470573" y="157967"/>
                  </a:lnTo>
                  <a:lnTo>
                    <a:pt x="474482" y="201954"/>
                  </a:lnTo>
                  <a:lnTo>
                    <a:pt x="473547" y="225838"/>
                  </a:lnTo>
                  <a:lnTo>
                    <a:pt x="466008" y="269518"/>
                  </a:lnTo>
                  <a:lnTo>
                    <a:pt x="451201" y="307984"/>
                  </a:lnTo>
                  <a:lnTo>
                    <a:pt x="431104" y="342730"/>
                  </a:lnTo>
                  <a:lnTo>
                    <a:pt x="406174" y="374112"/>
                  </a:lnTo>
                  <a:lnTo>
                    <a:pt x="377220" y="402778"/>
                  </a:lnTo>
                  <a:lnTo>
                    <a:pt x="344779" y="429049"/>
                  </a:lnTo>
                  <a:lnTo>
                    <a:pt x="310826" y="454234"/>
                  </a:lnTo>
                  <a:lnTo>
                    <a:pt x="293369" y="466499"/>
                  </a:lnTo>
                  <a:lnTo>
                    <a:pt x="281558" y="474923"/>
                  </a:lnTo>
                  <a:lnTo>
                    <a:pt x="247406" y="500003"/>
                  </a:lnTo>
                  <a:lnTo>
                    <a:pt x="217248" y="524672"/>
                  </a:lnTo>
                  <a:lnTo>
                    <a:pt x="187061" y="556548"/>
                  </a:lnTo>
                  <a:lnTo>
                    <a:pt x="171693" y="593561"/>
                  </a:lnTo>
                  <a:lnTo>
                    <a:pt x="473567" y="593561"/>
                  </a:lnTo>
                  <a:lnTo>
                    <a:pt x="473567" y="723613"/>
                  </a:lnTo>
                  <a:lnTo>
                    <a:pt x="0" y="723613"/>
                  </a:lnTo>
                  <a:lnTo>
                    <a:pt x="0" y="669999"/>
                  </a:lnTo>
                  <a:lnTo>
                    <a:pt x="4587" y="618197"/>
                  </a:lnTo>
                  <a:lnTo>
                    <a:pt x="18409" y="571975"/>
                  </a:lnTo>
                  <a:lnTo>
                    <a:pt x="39079" y="530780"/>
                  </a:lnTo>
                  <a:lnTo>
                    <a:pt x="64526" y="494050"/>
                  </a:lnTo>
                  <a:lnTo>
                    <a:pt x="93649" y="461539"/>
                  </a:lnTo>
                  <a:lnTo>
                    <a:pt x="125333" y="432995"/>
                  </a:lnTo>
                  <a:lnTo>
                    <a:pt x="157524" y="407748"/>
                  </a:lnTo>
                  <a:lnTo>
                    <a:pt x="188092" y="385108"/>
                  </a:lnTo>
                  <a:lnTo>
                    <a:pt x="203231" y="374062"/>
                  </a:lnTo>
                  <a:lnTo>
                    <a:pt x="242956" y="342424"/>
                  </a:lnTo>
                  <a:lnTo>
                    <a:pt x="274151" y="312036"/>
                  </a:lnTo>
                  <a:lnTo>
                    <a:pt x="302255" y="271536"/>
                  </a:lnTo>
                  <a:lnTo>
                    <a:pt x="314203" y="228836"/>
                  </a:lnTo>
                  <a:lnTo>
                    <a:pt x="314705" y="217337"/>
                  </a:lnTo>
                  <a:lnTo>
                    <a:pt x="313090" y="195900"/>
                  </a:lnTo>
                  <a:lnTo>
                    <a:pt x="288919" y="148352"/>
                  </a:lnTo>
                  <a:lnTo>
                    <a:pt x="234784" y="126484"/>
                  </a:lnTo>
                  <a:lnTo>
                    <a:pt x="209915" y="125028"/>
                  </a:lnTo>
                  <a:lnTo>
                    <a:pt x="164510" y="129587"/>
                  </a:lnTo>
                  <a:lnTo>
                    <a:pt x="120102" y="143265"/>
                  </a:lnTo>
                  <a:lnTo>
                    <a:pt x="76694" y="166065"/>
                  </a:lnTo>
                  <a:lnTo>
                    <a:pt x="34289" y="197988"/>
                  </a:lnTo>
                  <a:lnTo>
                    <a:pt x="34289" y="59996"/>
                  </a:lnTo>
                  <a:lnTo>
                    <a:pt x="82173" y="33724"/>
                  </a:lnTo>
                  <a:lnTo>
                    <a:pt x="133049" y="14978"/>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0" name="object 220"/>
            <p:cNvSpPr/>
            <p:nvPr/>
          </p:nvSpPr>
          <p:spPr>
            <a:xfrm>
              <a:off x="6749796"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21" name="object 221"/>
            <p:cNvSpPr/>
            <p:nvPr/>
          </p:nvSpPr>
          <p:spPr>
            <a:xfrm>
              <a:off x="6595872" y="4905755"/>
              <a:ext cx="2548127" cy="1952244"/>
            </a:xfrm>
            <a:prstGeom prst="rect">
              <a:avLst/>
            </a:prstGeom>
            <a:blipFill>
              <a:blip r:embed="rId93" cstate="print"/>
              <a:stretch>
                <a:fillRect/>
              </a:stretch>
            </a:blipFill>
          </p:spPr>
          <p:txBody>
            <a:bodyPr wrap="square" lIns="0" tIns="0" rIns="0" bIns="0" rtlCol="0"/>
            <a:lstStyle/>
            <a:p>
              <a:endParaRPr/>
            </a:p>
          </p:txBody>
        </p:sp>
        <p:sp>
          <p:nvSpPr>
            <p:cNvPr id="222" name="object 222"/>
            <p:cNvSpPr/>
            <p:nvPr/>
          </p:nvSpPr>
          <p:spPr>
            <a:xfrm>
              <a:off x="6831208"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23" name="object 223"/>
            <p:cNvSpPr/>
            <p:nvPr/>
          </p:nvSpPr>
          <p:spPr>
            <a:xfrm>
              <a:off x="6831208"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24" name="object 224"/>
            <p:cNvSpPr/>
            <p:nvPr/>
          </p:nvSpPr>
          <p:spPr>
            <a:xfrm>
              <a:off x="6637020" y="4927090"/>
              <a:ext cx="2481072" cy="1930908"/>
            </a:xfrm>
            <a:prstGeom prst="rect">
              <a:avLst/>
            </a:prstGeom>
            <a:blipFill>
              <a:blip r:embed="rId94" cstate="print"/>
              <a:stretch>
                <a:fillRect/>
              </a:stretch>
            </a:blipFill>
          </p:spPr>
          <p:txBody>
            <a:bodyPr wrap="square" lIns="0" tIns="0" rIns="0" bIns="0" rtlCol="0"/>
            <a:lstStyle/>
            <a:p>
              <a:endParaRPr/>
            </a:p>
          </p:txBody>
        </p:sp>
        <p:sp>
          <p:nvSpPr>
            <p:cNvPr id="225" name="object 225"/>
            <p:cNvSpPr/>
            <p:nvPr/>
          </p:nvSpPr>
          <p:spPr>
            <a:xfrm>
              <a:off x="7315200" y="5524630"/>
              <a:ext cx="1087755" cy="723900"/>
            </a:xfrm>
            <a:custGeom>
              <a:avLst/>
              <a:gdLst/>
              <a:ahLst/>
              <a:cxnLst/>
              <a:rect l="l" t="t" r="r" b="b"/>
              <a:pathLst>
                <a:path w="1087754" h="723900">
                  <a:moveTo>
                    <a:pt x="1087130" y="11811"/>
                  </a:moveTo>
                  <a:lnTo>
                    <a:pt x="591708" y="11811"/>
                  </a:lnTo>
                  <a:lnTo>
                    <a:pt x="591708" y="139921"/>
                  </a:lnTo>
                  <a:lnTo>
                    <a:pt x="922263" y="139921"/>
                  </a:lnTo>
                  <a:lnTo>
                    <a:pt x="902172" y="172864"/>
                  </a:lnTo>
                  <a:lnTo>
                    <a:pt x="882620" y="206183"/>
                  </a:lnTo>
                  <a:lnTo>
                    <a:pt x="863589" y="239876"/>
                  </a:lnTo>
                  <a:lnTo>
                    <a:pt x="845058" y="273939"/>
                  </a:lnTo>
                  <a:lnTo>
                    <a:pt x="827248" y="308417"/>
                  </a:lnTo>
                  <a:lnTo>
                    <a:pt x="810227" y="343363"/>
                  </a:lnTo>
                  <a:lnTo>
                    <a:pt x="794017" y="378774"/>
                  </a:lnTo>
                  <a:lnTo>
                    <a:pt x="778642" y="414646"/>
                  </a:lnTo>
                  <a:lnTo>
                    <a:pt x="764046" y="451053"/>
                  </a:lnTo>
                  <a:lnTo>
                    <a:pt x="750349" y="488047"/>
                  </a:lnTo>
                  <a:lnTo>
                    <a:pt x="737554" y="525629"/>
                  </a:lnTo>
                  <a:lnTo>
                    <a:pt x="725667" y="563797"/>
                  </a:lnTo>
                  <a:lnTo>
                    <a:pt x="714871" y="602642"/>
                  </a:lnTo>
                  <a:lnTo>
                    <a:pt x="705135" y="642223"/>
                  </a:lnTo>
                  <a:lnTo>
                    <a:pt x="696491" y="682545"/>
                  </a:lnTo>
                  <a:lnTo>
                    <a:pt x="688969" y="723613"/>
                  </a:lnTo>
                  <a:lnTo>
                    <a:pt x="852799" y="723613"/>
                  </a:lnTo>
                  <a:lnTo>
                    <a:pt x="859740" y="680672"/>
                  </a:lnTo>
                  <a:lnTo>
                    <a:pt x="867590" y="639181"/>
                  </a:lnTo>
                  <a:lnTo>
                    <a:pt x="876365" y="599145"/>
                  </a:lnTo>
                  <a:lnTo>
                    <a:pt x="886084" y="560569"/>
                  </a:lnTo>
                  <a:lnTo>
                    <a:pt x="896800" y="522879"/>
                  </a:lnTo>
                  <a:lnTo>
                    <a:pt x="908559" y="485498"/>
                  </a:lnTo>
                  <a:lnTo>
                    <a:pt x="921364" y="448428"/>
                  </a:lnTo>
                  <a:lnTo>
                    <a:pt x="935217" y="411668"/>
                  </a:lnTo>
                  <a:lnTo>
                    <a:pt x="950164" y="374937"/>
                  </a:lnTo>
                  <a:lnTo>
                    <a:pt x="966212" y="337961"/>
                  </a:lnTo>
                  <a:lnTo>
                    <a:pt x="983373" y="300739"/>
                  </a:lnTo>
                  <a:lnTo>
                    <a:pt x="1001664" y="263271"/>
                  </a:lnTo>
                  <a:lnTo>
                    <a:pt x="1021143" y="225007"/>
                  </a:lnTo>
                  <a:lnTo>
                    <a:pt x="1041871" y="185406"/>
                  </a:lnTo>
                  <a:lnTo>
                    <a:pt x="1063862" y="144470"/>
                  </a:lnTo>
                  <a:lnTo>
                    <a:pt x="1087130" y="102202"/>
                  </a:lnTo>
                  <a:lnTo>
                    <a:pt x="1087130" y="11811"/>
                  </a:lnTo>
                  <a:close/>
                </a:path>
                <a:path w="1087754" h="723900">
                  <a:moveTo>
                    <a:pt x="461244" y="125025"/>
                  </a:moveTo>
                  <a:lnTo>
                    <a:pt x="210068" y="125025"/>
                  </a:lnTo>
                  <a:lnTo>
                    <a:pt x="234853" y="126485"/>
                  </a:lnTo>
                  <a:lnTo>
                    <a:pt x="256260" y="130862"/>
                  </a:lnTo>
                  <a:lnTo>
                    <a:pt x="300188" y="161417"/>
                  </a:lnTo>
                  <a:lnTo>
                    <a:pt x="314706" y="217358"/>
                  </a:lnTo>
                  <a:lnTo>
                    <a:pt x="314210" y="228845"/>
                  </a:lnTo>
                  <a:lnTo>
                    <a:pt x="302337" y="271550"/>
                  </a:lnTo>
                  <a:lnTo>
                    <a:pt x="274155" y="312041"/>
                  </a:lnTo>
                  <a:lnTo>
                    <a:pt x="242956" y="342424"/>
                  </a:lnTo>
                  <a:lnTo>
                    <a:pt x="203279" y="374121"/>
                  </a:lnTo>
                  <a:lnTo>
                    <a:pt x="173070" y="396111"/>
                  </a:lnTo>
                  <a:lnTo>
                    <a:pt x="157543" y="407763"/>
                  </a:lnTo>
                  <a:lnTo>
                    <a:pt x="125364" y="433017"/>
                  </a:lnTo>
                  <a:lnTo>
                    <a:pt x="93653" y="461553"/>
                  </a:lnTo>
                  <a:lnTo>
                    <a:pt x="64526" y="494062"/>
                  </a:lnTo>
                  <a:lnTo>
                    <a:pt x="39079" y="530792"/>
                  </a:lnTo>
                  <a:lnTo>
                    <a:pt x="18409" y="571987"/>
                  </a:lnTo>
                  <a:lnTo>
                    <a:pt x="4632" y="618215"/>
                  </a:lnTo>
                  <a:lnTo>
                    <a:pt x="0" y="670023"/>
                  </a:lnTo>
                  <a:lnTo>
                    <a:pt x="0" y="723613"/>
                  </a:lnTo>
                  <a:lnTo>
                    <a:pt x="473598" y="723613"/>
                  </a:lnTo>
                  <a:lnTo>
                    <a:pt x="473598" y="593585"/>
                  </a:lnTo>
                  <a:lnTo>
                    <a:pt x="171846" y="593585"/>
                  </a:lnTo>
                  <a:lnTo>
                    <a:pt x="172463" y="586539"/>
                  </a:lnTo>
                  <a:lnTo>
                    <a:pt x="193376" y="548719"/>
                  </a:lnTo>
                  <a:lnTo>
                    <a:pt x="226698" y="516524"/>
                  </a:lnTo>
                  <a:lnTo>
                    <a:pt x="258668" y="491687"/>
                  </a:lnTo>
                  <a:lnTo>
                    <a:pt x="293370" y="466523"/>
                  </a:lnTo>
                  <a:lnTo>
                    <a:pt x="310849" y="454246"/>
                  </a:lnTo>
                  <a:lnTo>
                    <a:pt x="328029" y="441757"/>
                  </a:lnTo>
                  <a:lnTo>
                    <a:pt x="361431" y="416134"/>
                  </a:lnTo>
                  <a:lnTo>
                    <a:pt x="392189" y="388778"/>
                  </a:lnTo>
                  <a:lnTo>
                    <a:pt x="419221" y="358807"/>
                  </a:lnTo>
                  <a:lnTo>
                    <a:pt x="441773" y="325805"/>
                  </a:lnTo>
                  <a:lnTo>
                    <a:pt x="459364" y="289322"/>
                  </a:lnTo>
                  <a:lnTo>
                    <a:pt x="470790" y="248376"/>
                  </a:lnTo>
                  <a:lnTo>
                    <a:pt x="474604" y="201966"/>
                  </a:lnTo>
                  <a:lnTo>
                    <a:pt x="473624" y="179427"/>
                  </a:lnTo>
                  <a:lnTo>
                    <a:pt x="470679" y="157975"/>
                  </a:lnTo>
                  <a:lnTo>
                    <a:pt x="465757" y="137612"/>
                  </a:lnTo>
                  <a:lnTo>
                    <a:pt x="461244" y="125025"/>
                  </a:lnTo>
                  <a:close/>
                </a:path>
                <a:path w="1087754" h="723900">
                  <a:moveTo>
                    <a:pt x="243718" y="0"/>
                  </a:moveTo>
                  <a:lnTo>
                    <a:pt x="186901" y="3741"/>
                  </a:lnTo>
                  <a:lnTo>
                    <a:pt x="133049" y="14982"/>
                  </a:lnTo>
                  <a:lnTo>
                    <a:pt x="82173" y="33749"/>
                  </a:lnTo>
                  <a:lnTo>
                    <a:pt x="34290" y="60066"/>
                  </a:lnTo>
                  <a:lnTo>
                    <a:pt x="34290" y="198001"/>
                  </a:lnTo>
                  <a:lnTo>
                    <a:pt x="76697" y="166080"/>
                  </a:lnTo>
                  <a:lnTo>
                    <a:pt x="120121" y="143274"/>
                  </a:lnTo>
                  <a:lnTo>
                    <a:pt x="164574" y="129588"/>
                  </a:lnTo>
                  <a:lnTo>
                    <a:pt x="210068" y="125025"/>
                  </a:lnTo>
                  <a:lnTo>
                    <a:pt x="461244" y="125025"/>
                  </a:lnTo>
                  <a:lnTo>
                    <a:pt x="458845" y="118335"/>
                  </a:lnTo>
                  <a:lnTo>
                    <a:pt x="439715" y="83660"/>
                  </a:lnTo>
                  <a:lnTo>
                    <a:pt x="413522" y="54601"/>
                  </a:lnTo>
                  <a:lnTo>
                    <a:pt x="380466"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26" name="object 226"/>
            <p:cNvSpPr/>
            <p:nvPr/>
          </p:nvSpPr>
          <p:spPr>
            <a:xfrm>
              <a:off x="7315199" y="5524630"/>
              <a:ext cx="1087755" cy="723900"/>
            </a:xfrm>
            <a:custGeom>
              <a:avLst/>
              <a:gdLst/>
              <a:ahLst/>
              <a:cxnLst/>
              <a:rect l="l" t="t" r="r" b="b"/>
              <a:pathLst>
                <a:path w="1087754" h="723900">
                  <a:moveTo>
                    <a:pt x="591708" y="11810"/>
                  </a:moveTo>
                  <a:lnTo>
                    <a:pt x="1087130" y="11810"/>
                  </a:lnTo>
                  <a:lnTo>
                    <a:pt x="1087130" y="102202"/>
                  </a:lnTo>
                  <a:lnTo>
                    <a:pt x="1063861" y="144470"/>
                  </a:lnTo>
                  <a:lnTo>
                    <a:pt x="1041871" y="185406"/>
                  </a:lnTo>
                  <a:lnTo>
                    <a:pt x="1021143" y="225007"/>
                  </a:lnTo>
                  <a:lnTo>
                    <a:pt x="1001664" y="263270"/>
                  </a:lnTo>
                  <a:lnTo>
                    <a:pt x="983373" y="300739"/>
                  </a:lnTo>
                  <a:lnTo>
                    <a:pt x="966212" y="337961"/>
                  </a:lnTo>
                  <a:lnTo>
                    <a:pt x="950164" y="374937"/>
                  </a:lnTo>
                  <a:lnTo>
                    <a:pt x="935217" y="411668"/>
                  </a:lnTo>
                  <a:lnTo>
                    <a:pt x="921364" y="448428"/>
                  </a:lnTo>
                  <a:lnTo>
                    <a:pt x="908559" y="485498"/>
                  </a:lnTo>
                  <a:lnTo>
                    <a:pt x="896800" y="522879"/>
                  </a:lnTo>
                  <a:lnTo>
                    <a:pt x="886084" y="560569"/>
                  </a:lnTo>
                  <a:lnTo>
                    <a:pt x="876365" y="599145"/>
                  </a:lnTo>
                  <a:lnTo>
                    <a:pt x="867590" y="639181"/>
                  </a:lnTo>
                  <a:lnTo>
                    <a:pt x="859740" y="680672"/>
                  </a:lnTo>
                  <a:lnTo>
                    <a:pt x="852799" y="723613"/>
                  </a:lnTo>
                  <a:lnTo>
                    <a:pt x="688969" y="723613"/>
                  </a:lnTo>
                  <a:lnTo>
                    <a:pt x="696491" y="682545"/>
                  </a:lnTo>
                  <a:lnTo>
                    <a:pt x="705135" y="642223"/>
                  </a:lnTo>
                  <a:lnTo>
                    <a:pt x="714871" y="602642"/>
                  </a:lnTo>
                  <a:lnTo>
                    <a:pt x="725667" y="563797"/>
                  </a:lnTo>
                  <a:lnTo>
                    <a:pt x="737554" y="525629"/>
                  </a:lnTo>
                  <a:lnTo>
                    <a:pt x="750349" y="488047"/>
                  </a:lnTo>
                  <a:lnTo>
                    <a:pt x="764046" y="451053"/>
                  </a:lnTo>
                  <a:lnTo>
                    <a:pt x="778642" y="414646"/>
                  </a:lnTo>
                  <a:lnTo>
                    <a:pt x="794017" y="378774"/>
                  </a:lnTo>
                  <a:lnTo>
                    <a:pt x="810226" y="343363"/>
                  </a:lnTo>
                  <a:lnTo>
                    <a:pt x="827248" y="308417"/>
                  </a:lnTo>
                  <a:lnTo>
                    <a:pt x="845057" y="273938"/>
                  </a:lnTo>
                  <a:lnTo>
                    <a:pt x="863589" y="239876"/>
                  </a:lnTo>
                  <a:lnTo>
                    <a:pt x="882620" y="206183"/>
                  </a:lnTo>
                  <a:lnTo>
                    <a:pt x="902172" y="172864"/>
                  </a:lnTo>
                  <a:lnTo>
                    <a:pt x="922263" y="139921"/>
                  </a:lnTo>
                  <a:lnTo>
                    <a:pt x="591708" y="139921"/>
                  </a:lnTo>
                  <a:lnTo>
                    <a:pt x="591708" y="11810"/>
                  </a:lnTo>
                  <a:close/>
                </a:path>
                <a:path w="1087754" h="723900">
                  <a:moveTo>
                    <a:pt x="243718" y="0"/>
                  </a:moveTo>
                  <a:lnTo>
                    <a:pt x="295038" y="3521"/>
                  </a:lnTo>
                  <a:lnTo>
                    <a:pt x="340735" y="14096"/>
                  </a:lnTo>
                  <a:lnTo>
                    <a:pt x="380466" y="31255"/>
                  </a:lnTo>
                  <a:lnTo>
                    <a:pt x="413522" y="54601"/>
                  </a:lnTo>
                  <a:lnTo>
                    <a:pt x="439715" y="83660"/>
                  </a:lnTo>
                  <a:lnTo>
                    <a:pt x="458845" y="118335"/>
                  </a:lnTo>
                  <a:lnTo>
                    <a:pt x="470679" y="157975"/>
                  </a:lnTo>
                  <a:lnTo>
                    <a:pt x="474604" y="201966"/>
                  </a:lnTo>
                  <a:lnTo>
                    <a:pt x="473650" y="225855"/>
                  </a:lnTo>
                  <a:lnTo>
                    <a:pt x="466027" y="269530"/>
                  </a:lnTo>
                  <a:lnTo>
                    <a:pt x="451201" y="307997"/>
                  </a:lnTo>
                  <a:lnTo>
                    <a:pt x="431104" y="342743"/>
                  </a:lnTo>
                  <a:lnTo>
                    <a:pt x="406175" y="374121"/>
                  </a:lnTo>
                  <a:lnTo>
                    <a:pt x="377272" y="402781"/>
                  </a:lnTo>
                  <a:lnTo>
                    <a:pt x="344895" y="429054"/>
                  </a:lnTo>
                  <a:lnTo>
                    <a:pt x="310849" y="454246"/>
                  </a:lnTo>
                  <a:lnTo>
                    <a:pt x="293369" y="466523"/>
                  </a:lnTo>
                  <a:lnTo>
                    <a:pt x="281578" y="474944"/>
                  </a:lnTo>
                  <a:lnTo>
                    <a:pt x="247528" y="500015"/>
                  </a:lnTo>
                  <a:lnTo>
                    <a:pt x="217271" y="524680"/>
                  </a:lnTo>
                  <a:lnTo>
                    <a:pt x="187125" y="556553"/>
                  </a:lnTo>
                  <a:lnTo>
                    <a:pt x="171846" y="593585"/>
                  </a:lnTo>
                  <a:lnTo>
                    <a:pt x="473598" y="593585"/>
                  </a:lnTo>
                  <a:lnTo>
                    <a:pt x="473598" y="723613"/>
                  </a:lnTo>
                  <a:lnTo>
                    <a:pt x="0" y="723613"/>
                  </a:lnTo>
                  <a:lnTo>
                    <a:pt x="0" y="670023"/>
                  </a:lnTo>
                  <a:lnTo>
                    <a:pt x="4632" y="618215"/>
                  </a:lnTo>
                  <a:lnTo>
                    <a:pt x="18409" y="571987"/>
                  </a:lnTo>
                  <a:lnTo>
                    <a:pt x="39079" y="530792"/>
                  </a:lnTo>
                  <a:lnTo>
                    <a:pt x="64526" y="494062"/>
                  </a:lnTo>
                  <a:lnTo>
                    <a:pt x="93653" y="461553"/>
                  </a:lnTo>
                  <a:lnTo>
                    <a:pt x="125364" y="433017"/>
                  </a:lnTo>
                  <a:lnTo>
                    <a:pt x="157543" y="407763"/>
                  </a:lnTo>
                  <a:lnTo>
                    <a:pt x="188213" y="385108"/>
                  </a:lnTo>
                  <a:lnTo>
                    <a:pt x="203351" y="374069"/>
                  </a:lnTo>
                  <a:lnTo>
                    <a:pt x="242956" y="342424"/>
                  </a:lnTo>
                  <a:lnTo>
                    <a:pt x="274155" y="312041"/>
                  </a:lnTo>
                  <a:lnTo>
                    <a:pt x="302337" y="271550"/>
                  </a:lnTo>
                  <a:lnTo>
                    <a:pt x="314210" y="228845"/>
                  </a:lnTo>
                  <a:lnTo>
                    <a:pt x="314705" y="217358"/>
                  </a:lnTo>
                  <a:lnTo>
                    <a:pt x="313090" y="195921"/>
                  </a:lnTo>
                  <a:lnTo>
                    <a:pt x="288919" y="148352"/>
                  </a:lnTo>
                  <a:lnTo>
                    <a:pt x="234853" y="126485"/>
                  </a:lnTo>
                  <a:lnTo>
                    <a:pt x="210068" y="125025"/>
                  </a:lnTo>
                  <a:lnTo>
                    <a:pt x="164574" y="129588"/>
                  </a:lnTo>
                  <a:lnTo>
                    <a:pt x="120121" y="143274"/>
                  </a:lnTo>
                  <a:lnTo>
                    <a:pt x="76697"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7" name="object 227"/>
            <p:cNvSpPr/>
            <p:nvPr/>
          </p:nvSpPr>
          <p:spPr>
            <a:xfrm>
              <a:off x="6781800" y="5227320"/>
              <a:ext cx="2218944" cy="1345691"/>
            </a:xfrm>
            <a:prstGeom prst="rect">
              <a:avLst/>
            </a:prstGeom>
            <a:blipFill>
              <a:blip r:embed="rId10" cstate="print"/>
              <a:stretch>
                <a:fillRect/>
              </a:stretch>
            </a:blipFill>
          </p:spPr>
          <p:txBody>
            <a:bodyPr wrap="square" lIns="0" tIns="0" rIns="0" bIns="0" rtlCol="0"/>
            <a:lstStyle/>
            <a:p>
              <a:endParaRPr/>
            </a:p>
          </p:txBody>
        </p:sp>
        <p:sp>
          <p:nvSpPr>
            <p:cNvPr id="228" name="object 228"/>
            <p:cNvSpPr/>
            <p:nvPr/>
          </p:nvSpPr>
          <p:spPr>
            <a:xfrm>
              <a:off x="6627876" y="4910327"/>
              <a:ext cx="2516123" cy="1947671"/>
            </a:xfrm>
            <a:prstGeom prst="rect">
              <a:avLst/>
            </a:prstGeom>
            <a:blipFill>
              <a:blip r:embed="rId95" cstate="print"/>
              <a:stretch>
                <a:fillRect/>
              </a:stretch>
            </a:blipFill>
          </p:spPr>
          <p:txBody>
            <a:bodyPr wrap="square" lIns="0" tIns="0" rIns="0" bIns="0" rtlCol="0"/>
            <a:lstStyle/>
            <a:p>
              <a:endParaRPr/>
            </a:p>
          </p:txBody>
        </p:sp>
        <p:sp>
          <p:nvSpPr>
            <p:cNvPr id="229" name="object 229"/>
            <p:cNvSpPr/>
            <p:nvPr/>
          </p:nvSpPr>
          <p:spPr>
            <a:xfrm>
              <a:off x="6862815" y="5288529"/>
              <a:ext cx="2057400" cy="1184275"/>
            </a:xfrm>
            <a:custGeom>
              <a:avLst/>
              <a:gdLst/>
              <a:ahLst/>
              <a:cxnLst/>
              <a:rect l="l" t="t" r="r" b="b"/>
              <a:pathLst>
                <a:path w="2057400" h="1184275">
                  <a:moveTo>
                    <a:pt x="1824989" y="0"/>
                  </a:moveTo>
                  <a:lnTo>
                    <a:pt x="232562" y="0"/>
                  </a:lnTo>
                  <a:lnTo>
                    <a:pt x="185701" y="4725"/>
                  </a:lnTo>
                  <a:lnTo>
                    <a:pt x="142050" y="18278"/>
                  </a:lnTo>
                  <a:lnTo>
                    <a:pt x="102547" y="39722"/>
                  </a:lnTo>
                  <a:lnTo>
                    <a:pt x="68126" y="68121"/>
                  </a:lnTo>
                  <a:lnTo>
                    <a:pt x="39725" y="102539"/>
                  </a:lnTo>
                  <a:lnTo>
                    <a:pt x="18279" y="142039"/>
                  </a:lnTo>
                  <a:lnTo>
                    <a:pt x="4726" y="185685"/>
                  </a:lnTo>
                  <a:lnTo>
                    <a:pt x="0" y="232541"/>
                  </a:lnTo>
                  <a:lnTo>
                    <a:pt x="0" y="951500"/>
                  </a:lnTo>
                  <a:lnTo>
                    <a:pt x="4726" y="998359"/>
                  </a:lnTo>
                  <a:lnTo>
                    <a:pt x="18279" y="1042005"/>
                  </a:lnTo>
                  <a:lnTo>
                    <a:pt x="39725" y="1081503"/>
                  </a:lnTo>
                  <a:lnTo>
                    <a:pt x="68126" y="1115918"/>
                  </a:lnTo>
                  <a:lnTo>
                    <a:pt x="102547" y="1144313"/>
                  </a:lnTo>
                  <a:lnTo>
                    <a:pt x="142050" y="1165754"/>
                  </a:lnTo>
                  <a:lnTo>
                    <a:pt x="185701" y="1179304"/>
                  </a:lnTo>
                  <a:lnTo>
                    <a:pt x="232562" y="1184029"/>
                  </a:lnTo>
                  <a:lnTo>
                    <a:pt x="1824989" y="1184029"/>
                  </a:lnTo>
                  <a:lnTo>
                    <a:pt x="1871844" y="1179304"/>
                  </a:lnTo>
                  <a:lnTo>
                    <a:pt x="1915477" y="1165754"/>
                  </a:lnTo>
                  <a:lnTo>
                    <a:pt x="1954957" y="1144313"/>
                  </a:lnTo>
                  <a:lnTo>
                    <a:pt x="1989349" y="1115918"/>
                  </a:lnTo>
                  <a:lnTo>
                    <a:pt x="2017722" y="1081503"/>
                  </a:lnTo>
                  <a:lnTo>
                    <a:pt x="2039143" y="1042005"/>
                  </a:lnTo>
                  <a:lnTo>
                    <a:pt x="2052680" y="998359"/>
                  </a:lnTo>
                  <a:lnTo>
                    <a:pt x="2057399" y="951500"/>
                  </a:lnTo>
                  <a:lnTo>
                    <a:pt x="2057399" y="232541"/>
                  </a:lnTo>
                  <a:lnTo>
                    <a:pt x="2052680" y="185685"/>
                  </a:lnTo>
                  <a:lnTo>
                    <a:pt x="2039143" y="142039"/>
                  </a:lnTo>
                  <a:lnTo>
                    <a:pt x="2017722" y="102539"/>
                  </a:lnTo>
                  <a:lnTo>
                    <a:pt x="1989349" y="68121"/>
                  </a:lnTo>
                  <a:lnTo>
                    <a:pt x="1954957" y="39722"/>
                  </a:lnTo>
                  <a:lnTo>
                    <a:pt x="1915477" y="18278"/>
                  </a:lnTo>
                  <a:lnTo>
                    <a:pt x="1871844" y="4725"/>
                  </a:lnTo>
                  <a:lnTo>
                    <a:pt x="1824989" y="0"/>
                  </a:lnTo>
                  <a:close/>
                </a:path>
              </a:pathLst>
            </a:custGeom>
            <a:solidFill>
              <a:srgbClr val="252525"/>
            </a:solidFill>
          </p:spPr>
          <p:txBody>
            <a:bodyPr wrap="square" lIns="0" tIns="0" rIns="0" bIns="0" rtlCol="0"/>
            <a:lstStyle/>
            <a:p>
              <a:endParaRPr/>
            </a:p>
          </p:txBody>
        </p:sp>
        <p:sp>
          <p:nvSpPr>
            <p:cNvPr id="230" name="object 230"/>
            <p:cNvSpPr/>
            <p:nvPr/>
          </p:nvSpPr>
          <p:spPr>
            <a:xfrm>
              <a:off x="6862815" y="5288529"/>
              <a:ext cx="2057400" cy="1184275"/>
            </a:xfrm>
            <a:custGeom>
              <a:avLst/>
              <a:gdLst/>
              <a:ahLst/>
              <a:cxnLst/>
              <a:rect l="l" t="t" r="r" b="b"/>
              <a:pathLst>
                <a:path w="2057400" h="1184275">
                  <a:moveTo>
                    <a:pt x="0" y="232541"/>
                  </a:moveTo>
                  <a:lnTo>
                    <a:pt x="4726" y="185685"/>
                  </a:lnTo>
                  <a:lnTo>
                    <a:pt x="18279" y="142039"/>
                  </a:lnTo>
                  <a:lnTo>
                    <a:pt x="39725" y="102539"/>
                  </a:lnTo>
                  <a:lnTo>
                    <a:pt x="68126" y="68121"/>
                  </a:lnTo>
                  <a:lnTo>
                    <a:pt x="102547" y="39722"/>
                  </a:lnTo>
                  <a:lnTo>
                    <a:pt x="142050" y="18278"/>
                  </a:lnTo>
                  <a:lnTo>
                    <a:pt x="185701" y="4725"/>
                  </a:lnTo>
                  <a:lnTo>
                    <a:pt x="232562" y="0"/>
                  </a:lnTo>
                  <a:lnTo>
                    <a:pt x="1824989" y="0"/>
                  </a:lnTo>
                  <a:lnTo>
                    <a:pt x="1871844" y="4725"/>
                  </a:lnTo>
                  <a:lnTo>
                    <a:pt x="1915477" y="18278"/>
                  </a:lnTo>
                  <a:lnTo>
                    <a:pt x="1954957" y="39722"/>
                  </a:lnTo>
                  <a:lnTo>
                    <a:pt x="1989349" y="68121"/>
                  </a:lnTo>
                  <a:lnTo>
                    <a:pt x="2017722" y="102539"/>
                  </a:lnTo>
                  <a:lnTo>
                    <a:pt x="2039143" y="142039"/>
                  </a:lnTo>
                  <a:lnTo>
                    <a:pt x="2052680" y="185685"/>
                  </a:lnTo>
                  <a:lnTo>
                    <a:pt x="2057399" y="232541"/>
                  </a:lnTo>
                  <a:lnTo>
                    <a:pt x="2057399" y="951500"/>
                  </a:lnTo>
                  <a:lnTo>
                    <a:pt x="2052680" y="998359"/>
                  </a:lnTo>
                  <a:lnTo>
                    <a:pt x="2039143" y="1042005"/>
                  </a:lnTo>
                  <a:lnTo>
                    <a:pt x="2017722" y="1081503"/>
                  </a:lnTo>
                  <a:lnTo>
                    <a:pt x="1989349" y="1115918"/>
                  </a:lnTo>
                  <a:lnTo>
                    <a:pt x="1954957" y="1144313"/>
                  </a:lnTo>
                  <a:lnTo>
                    <a:pt x="1915477" y="1165754"/>
                  </a:lnTo>
                  <a:lnTo>
                    <a:pt x="1871844" y="1179304"/>
                  </a:lnTo>
                  <a:lnTo>
                    <a:pt x="1824989" y="1184029"/>
                  </a:lnTo>
                  <a:lnTo>
                    <a:pt x="232562" y="1184029"/>
                  </a:lnTo>
                  <a:lnTo>
                    <a:pt x="185701" y="1179304"/>
                  </a:lnTo>
                  <a:lnTo>
                    <a:pt x="142050" y="1165754"/>
                  </a:lnTo>
                  <a:lnTo>
                    <a:pt x="102547" y="1144313"/>
                  </a:lnTo>
                  <a:lnTo>
                    <a:pt x="68126" y="1115918"/>
                  </a:lnTo>
                  <a:lnTo>
                    <a:pt x="39725" y="1081503"/>
                  </a:lnTo>
                  <a:lnTo>
                    <a:pt x="18279" y="1042005"/>
                  </a:lnTo>
                  <a:lnTo>
                    <a:pt x="4726" y="998359"/>
                  </a:lnTo>
                  <a:lnTo>
                    <a:pt x="0" y="951500"/>
                  </a:lnTo>
                  <a:lnTo>
                    <a:pt x="0" y="232541"/>
                  </a:lnTo>
                  <a:close/>
                </a:path>
              </a:pathLst>
            </a:custGeom>
            <a:ln w="76199">
              <a:solidFill>
                <a:srgbClr val="00AF50"/>
              </a:solidFill>
            </a:ln>
          </p:spPr>
          <p:txBody>
            <a:bodyPr wrap="square" lIns="0" tIns="0" rIns="0" bIns="0" rtlCol="0"/>
            <a:lstStyle/>
            <a:p>
              <a:endParaRPr/>
            </a:p>
          </p:txBody>
        </p:sp>
        <p:sp>
          <p:nvSpPr>
            <p:cNvPr id="231" name="object 231"/>
            <p:cNvSpPr/>
            <p:nvPr/>
          </p:nvSpPr>
          <p:spPr>
            <a:xfrm>
              <a:off x="6669024" y="4931662"/>
              <a:ext cx="2474976" cy="1926336"/>
            </a:xfrm>
            <a:prstGeom prst="rect">
              <a:avLst/>
            </a:prstGeom>
            <a:blipFill>
              <a:blip r:embed="rId96" cstate="print"/>
              <a:stretch>
                <a:fillRect/>
              </a:stretch>
            </a:blipFill>
          </p:spPr>
          <p:txBody>
            <a:bodyPr wrap="square" lIns="0" tIns="0" rIns="0" bIns="0" rtlCol="0"/>
            <a:lstStyle/>
            <a:p>
              <a:endParaRPr/>
            </a:p>
          </p:txBody>
        </p:sp>
        <p:sp>
          <p:nvSpPr>
            <p:cNvPr id="232" name="object 232"/>
            <p:cNvSpPr/>
            <p:nvPr/>
          </p:nvSpPr>
          <p:spPr>
            <a:xfrm>
              <a:off x="7340864" y="5522595"/>
              <a:ext cx="1101211" cy="747308"/>
            </a:xfrm>
            <a:prstGeom prst="rect">
              <a:avLst/>
            </a:prstGeom>
            <a:blipFill>
              <a:blip r:embed="rId97" cstate="print"/>
              <a:stretch>
                <a:fillRect/>
              </a:stretch>
            </a:blipFill>
          </p:spPr>
          <p:txBody>
            <a:bodyPr wrap="square" lIns="0" tIns="0" rIns="0" bIns="0" rtlCol="0"/>
            <a:lstStyle/>
            <a:p>
              <a:endParaRPr/>
            </a:p>
          </p:txBody>
        </p:sp>
        <p:sp>
          <p:nvSpPr>
            <p:cNvPr id="233" name="object 233"/>
            <p:cNvSpPr/>
            <p:nvPr/>
          </p:nvSpPr>
          <p:spPr>
            <a:xfrm>
              <a:off x="6777228" y="5245608"/>
              <a:ext cx="2218944" cy="1345692"/>
            </a:xfrm>
            <a:prstGeom prst="rect">
              <a:avLst/>
            </a:prstGeom>
            <a:blipFill>
              <a:blip r:embed="rId71" cstate="print"/>
              <a:stretch>
                <a:fillRect/>
              </a:stretch>
            </a:blipFill>
          </p:spPr>
          <p:txBody>
            <a:bodyPr wrap="square" lIns="0" tIns="0" rIns="0" bIns="0" rtlCol="0"/>
            <a:lstStyle/>
            <a:p>
              <a:endParaRPr/>
            </a:p>
          </p:txBody>
        </p:sp>
        <p:sp>
          <p:nvSpPr>
            <p:cNvPr id="234" name="object 234"/>
            <p:cNvSpPr/>
            <p:nvPr/>
          </p:nvSpPr>
          <p:spPr>
            <a:xfrm>
              <a:off x="6623304" y="4928615"/>
              <a:ext cx="2520695" cy="1929383"/>
            </a:xfrm>
            <a:prstGeom prst="rect">
              <a:avLst/>
            </a:prstGeom>
            <a:blipFill>
              <a:blip r:embed="rId98" cstate="print"/>
              <a:stretch>
                <a:fillRect/>
              </a:stretch>
            </a:blipFill>
          </p:spPr>
          <p:txBody>
            <a:bodyPr wrap="square" lIns="0" tIns="0" rIns="0" bIns="0" rtlCol="0"/>
            <a:lstStyle/>
            <a:p>
              <a:endParaRPr/>
            </a:p>
          </p:txBody>
        </p:sp>
        <p:sp>
          <p:nvSpPr>
            <p:cNvPr id="235" name="object 235"/>
            <p:cNvSpPr/>
            <p:nvPr/>
          </p:nvSpPr>
          <p:spPr>
            <a:xfrm>
              <a:off x="6857999" y="530681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24"/>
                  </a:lnTo>
                  <a:lnTo>
                    <a:pt x="4725" y="998383"/>
                  </a:lnTo>
                  <a:lnTo>
                    <a:pt x="18279" y="1042027"/>
                  </a:lnTo>
                  <a:lnTo>
                    <a:pt x="39723" y="1081524"/>
                  </a:lnTo>
                  <a:lnTo>
                    <a:pt x="68122" y="1115936"/>
                  </a:lnTo>
                  <a:lnTo>
                    <a:pt x="102539" y="1144329"/>
                  </a:lnTo>
                  <a:lnTo>
                    <a:pt x="142037" y="1165768"/>
                  </a:lnTo>
                  <a:lnTo>
                    <a:pt x="185680" y="1179317"/>
                  </a:lnTo>
                  <a:lnTo>
                    <a:pt x="232531" y="1184041"/>
                  </a:lnTo>
                  <a:lnTo>
                    <a:pt x="1824868" y="1184041"/>
                  </a:lnTo>
                  <a:lnTo>
                    <a:pt x="1871719" y="1179317"/>
                  </a:lnTo>
                  <a:lnTo>
                    <a:pt x="1915362" y="1165768"/>
                  </a:lnTo>
                  <a:lnTo>
                    <a:pt x="1954860" y="1144329"/>
                  </a:lnTo>
                  <a:lnTo>
                    <a:pt x="1989277" y="1115936"/>
                  </a:lnTo>
                  <a:lnTo>
                    <a:pt x="2017676" y="1081524"/>
                  </a:lnTo>
                  <a:lnTo>
                    <a:pt x="2039120" y="1042027"/>
                  </a:lnTo>
                  <a:lnTo>
                    <a:pt x="2052674" y="998383"/>
                  </a:lnTo>
                  <a:lnTo>
                    <a:pt x="2057399" y="951524"/>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36" name="object 236"/>
            <p:cNvSpPr/>
            <p:nvPr/>
          </p:nvSpPr>
          <p:spPr>
            <a:xfrm>
              <a:off x="6857999" y="530681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24"/>
                  </a:lnTo>
                  <a:lnTo>
                    <a:pt x="2052674" y="998383"/>
                  </a:lnTo>
                  <a:lnTo>
                    <a:pt x="2039120" y="1042027"/>
                  </a:lnTo>
                  <a:lnTo>
                    <a:pt x="2017676" y="1081524"/>
                  </a:lnTo>
                  <a:lnTo>
                    <a:pt x="1989277" y="1115936"/>
                  </a:lnTo>
                  <a:lnTo>
                    <a:pt x="1954860" y="1144329"/>
                  </a:lnTo>
                  <a:lnTo>
                    <a:pt x="1915362" y="1165768"/>
                  </a:lnTo>
                  <a:lnTo>
                    <a:pt x="1871719" y="1179317"/>
                  </a:lnTo>
                  <a:lnTo>
                    <a:pt x="1824868" y="1184041"/>
                  </a:lnTo>
                  <a:lnTo>
                    <a:pt x="232531" y="1184041"/>
                  </a:lnTo>
                  <a:lnTo>
                    <a:pt x="185680" y="1179317"/>
                  </a:lnTo>
                  <a:lnTo>
                    <a:pt x="142037" y="1165768"/>
                  </a:lnTo>
                  <a:lnTo>
                    <a:pt x="102539" y="1144329"/>
                  </a:lnTo>
                  <a:lnTo>
                    <a:pt x="68122" y="1115936"/>
                  </a:lnTo>
                  <a:lnTo>
                    <a:pt x="39723" y="1081524"/>
                  </a:lnTo>
                  <a:lnTo>
                    <a:pt x="18279" y="1042027"/>
                  </a:lnTo>
                  <a:lnTo>
                    <a:pt x="4725" y="998383"/>
                  </a:lnTo>
                  <a:lnTo>
                    <a:pt x="0" y="951524"/>
                  </a:lnTo>
                  <a:lnTo>
                    <a:pt x="0" y="232541"/>
                  </a:lnTo>
                  <a:close/>
                </a:path>
              </a:pathLst>
            </a:custGeom>
            <a:ln w="76199">
              <a:solidFill>
                <a:srgbClr val="00AF50"/>
              </a:solidFill>
            </a:ln>
          </p:spPr>
          <p:txBody>
            <a:bodyPr wrap="square" lIns="0" tIns="0" rIns="0" bIns="0" rtlCol="0"/>
            <a:lstStyle/>
            <a:p>
              <a:endParaRPr/>
            </a:p>
          </p:txBody>
        </p:sp>
        <p:sp>
          <p:nvSpPr>
            <p:cNvPr id="237" name="object 237"/>
            <p:cNvSpPr/>
            <p:nvPr/>
          </p:nvSpPr>
          <p:spPr>
            <a:xfrm>
              <a:off x="6664452" y="4949950"/>
              <a:ext cx="2479548" cy="1908047"/>
            </a:xfrm>
            <a:prstGeom prst="rect">
              <a:avLst/>
            </a:prstGeom>
            <a:blipFill>
              <a:blip r:embed="rId99" cstate="print"/>
              <a:stretch>
                <a:fillRect/>
              </a:stretch>
            </a:blipFill>
          </p:spPr>
          <p:txBody>
            <a:bodyPr wrap="square" lIns="0" tIns="0" rIns="0" bIns="0" rtlCol="0"/>
            <a:lstStyle/>
            <a:p>
              <a:endParaRPr/>
            </a:p>
          </p:txBody>
        </p:sp>
        <p:sp>
          <p:nvSpPr>
            <p:cNvPr id="238" name="object 238"/>
            <p:cNvSpPr/>
            <p:nvPr/>
          </p:nvSpPr>
          <p:spPr>
            <a:xfrm>
              <a:off x="7341992" y="5546978"/>
              <a:ext cx="1083945" cy="736600"/>
            </a:xfrm>
            <a:custGeom>
              <a:avLst/>
              <a:gdLst/>
              <a:ahLst/>
              <a:cxnLst/>
              <a:rect l="l" t="t" r="r" b="b"/>
              <a:pathLst>
                <a:path w="1083945" h="736600">
                  <a:moveTo>
                    <a:pt x="623437" y="579287"/>
                  </a:moveTo>
                  <a:lnTo>
                    <a:pt x="623437" y="708327"/>
                  </a:lnTo>
                  <a:lnTo>
                    <a:pt x="656498" y="720492"/>
                  </a:lnTo>
                  <a:lnTo>
                    <a:pt x="692585" y="729179"/>
                  </a:lnTo>
                  <a:lnTo>
                    <a:pt x="731695" y="734391"/>
                  </a:lnTo>
                  <a:lnTo>
                    <a:pt x="773826" y="736128"/>
                  </a:lnTo>
                  <a:lnTo>
                    <a:pt x="809456" y="734391"/>
                  </a:lnTo>
                  <a:lnTo>
                    <a:pt x="874638" y="720637"/>
                  </a:lnTo>
                  <a:lnTo>
                    <a:pt x="932119" y="693307"/>
                  </a:lnTo>
                  <a:lnTo>
                    <a:pt x="980881" y="653721"/>
                  </a:lnTo>
                  <a:lnTo>
                    <a:pt x="1011155" y="616016"/>
                  </a:lnTo>
                  <a:lnTo>
                    <a:pt x="758464" y="616016"/>
                  </a:lnTo>
                  <a:lnTo>
                    <a:pt x="720457" y="613719"/>
                  </a:lnTo>
                  <a:lnTo>
                    <a:pt x="685293" y="606831"/>
                  </a:lnTo>
                  <a:lnTo>
                    <a:pt x="652958" y="595353"/>
                  </a:lnTo>
                  <a:lnTo>
                    <a:pt x="623437" y="579287"/>
                  </a:lnTo>
                  <a:close/>
                </a:path>
                <a:path w="1083945" h="736600">
                  <a:moveTo>
                    <a:pt x="1080386" y="400598"/>
                  </a:moveTo>
                  <a:lnTo>
                    <a:pt x="928237" y="400598"/>
                  </a:lnTo>
                  <a:lnTo>
                    <a:pt x="931164" y="401598"/>
                  </a:lnTo>
                  <a:lnTo>
                    <a:pt x="928146" y="450641"/>
                  </a:lnTo>
                  <a:lnTo>
                    <a:pt x="919459" y="493543"/>
                  </a:lnTo>
                  <a:lnTo>
                    <a:pt x="905103" y="530301"/>
                  </a:lnTo>
                  <a:lnTo>
                    <a:pt x="860022" y="585020"/>
                  </a:lnTo>
                  <a:lnTo>
                    <a:pt x="796721" y="612571"/>
                  </a:lnTo>
                  <a:lnTo>
                    <a:pt x="758464" y="616016"/>
                  </a:lnTo>
                  <a:lnTo>
                    <a:pt x="1011155" y="616016"/>
                  </a:lnTo>
                  <a:lnTo>
                    <a:pt x="1037139" y="572024"/>
                  </a:lnTo>
                  <a:lnTo>
                    <a:pt x="1062746" y="503099"/>
                  </a:lnTo>
                  <a:lnTo>
                    <a:pt x="1071836" y="464496"/>
                  </a:lnTo>
                  <a:lnTo>
                    <a:pt x="1078344" y="423376"/>
                  </a:lnTo>
                  <a:lnTo>
                    <a:pt x="1080386" y="400598"/>
                  </a:lnTo>
                  <a:close/>
                </a:path>
                <a:path w="1083945" h="736600">
                  <a:moveTo>
                    <a:pt x="833902" y="0"/>
                  </a:moveTo>
                  <a:lnTo>
                    <a:pt x="780348" y="4555"/>
                  </a:lnTo>
                  <a:lnTo>
                    <a:pt x="731641" y="18156"/>
                  </a:lnTo>
                  <a:lnTo>
                    <a:pt x="688802" y="40064"/>
                  </a:lnTo>
                  <a:lnTo>
                    <a:pt x="652546" y="69543"/>
                  </a:lnTo>
                  <a:lnTo>
                    <a:pt x="623197" y="106018"/>
                  </a:lnTo>
                  <a:lnTo>
                    <a:pt x="601096" y="148958"/>
                  </a:lnTo>
                  <a:lnTo>
                    <a:pt x="587380" y="197597"/>
                  </a:lnTo>
                  <a:lnTo>
                    <a:pt x="582812" y="251317"/>
                  </a:lnTo>
                  <a:lnTo>
                    <a:pt x="583760" y="274781"/>
                  </a:lnTo>
                  <a:lnTo>
                    <a:pt x="591333" y="318949"/>
                  </a:lnTo>
                  <a:lnTo>
                    <a:pt x="606210" y="358950"/>
                  </a:lnTo>
                  <a:lnTo>
                    <a:pt x="627304" y="393572"/>
                  </a:lnTo>
                  <a:lnTo>
                    <a:pt x="654230" y="422521"/>
                  </a:lnTo>
                  <a:lnTo>
                    <a:pt x="686234" y="445223"/>
                  </a:lnTo>
                  <a:lnTo>
                    <a:pt x="723003" y="461371"/>
                  </a:lnTo>
                  <a:lnTo>
                    <a:pt x="763336" y="469560"/>
                  </a:lnTo>
                  <a:lnTo>
                    <a:pt x="784738" y="470583"/>
                  </a:lnTo>
                  <a:lnTo>
                    <a:pt x="829838" y="466209"/>
                  </a:lnTo>
                  <a:lnTo>
                    <a:pt x="868775" y="453088"/>
                  </a:lnTo>
                  <a:lnTo>
                    <a:pt x="901568" y="431218"/>
                  </a:lnTo>
                  <a:lnTo>
                    <a:pt x="928237" y="400598"/>
                  </a:lnTo>
                  <a:lnTo>
                    <a:pt x="1080386" y="400598"/>
                  </a:lnTo>
                  <a:lnTo>
                    <a:pt x="1082257" y="379740"/>
                  </a:lnTo>
                  <a:lnTo>
                    <a:pt x="1082987" y="353949"/>
                  </a:lnTo>
                  <a:lnTo>
                    <a:pt x="832987" y="353949"/>
                  </a:lnTo>
                  <a:lnTo>
                    <a:pt x="822298" y="353468"/>
                  </a:lnTo>
                  <a:lnTo>
                    <a:pt x="784630" y="341958"/>
                  </a:lnTo>
                  <a:lnTo>
                    <a:pt x="756762" y="315806"/>
                  </a:lnTo>
                  <a:lnTo>
                    <a:pt x="740052" y="276008"/>
                  </a:lnTo>
                  <a:lnTo>
                    <a:pt x="736092" y="237804"/>
                  </a:lnTo>
                  <a:lnTo>
                    <a:pt x="736539" y="225365"/>
                  </a:lnTo>
                  <a:lnTo>
                    <a:pt x="746924" y="180117"/>
                  </a:lnTo>
                  <a:lnTo>
                    <a:pt x="769000" y="145771"/>
                  </a:lnTo>
                  <a:lnTo>
                    <a:pt x="800755" y="124702"/>
                  </a:lnTo>
                  <a:lnTo>
                    <a:pt x="829452" y="119670"/>
                  </a:lnTo>
                  <a:lnTo>
                    <a:pt x="1037060" y="119670"/>
                  </a:lnTo>
                  <a:lnTo>
                    <a:pt x="1032139" y="110456"/>
                  </a:lnTo>
                  <a:lnTo>
                    <a:pt x="999754" y="67821"/>
                  </a:lnTo>
                  <a:lnTo>
                    <a:pt x="960368" y="35184"/>
                  </a:lnTo>
                  <a:lnTo>
                    <a:pt x="914338" y="12753"/>
                  </a:lnTo>
                  <a:lnTo>
                    <a:pt x="862200" y="1424"/>
                  </a:lnTo>
                  <a:lnTo>
                    <a:pt x="833902" y="0"/>
                  </a:lnTo>
                  <a:close/>
                </a:path>
                <a:path w="1083945" h="736600">
                  <a:moveTo>
                    <a:pt x="1037060" y="119670"/>
                  </a:moveTo>
                  <a:lnTo>
                    <a:pt x="829452" y="119670"/>
                  </a:lnTo>
                  <a:lnTo>
                    <a:pt x="839897" y="120306"/>
                  </a:lnTo>
                  <a:lnTo>
                    <a:pt x="849923" y="122215"/>
                  </a:lnTo>
                  <a:lnTo>
                    <a:pt x="885181" y="141815"/>
                  </a:lnTo>
                  <a:lnTo>
                    <a:pt x="909961" y="176443"/>
                  </a:lnTo>
                  <a:lnTo>
                    <a:pt x="923475" y="223719"/>
                  </a:lnTo>
                  <a:lnTo>
                    <a:pt x="925189" y="250210"/>
                  </a:lnTo>
                  <a:lnTo>
                    <a:pt x="924787" y="260943"/>
                  </a:lnTo>
                  <a:lnTo>
                    <a:pt x="914915" y="300023"/>
                  </a:lnTo>
                  <a:lnTo>
                    <a:pt x="886343" y="336138"/>
                  </a:lnTo>
                  <a:lnTo>
                    <a:pt x="843144" y="353437"/>
                  </a:lnTo>
                  <a:lnTo>
                    <a:pt x="832987" y="353949"/>
                  </a:lnTo>
                  <a:lnTo>
                    <a:pt x="1082987" y="353949"/>
                  </a:lnTo>
                  <a:lnTo>
                    <a:pt x="1083491" y="336138"/>
                  </a:lnTo>
                  <a:lnTo>
                    <a:pt x="1083471" y="330260"/>
                  </a:lnTo>
                  <a:lnTo>
                    <a:pt x="1082494" y="295188"/>
                  </a:lnTo>
                  <a:lnTo>
                    <a:pt x="1073932" y="224708"/>
                  </a:lnTo>
                  <a:lnTo>
                    <a:pt x="1056907" y="162819"/>
                  </a:lnTo>
                  <a:lnTo>
                    <a:pt x="1045450" y="135381"/>
                  </a:lnTo>
                  <a:lnTo>
                    <a:pt x="1037060" y="119670"/>
                  </a:lnTo>
                  <a:close/>
                </a:path>
                <a:path w="1083945" h="736600">
                  <a:moveTo>
                    <a:pt x="461371" y="125135"/>
                  </a:moveTo>
                  <a:lnTo>
                    <a:pt x="210068" y="125135"/>
                  </a:lnTo>
                  <a:lnTo>
                    <a:pt x="234853" y="126593"/>
                  </a:lnTo>
                  <a:lnTo>
                    <a:pt x="256260" y="130965"/>
                  </a:lnTo>
                  <a:lnTo>
                    <a:pt x="300188" y="161518"/>
                  </a:lnTo>
                  <a:lnTo>
                    <a:pt x="314706" y="217444"/>
                  </a:lnTo>
                  <a:lnTo>
                    <a:pt x="314210" y="228942"/>
                  </a:lnTo>
                  <a:lnTo>
                    <a:pt x="302337" y="271643"/>
                  </a:lnTo>
                  <a:lnTo>
                    <a:pt x="274155" y="312148"/>
                  </a:lnTo>
                  <a:lnTo>
                    <a:pt x="242956" y="342531"/>
                  </a:lnTo>
                  <a:lnTo>
                    <a:pt x="203299" y="374219"/>
                  </a:lnTo>
                  <a:lnTo>
                    <a:pt x="173074" y="396212"/>
                  </a:lnTo>
                  <a:lnTo>
                    <a:pt x="157554" y="407860"/>
                  </a:lnTo>
                  <a:lnTo>
                    <a:pt x="125364" y="433114"/>
                  </a:lnTo>
                  <a:lnTo>
                    <a:pt x="93653" y="461648"/>
                  </a:lnTo>
                  <a:lnTo>
                    <a:pt x="64526" y="494157"/>
                  </a:lnTo>
                  <a:lnTo>
                    <a:pt x="39136" y="530887"/>
                  </a:lnTo>
                  <a:lnTo>
                    <a:pt x="18409" y="572082"/>
                  </a:lnTo>
                  <a:lnTo>
                    <a:pt x="4632" y="618310"/>
                  </a:lnTo>
                  <a:lnTo>
                    <a:pt x="0" y="670118"/>
                  </a:lnTo>
                  <a:lnTo>
                    <a:pt x="0" y="723720"/>
                  </a:lnTo>
                  <a:lnTo>
                    <a:pt x="473598" y="723720"/>
                  </a:lnTo>
                  <a:lnTo>
                    <a:pt x="473598" y="593668"/>
                  </a:lnTo>
                  <a:lnTo>
                    <a:pt x="171846" y="593668"/>
                  </a:lnTo>
                  <a:lnTo>
                    <a:pt x="172463" y="586634"/>
                  </a:lnTo>
                  <a:lnTo>
                    <a:pt x="193376" y="548827"/>
                  </a:lnTo>
                  <a:lnTo>
                    <a:pt x="226710" y="516618"/>
                  </a:lnTo>
                  <a:lnTo>
                    <a:pt x="258668" y="491785"/>
                  </a:lnTo>
                  <a:lnTo>
                    <a:pt x="293370" y="466606"/>
                  </a:lnTo>
                  <a:lnTo>
                    <a:pt x="310850" y="454342"/>
                  </a:lnTo>
                  <a:lnTo>
                    <a:pt x="328033" y="441857"/>
                  </a:lnTo>
                  <a:lnTo>
                    <a:pt x="361462" y="416240"/>
                  </a:lnTo>
                  <a:lnTo>
                    <a:pt x="392193" y="388877"/>
                  </a:lnTo>
                  <a:lnTo>
                    <a:pt x="419221" y="358914"/>
                  </a:lnTo>
                  <a:lnTo>
                    <a:pt x="441773" y="325901"/>
                  </a:lnTo>
                  <a:lnTo>
                    <a:pt x="459364" y="289416"/>
                  </a:lnTo>
                  <a:lnTo>
                    <a:pt x="470790" y="248477"/>
                  </a:lnTo>
                  <a:lnTo>
                    <a:pt x="474604" y="202073"/>
                  </a:lnTo>
                  <a:lnTo>
                    <a:pt x="473627" y="179532"/>
                  </a:lnTo>
                  <a:lnTo>
                    <a:pt x="470698" y="158077"/>
                  </a:lnTo>
                  <a:lnTo>
                    <a:pt x="465821" y="137710"/>
                  </a:lnTo>
                  <a:lnTo>
                    <a:pt x="461371" y="125135"/>
                  </a:lnTo>
                  <a:close/>
                </a:path>
                <a:path w="1083945" h="736600">
                  <a:moveTo>
                    <a:pt x="243718" y="0"/>
                  </a:moveTo>
                  <a:lnTo>
                    <a:pt x="186901" y="3760"/>
                  </a:lnTo>
                  <a:lnTo>
                    <a:pt x="133049" y="15037"/>
                  </a:lnTo>
                  <a:lnTo>
                    <a:pt x="82173" y="33824"/>
                  </a:lnTo>
                  <a:lnTo>
                    <a:pt x="34290" y="60115"/>
                  </a:lnTo>
                  <a:lnTo>
                    <a:pt x="34290" y="198095"/>
                  </a:lnTo>
                  <a:lnTo>
                    <a:pt x="76731" y="166176"/>
                  </a:lnTo>
                  <a:lnTo>
                    <a:pt x="120190" y="143376"/>
                  </a:lnTo>
                  <a:lnTo>
                    <a:pt x="164643" y="129696"/>
                  </a:lnTo>
                  <a:lnTo>
                    <a:pt x="210068" y="125135"/>
                  </a:lnTo>
                  <a:lnTo>
                    <a:pt x="461371" y="125135"/>
                  </a:lnTo>
                  <a:lnTo>
                    <a:pt x="458998" y="118430"/>
                  </a:lnTo>
                  <a:lnTo>
                    <a:pt x="439734" y="83750"/>
                  </a:lnTo>
                  <a:lnTo>
                    <a:pt x="413522" y="54650"/>
                  </a:lnTo>
                  <a:lnTo>
                    <a:pt x="380466" y="31376"/>
                  </a:lnTo>
                  <a:lnTo>
                    <a:pt x="340735" y="14228"/>
                  </a:lnTo>
                  <a:lnTo>
                    <a:pt x="295038" y="3586"/>
                  </a:lnTo>
                  <a:lnTo>
                    <a:pt x="270072" y="900"/>
                  </a:lnTo>
                  <a:lnTo>
                    <a:pt x="243718" y="0"/>
                  </a:lnTo>
                  <a:close/>
                </a:path>
              </a:pathLst>
            </a:custGeom>
            <a:solidFill>
              <a:srgbClr val="FFFF00"/>
            </a:solidFill>
          </p:spPr>
          <p:txBody>
            <a:bodyPr wrap="square" lIns="0" tIns="0" rIns="0" bIns="0" rtlCol="0"/>
            <a:lstStyle/>
            <a:p>
              <a:endParaRPr/>
            </a:p>
          </p:txBody>
        </p:sp>
        <p:sp>
          <p:nvSpPr>
            <p:cNvPr id="239" name="object 239"/>
            <p:cNvSpPr/>
            <p:nvPr/>
          </p:nvSpPr>
          <p:spPr>
            <a:xfrm>
              <a:off x="8071987" y="5660553"/>
              <a:ext cx="201289" cy="246470"/>
            </a:xfrm>
            <a:prstGeom prst="rect">
              <a:avLst/>
            </a:prstGeom>
            <a:blipFill>
              <a:blip r:embed="rId100" cstate="print"/>
              <a:stretch>
                <a:fillRect/>
              </a:stretch>
            </a:blipFill>
          </p:spPr>
          <p:txBody>
            <a:bodyPr wrap="square" lIns="0" tIns="0" rIns="0" bIns="0" rtlCol="0"/>
            <a:lstStyle/>
            <a:p>
              <a:endParaRPr/>
            </a:p>
          </p:txBody>
        </p:sp>
        <p:sp>
          <p:nvSpPr>
            <p:cNvPr id="240" name="object 240"/>
            <p:cNvSpPr/>
            <p:nvPr/>
          </p:nvSpPr>
          <p:spPr>
            <a:xfrm>
              <a:off x="7341991" y="5546978"/>
              <a:ext cx="1083945" cy="736600"/>
            </a:xfrm>
            <a:custGeom>
              <a:avLst/>
              <a:gdLst/>
              <a:ahLst/>
              <a:cxnLst/>
              <a:rect l="l" t="t" r="r" b="b"/>
              <a:pathLst>
                <a:path w="1083945" h="736600">
                  <a:moveTo>
                    <a:pt x="833902" y="0"/>
                  </a:moveTo>
                  <a:lnTo>
                    <a:pt x="889017" y="5683"/>
                  </a:lnTo>
                  <a:lnTo>
                    <a:pt x="938143" y="22610"/>
                  </a:lnTo>
                  <a:lnTo>
                    <a:pt x="980907" y="50251"/>
                  </a:lnTo>
                  <a:lnTo>
                    <a:pt x="1016904" y="87904"/>
                  </a:lnTo>
                  <a:lnTo>
                    <a:pt x="1045475" y="135427"/>
                  </a:lnTo>
                  <a:lnTo>
                    <a:pt x="1066434" y="192630"/>
                  </a:lnTo>
                  <a:lnTo>
                    <a:pt x="1079285" y="258895"/>
                  </a:lnTo>
                  <a:lnTo>
                    <a:pt x="1083563" y="333588"/>
                  </a:lnTo>
                  <a:lnTo>
                    <a:pt x="1082257" y="379740"/>
                  </a:lnTo>
                  <a:lnTo>
                    <a:pt x="1078344" y="423376"/>
                  </a:lnTo>
                  <a:lnTo>
                    <a:pt x="1071836" y="464496"/>
                  </a:lnTo>
                  <a:lnTo>
                    <a:pt x="1062746" y="503099"/>
                  </a:lnTo>
                  <a:lnTo>
                    <a:pt x="1037139" y="572024"/>
                  </a:lnTo>
                  <a:lnTo>
                    <a:pt x="1001908" y="629411"/>
                  </a:lnTo>
                  <a:lnTo>
                    <a:pt x="957620" y="675018"/>
                  </a:lnTo>
                  <a:lnTo>
                    <a:pt x="904372" y="708589"/>
                  </a:lnTo>
                  <a:lnTo>
                    <a:pt x="842962" y="729243"/>
                  </a:lnTo>
                  <a:lnTo>
                    <a:pt x="773826" y="736128"/>
                  </a:lnTo>
                  <a:lnTo>
                    <a:pt x="731695" y="734391"/>
                  </a:lnTo>
                  <a:lnTo>
                    <a:pt x="692585" y="729179"/>
                  </a:lnTo>
                  <a:lnTo>
                    <a:pt x="656498" y="720492"/>
                  </a:lnTo>
                  <a:lnTo>
                    <a:pt x="623437" y="708327"/>
                  </a:lnTo>
                  <a:lnTo>
                    <a:pt x="623437" y="579287"/>
                  </a:lnTo>
                  <a:lnTo>
                    <a:pt x="652958" y="595353"/>
                  </a:lnTo>
                  <a:lnTo>
                    <a:pt x="685293" y="606831"/>
                  </a:lnTo>
                  <a:lnTo>
                    <a:pt x="720457" y="613719"/>
                  </a:lnTo>
                  <a:lnTo>
                    <a:pt x="758464" y="616016"/>
                  </a:lnTo>
                  <a:lnTo>
                    <a:pt x="796721" y="612571"/>
                  </a:lnTo>
                  <a:lnTo>
                    <a:pt x="860022" y="585020"/>
                  </a:lnTo>
                  <a:lnTo>
                    <a:pt x="905103" y="530301"/>
                  </a:lnTo>
                  <a:lnTo>
                    <a:pt x="919459" y="493543"/>
                  </a:lnTo>
                  <a:lnTo>
                    <a:pt x="928146" y="450641"/>
                  </a:lnTo>
                  <a:lnTo>
                    <a:pt x="931163" y="401598"/>
                  </a:lnTo>
                  <a:lnTo>
                    <a:pt x="928237" y="400598"/>
                  </a:lnTo>
                  <a:lnTo>
                    <a:pt x="901568" y="431217"/>
                  </a:lnTo>
                  <a:lnTo>
                    <a:pt x="868775" y="453088"/>
                  </a:lnTo>
                  <a:lnTo>
                    <a:pt x="829838" y="466209"/>
                  </a:lnTo>
                  <a:lnTo>
                    <a:pt x="784738" y="470583"/>
                  </a:lnTo>
                  <a:lnTo>
                    <a:pt x="763336" y="469560"/>
                  </a:lnTo>
                  <a:lnTo>
                    <a:pt x="723003" y="461371"/>
                  </a:lnTo>
                  <a:lnTo>
                    <a:pt x="686234" y="445223"/>
                  </a:lnTo>
                  <a:lnTo>
                    <a:pt x="654230" y="422521"/>
                  </a:lnTo>
                  <a:lnTo>
                    <a:pt x="627304" y="393572"/>
                  </a:lnTo>
                  <a:lnTo>
                    <a:pt x="606210" y="358950"/>
                  </a:lnTo>
                  <a:lnTo>
                    <a:pt x="591333" y="318949"/>
                  </a:lnTo>
                  <a:lnTo>
                    <a:pt x="583760" y="274781"/>
                  </a:lnTo>
                  <a:lnTo>
                    <a:pt x="582808" y="251210"/>
                  </a:lnTo>
                  <a:lnTo>
                    <a:pt x="583951" y="223782"/>
                  </a:lnTo>
                  <a:lnTo>
                    <a:pt x="593095" y="172655"/>
                  </a:lnTo>
                  <a:lnTo>
                    <a:pt x="611239" y="126681"/>
                  </a:lnTo>
                  <a:lnTo>
                    <a:pt x="636967" y="86971"/>
                  </a:lnTo>
                  <a:lnTo>
                    <a:pt x="669842" y="53859"/>
                  </a:lnTo>
                  <a:lnTo>
                    <a:pt x="709407" y="28161"/>
                  </a:lnTo>
                  <a:lnTo>
                    <a:pt x="755395" y="10231"/>
                  </a:lnTo>
                  <a:lnTo>
                    <a:pt x="806514" y="1140"/>
                  </a:lnTo>
                  <a:lnTo>
                    <a:pt x="833902" y="0"/>
                  </a:lnTo>
                  <a:close/>
                </a:path>
                <a:path w="1083945" h="736600">
                  <a:moveTo>
                    <a:pt x="243718" y="0"/>
                  </a:moveTo>
                  <a:lnTo>
                    <a:pt x="295038" y="3586"/>
                  </a:lnTo>
                  <a:lnTo>
                    <a:pt x="340735" y="14228"/>
                  </a:lnTo>
                  <a:lnTo>
                    <a:pt x="380466" y="31376"/>
                  </a:lnTo>
                  <a:lnTo>
                    <a:pt x="413522" y="54650"/>
                  </a:lnTo>
                  <a:lnTo>
                    <a:pt x="439734" y="83750"/>
                  </a:lnTo>
                  <a:lnTo>
                    <a:pt x="458998" y="118430"/>
                  </a:lnTo>
                  <a:lnTo>
                    <a:pt x="470698" y="158077"/>
                  </a:lnTo>
                  <a:lnTo>
                    <a:pt x="474604" y="202073"/>
                  </a:lnTo>
                  <a:lnTo>
                    <a:pt x="473650" y="225957"/>
                  </a:lnTo>
                  <a:lnTo>
                    <a:pt x="466027" y="269631"/>
                  </a:lnTo>
                  <a:lnTo>
                    <a:pt x="451201" y="308092"/>
                  </a:lnTo>
                  <a:lnTo>
                    <a:pt x="431104" y="342842"/>
                  </a:lnTo>
                  <a:lnTo>
                    <a:pt x="406176" y="374219"/>
                  </a:lnTo>
                  <a:lnTo>
                    <a:pt x="377285" y="402885"/>
                  </a:lnTo>
                  <a:lnTo>
                    <a:pt x="344907" y="429156"/>
                  </a:lnTo>
                  <a:lnTo>
                    <a:pt x="310850" y="454342"/>
                  </a:lnTo>
                  <a:lnTo>
                    <a:pt x="293369" y="466606"/>
                  </a:lnTo>
                  <a:lnTo>
                    <a:pt x="281578" y="475030"/>
                  </a:lnTo>
                  <a:lnTo>
                    <a:pt x="247528" y="500109"/>
                  </a:lnTo>
                  <a:lnTo>
                    <a:pt x="217284" y="524779"/>
                  </a:lnTo>
                  <a:lnTo>
                    <a:pt x="187125" y="556661"/>
                  </a:lnTo>
                  <a:lnTo>
                    <a:pt x="171846" y="593668"/>
                  </a:lnTo>
                  <a:lnTo>
                    <a:pt x="473598" y="593668"/>
                  </a:lnTo>
                  <a:lnTo>
                    <a:pt x="473598" y="723720"/>
                  </a:lnTo>
                  <a:lnTo>
                    <a:pt x="0" y="723720"/>
                  </a:lnTo>
                  <a:lnTo>
                    <a:pt x="0" y="670118"/>
                  </a:lnTo>
                  <a:lnTo>
                    <a:pt x="4632" y="618310"/>
                  </a:lnTo>
                  <a:lnTo>
                    <a:pt x="18409" y="572082"/>
                  </a:lnTo>
                  <a:lnTo>
                    <a:pt x="39136" y="530887"/>
                  </a:lnTo>
                  <a:lnTo>
                    <a:pt x="64526" y="494156"/>
                  </a:lnTo>
                  <a:lnTo>
                    <a:pt x="93653" y="461648"/>
                  </a:lnTo>
                  <a:lnTo>
                    <a:pt x="125364" y="433114"/>
                  </a:lnTo>
                  <a:lnTo>
                    <a:pt x="157554" y="407860"/>
                  </a:lnTo>
                  <a:lnTo>
                    <a:pt x="188213" y="385215"/>
                  </a:lnTo>
                  <a:lnTo>
                    <a:pt x="203368" y="374168"/>
                  </a:lnTo>
                  <a:lnTo>
                    <a:pt x="242956" y="342531"/>
                  </a:lnTo>
                  <a:lnTo>
                    <a:pt x="274155" y="312148"/>
                  </a:lnTo>
                  <a:lnTo>
                    <a:pt x="302337" y="271643"/>
                  </a:lnTo>
                  <a:lnTo>
                    <a:pt x="314210" y="228942"/>
                  </a:lnTo>
                  <a:lnTo>
                    <a:pt x="314705" y="217444"/>
                  </a:lnTo>
                  <a:lnTo>
                    <a:pt x="313090" y="196012"/>
                  </a:lnTo>
                  <a:lnTo>
                    <a:pt x="288919" y="148458"/>
                  </a:lnTo>
                  <a:lnTo>
                    <a:pt x="234853" y="126593"/>
                  </a:lnTo>
                  <a:lnTo>
                    <a:pt x="210068" y="125135"/>
                  </a:lnTo>
                  <a:lnTo>
                    <a:pt x="164643" y="129696"/>
                  </a:lnTo>
                  <a:lnTo>
                    <a:pt x="120190" y="143376"/>
                  </a:lnTo>
                  <a:lnTo>
                    <a:pt x="76731" y="166176"/>
                  </a:lnTo>
                  <a:lnTo>
                    <a:pt x="34289" y="198095"/>
                  </a:lnTo>
                  <a:lnTo>
                    <a:pt x="34289" y="60115"/>
                  </a:lnTo>
                  <a:lnTo>
                    <a:pt x="82173" y="33824"/>
                  </a:lnTo>
                  <a:lnTo>
                    <a:pt x="133049" y="15037"/>
                  </a:lnTo>
                  <a:lnTo>
                    <a:pt x="186901" y="3760"/>
                  </a:lnTo>
                  <a:lnTo>
                    <a:pt x="243718" y="0"/>
                  </a:lnTo>
                  <a:close/>
                </a:path>
              </a:pathLst>
            </a:custGeom>
            <a:ln w="12191">
              <a:solidFill>
                <a:srgbClr val="000000"/>
              </a:solidFill>
            </a:ln>
          </p:spPr>
          <p:txBody>
            <a:bodyPr wrap="square" lIns="0" tIns="0" rIns="0" bIns="0" rtlCol="0"/>
            <a:lstStyle/>
            <a:p>
              <a:endParaRPr/>
            </a:p>
          </p:txBody>
        </p:sp>
        <p:sp>
          <p:nvSpPr>
            <p:cNvPr id="241" name="object 241"/>
            <p:cNvSpPr/>
            <p:nvPr/>
          </p:nvSpPr>
          <p:spPr>
            <a:xfrm>
              <a:off x="6758940" y="5198364"/>
              <a:ext cx="2218944" cy="1345692"/>
            </a:xfrm>
            <a:prstGeom prst="rect">
              <a:avLst/>
            </a:prstGeom>
            <a:blipFill>
              <a:blip r:embed="rId101" cstate="print"/>
              <a:stretch>
                <a:fillRect/>
              </a:stretch>
            </a:blipFill>
          </p:spPr>
          <p:txBody>
            <a:bodyPr wrap="square" lIns="0" tIns="0" rIns="0" bIns="0" rtlCol="0"/>
            <a:lstStyle/>
            <a:p>
              <a:endParaRPr/>
            </a:p>
          </p:txBody>
        </p:sp>
        <p:sp>
          <p:nvSpPr>
            <p:cNvPr id="242" name="object 242"/>
            <p:cNvSpPr/>
            <p:nvPr/>
          </p:nvSpPr>
          <p:spPr>
            <a:xfrm>
              <a:off x="6605016" y="4881370"/>
              <a:ext cx="2538983" cy="1976627"/>
            </a:xfrm>
            <a:prstGeom prst="rect">
              <a:avLst/>
            </a:prstGeom>
            <a:blipFill>
              <a:blip r:embed="rId102" cstate="print"/>
              <a:stretch>
                <a:fillRect/>
              </a:stretch>
            </a:blipFill>
          </p:spPr>
          <p:txBody>
            <a:bodyPr wrap="square" lIns="0" tIns="0" rIns="0" bIns="0" rtlCol="0"/>
            <a:lstStyle/>
            <a:p>
              <a:endParaRPr/>
            </a:p>
          </p:txBody>
        </p:sp>
        <p:sp>
          <p:nvSpPr>
            <p:cNvPr id="243" name="object 243"/>
            <p:cNvSpPr/>
            <p:nvPr/>
          </p:nvSpPr>
          <p:spPr>
            <a:xfrm>
              <a:off x="6839955" y="5259323"/>
              <a:ext cx="2057400" cy="1184275"/>
            </a:xfrm>
            <a:custGeom>
              <a:avLst/>
              <a:gdLst/>
              <a:ahLst/>
              <a:cxnLst/>
              <a:rect l="l" t="t" r="r" b="b"/>
              <a:pathLst>
                <a:path w="2057400" h="1184275">
                  <a:moveTo>
                    <a:pt x="1824868" y="0"/>
                  </a:moveTo>
                  <a:lnTo>
                    <a:pt x="232562" y="0"/>
                  </a:lnTo>
                  <a:lnTo>
                    <a:pt x="185701" y="4720"/>
                  </a:lnTo>
                  <a:lnTo>
                    <a:pt x="142050" y="18258"/>
                  </a:lnTo>
                  <a:lnTo>
                    <a:pt x="102547" y="39681"/>
                  </a:lnTo>
                  <a:lnTo>
                    <a:pt x="68126" y="68056"/>
                  </a:lnTo>
                  <a:lnTo>
                    <a:pt x="39725" y="102449"/>
                  </a:lnTo>
                  <a:lnTo>
                    <a:pt x="18279" y="141928"/>
                  </a:lnTo>
                  <a:lnTo>
                    <a:pt x="4726" y="185559"/>
                  </a:lnTo>
                  <a:lnTo>
                    <a:pt x="0" y="232409"/>
                  </a:lnTo>
                  <a:lnTo>
                    <a:pt x="0" y="951463"/>
                  </a:lnTo>
                  <a:lnTo>
                    <a:pt x="4726" y="998325"/>
                  </a:lnTo>
                  <a:lnTo>
                    <a:pt x="18279" y="1041972"/>
                  </a:lnTo>
                  <a:lnTo>
                    <a:pt x="39725" y="1081468"/>
                  </a:lnTo>
                  <a:lnTo>
                    <a:pt x="68126" y="1115880"/>
                  </a:lnTo>
                  <a:lnTo>
                    <a:pt x="102547" y="1144271"/>
                  </a:lnTo>
                  <a:lnTo>
                    <a:pt x="142050" y="1165708"/>
                  </a:lnTo>
                  <a:lnTo>
                    <a:pt x="185701" y="1179256"/>
                  </a:lnTo>
                  <a:lnTo>
                    <a:pt x="232562" y="1183980"/>
                  </a:lnTo>
                  <a:lnTo>
                    <a:pt x="1824868" y="1183980"/>
                  </a:lnTo>
                  <a:lnTo>
                    <a:pt x="1871763" y="1179256"/>
                  </a:lnTo>
                  <a:lnTo>
                    <a:pt x="1915426" y="1165708"/>
                  </a:lnTo>
                  <a:lnTo>
                    <a:pt x="1954927" y="1144271"/>
                  </a:lnTo>
                  <a:lnTo>
                    <a:pt x="1989334" y="1115880"/>
                  </a:lnTo>
                  <a:lnTo>
                    <a:pt x="2017716" y="1081468"/>
                  </a:lnTo>
                  <a:lnTo>
                    <a:pt x="2039141" y="1041972"/>
                  </a:lnTo>
                  <a:lnTo>
                    <a:pt x="2052680" y="998325"/>
                  </a:lnTo>
                  <a:lnTo>
                    <a:pt x="2057399" y="951463"/>
                  </a:lnTo>
                  <a:lnTo>
                    <a:pt x="2057399" y="232409"/>
                  </a:lnTo>
                  <a:lnTo>
                    <a:pt x="2052680" y="185559"/>
                  </a:lnTo>
                  <a:lnTo>
                    <a:pt x="2039141" y="141928"/>
                  </a:lnTo>
                  <a:lnTo>
                    <a:pt x="2017716" y="102449"/>
                  </a:lnTo>
                  <a:lnTo>
                    <a:pt x="1989334" y="68056"/>
                  </a:lnTo>
                  <a:lnTo>
                    <a:pt x="1954927" y="39681"/>
                  </a:lnTo>
                  <a:lnTo>
                    <a:pt x="1915426" y="18258"/>
                  </a:lnTo>
                  <a:lnTo>
                    <a:pt x="1871763" y="4720"/>
                  </a:lnTo>
                  <a:lnTo>
                    <a:pt x="1824868" y="0"/>
                  </a:lnTo>
                  <a:close/>
                </a:path>
              </a:pathLst>
            </a:custGeom>
            <a:solidFill>
              <a:srgbClr val="252525"/>
            </a:solidFill>
          </p:spPr>
          <p:txBody>
            <a:bodyPr wrap="square" lIns="0" tIns="0" rIns="0" bIns="0" rtlCol="0"/>
            <a:lstStyle/>
            <a:p>
              <a:endParaRPr/>
            </a:p>
          </p:txBody>
        </p:sp>
        <p:sp>
          <p:nvSpPr>
            <p:cNvPr id="244" name="object 244"/>
            <p:cNvSpPr/>
            <p:nvPr/>
          </p:nvSpPr>
          <p:spPr>
            <a:xfrm>
              <a:off x="6839955" y="5259323"/>
              <a:ext cx="2057400" cy="1184275"/>
            </a:xfrm>
            <a:custGeom>
              <a:avLst/>
              <a:gdLst/>
              <a:ahLst/>
              <a:cxnLst/>
              <a:rect l="l" t="t" r="r" b="b"/>
              <a:pathLst>
                <a:path w="2057400" h="1184275">
                  <a:moveTo>
                    <a:pt x="0" y="232409"/>
                  </a:moveTo>
                  <a:lnTo>
                    <a:pt x="4726" y="185559"/>
                  </a:lnTo>
                  <a:lnTo>
                    <a:pt x="18279" y="141928"/>
                  </a:lnTo>
                  <a:lnTo>
                    <a:pt x="39725" y="102449"/>
                  </a:lnTo>
                  <a:lnTo>
                    <a:pt x="68126" y="68056"/>
                  </a:lnTo>
                  <a:lnTo>
                    <a:pt x="102547" y="39681"/>
                  </a:lnTo>
                  <a:lnTo>
                    <a:pt x="142050" y="18258"/>
                  </a:lnTo>
                  <a:lnTo>
                    <a:pt x="185701" y="4720"/>
                  </a:lnTo>
                  <a:lnTo>
                    <a:pt x="232562" y="0"/>
                  </a:lnTo>
                  <a:lnTo>
                    <a:pt x="1824868" y="0"/>
                  </a:lnTo>
                  <a:lnTo>
                    <a:pt x="1871763" y="4720"/>
                  </a:lnTo>
                  <a:lnTo>
                    <a:pt x="1915426" y="18258"/>
                  </a:lnTo>
                  <a:lnTo>
                    <a:pt x="1954927" y="39681"/>
                  </a:lnTo>
                  <a:lnTo>
                    <a:pt x="1989334" y="68056"/>
                  </a:lnTo>
                  <a:lnTo>
                    <a:pt x="2017716" y="102449"/>
                  </a:lnTo>
                  <a:lnTo>
                    <a:pt x="2039141" y="141928"/>
                  </a:lnTo>
                  <a:lnTo>
                    <a:pt x="2052680" y="185559"/>
                  </a:lnTo>
                  <a:lnTo>
                    <a:pt x="2057399" y="232409"/>
                  </a:lnTo>
                  <a:lnTo>
                    <a:pt x="2057399" y="951463"/>
                  </a:lnTo>
                  <a:lnTo>
                    <a:pt x="2052680" y="998325"/>
                  </a:lnTo>
                  <a:lnTo>
                    <a:pt x="2039141" y="1041972"/>
                  </a:lnTo>
                  <a:lnTo>
                    <a:pt x="2017716" y="1081468"/>
                  </a:lnTo>
                  <a:lnTo>
                    <a:pt x="1989334" y="1115880"/>
                  </a:lnTo>
                  <a:lnTo>
                    <a:pt x="1954927" y="1144271"/>
                  </a:lnTo>
                  <a:lnTo>
                    <a:pt x="1915426" y="1165708"/>
                  </a:lnTo>
                  <a:lnTo>
                    <a:pt x="1871763" y="1179256"/>
                  </a:lnTo>
                  <a:lnTo>
                    <a:pt x="1824868" y="1183980"/>
                  </a:lnTo>
                  <a:lnTo>
                    <a:pt x="232562" y="1183980"/>
                  </a:lnTo>
                  <a:lnTo>
                    <a:pt x="185701" y="1179256"/>
                  </a:lnTo>
                  <a:lnTo>
                    <a:pt x="142050" y="1165708"/>
                  </a:lnTo>
                  <a:lnTo>
                    <a:pt x="102547" y="1144271"/>
                  </a:lnTo>
                  <a:lnTo>
                    <a:pt x="68126" y="1115880"/>
                  </a:lnTo>
                  <a:lnTo>
                    <a:pt x="39725" y="1081468"/>
                  </a:lnTo>
                  <a:lnTo>
                    <a:pt x="18279" y="1041972"/>
                  </a:lnTo>
                  <a:lnTo>
                    <a:pt x="4726"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245" name="object 245"/>
            <p:cNvSpPr/>
            <p:nvPr/>
          </p:nvSpPr>
          <p:spPr>
            <a:xfrm>
              <a:off x="6646164" y="4901183"/>
              <a:ext cx="2481072" cy="1956815"/>
            </a:xfrm>
            <a:prstGeom prst="rect">
              <a:avLst/>
            </a:prstGeom>
            <a:blipFill>
              <a:blip r:embed="rId103" cstate="print"/>
              <a:stretch>
                <a:fillRect/>
              </a:stretch>
            </a:blipFill>
          </p:spPr>
          <p:txBody>
            <a:bodyPr wrap="square" lIns="0" tIns="0" rIns="0" bIns="0" rtlCol="0"/>
            <a:lstStyle/>
            <a:p>
              <a:endParaRPr/>
            </a:p>
          </p:txBody>
        </p:sp>
        <p:sp>
          <p:nvSpPr>
            <p:cNvPr id="246" name="object 246"/>
            <p:cNvSpPr/>
            <p:nvPr/>
          </p:nvSpPr>
          <p:spPr>
            <a:xfrm>
              <a:off x="7340986" y="5499484"/>
              <a:ext cx="1078230" cy="736600"/>
            </a:xfrm>
            <a:custGeom>
              <a:avLst/>
              <a:gdLst/>
              <a:ahLst/>
              <a:cxnLst/>
              <a:rect l="l" t="t" r="r" b="b"/>
              <a:pathLst>
                <a:path w="1078229" h="736600">
                  <a:moveTo>
                    <a:pt x="829818" y="0"/>
                  </a:moveTo>
                  <a:lnTo>
                    <a:pt x="780092" y="3885"/>
                  </a:lnTo>
                  <a:lnTo>
                    <a:pt x="735303" y="15537"/>
                  </a:lnTo>
                  <a:lnTo>
                    <a:pt x="695449" y="34950"/>
                  </a:lnTo>
                  <a:lnTo>
                    <a:pt x="660528" y="62118"/>
                  </a:lnTo>
                  <a:lnTo>
                    <a:pt x="630539" y="97036"/>
                  </a:lnTo>
                  <a:lnTo>
                    <a:pt x="609533" y="131826"/>
                  </a:lnTo>
                  <a:lnTo>
                    <a:pt x="592353" y="171510"/>
                  </a:lnTo>
                  <a:lnTo>
                    <a:pt x="578998" y="216089"/>
                  </a:lnTo>
                  <a:lnTo>
                    <a:pt x="569462" y="265564"/>
                  </a:lnTo>
                  <a:lnTo>
                    <a:pt x="563743" y="319934"/>
                  </a:lnTo>
                  <a:lnTo>
                    <a:pt x="561837" y="379201"/>
                  </a:lnTo>
                  <a:lnTo>
                    <a:pt x="563937" y="441137"/>
                  </a:lnTo>
                  <a:lnTo>
                    <a:pt x="570238" y="497175"/>
                  </a:lnTo>
                  <a:lnTo>
                    <a:pt x="580739" y="547314"/>
                  </a:lnTo>
                  <a:lnTo>
                    <a:pt x="595440" y="591555"/>
                  </a:lnTo>
                  <a:lnTo>
                    <a:pt x="614343" y="629898"/>
                  </a:lnTo>
                  <a:lnTo>
                    <a:pt x="637446" y="662342"/>
                  </a:lnTo>
                  <a:lnTo>
                    <a:pt x="696255" y="709534"/>
                  </a:lnTo>
                  <a:lnTo>
                    <a:pt x="731962" y="724281"/>
                  </a:lnTo>
                  <a:lnTo>
                    <a:pt x="771870" y="733130"/>
                  </a:lnTo>
                  <a:lnTo>
                    <a:pt x="815980" y="736079"/>
                  </a:lnTo>
                  <a:lnTo>
                    <a:pt x="864220" y="732226"/>
                  </a:lnTo>
                  <a:lnTo>
                    <a:pt x="907771" y="720668"/>
                  </a:lnTo>
                  <a:lnTo>
                    <a:pt x="946633" y="701407"/>
                  </a:lnTo>
                  <a:lnTo>
                    <a:pt x="980806" y="674444"/>
                  </a:lnTo>
                  <a:lnTo>
                    <a:pt x="1010290" y="639781"/>
                  </a:lnTo>
                  <a:lnTo>
                    <a:pt x="1024615" y="615958"/>
                  </a:lnTo>
                  <a:lnTo>
                    <a:pt x="820917" y="615958"/>
                  </a:lnTo>
                  <a:lnTo>
                    <a:pt x="790420" y="609271"/>
                  </a:lnTo>
                  <a:lnTo>
                    <a:pt x="746055" y="555778"/>
                  </a:lnTo>
                  <a:lnTo>
                    <a:pt x="732189" y="508969"/>
                  </a:lnTo>
                  <a:lnTo>
                    <a:pt x="723869" y="448784"/>
                  </a:lnTo>
                  <a:lnTo>
                    <a:pt x="721095" y="375224"/>
                  </a:lnTo>
                  <a:lnTo>
                    <a:pt x="723923" y="297123"/>
                  </a:lnTo>
                  <a:lnTo>
                    <a:pt x="732407" y="233222"/>
                  </a:lnTo>
                  <a:lnTo>
                    <a:pt x="746550" y="183522"/>
                  </a:lnTo>
                  <a:lnTo>
                    <a:pt x="766355" y="148022"/>
                  </a:lnTo>
                  <a:lnTo>
                    <a:pt x="822960" y="119621"/>
                  </a:lnTo>
                  <a:lnTo>
                    <a:pt x="1032249" y="119621"/>
                  </a:lnTo>
                  <a:lnTo>
                    <a:pt x="1026722" y="107948"/>
                  </a:lnTo>
                  <a:lnTo>
                    <a:pt x="1004163" y="74964"/>
                  </a:lnTo>
                  <a:lnTo>
                    <a:pt x="946736" y="26987"/>
                  </a:lnTo>
                  <a:lnTo>
                    <a:pt x="872895" y="2998"/>
                  </a:lnTo>
                  <a:lnTo>
                    <a:pt x="829818" y="0"/>
                  </a:lnTo>
                  <a:close/>
                </a:path>
                <a:path w="1078229" h="736600">
                  <a:moveTo>
                    <a:pt x="1032249" y="119621"/>
                  </a:moveTo>
                  <a:lnTo>
                    <a:pt x="822960" y="119621"/>
                  </a:lnTo>
                  <a:lnTo>
                    <a:pt x="852060" y="126515"/>
                  </a:lnTo>
                  <a:lnTo>
                    <a:pt x="875872" y="147196"/>
                  </a:lnTo>
                  <a:lnTo>
                    <a:pt x="894393" y="181664"/>
                  </a:lnTo>
                  <a:lnTo>
                    <a:pt x="907624" y="229918"/>
                  </a:lnTo>
                  <a:lnTo>
                    <a:pt x="915563" y="291958"/>
                  </a:lnTo>
                  <a:lnTo>
                    <a:pt x="918210" y="367783"/>
                  </a:lnTo>
                  <a:lnTo>
                    <a:pt x="915509" y="443614"/>
                  </a:lnTo>
                  <a:lnTo>
                    <a:pt x="907406" y="505658"/>
                  </a:lnTo>
                  <a:lnTo>
                    <a:pt x="893898" y="553914"/>
                  </a:lnTo>
                  <a:lnTo>
                    <a:pt x="874982" y="588383"/>
                  </a:lnTo>
                  <a:lnTo>
                    <a:pt x="820917" y="615958"/>
                  </a:lnTo>
                  <a:lnTo>
                    <a:pt x="1024615" y="615958"/>
                  </a:lnTo>
                  <a:lnTo>
                    <a:pt x="1047930" y="566212"/>
                  </a:lnTo>
                  <a:lnTo>
                    <a:pt x="1061088" y="522397"/>
                  </a:lnTo>
                  <a:lnTo>
                    <a:pt x="1070480" y="473894"/>
                  </a:lnTo>
                  <a:lnTo>
                    <a:pt x="1076110" y="420701"/>
                  </a:lnTo>
                  <a:lnTo>
                    <a:pt x="1077986" y="362818"/>
                  </a:lnTo>
                  <a:lnTo>
                    <a:pt x="1075935" y="299851"/>
                  </a:lnTo>
                  <a:lnTo>
                    <a:pt x="1069784" y="242880"/>
                  </a:lnTo>
                  <a:lnTo>
                    <a:pt x="1059532" y="191906"/>
                  </a:lnTo>
                  <a:lnTo>
                    <a:pt x="1045178" y="146928"/>
                  </a:lnTo>
                  <a:lnTo>
                    <a:pt x="1032249" y="119621"/>
                  </a:lnTo>
                  <a:close/>
                </a:path>
                <a:path w="1078229" h="736600">
                  <a:moveTo>
                    <a:pt x="0" y="563831"/>
                  </a:moveTo>
                  <a:lnTo>
                    <a:pt x="0" y="700335"/>
                  </a:lnTo>
                  <a:lnTo>
                    <a:pt x="37049" y="715972"/>
                  </a:lnTo>
                  <a:lnTo>
                    <a:pt x="79248" y="727142"/>
                  </a:lnTo>
                  <a:lnTo>
                    <a:pt x="126590" y="733845"/>
                  </a:lnTo>
                  <a:lnTo>
                    <a:pt x="179070" y="736079"/>
                  </a:lnTo>
                  <a:lnTo>
                    <a:pt x="239881" y="732449"/>
                  </a:lnTo>
                  <a:lnTo>
                    <a:pt x="293747" y="721559"/>
                  </a:lnTo>
                  <a:lnTo>
                    <a:pt x="340657" y="703409"/>
                  </a:lnTo>
                  <a:lnTo>
                    <a:pt x="380603" y="678000"/>
                  </a:lnTo>
                  <a:lnTo>
                    <a:pt x="412537" y="646361"/>
                  </a:lnTo>
                  <a:lnTo>
                    <a:pt x="431365" y="615958"/>
                  </a:lnTo>
                  <a:lnTo>
                    <a:pt x="166756" y="615958"/>
                  </a:lnTo>
                  <a:lnTo>
                    <a:pt x="120546" y="612700"/>
                  </a:lnTo>
                  <a:lnTo>
                    <a:pt x="77365" y="602928"/>
                  </a:lnTo>
                  <a:lnTo>
                    <a:pt x="37191" y="586638"/>
                  </a:lnTo>
                  <a:lnTo>
                    <a:pt x="0" y="563831"/>
                  </a:lnTo>
                  <a:close/>
                </a:path>
                <a:path w="1078229" h="736600">
                  <a:moveTo>
                    <a:pt x="421825" y="119621"/>
                  </a:moveTo>
                  <a:lnTo>
                    <a:pt x="165719" y="119621"/>
                  </a:lnTo>
                  <a:lnTo>
                    <a:pt x="212400" y="125050"/>
                  </a:lnTo>
                  <a:lnTo>
                    <a:pt x="245737" y="141337"/>
                  </a:lnTo>
                  <a:lnTo>
                    <a:pt x="265735" y="168479"/>
                  </a:lnTo>
                  <a:lnTo>
                    <a:pt x="272399" y="206477"/>
                  </a:lnTo>
                  <a:lnTo>
                    <a:pt x="263713" y="246867"/>
                  </a:lnTo>
                  <a:lnTo>
                    <a:pt x="237660" y="275717"/>
                  </a:lnTo>
                  <a:lnTo>
                    <a:pt x="194244" y="293028"/>
                  </a:lnTo>
                  <a:lnTo>
                    <a:pt x="133471" y="298798"/>
                  </a:lnTo>
                  <a:lnTo>
                    <a:pt x="72390" y="298798"/>
                  </a:lnTo>
                  <a:lnTo>
                    <a:pt x="72390" y="418907"/>
                  </a:lnTo>
                  <a:lnTo>
                    <a:pt x="138440" y="418907"/>
                  </a:lnTo>
                  <a:lnTo>
                    <a:pt x="172701" y="420522"/>
                  </a:lnTo>
                  <a:lnTo>
                    <a:pt x="229655" y="433430"/>
                  </a:lnTo>
                  <a:lnTo>
                    <a:pt x="270435" y="458986"/>
                  </a:lnTo>
                  <a:lnTo>
                    <a:pt x="291143" y="495722"/>
                  </a:lnTo>
                  <a:lnTo>
                    <a:pt x="293735" y="518184"/>
                  </a:lnTo>
                  <a:lnTo>
                    <a:pt x="291643" y="539988"/>
                  </a:lnTo>
                  <a:lnTo>
                    <a:pt x="274884" y="575975"/>
                  </a:lnTo>
                  <a:lnTo>
                    <a:pt x="241855" y="601447"/>
                  </a:lnTo>
                  <a:lnTo>
                    <a:pt x="195103" y="614346"/>
                  </a:lnTo>
                  <a:lnTo>
                    <a:pt x="166756" y="615958"/>
                  </a:lnTo>
                  <a:lnTo>
                    <a:pt x="431365" y="615958"/>
                  </a:lnTo>
                  <a:lnTo>
                    <a:pt x="435361" y="609506"/>
                  </a:lnTo>
                  <a:lnTo>
                    <a:pt x="449063" y="567438"/>
                  </a:lnTo>
                  <a:lnTo>
                    <a:pt x="453633" y="520159"/>
                  </a:lnTo>
                  <a:lnTo>
                    <a:pt x="450898" y="488442"/>
                  </a:lnTo>
                  <a:lnTo>
                    <a:pt x="429047" y="432726"/>
                  </a:lnTo>
                  <a:lnTo>
                    <a:pt x="386097" y="388271"/>
                  </a:lnTo>
                  <a:lnTo>
                    <a:pt x="326562" y="360852"/>
                  </a:lnTo>
                  <a:lnTo>
                    <a:pt x="290840" y="353888"/>
                  </a:lnTo>
                  <a:lnTo>
                    <a:pt x="290840" y="351400"/>
                  </a:lnTo>
                  <a:lnTo>
                    <a:pt x="341729" y="333137"/>
                  </a:lnTo>
                  <a:lnTo>
                    <a:pt x="381333" y="306535"/>
                  </a:lnTo>
                  <a:lnTo>
                    <a:pt x="409638" y="271593"/>
                  </a:lnTo>
                  <a:lnTo>
                    <a:pt x="426630" y="228311"/>
                  </a:lnTo>
                  <a:lnTo>
                    <a:pt x="432297" y="176689"/>
                  </a:lnTo>
                  <a:lnTo>
                    <a:pt x="428492" y="139317"/>
                  </a:lnTo>
                  <a:lnTo>
                    <a:pt x="421825" y="119621"/>
                  </a:lnTo>
                  <a:close/>
                </a:path>
                <a:path w="1078229" h="736600">
                  <a:moveTo>
                    <a:pt x="201411" y="0"/>
                  </a:moveTo>
                  <a:lnTo>
                    <a:pt x="153129" y="2357"/>
                  </a:lnTo>
                  <a:lnTo>
                    <a:pt x="107918" y="9429"/>
                  </a:lnTo>
                  <a:lnTo>
                    <a:pt x="65799" y="21216"/>
                  </a:lnTo>
                  <a:lnTo>
                    <a:pt x="26791" y="37719"/>
                  </a:lnTo>
                  <a:lnTo>
                    <a:pt x="26791" y="165783"/>
                  </a:lnTo>
                  <a:lnTo>
                    <a:pt x="60770" y="145581"/>
                  </a:lnTo>
                  <a:lnTo>
                    <a:pt x="95261" y="131156"/>
                  </a:lnTo>
                  <a:lnTo>
                    <a:pt x="130249" y="122504"/>
                  </a:lnTo>
                  <a:lnTo>
                    <a:pt x="165719" y="119621"/>
                  </a:lnTo>
                  <a:lnTo>
                    <a:pt x="421825" y="119621"/>
                  </a:lnTo>
                  <a:lnTo>
                    <a:pt x="417080" y="105605"/>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247" name="object 247"/>
            <p:cNvSpPr/>
            <p:nvPr/>
          </p:nvSpPr>
          <p:spPr>
            <a:xfrm>
              <a:off x="7340986" y="5499484"/>
              <a:ext cx="1078230" cy="736600"/>
            </a:xfrm>
            <a:custGeom>
              <a:avLst/>
              <a:gdLst/>
              <a:ahLst/>
              <a:cxnLst/>
              <a:rect l="l" t="t" r="r" b="b"/>
              <a:pathLst>
                <a:path w="1078229" h="736600">
                  <a:moveTo>
                    <a:pt x="822959" y="119621"/>
                  </a:moveTo>
                  <a:lnTo>
                    <a:pt x="766355" y="148022"/>
                  </a:lnTo>
                  <a:lnTo>
                    <a:pt x="746550" y="183522"/>
                  </a:lnTo>
                  <a:lnTo>
                    <a:pt x="732407" y="233222"/>
                  </a:lnTo>
                  <a:lnTo>
                    <a:pt x="723923" y="297123"/>
                  </a:lnTo>
                  <a:lnTo>
                    <a:pt x="721095" y="375224"/>
                  </a:lnTo>
                  <a:lnTo>
                    <a:pt x="723869" y="448784"/>
                  </a:lnTo>
                  <a:lnTo>
                    <a:pt x="732189" y="508969"/>
                  </a:lnTo>
                  <a:lnTo>
                    <a:pt x="746055" y="555778"/>
                  </a:lnTo>
                  <a:lnTo>
                    <a:pt x="765465" y="589211"/>
                  </a:lnTo>
                  <a:lnTo>
                    <a:pt x="820917" y="615958"/>
                  </a:lnTo>
                  <a:lnTo>
                    <a:pt x="850656" y="609064"/>
                  </a:lnTo>
                  <a:lnTo>
                    <a:pt x="893898" y="553914"/>
                  </a:lnTo>
                  <a:lnTo>
                    <a:pt x="907406" y="505657"/>
                  </a:lnTo>
                  <a:lnTo>
                    <a:pt x="915509" y="443614"/>
                  </a:lnTo>
                  <a:lnTo>
                    <a:pt x="918209" y="367783"/>
                  </a:lnTo>
                  <a:lnTo>
                    <a:pt x="915563" y="291958"/>
                  </a:lnTo>
                  <a:lnTo>
                    <a:pt x="907624" y="229918"/>
                  </a:lnTo>
                  <a:lnTo>
                    <a:pt x="894393" y="181664"/>
                  </a:lnTo>
                  <a:lnTo>
                    <a:pt x="875872" y="147196"/>
                  </a:lnTo>
                  <a:lnTo>
                    <a:pt x="822959" y="119621"/>
                  </a:lnTo>
                  <a:close/>
                </a:path>
                <a:path w="1078229" h="736600">
                  <a:moveTo>
                    <a:pt x="829817" y="0"/>
                  </a:moveTo>
                  <a:lnTo>
                    <a:pt x="872895" y="2998"/>
                  </a:lnTo>
                  <a:lnTo>
                    <a:pt x="911868" y="11994"/>
                  </a:lnTo>
                  <a:lnTo>
                    <a:pt x="977501" y="47977"/>
                  </a:lnTo>
                  <a:lnTo>
                    <a:pt x="1026722" y="107948"/>
                  </a:lnTo>
                  <a:lnTo>
                    <a:pt x="1045178" y="146928"/>
                  </a:lnTo>
                  <a:lnTo>
                    <a:pt x="1059532" y="191906"/>
                  </a:lnTo>
                  <a:lnTo>
                    <a:pt x="1069784" y="242880"/>
                  </a:lnTo>
                  <a:lnTo>
                    <a:pt x="1075935" y="299851"/>
                  </a:lnTo>
                  <a:lnTo>
                    <a:pt x="1077986" y="362818"/>
                  </a:lnTo>
                  <a:lnTo>
                    <a:pt x="1076110" y="420701"/>
                  </a:lnTo>
                  <a:lnTo>
                    <a:pt x="1070480" y="473894"/>
                  </a:lnTo>
                  <a:lnTo>
                    <a:pt x="1061088" y="522397"/>
                  </a:lnTo>
                  <a:lnTo>
                    <a:pt x="1047930" y="566212"/>
                  </a:lnTo>
                  <a:lnTo>
                    <a:pt x="1030999" y="605339"/>
                  </a:lnTo>
                  <a:lnTo>
                    <a:pt x="1010290" y="639781"/>
                  </a:lnTo>
                  <a:lnTo>
                    <a:pt x="980806" y="674444"/>
                  </a:lnTo>
                  <a:lnTo>
                    <a:pt x="946633" y="701407"/>
                  </a:lnTo>
                  <a:lnTo>
                    <a:pt x="907771" y="720668"/>
                  </a:lnTo>
                  <a:lnTo>
                    <a:pt x="864220" y="732226"/>
                  </a:lnTo>
                  <a:lnTo>
                    <a:pt x="815980" y="736079"/>
                  </a:lnTo>
                  <a:lnTo>
                    <a:pt x="771870" y="733130"/>
                  </a:lnTo>
                  <a:lnTo>
                    <a:pt x="731962" y="724281"/>
                  </a:lnTo>
                  <a:lnTo>
                    <a:pt x="696255" y="709533"/>
                  </a:lnTo>
                  <a:lnTo>
                    <a:pt x="637446" y="662342"/>
                  </a:lnTo>
                  <a:lnTo>
                    <a:pt x="614343" y="629898"/>
                  </a:lnTo>
                  <a:lnTo>
                    <a:pt x="595440" y="591555"/>
                  </a:lnTo>
                  <a:lnTo>
                    <a:pt x="580739" y="547314"/>
                  </a:lnTo>
                  <a:lnTo>
                    <a:pt x="570238" y="497175"/>
                  </a:lnTo>
                  <a:lnTo>
                    <a:pt x="563937" y="441137"/>
                  </a:lnTo>
                  <a:lnTo>
                    <a:pt x="561837" y="379201"/>
                  </a:lnTo>
                  <a:lnTo>
                    <a:pt x="563743" y="319934"/>
                  </a:lnTo>
                  <a:lnTo>
                    <a:pt x="569462" y="265564"/>
                  </a:lnTo>
                  <a:lnTo>
                    <a:pt x="578998" y="216089"/>
                  </a:lnTo>
                  <a:lnTo>
                    <a:pt x="592353" y="171510"/>
                  </a:lnTo>
                  <a:lnTo>
                    <a:pt x="609533" y="131826"/>
                  </a:lnTo>
                  <a:lnTo>
                    <a:pt x="630539" y="97036"/>
                  </a:lnTo>
                  <a:lnTo>
                    <a:pt x="660528" y="62118"/>
                  </a:lnTo>
                  <a:lnTo>
                    <a:pt x="695449" y="34950"/>
                  </a:lnTo>
                  <a:lnTo>
                    <a:pt x="735303" y="15537"/>
                  </a:lnTo>
                  <a:lnTo>
                    <a:pt x="780092" y="3885"/>
                  </a:lnTo>
                  <a:lnTo>
                    <a:pt x="829817" y="0"/>
                  </a:lnTo>
                  <a:close/>
                </a:path>
                <a:path w="1078229" h="736600">
                  <a:moveTo>
                    <a:pt x="201411" y="0"/>
                  </a:moveTo>
                  <a:lnTo>
                    <a:pt x="253043" y="3071"/>
                  </a:lnTo>
                  <a:lnTo>
                    <a:pt x="298585" y="12287"/>
                  </a:lnTo>
                  <a:lnTo>
                    <a:pt x="338053" y="27646"/>
                  </a:lnTo>
                  <a:lnTo>
                    <a:pt x="371459" y="49148"/>
                  </a:lnTo>
                  <a:lnTo>
                    <a:pt x="417080" y="105605"/>
                  </a:lnTo>
                  <a:lnTo>
                    <a:pt x="432297" y="176689"/>
                  </a:lnTo>
                  <a:lnTo>
                    <a:pt x="426630" y="228311"/>
                  </a:lnTo>
                  <a:lnTo>
                    <a:pt x="409638" y="271593"/>
                  </a:lnTo>
                  <a:lnTo>
                    <a:pt x="381333" y="306535"/>
                  </a:lnTo>
                  <a:lnTo>
                    <a:pt x="341729" y="333137"/>
                  </a:lnTo>
                  <a:lnTo>
                    <a:pt x="290840" y="351400"/>
                  </a:lnTo>
                  <a:lnTo>
                    <a:pt x="290840" y="353888"/>
                  </a:lnTo>
                  <a:lnTo>
                    <a:pt x="358307" y="372312"/>
                  </a:lnTo>
                  <a:lnTo>
                    <a:pt x="409955" y="408730"/>
                  </a:lnTo>
                  <a:lnTo>
                    <a:pt x="442699" y="459297"/>
                  </a:lnTo>
                  <a:lnTo>
                    <a:pt x="453633" y="520159"/>
                  </a:lnTo>
                  <a:lnTo>
                    <a:pt x="449063" y="567438"/>
                  </a:lnTo>
                  <a:lnTo>
                    <a:pt x="435361" y="609506"/>
                  </a:lnTo>
                  <a:lnTo>
                    <a:pt x="412537" y="646361"/>
                  </a:lnTo>
                  <a:lnTo>
                    <a:pt x="380603" y="678000"/>
                  </a:lnTo>
                  <a:lnTo>
                    <a:pt x="340657" y="703409"/>
                  </a:lnTo>
                  <a:lnTo>
                    <a:pt x="293747" y="721559"/>
                  </a:lnTo>
                  <a:lnTo>
                    <a:pt x="239881" y="732449"/>
                  </a:lnTo>
                  <a:lnTo>
                    <a:pt x="179069" y="736079"/>
                  </a:lnTo>
                  <a:lnTo>
                    <a:pt x="126590" y="733845"/>
                  </a:lnTo>
                  <a:lnTo>
                    <a:pt x="79247" y="727142"/>
                  </a:lnTo>
                  <a:lnTo>
                    <a:pt x="37049" y="715972"/>
                  </a:lnTo>
                  <a:lnTo>
                    <a:pt x="0" y="700335"/>
                  </a:lnTo>
                  <a:lnTo>
                    <a:pt x="0" y="563831"/>
                  </a:lnTo>
                  <a:lnTo>
                    <a:pt x="37191" y="586638"/>
                  </a:lnTo>
                  <a:lnTo>
                    <a:pt x="77365" y="602928"/>
                  </a:lnTo>
                  <a:lnTo>
                    <a:pt x="120546" y="612700"/>
                  </a:lnTo>
                  <a:lnTo>
                    <a:pt x="166756" y="615958"/>
                  </a:lnTo>
                  <a:lnTo>
                    <a:pt x="195103" y="614346"/>
                  </a:lnTo>
                  <a:lnTo>
                    <a:pt x="241855" y="601447"/>
                  </a:lnTo>
                  <a:lnTo>
                    <a:pt x="274884" y="575975"/>
                  </a:lnTo>
                  <a:lnTo>
                    <a:pt x="291643" y="539988"/>
                  </a:lnTo>
                  <a:lnTo>
                    <a:pt x="293735" y="518184"/>
                  </a:lnTo>
                  <a:lnTo>
                    <a:pt x="291143" y="495722"/>
                  </a:lnTo>
                  <a:lnTo>
                    <a:pt x="270435" y="458986"/>
                  </a:lnTo>
                  <a:lnTo>
                    <a:pt x="229655" y="433430"/>
                  </a:lnTo>
                  <a:lnTo>
                    <a:pt x="172701" y="420522"/>
                  </a:lnTo>
                  <a:lnTo>
                    <a:pt x="138440" y="418907"/>
                  </a:lnTo>
                  <a:lnTo>
                    <a:pt x="72389" y="418907"/>
                  </a:lnTo>
                  <a:lnTo>
                    <a:pt x="72389" y="298798"/>
                  </a:lnTo>
                  <a:lnTo>
                    <a:pt x="133471" y="298798"/>
                  </a:lnTo>
                  <a:lnTo>
                    <a:pt x="194244" y="293028"/>
                  </a:lnTo>
                  <a:lnTo>
                    <a:pt x="237660" y="275717"/>
                  </a:lnTo>
                  <a:lnTo>
                    <a:pt x="263713" y="246867"/>
                  </a:lnTo>
                  <a:lnTo>
                    <a:pt x="272399" y="206477"/>
                  </a:lnTo>
                  <a:lnTo>
                    <a:pt x="265735" y="168479"/>
                  </a:lnTo>
                  <a:lnTo>
                    <a:pt x="245737" y="141337"/>
                  </a:lnTo>
                  <a:lnTo>
                    <a:pt x="212400" y="125050"/>
                  </a:lnTo>
                  <a:lnTo>
                    <a:pt x="165719" y="119621"/>
                  </a:lnTo>
                  <a:lnTo>
                    <a:pt x="130249" y="122504"/>
                  </a:lnTo>
                  <a:lnTo>
                    <a:pt x="95261" y="131156"/>
                  </a:lnTo>
                  <a:lnTo>
                    <a:pt x="60770" y="145581"/>
                  </a:lnTo>
                  <a:lnTo>
                    <a:pt x="26791" y="165783"/>
                  </a:lnTo>
                  <a:lnTo>
                    <a:pt x="26791" y="37718"/>
                  </a:lnTo>
                  <a:lnTo>
                    <a:pt x="65799" y="21216"/>
                  </a:lnTo>
                  <a:lnTo>
                    <a:pt x="107918" y="9429"/>
                  </a:lnTo>
                  <a:lnTo>
                    <a:pt x="153129" y="2357"/>
                  </a:lnTo>
                  <a:lnTo>
                    <a:pt x="201411" y="0"/>
                  </a:lnTo>
                  <a:close/>
                </a:path>
              </a:pathLst>
            </a:custGeom>
            <a:ln w="12191">
              <a:solidFill>
                <a:srgbClr val="000000"/>
              </a:solidFill>
            </a:ln>
          </p:spPr>
          <p:txBody>
            <a:bodyPr wrap="square" lIns="0" tIns="0" rIns="0" bIns="0" rtlCol="0"/>
            <a:lstStyle/>
            <a:p>
              <a:endParaRPr/>
            </a:p>
          </p:txBody>
        </p:sp>
        <p:sp>
          <p:nvSpPr>
            <p:cNvPr id="248" name="object 248"/>
            <p:cNvSpPr/>
            <p:nvPr/>
          </p:nvSpPr>
          <p:spPr>
            <a:xfrm>
              <a:off x="6743700" y="5029200"/>
              <a:ext cx="2209800" cy="1658620"/>
            </a:xfrm>
            <a:custGeom>
              <a:avLst/>
              <a:gdLst/>
              <a:ahLst/>
              <a:cxnLst/>
              <a:rect l="l" t="t" r="r" b="b"/>
              <a:pathLst>
                <a:path w="2209800" h="1658620">
                  <a:moveTo>
                    <a:pt x="2209800" y="0"/>
                  </a:moveTo>
                  <a:lnTo>
                    <a:pt x="0" y="0"/>
                  </a:lnTo>
                  <a:lnTo>
                    <a:pt x="0" y="236220"/>
                  </a:lnTo>
                  <a:lnTo>
                    <a:pt x="0" y="1423670"/>
                  </a:lnTo>
                  <a:lnTo>
                    <a:pt x="0" y="1658620"/>
                  </a:lnTo>
                  <a:lnTo>
                    <a:pt x="2209800" y="1658620"/>
                  </a:lnTo>
                  <a:lnTo>
                    <a:pt x="2209800" y="1423670"/>
                  </a:lnTo>
                  <a:lnTo>
                    <a:pt x="235699" y="1423670"/>
                  </a:lnTo>
                  <a:lnTo>
                    <a:pt x="235699" y="236220"/>
                  </a:lnTo>
                  <a:lnTo>
                    <a:pt x="1974075" y="236220"/>
                  </a:lnTo>
                  <a:lnTo>
                    <a:pt x="1974075" y="1423225"/>
                  </a:lnTo>
                  <a:lnTo>
                    <a:pt x="2209800" y="1423225"/>
                  </a:lnTo>
                  <a:lnTo>
                    <a:pt x="2209800" y="236220"/>
                  </a:lnTo>
                  <a:lnTo>
                    <a:pt x="2209800" y="235712"/>
                  </a:lnTo>
                  <a:lnTo>
                    <a:pt x="2209800" y="0"/>
                  </a:lnTo>
                  <a:close/>
                </a:path>
              </a:pathLst>
            </a:custGeom>
            <a:solidFill>
              <a:srgbClr val="BAE0E3"/>
            </a:solidFill>
          </p:spPr>
          <p:txBody>
            <a:bodyPr wrap="square" lIns="0" tIns="0" rIns="0" bIns="0" rtlCol="0"/>
            <a:lstStyle/>
            <a:p>
              <a:endParaRPr/>
            </a:p>
          </p:txBody>
        </p:sp>
        <p:sp>
          <p:nvSpPr>
            <p:cNvPr id="249" name="object 249"/>
            <p:cNvSpPr/>
            <p:nvPr/>
          </p:nvSpPr>
          <p:spPr>
            <a:xfrm>
              <a:off x="6743699" y="5029200"/>
              <a:ext cx="2209800" cy="1659255"/>
            </a:xfrm>
            <a:custGeom>
              <a:avLst/>
              <a:gdLst/>
              <a:ahLst/>
              <a:cxnLst/>
              <a:rect l="l" t="t" r="r" b="b"/>
              <a:pathLst>
                <a:path w="2209800" h="1659254">
                  <a:moveTo>
                    <a:pt x="0" y="0"/>
                  </a:moveTo>
                  <a:lnTo>
                    <a:pt x="2209799" y="0"/>
                  </a:lnTo>
                  <a:lnTo>
                    <a:pt x="2209799" y="1658934"/>
                  </a:lnTo>
                  <a:lnTo>
                    <a:pt x="0" y="1658934"/>
                  </a:lnTo>
                  <a:lnTo>
                    <a:pt x="0" y="0"/>
                  </a:lnTo>
                  <a:close/>
                </a:path>
                <a:path w="2209800" h="1659254">
                  <a:moveTo>
                    <a:pt x="235701" y="1423214"/>
                  </a:moveTo>
                  <a:lnTo>
                    <a:pt x="1974085" y="1423214"/>
                  </a:lnTo>
                  <a:lnTo>
                    <a:pt x="1974085" y="235707"/>
                  </a:lnTo>
                  <a:lnTo>
                    <a:pt x="235701" y="235707"/>
                  </a:lnTo>
                  <a:lnTo>
                    <a:pt x="235701" y="1423214"/>
                  </a:lnTo>
                  <a:close/>
                </a:path>
              </a:pathLst>
            </a:custGeom>
            <a:ln w="57149">
              <a:solidFill>
                <a:srgbClr val="88A3A6"/>
              </a:solidFill>
            </a:ln>
          </p:spPr>
          <p:txBody>
            <a:bodyPr wrap="square" lIns="0" tIns="0" rIns="0" bIns="0" rtlCol="0"/>
            <a:lstStyle/>
            <a:p>
              <a:endParaRPr/>
            </a:p>
          </p:txBody>
        </p:sp>
        <p:sp>
          <p:nvSpPr>
            <p:cNvPr id="250" name="object 250"/>
            <p:cNvSpPr/>
            <p:nvPr/>
          </p:nvSpPr>
          <p:spPr>
            <a:xfrm>
              <a:off x="5637276" y="1700274"/>
              <a:ext cx="3362340" cy="2592324"/>
            </a:xfrm>
            <a:prstGeom prst="rect">
              <a:avLst/>
            </a:prstGeom>
            <a:blipFill>
              <a:blip r:embed="rId104" cstate="print"/>
              <a:stretch>
                <a:fillRect/>
              </a:stretch>
            </a:blip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6110" y="1789629"/>
            <a:ext cx="2454275" cy="1031875"/>
          </a:xfrm>
          <a:prstGeom prst="rect">
            <a:avLst/>
          </a:prstGeom>
        </p:spPr>
        <p:txBody>
          <a:bodyPr vert="horz" wrap="square" lIns="0" tIns="12700" rIns="0" bIns="0" rtlCol="0">
            <a:spAutoFit/>
          </a:bodyPr>
          <a:lstStyle/>
          <a:p>
            <a:pPr marL="12700">
              <a:lnSpc>
                <a:spcPct val="100000"/>
              </a:lnSpc>
              <a:spcBef>
                <a:spcPts val="100"/>
              </a:spcBef>
            </a:pPr>
            <a:r>
              <a:rPr sz="9900" b="1" spc="-502" baseline="-5050" dirty="0">
                <a:solidFill>
                  <a:srgbClr val="0D0D0D"/>
                </a:solidFill>
                <a:latin typeface="Courier New"/>
                <a:cs typeface="Courier New"/>
              </a:rPr>
              <a:t>A</a:t>
            </a:r>
            <a:r>
              <a:rPr sz="9900" b="1" spc="-2662" baseline="-5050" dirty="0">
                <a:solidFill>
                  <a:srgbClr val="0D0D0D"/>
                </a:solidFill>
                <a:latin typeface="Courier New"/>
                <a:cs typeface="Courier New"/>
              </a:rPr>
              <a:t> </a:t>
            </a:r>
            <a:r>
              <a:rPr sz="3600" dirty="0">
                <a:solidFill>
                  <a:srgbClr val="FFFFFF"/>
                </a:solidFill>
                <a:latin typeface="Arial"/>
                <a:cs typeface="Arial"/>
              </a:rPr>
              <a:t>Boolean</a:t>
            </a:r>
            <a:endParaRPr sz="3600">
              <a:latin typeface="Arial"/>
              <a:cs typeface="Arial"/>
            </a:endParaRPr>
          </a:p>
        </p:txBody>
      </p:sp>
      <p:sp>
        <p:nvSpPr>
          <p:cNvPr id="3" name="object 3"/>
          <p:cNvSpPr txBox="1">
            <a:spLocks noGrp="1"/>
          </p:cNvSpPr>
          <p:nvPr>
            <p:ph type="title"/>
          </p:nvPr>
        </p:nvSpPr>
        <p:spPr>
          <a:xfrm>
            <a:off x="562158" y="236925"/>
            <a:ext cx="7851140" cy="1244600"/>
          </a:xfrm>
          <a:prstGeom prst="rect">
            <a:avLst/>
          </a:prstGeom>
        </p:spPr>
        <p:txBody>
          <a:bodyPr vert="horz" wrap="square" lIns="0" tIns="12065" rIns="0" bIns="0" rtlCol="0">
            <a:spAutoFit/>
          </a:bodyPr>
          <a:lstStyle/>
          <a:p>
            <a:pPr marL="1829435" marR="5080" indent="-1817370">
              <a:lnSpc>
                <a:spcPct val="100000"/>
              </a:lnSpc>
              <a:spcBef>
                <a:spcPts val="95"/>
              </a:spcBef>
              <a:tabLst>
                <a:tab pos="1129665" algn="l"/>
                <a:tab pos="2807335" algn="l"/>
                <a:tab pos="3227070" algn="l"/>
                <a:tab pos="3645535" algn="l"/>
                <a:tab pos="4763135" algn="l"/>
                <a:tab pos="5321935" algn="l"/>
              </a:tabLst>
            </a:pPr>
            <a:r>
              <a:rPr sz="4000" b="0" spc="-204" dirty="0">
                <a:latin typeface="Courier New"/>
                <a:cs typeface="Courier New"/>
              </a:rPr>
              <a:t>Q2:</a:t>
            </a:r>
            <a:r>
              <a:rPr sz="4000" b="0" spc="-204" dirty="0">
                <a:latin typeface="Times New Roman"/>
                <a:cs typeface="Times New Roman"/>
              </a:rPr>
              <a:t>	</a:t>
            </a:r>
            <a:r>
              <a:rPr sz="4000" b="0" spc="-204" dirty="0">
                <a:latin typeface="Courier New"/>
                <a:cs typeface="Courier New"/>
              </a:rPr>
              <a:t>Which</a:t>
            </a:r>
            <a:r>
              <a:rPr sz="4000" b="0" spc="-204" dirty="0">
                <a:latin typeface="Times New Roman"/>
                <a:cs typeface="Times New Roman"/>
              </a:rPr>
              <a:t>	</a:t>
            </a:r>
            <a:r>
              <a:rPr sz="4000" b="0" spc="-204" dirty="0">
                <a:latin typeface="Courier New"/>
                <a:cs typeface="Courier New"/>
              </a:rPr>
              <a:t>in</a:t>
            </a:r>
            <a:r>
              <a:rPr sz="4000" b="0" spc="-204" dirty="0">
                <a:latin typeface="Times New Roman"/>
                <a:cs typeface="Times New Roman"/>
              </a:rPr>
              <a:t>	</a:t>
            </a:r>
            <a:r>
              <a:rPr sz="4000" b="0" spc="-204" dirty="0">
                <a:latin typeface="Courier New"/>
                <a:cs typeface="Courier New"/>
              </a:rPr>
              <a:t>NOT</a:t>
            </a:r>
            <a:r>
              <a:rPr sz="4000" b="0" spc="-204" dirty="0">
                <a:latin typeface="Times New Roman"/>
                <a:cs typeface="Times New Roman"/>
              </a:rPr>
              <a:t>	</a:t>
            </a:r>
            <a:r>
              <a:rPr sz="4000" b="0" spc="-204" dirty="0">
                <a:latin typeface="Courier New"/>
                <a:cs typeface="Courier New"/>
              </a:rPr>
              <a:t>a</a:t>
            </a:r>
            <a:r>
              <a:rPr sz="4000" b="0" spc="-204" dirty="0">
                <a:latin typeface="Times New Roman"/>
                <a:cs typeface="Times New Roman"/>
              </a:rPr>
              <a:t>	</a:t>
            </a:r>
            <a:r>
              <a:rPr sz="4000" b="0" spc="-195" dirty="0">
                <a:latin typeface="Courier New"/>
                <a:cs typeface="Courier New"/>
              </a:rPr>
              <a:t>p</a:t>
            </a:r>
            <a:r>
              <a:rPr sz="4000" b="0" spc="-204" dirty="0">
                <a:latin typeface="Courier New"/>
                <a:cs typeface="Courier New"/>
              </a:rPr>
              <a:t>rimitive </a:t>
            </a:r>
            <a:r>
              <a:rPr sz="4000" b="0" spc="-85" dirty="0">
                <a:latin typeface="Times New Roman"/>
                <a:cs typeface="Times New Roman"/>
              </a:rPr>
              <a:t> </a:t>
            </a:r>
            <a:r>
              <a:rPr sz="4000" b="0" spc="-204" dirty="0">
                <a:latin typeface="Courier New"/>
                <a:cs typeface="Courier New"/>
              </a:rPr>
              <a:t>data</a:t>
            </a:r>
            <a:r>
              <a:rPr sz="4000" b="0" spc="-204" dirty="0">
                <a:latin typeface="Times New Roman"/>
                <a:cs typeface="Times New Roman"/>
              </a:rPr>
              <a:t>	</a:t>
            </a:r>
            <a:r>
              <a:rPr sz="4000" b="0" spc="-204" dirty="0">
                <a:latin typeface="Courier New"/>
                <a:cs typeface="Courier New"/>
              </a:rPr>
              <a:t>structure?</a:t>
            </a:r>
            <a:endParaRPr sz="4000">
              <a:latin typeface="Courier New"/>
              <a:cs typeface="Courier New"/>
            </a:endParaRPr>
          </a:p>
        </p:txBody>
      </p:sp>
      <p:sp>
        <p:nvSpPr>
          <p:cNvPr id="4" name="object 4"/>
          <p:cNvSpPr txBox="1"/>
          <p:nvPr/>
        </p:nvSpPr>
        <p:spPr>
          <a:xfrm>
            <a:off x="1200150" y="2933700"/>
            <a:ext cx="4114800" cy="914400"/>
          </a:xfrm>
          <a:prstGeom prst="rect">
            <a:avLst/>
          </a:prstGeom>
          <a:solidFill>
            <a:srgbClr val="000000">
              <a:alpha val="85096"/>
            </a:srgbClr>
          </a:solidFill>
          <a:ln w="57149">
            <a:solidFill>
              <a:srgbClr val="C00000"/>
            </a:solidFill>
          </a:ln>
        </p:spPr>
        <p:txBody>
          <a:bodyPr vert="horz" wrap="square" lIns="0" tIns="149225" rIns="0" bIns="0" rtlCol="0">
            <a:spAutoFit/>
          </a:bodyPr>
          <a:lstStyle/>
          <a:p>
            <a:pPr marL="161290">
              <a:lnSpc>
                <a:spcPct val="100000"/>
              </a:lnSpc>
              <a:spcBef>
                <a:spcPts val="1175"/>
              </a:spcBef>
            </a:pPr>
            <a:r>
              <a:rPr sz="3600" dirty="0">
                <a:solidFill>
                  <a:srgbClr val="FFFFFF"/>
                </a:solidFill>
                <a:latin typeface="Arial"/>
                <a:cs typeface="Arial"/>
              </a:rPr>
              <a:t>Arrays</a:t>
            </a:r>
            <a:endParaRPr sz="3600">
              <a:latin typeface="Arial"/>
              <a:cs typeface="Arial"/>
            </a:endParaRPr>
          </a:p>
        </p:txBody>
      </p:sp>
      <p:sp>
        <p:nvSpPr>
          <p:cNvPr id="5" name="object 5"/>
          <p:cNvSpPr txBox="1"/>
          <p:nvPr/>
        </p:nvSpPr>
        <p:spPr>
          <a:xfrm>
            <a:off x="1403101" y="4017650"/>
            <a:ext cx="144970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FFFFFF"/>
                </a:solidFill>
                <a:latin typeface="Arial"/>
                <a:cs typeface="Arial"/>
              </a:rPr>
              <a:t>Integer</a:t>
            </a:r>
            <a:endParaRPr sz="3600">
              <a:latin typeface="Arial"/>
              <a:cs typeface="Arial"/>
            </a:endParaRPr>
          </a:p>
        </p:txBody>
      </p:sp>
      <p:grpSp>
        <p:nvGrpSpPr>
          <p:cNvPr id="6" name="object 6"/>
          <p:cNvGrpSpPr/>
          <p:nvPr/>
        </p:nvGrpSpPr>
        <p:grpSpPr>
          <a:xfrm>
            <a:off x="474659" y="2906765"/>
            <a:ext cx="685800" cy="1790700"/>
            <a:chOff x="474659" y="2906765"/>
            <a:chExt cx="685800" cy="1790700"/>
          </a:xfrm>
        </p:grpSpPr>
        <p:sp>
          <p:nvSpPr>
            <p:cNvPr id="7" name="object 7"/>
            <p:cNvSpPr/>
            <p:nvPr/>
          </p:nvSpPr>
          <p:spPr>
            <a:xfrm>
              <a:off x="487359" y="2919465"/>
              <a:ext cx="650875" cy="838200"/>
            </a:xfrm>
            <a:custGeom>
              <a:avLst/>
              <a:gdLst/>
              <a:ahLst/>
              <a:cxnLst/>
              <a:rect l="l" t="t" r="r" b="b"/>
              <a:pathLst>
                <a:path w="650875" h="838200">
                  <a:moveTo>
                    <a:pt x="325444" y="0"/>
                  </a:moveTo>
                  <a:lnTo>
                    <a:pt x="284621" y="3264"/>
                  </a:lnTo>
                  <a:lnTo>
                    <a:pt x="245311" y="12795"/>
                  </a:lnTo>
                  <a:lnTo>
                    <a:pt x="207819" y="28202"/>
                  </a:lnTo>
                  <a:lnTo>
                    <a:pt x="172451" y="49091"/>
                  </a:lnTo>
                  <a:lnTo>
                    <a:pt x="139511" y="75071"/>
                  </a:lnTo>
                  <a:lnTo>
                    <a:pt x="109303" y="105749"/>
                  </a:lnTo>
                  <a:lnTo>
                    <a:pt x="82134" y="140733"/>
                  </a:lnTo>
                  <a:lnTo>
                    <a:pt x="58308" y="179631"/>
                  </a:lnTo>
                  <a:lnTo>
                    <a:pt x="38130" y="222050"/>
                  </a:lnTo>
                  <a:lnTo>
                    <a:pt x="21906" y="267599"/>
                  </a:lnTo>
                  <a:lnTo>
                    <a:pt x="9939" y="315885"/>
                  </a:lnTo>
                  <a:lnTo>
                    <a:pt x="2535" y="366516"/>
                  </a:lnTo>
                  <a:lnTo>
                    <a:pt x="0" y="419099"/>
                  </a:lnTo>
                  <a:lnTo>
                    <a:pt x="2535" y="471659"/>
                  </a:lnTo>
                  <a:lnTo>
                    <a:pt x="9939" y="522274"/>
                  </a:lnTo>
                  <a:lnTo>
                    <a:pt x="21906" y="570550"/>
                  </a:lnTo>
                  <a:lnTo>
                    <a:pt x="38130" y="616095"/>
                  </a:lnTo>
                  <a:lnTo>
                    <a:pt x="58308" y="658515"/>
                  </a:lnTo>
                  <a:lnTo>
                    <a:pt x="82134" y="697417"/>
                  </a:lnTo>
                  <a:lnTo>
                    <a:pt x="109303" y="732408"/>
                  </a:lnTo>
                  <a:lnTo>
                    <a:pt x="139511" y="763095"/>
                  </a:lnTo>
                  <a:lnTo>
                    <a:pt x="172451" y="789084"/>
                  </a:lnTo>
                  <a:lnTo>
                    <a:pt x="207819" y="809982"/>
                  </a:lnTo>
                  <a:lnTo>
                    <a:pt x="245311" y="825396"/>
                  </a:lnTo>
                  <a:lnTo>
                    <a:pt x="284621" y="834933"/>
                  </a:lnTo>
                  <a:lnTo>
                    <a:pt x="325444" y="838199"/>
                  </a:lnTo>
                  <a:lnTo>
                    <a:pt x="366264" y="834933"/>
                  </a:lnTo>
                  <a:lnTo>
                    <a:pt x="405572" y="825396"/>
                  </a:lnTo>
                  <a:lnTo>
                    <a:pt x="443062" y="809982"/>
                  </a:lnTo>
                  <a:lnTo>
                    <a:pt x="478429" y="789084"/>
                  </a:lnTo>
                  <a:lnTo>
                    <a:pt x="511368" y="763095"/>
                  </a:lnTo>
                  <a:lnTo>
                    <a:pt x="541575" y="732408"/>
                  </a:lnTo>
                  <a:lnTo>
                    <a:pt x="568744" y="697417"/>
                  </a:lnTo>
                  <a:lnTo>
                    <a:pt x="592569" y="658515"/>
                  </a:lnTo>
                  <a:lnTo>
                    <a:pt x="612747" y="616095"/>
                  </a:lnTo>
                  <a:lnTo>
                    <a:pt x="628972" y="570550"/>
                  </a:lnTo>
                  <a:lnTo>
                    <a:pt x="640939" y="522274"/>
                  </a:lnTo>
                  <a:lnTo>
                    <a:pt x="648343" y="471659"/>
                  </a:lnTo>
                  <a:lnTo>
                    <a:pt x="650879" y="419099"/>
                  </a:lnTo>
                  <a:lnTo>
                    <a:pt x="648343" y="366516"/>
                  </a:lnTo>
                  <a:lnTo>
                    <a:pt x="640939" y="315885"/>
                  </a:lnTo>
                  <a:lnTo>
                    <a:pt x="628972" y="267599"/>
                  </a:lnTo>
                  <a:lnTo>
                    <a:pt x="612747" y="222050"/>
                  </a:lnTo>
                  <a:lnTo>
                    <a:pt x="592569" y="179631"/>
                  </a:lnTo>
                  <a:lnTo>
                    <a:pt x="568744" y="140733"/>
                  </a:lnTo>
                  <a:lnTo>
                    <a:pt x="541575" y="105749"/>
                  </a:lnTo>
                  <a:lnTo>
                    <a:pt x="511368" y="75071"/>
                  </a:lnTo>
                  <a:lnTo>
                    <a:pt x="478429" y="49091"/>
                  </a:lnTo>
                  <a:lnTo>
                    <a:pt x="443062" y="28202"/>
                  </a:lnTo>
                  <a:lnTo>
                    <a:pt x="405572" y="12795"/>
                  </a:lnTo>
                  <a:lnTo>
                    <a:pt x="366264" y="3264"/>
                  </a:lnTo>
                  <a:lnTo>
                    <a:pt x="325444" y="0"/>
                  </a:lnTo>
                  <a:close/>
                </a:path>
              </a:pathLst>
            </a:custGeom>
            <a:solidFill>
              <a:srgbClr val="00AFF0"/>
            </a:solidFill>
          </p:spPr>
          <p:txBody>
            <a:bodyPr wrap="square" lIns="0" tIns="0" rIns="0" bIns="0" rtlCol="0"/>
            <a:lstStyle/>
            <a:p>
              <a:endParaRPr/>
            </a:p>
          </p:txBody>
        </p:sp>
        <p:sp>
          <p:nvSpPr>
            <p:cNvPr id="8" name="object 8"/>
            <p:cNvSpPr/>
            <p:nvPr/>
          </p:nvSpPr>
          <p:spPr>
            <a:xfrm>
              <a:off x="487359" y="2919465"/>
              <a:ext cx="650875" cy="838200"/>
            </a:xfrm>
            <a:custGeom>
              <a:avLst/>
              <a:gdLst/>
              <a:ahLst/>
              <a:cxnLst/>
              <a:rect l="l" t="t" r="r" b="b"/>
              <a:pathLst>
                <a:path w="650875" h="838200">
                  <a:moveTo>
                    <a:pt x="0" y="419099"/>
                  </a:moveTo>
                  <a:lnTo>
                    <a:pt x="2535" y="366516"/>
                  </a:lnTo>
                  <a:lnTo>
                    <a:pt x="9939" y="315885"/>
                  </a:lnTo>
                  <a:lnTo>
                    <a:pt x="21906" y="267599"/>
                  </a:lnTo>
                  <a:lnTo>
                    <a:pt x="38130" y="222050"/>
                  </a:lnTo>
                  <a:lnTo>
                    <a:pt x="58308" y="179631"/>
                  </a:lnTo>
                  <a:lnTo>
                    <a:pt x="82134" y="140733"/>
                  </a:lnTo>
                  <a:lnTo>
                    <a:pt x="109303" y="105749"/>
                  </a:lnTo>
                  <a:lnTo>
                    <a:pt x="139511" y="75071"/>
                  </a:lnTo>
                  <a:lnTo>
                    <a:pt x="172451" y="49091"/>
                  </a:lnTo>
                  <a:lnTo>
                    <a:pt x="207819" y="28202"/>
                  </a:lnTo>
                  <a:lnTo>
                    <a:pt x="245311" y="12795"/>
                  </a:lnTo>
                  <a:lnTo>
                    <a:pt x="284621" y="3264"/>
                  </a:lnTo>
                  <a:lnTo>
                    <a:pt x="325444" y="0"/>
                  </a:lnTo>
                  <a:lnTo>
                    <a:pt x="366264" y="3264"/>
                  </a:lnTo>
                  <a:lnTo>
                    <a:pt x="405572" y="12795"/>
                  </a:lnTo>
                  <a:lnTo>
                    <a:pt x="443062" y="28202"/>
                  </a:lnTo>
                  <a:lnTo>
                    <a:pt x="478429" y="49091"/>
                  </a:lnTo>
                  <a:lnTo>
                    <a:pt x="511368" y="75071"/>
                  </a:lnTo>
                  <a:lnTo>
                    <a:pt x="541575" y="105749"/>
                  </a:lnTo>
                  <a:lnTo>
                    <a:pt x="568744" y="140733"/>
                  </a:lnTo>
                  <a:lnTo>
                    <a:pt x="592569" y="179631"/>
                  </a:lnTo>
                  <a:lnTo>
                    <a:pt x="612747" y="222050"/>
                  </a:lnTo>
                  <a:lnTo>
                    <a:pt x="628972" y="267599"/>
                  </a:lnTo>
                  <a:lnTo>
                    <a:pt x="640939" y="315885"/>
                  </a:lnTo>
                  <a:lnTo>
                    <a:pt x="648343" y="366516"/>
                  </a:lnTo>
                  <a:lnTo>
                    <a:pt x="650879" y="419099"/>
                  </a:lnTo>
                  <a:lnTo>
                    <a:pt x="648343" y="471659"/>
                  </a:lnTo>
                  <a:lnTo>
                    <a:pt x="640939" y="522274"/>
                  </a:lnTo>
                  <a:lnTo>
                    <a:pt x="628972" y="570550"/>
                  </a:lnTo>
                  <a:lnTo>
                    <a:pt x="612747" y="616095"/>
                  </a:lnTo>
                  <a:lnTo>
                    <a:pt x="592569" y="658515"/>
                  </a:lnTo>
                  <a:lnTo>
                    <a:pt x="568744" y="697417"/>
                  </a:lnTo>
                  <a:lnTo>
                    <a:pt x="541575" y="732408"/>
                  </a:lnTo>
                  <a:lnTo>
                    <a:pt x="511368" y="763095"/>
                  </a:lnTo>
                  <a:lnTo>
                    <a:pt x="478429" y="789084"/>
                  </a:lnTo>
                  <a:lnTo>
                    <a:pt x="443062" y="809982"/>
                  </a:lnTo>
                  <a:lnTo>
                    <a:pt x="405572" y="825396"/>
                  </a:lnTo>
                  <a:lnTo>
                    <a:pt x="366264" y="834933"/>
                  </a:lnTo>
                  <a:lnTo>
                    <a:pt x="325444" y="838199"/>
                  </a:lnTo>
                  <a:lnTo>
                    <a:pt x="284621" y="834933"/>
                  </a:lnTo>
                  <a:lnTo>
                    <a:pt x="245311" y="825396"/>
                  </a:lnTo>
                  <a:lnTo>
                    <a:pt x="207819" y="809982"/>
                  </a:lnTo>
                  <a:lnTo>
                    <a:pt x="172451" y="789084"/>
                  </a:lnTo>
                  <a:lnTo>
                    <a:pt x="139511" y="763095"/>
                  </a:lnTo>
                  <a:lnTo>
                    <a:pt x="109303" y="732408"/>
                  </a:lnTo>
                  <a:lnTo>
                    <a:pt x="82134" y="697417"/>
                  </a:lnTo>
                  <a:lnTo>
                    <a:pt x="58308" y="658515"/>
                  </a:lnTo>
                  <a:lnTo>
                    <a:pt x="38130" y="616095"/>
                  </a:lnTo>
                  <a:lnTo>
                    <a:pt x="21906" y="570550"/>
                  </a:lnTo>
                  <a:lnTo>
                    <a:pt x="9939" y="522274"/>
                  </a:lnTo>
                  <a:lnTo>
                    <a:pt x="2535" y="471659"/>
                  </a:lnTo>
                  <a:lnTo>
                    <a:pt x="0" y="419099"/>
                  </a:lnTo>
                  <a:close/>
                </a:path>
              </a:pathLst>
            </a:custGeom>
            <a:ln w="25399">
              <a:solidFill>
                <a:srgbClr val="000000"/>
              </a:solidFill>
            </a:ln>
          </p:spPr>
          <p:txBody>
            <a:bodyPr wrap="square" lIns="0" tIns="0" rIns="0" bIns="0" rtlCol="0"/>
            <a:lstStyle/>
            <a:p>
              <a:endParaRPr/>
            </a:p>
          </p:txBody>
        </p:sp>
        <p:sp>
          <p:nvSpPr>
            <p:cNvPr id="9" name="object 9"/>
            <p:cNvSpPr/>
            <p:nvPr/>
          </p:nvSpPr>
          <p:spPr>
            <a:xfrm>
              <a:off x="504824" y="3857625"/>
              <a:ext cx="643255" cy="827405"/>
            </a:xfrm>
            <a:custGeom>
              <a:avLst/>
              <a:gdLst/>
              <a:ahLst/>
              <a:cxnLst/>
              <a:rect l="l" t="t" r="r" b="b"/>
              <a:pathLst>
                <a:path w="643255" h="827404">
                  <a:moveTo>
                    <a:pt x="321481" y="0"/>
                  </a:moveTo>
                  <a:lnTo>
                    <a:pt x="281156" y="3222"/>
                  </a:lnTo>
                  <a:lnTo>
                    <a:pt x="242325" y="12630"/>
                  </a:lnTo>
                  <a:lnTo>
                    <a:pt x="205290" y="27837"/>
                  </a:lnTo>
                  <a:lnTo>
                    <a:pt x="170353" y="48455"/>
                  </a:lnTo>
                  <a:lnTo>
                    <a:pt x="137813" y="74096"/>
                  </a:lnTo>
                  <a:lnTo>
                    <a:pt x="107974" y="104371"/>
                  </a:lnTo>
                  <a:lnTo>
                    <a:pt x="81135" y="138895"/>
                  </a:lnTo>
                  <a:lnTo>
                    <a:pt x="57599" y="177277"/>
                  </a:lnTo>
                  <a:lnTo>
                    <a:pt x="37667" y="219132"/>
                  </a:lnTo>
                  <a:lnTo>
                    <a:pt x="21639" y="264071"/>
                  </a:lnTo>
                  <a:lnTo>
                    <a:pt x="9818" y="311707"/>
                  </a:lnTo>
                  <a:lnTo>
                    <a:pt x="2504" y="361651"/>
                  </a:lnTo>
                  <a:lnTo>
                    <a:pt x="0" y="413516"/>
                  </a:lnTo>
                  <a:lnTo>
                    <a:pt x="2504" y="465404"/>
                  </a:lnTo>
                  <a:lnTo>
                    <a:pt x="9818" y="515363"/>
                  </a:lnTo>
                  <a:lnTo>
                    <a:pt x="21639" y="563007"/>
                  </a:lnTo>
                  <a:lnTo>
                    <a:pt x="37667" y="607949"/>
                  </a:lnTo>
                  <a:lnTo>
                    <a:pt x="57599" y="649802"/>
                  </a:lnTo>
                  <a:lnTo>
                    <a:pt x="81135" y="688179"/>
                  </a:lnTo>
                  <a:lnTo>
                    <a:pt x="107974" y="722694"/>
                  </a:lnTo>
                  <a:lnTo>
                    <a:pt x="137813" y="752960"/>
                  </a:lnTo>
                  <a:lnTo>
                    <a:pt x="170353" y="778590"/>
                  </a:lnTo>
                  <a:lnTo>
                    <a:pt x="205290" y="799198"/>
                  </a:lnTo>
                  <a:lnTo>
                    <a:pt x="242325" y="814396"/>
                  </a:lnTo>
                  <a:lnTo>
                    <a:pt x="281156" y="823799"/>
                  </a:lnTo>
                  <a:lnTo>
                    <a:pt x="321481" y="827019"/>
                  </a:lnTo>
                  <a:lnTo>
                    <a:pt x="361801" y="823799"/>
                  </a:lnTo>
                  <a:lnTo>
                    <a:pt x="400628" y="814396"/>
                  </a:lnTo>
                  <a:lnTo>
                    <a:pt x="437659" y="799198"/>
                  </a:lnTo>
                  <a:lnTo>
                    <a:pt x="472594" y="778590"/>
                  </a:lnTo>
                  <a:lnTo>
                    <a:pt x="505130" y="752960"/>
                  </a:lnTo>
                  <a:lnTo>
                    <a:pt x="534968" y="722694"/>
                  </a:lnTo>
                  <a:lnTo>
                    <a:pt x="561805" y="688179"/>
                  </a:lnTo>
                  <a:lnTo>
                    <a:pt x="585340" y="649802"/>
                  </a:lnTo>
                  <a:lnTo>
                    <a:pt x="605272" y="607949"/>
                  </a:lnTo>
                  <a:lnTo>
                    <a:pt x="621299" y="563007"/>
                  </a:lnTo>
                  <a:lnTo>
                    <a:pt x="633120" y="515363"/>
                  </a:lnTo>
                  <a:lnTo>
                    <a:pt x="640434" y="465404"/>
                  </a:lnTo>
                  <a:lnTo>
                    <a:pt x="642939" y="413516"/>
                  </a:lnTo>
                  <a:lnTo>
                    <a:pt x="640434" y="361651"/>
                  </a:lnTo>
                  <a:lnTo>
                    <a:pt x="633120" y="311707"/>
                  </a:lnTo>
                  <a:lnTo>
                    <a:pt x="621299" y="264071"/>
                  </a:lnTo>
                  <a:lnTo>
                    <a:pt x="605272" y="219132"/>
                  </a:lnTo>
                  <a:lnTo>
                    <a:pt x="585340" y="177277"/>
                  </a:lnTo>
                  <a:lnTo>
                    <a:pt x="561805" y="138895"/>
                  </a:lnTo>
                  <a:lnTo>
                    <a:pt x="534968" y="104371"/>
                  </a:lnTo>
                  <a:lnTo>
                    <a:pt x="505130" y="74096"/>
                  </a:lnTo>
                  <a:lnTo>
                    <a:pt x="472594" y="48455"/>
                  </a:lnTo>
                  <a:lnTo>
                    <a:pt x="437659" y="27837"/>
                  </a:lnTo>
                  <a:lnTo>
                    <a:pt x="400628" y="12630"/>
                  </a:lnTo>
                  <a:lnTo>
                    <a:pt x="361801" y="3222"/>
                  </a:lnTo>
                  <a:lnTo>
                    <a:pt x="321481" y="0"/>
                  </a:lnTo>
                  <a:close/>
                </a:path>
              </a:pathLst>
            </a:custGeom>
            <a:solidFill>
              <a:srgbClr val="00AFF0"/>
            </a:solidFill>
          </p:spPr>
          <p:txBody>
            <a:bodyPr wrap="square" lIns="0" tIns="0" rIns="0" bIns="0" rtlCol="0"/>
            <a:lstStyle/>
            <a:p>
              <a:endParaRPr/>
            </a:p>
          </p:txBody>
        </p:sp>
        <p:sp>
          <p:nvSpPr>
            <p:cNvPr id="10" name="object 10"/>
            <p:cNvSpPr/>
            <p:nvPr/>
          </p:nvSpPr>
          <p:spPr>
            <a:xfrm>
              <a:off x="504824" y="3857625"/>
              <a:ext cx="643255" cy="827405"/>
            </a:xfrm>
            <a:custGeom>
              <a:avLst/>
              <a:gdLst/>
              <a:ahLst/>
              <a:cxnLst/>
              <a:rect l="l" t="t" r="r" b="b"/>
              <a:pathLst>
                <a:path w="643255" h="827404">
                  <a:moveTo>
                    <a:pt x="0" y="413516"/>
                  </a:moveTo>
                  <a:lnTo>
                    <a:pt x="2504" y="361651"/>
                  </a:lnTo>
                  <a:lnTo>
                    <a:pt x="9818" y="311707"/>
                  </a:lnTo>
                  <a:lnTo>
                    <a:pt x="21639" y="264071"/>
                  </a:lnTo>
                  <a:lnTo>
                    <a:pt x="37667" y="219132"/>
                  </a:lnTo>
                  <a:lnTo>
                    <a:pt x="57599" y="177277"/>
                  </a:lnTo>
                  <a:lnTo>
                    <a:pt x="81135" y="138895"/>
                  </a:lnTo>
                  <a:lnTo>
                    <a:pt x="107974" y="104371"/>
                  </a:lnTo>
                  <a:lnTo>
                    <a:pt x="137813" y="74096"/>
                  </a:lnTo>
                  <a:lnTo>
                    <a:pt x="170353" y="48455"/>
                  </a:lnTo>
                  <a:lnTo>
                    <a:pt x="205290" y="27837"/>
                  </a:lnTo>
                  <a:lnTo>
                    <a:pt x="242325" y="12630"/>
                  </a:lnTo>
                  <a:lnTo>
                    <a:pt x="281156" y="3222"/>
                  </a:lnTo>
                  <a:lnTo>
                    <a:pt x="321481" y="0"/>
                  </a:lnTo>
                  <a:lnTo>
                    <a:pt x="361801" y="3222"/>
                  </a:lnTo>
                  <a:lnTo>
                    <a:pt x="400628" y="12630"/>
                  </a:lnTo>
                  <a:lnTo>
                    <a:pt x="437659" y="27837"/>
                  </a:lnTo>
                  <a:lnTo>
                    <a:pt x="472594" y="48455"/>
                  </a:lnTo>
                  <a:lnTo>
                    <a:pt x="505130" y="74096"/>
                  </a:lnTo>
                  <a:lnTo>
                    <a:pt x="534968" y="104371"/>
                  </a:lnTo>
                  <a:lnTo>
                    <a:pt x="561805" y="138895"/>
                  </a:lnTo>
                  <a:lnTo>
                    <a:pt x="585340" y="177277"/>
                  </a:lnTo>
                  <a:lnTo>
                    <a:pt x="605272" y="219132"/>
                  </a:lnTo>
                  <a:lnTo>
                    <a:pt x="621299" y="264071"/>
                  </a:lnTo>
                  <a:lnTo>
                    <a:pt x="633120" y="311707"/>
                  </a:lnTo>
                  <a:lnTo>
                    <a:pt x="640434" y="361651"/>
                  </a:lnTo>
                  <a:lnTo>
                    <a:pt x="642939" y="413516"/>
                  </a:lnTo>
                  <a:lnTo>
                    <a:pt x="640434" y="465404"/>
                  </a:lnTo>
                  <a:lnTo>
                    <a:pt x="633120" y="515363"/>
                  </a:lnTo>
                  <a:lnTo>
                    <a:pt x="621299" y="563007"/>
                  </a:lnTo>
                  <a:lnTo>
                    <a:pt x="605272" y="607949"/>
                  </a:lnTo>
                  <a:lnTo>
                    <a:pt x="585340" y="649802"/>
                  </a:lnTo>
                  <a:lnTo>
                    <a:pt x="561805" y="688179"/>
                  </a:lnTo>
                  <a:lnTo>
                    <a:pt x="534968" y="722694"/>
                  </a:lnTo>
                  <a:lnTo>
                    <a:pt x="505130" y="752960"/>
                  </a:lnTo>
                  <a:lnTo>
                    <a:pt x="472594" y="778590"/>
                  </a:lnTo>
                  <a:lnTo>
                    <a:pt x="437659" y="799198"/>
                  </a:lnTo>
                  <a:lnTo>
                    <a:pt x="400628" y="814396"/>
                  </a:lnTo>
                  <a:lnTo>
                    <a:pt x="361801" y="823799"/>
                  </a:lnTo>
                  <a:lnTo>
                    <a:pt x="321481" y="827019"/>
                  </a:lnTo>
                  <a:lnTo>
                    <a:pt x="281156" y="823799"/>
                  </a:lnTo>
                  <a:lnTo>
                    <a:pt x="242325" y="814396"/>
                  </a:lnTo>
                  <a:lnTo>
                    <a:pt x="205290" y="799198"/>
                  </a:lnTo>
                  <a:lnTo>
                    <a:pt x="170353" y="778590"/>
                  </a:lnTo>
                  <a:lnTo>
                    <a:pt x="137813" y="752960"/>
                  </a:lnTo>
                  <a:lnTo>
                    <a:pt x="107974" y="722694"/>
                  </a:lnTo>
                  <a:lnTo>
                    <a:pt x="81135" y="688179"/>
                  </a:lnTo>
                  <a:lnTo>
                    <a:pt x="57599" y="649802"/>
                  </a:lnTo>
                  <a:lnTo>
                    <a:pt x="37667" y="607949"/>
                  </a:lnTo>
                  <a:lnTo>
                    <a:pt x="21639" y="563007"/>
                  </a:lnTo>
                  <a:lnTo>
                    <a:pt x="9818" y="515363"/>
                  </a:lnTo>
                  <a:lnTo>
                    <a:pt x="2504" y="465404"/>
                  </a:lnTo>
                  <a:lnTo>
                    <a:pt x="0" y="413516"/>
                  </a:lnTo>
                  <a:close/>
                </a:path>
              </a:pathLst>
            </a:custGeom>
            <a:ln w="25399">
              <a:solidFill>
                <a:srgbClr val="000000"/>
              </a:solidFill>
            </a:ln>
          </p:spPr>
          <p:txBody>
            <a:bodyPr wrap="square" lIns="0" tIns="0" rIns="0" bIns="0" rtlCol="0"/>
            <a:lstStyle/>
            <a:p>
              <a:endParaRPr/>
            </a:p>
          </p:txBody>
        </p:sp>
      </p:grpSp>
      <p:sp>
        <p:nvSpPr>
          <p:cNvPr id="11" name="object 11"/>
          <p:cNvSpPr txBox="1"/>
          <p:nvPr/>
        </p:nvSpPr>
        <p:spPr>
          <a:xfrm>
            <a:off x="570075" y="2776166"/>
            <a:ext cx="499745" cy="1964689"/>
          </a:xfrm>
          <a:prstGeom prst="rect">
            <a:avLst/>
          </a:prstGeom>
        </p:spPr>
        <p:txBody>
          <a:bodyPr vert="horz" wrap="square" lIns="0" tIns="105410" rIns="0" bIns="0" rtlCol="0">
            <a:spAutoFit/>
          </a:bodyPr>
          <a:lstStyle/>
          <a:p>
            <a:pPr marL="26034" marR="5080" indent="-13970">
              <a:lnSpc>
                <a:spcPts val="7340"/>
              </a:lnSpc>
              <a:spcBef>
                <a:spcPts val="830"/>
              </a:spcBef>
            </a:pPr>
            <a:r>
              <a:rPr sz="6600" b="1" spc="-335" dirty="0">
                <a:solidFill>
                  <a:srgbClr val="0D0D0D"/>
                </a:solidFill>
                <a:latin typeface="Courier New"/>
                <a:cs typeface="Courier New"/>
              </a:rPr>
              <a:t>B </a:t>
            </a:r>
            <a:r>
              <a:rPr sz="6600" spc="-140" dirty="0">
                <a:solidFill>
                  <a:srgbClr val="0D0D0D"/>
                </a:solidFill>
                <a:latin typeface="Times New Roman"/>
                <a:cs typeface="Times New Roman"/>
              </a:rPr>
              <a:t> </a:t>
            </a:r>
            <a:r>
              <a:rPr sz="6600" b="1" spc="-335" dirty="0">
                <a:solidFill>
                  <a:srgbClr val="0D0D0D"/>
                </a:solidFill>
                <a:latin typeface="Courier New"/>
                <a:cs typeface="Courier New"/>
              </a:rPr>
              <a:t>C</a:t>
            </a:r>
            <a:endParaRPr sz="6600">
              <a:latin typeface="Courier New"/>
              <a:cs typeface="Courier New"/>
            </a:endParaRPr>
          </a:p>
        </p:txBody>
      </p:sp>
      <p:grpSp>
        <p:nvGrpSpPr>
          <p:cNvPr id="12" name="object 12"/>
          <p:cNvGrpSpPr/>
          <p:nvPr/>
        </p:nvGrpSpPr>
        <p:grpSpPr>
          <a:xfrm>
            <a:off x="474659" y="4770504"/>
            <a:ext cx="668655" cy="852805"/>
            <a:chOff x="474659" y="4770504"/>
            <a:chExt cx="668655" cy="852805"/>
          </a:xfrm>
        </p:grpSpPr>
        <p:sp>
          <p:nvSpPr>
            <p:cNvPr id="13" name="object 13"/>
            <p:cNvSpPr/>
            <p:nvPr/>
          </p:nvSpPr>
          <p:spPr>
            <a:xfrm>
              <a:off x="487359" y="4783204"/>
              <a:ext cx="643255" cy="827405"/>
            </a:xfrm>
            <a:custGeom>
              <a:avLst/>
              <a:gdLst/>
              <a:ahLst/>
              <a:cxnLst/>
              <a:rect l="l" t="t" r="r" b="b"/>
              <a:pathLst>
                <a:path w="643255" h="827404">
                  <a:moveTo>
                    <a:pt x="321478" y="0"/>
                  </a:moveTo>
                  <a:lnTo>
                    <a:pt x="281153" y="3220"/>
                  </a:lnTo>
                  <a:lnTo>
                    <a:pt x="242322" y="12622"/>
                  </a:lnTo>
                  <a:lnTo>
                    <a:pt x="205288" y="27821"/>
                  </a:lnTo>
                  <a:lnTo>
                    <a:pt x="170350" y="48429"/>
                  </a:lnTo>
                  <a:lnTo>
                    <a:pt x="137811" y="74059"/>
                  </a:lnTo>
                  <a:lnTo>
                    <a:pt x="107972" y="104325"/>
                  </a:lnTo>
                  <a:lnTo>
                    <a:pt x="81134" y="138840"/>
                  </a:lnTo>
                  <a:lnTo>
                    <a:pt x="57598" y="177217"/>
                  </a:lnTo>
                  <a:lnTo>
                    <a:pt x="37666" y="219070"/>
                  </a:lnTo>
                  <a:lnTo>
                    <a:pt x="21639" y="264012"/>
                  </a:lnTo>
                  <a:lnTo>
                    <a:pt x="9818" y="311656"/>
                  </a:lnTo>
                  <a:lnTo>
                    <a:pt x="2504" y="361615"/>
                  </a:lnTo>
                  <a:lnTo>
                    <a:pt x="0" y="413503"/>
                  </a:lnTo>
                  <a:lnTo>
                    <a:pt x="2504" y="465368"/>
                  </a:lnTo>
                  <a:lnTo>
                    <a:pt x="9818" y="515312"/>
                  </a:lnTo>
                  <a:lnTo>
                    <a:pt x="21639" y="562948"/>
                  </a:lnTo>
                  <a:lnTo>
                    <a:pt x="37666" y="607887"/>
                  </a:lnTo>
                  <a:lnTo>
                    <a:pt x="57598" y="649742"/>
                  </a:lnTo>
                  <a:lnTo>
                    <a:pt x="81134" y="688124"/>
                  </a:lnTo>
                  <a:lnTo>
                    <a:pt x="107972" y="722648"/>
                  </a:lnTo>
                  <a:lnTo>
                    <a:pt x="137811" y="752923"/>
                  </a:lnTo>
                  <a:lnTo>
                    <a:pt x="170350" y="778564"/>
                  </a:lnTo>
                  <a:lnTo>
                    <a:pt x="205288" y="799182"/>
                  </a:lnTo>
                  <a:lnTo>
                    <a:pt x="242322" y="814389"/>
                  </a:lnTo>
                  <a:lnTo>
                    <a:pt x="281153" y="823797"/>
                  </a:lnTo>
                  <a:lnTo>
                    <a:pt x="321478" y="827019"/>
                  </a:lnTo>
                  <a:lnTo>
                    <a:pt x="361801" y="823797"/>
                  </a:lnTo>
                  <a:lnTo>
                    <a:pt x="400629" y="814389"/>
                  </a:lnTo>
                  <a:lnTo>
                    <a:pt x="437661" y="799182"/>
                  </a:lnTo>
                  <a:lnTo>
                    <a:pt x="472596" y="778564"/>
                  </a:lnTo>
                  <a:lnTo>
                    <a:pt x="505133" y="752923"/>
                  </a:lnTo>
                  <a:lnTo>
                    <a:pt x="534970" y="722648"/>
                  </a:lnTo>
                  <a:lnTo>
                    <a:pt x="561806" y="688124"/>
                  </a:lnTo>
                  <a:lnTo>
                    <a:pt x="585340" y="649742"/>
                  </a:lnTo>
                  <a:lnTo>
                    <a:pt x="605271" y="607887"/>
                  </a:lnTo>
                  <a:lnTo>
                    <a:pt x="621297" y="562948"/>
                  </a:lnTo>
                  <a:lnTo>
                    <a:pt x="633118" y="515312"/>
                  </a:lnTo>
                  <a:lnTo>
                    <a:pt x="640431" y="465368"/>
                  </a:lnTo>
                  <a:lnTo>
                    <a:pt x="642935" y="413503"/>
                  </a:lnTo>
                  <a:lnTo>
                    <a:pt x="640431" y="361615"/>
                  </a:lnTo>
                  <a:lnTo>
                    <a:pt x="633118" y="311656"/>
                  </a:lnTo>
                  <a:lnTo>
                    <a:pt x="621297" y="264012"/>
                  </a:lnTo>
                  <a:lnTo>
                    <a:pt x="605271" y="219070"/>
                  </a:lnTo>
                  <a:lnTo>
                    <a:pt x="585340" y="177217"/>
                  </a:lnTo>
                  <a:lnTo>
                    <a:pt x="561806" y="138840"/>
                  </a:lnTo>
                  <a:lnTo>
                    <a:pt x="534970" y="104325"/>
                  </a:lnTo>
                  <a:lnTo>
                    <a:pt x="505133" y="74059"/>
                  </a:lnTo>
                  <a:lnTo>
                    <a:pt x="472596" y="48429"/>
                  </a:lnTo>
                  <a:lnTo>
                    <a:pt x="437661" y="27821"/>
                  </a:lnTo>
                  <a:lnTo>
                    <a:pt x="400629" y="12622"/>
                  </a:lnTo>
                  <a:lnTo>
                    <a:pt x="361801" y="3220"/>
                  </a:lnTo>
                  <a:lnTo>
                    <a:pt x="321478" y="0"/>
                  </a:lnTo>
                  <a:close/>
                </a:path>
              </a:pathLst>
            </a:custGeom>
            <a:solidFill>
              <a:srgbClr val="00AFF0"/>
            </a:solidFill>
          </p:spPr>
          <p:txBody>
            <a:bodyPr wrap="square" lIns="0" tIns="0" rIns="0" bIns="0" rtlCol="0"/>
            <a:lstStyle/>
            <a:p>
              <a:endParaRPr/>
            </a:p>
          </p:txBody>
        </p:sp>
        <p:sp>
          <p:nvSpPr>
            <p:cNvPr id="14" name="object 14"/>
            <p:cNvSpPr/>
            <p:nvPr/>
          </p:nvSpPr>
          <p:spPr>
            <a:xfrm>
              <a:off x="487359" y="4783204"/>
              <a:ext cx="643255" cy="827405"/>
            </a:xfrm>
            <a:custGeom>
              <a:avLst/>
              <a:gdLst/>
              <a:ahLst/>
              <a:cxnLst/>
              <a:rect l="l" t="t" r="r" b="b"/>
              <a:pathLst>
                <a:path w="643255" h="827404">
                  <a:moveTo>
                    <a:pt x="0" y="413503"/>
                  </a:moveTo>
                  <a:lnTo>
                    <a:pt x="2504" y="361615"/>
                  </a:lnTo>
                  <a:lnTo>
                    <a:pt x="9818" y="311656"/>
                  </a:lnTo>
                  <a:lnTo>
                    <a:pt x="21639" y="264012"/>
                  </a:lnTo>
                  <a:lnTo>
                    <a:pt x="37666" y="219070"/>
                  </a:lnTo>
                  <a:lnTo>
                    <a:pt x="57598" y="177217"/>
                  </a:lnTo>
                  <a:lnTo>
                    <a:pt x="81134" y="138840"/>
                  </a:lnTo>
                  <a:lnTo>
                    <a:pt x="107972" y="104325"/>
                  </a:lnTo>
                  <a:lnTo>
                    <a:pt x="137811" y="74059"/>
                  </a:lnTo>
                  <a:lnTo>
                    <a:pt x="170350" y="48429"/>
                  </a:lnTo>
                  <a:lnTo>
                    <a:pt x="205288" y="27821"/>
                  </a:lnTo>
                  <a:lnTo>
                    <a:pt x="242322" y="12622"/>
                  </a:lnTo>
                  <a:lnTo>
                    <a:pt x="281153" y="3220"/>
                  </a:lnTo>
                  <a:lnTo>
                    <a:pt x="321478" y="0"/>
                  </a:lnTo>
                  <a:lnTo>
                    <a:pt x="361801" y="3220"/>
                  </a:lnTo>
                  <a:lnTo>
                    <a:pt x="400629" y="12622"/>
                  </a:lnTo>
                  <a:lnTo>
                    <a:pt x="437661" y="27821"/>
                  </a:lnTo>
                  <a:lnTo>
                    <a:pt x="472596" y="48429"/>
                  </a:lnTo>
                  <a:lnTo>
                    <a:pt x="505133" y="74059"/>
                  </a:lnTo>
                  <a:lnTo>
                    <a:pt x="534970" y="104325"/>
                  </a:lnTo>
                  <a:lnTo>
                    <a:pt x="561806" y="138840"/>
                  </a:lnTo>
                  <a:lnTo>
                    <a:pt x="585340" y="177217"/>
                  </a:lnTo>
                  <a:lnTo>
                    <a:pt x="605271" y="219070"/>
                  </a:lnTo>
                  <a:lnTo>
                    <a:pt x="621297" y="264012"/>
                  </a:lnTo>
                  <a:lnTo>
                    <a:pt x="633118" y="311656"/>
                  </a:lnTo>
                  <a:lnTo>
                    <a:pt x="640431" y="361615"/>
                  </a:lnTo>
                  <a:lnTo>
                    <a:pt x="642935" y="413503"/>
                  </a:lnTo>
                  <a:lnTo>
                    <a:pt x="640431" y="465368"/>
                  </a:lnTo>
                  <a:lnTo>
                    <a:pt x="633118" y="515312"/>
                  </a:lnTo>
                  <a:lnTo>
                    <a:pt x="621297" y="562948"/>
                  </a:lnTo>
                  <a:lnTo>
                    <a:pt x="605271" y="607887"/>
                  </a:lnTo>
                  <a:lnTo>
                    <a:pt x="585340" y="649742"/>
                  </a:lnTo>
                  <a:lnTo>
                    <a:pt x="561806" y="688124"/>
                  </a:lnTo>
                  <a:lnTo>
                    <a:pt x="534970" y="722648"/>
                  </a:lnTo>
                  <a:lnTo>
                    <a:pt x="505133" y="752923"/>
                  </a:lnTo>
                  <a:lnTo>
                    <a:pt x="472596" y="778564"/>
                  </a:lnTo>
                  <a:lnTo>
                    <a:pt x="437661" y="799182"/>
                  </a:lnTo>
                  <a:lnTo>
                    <a:pt x="400629" y="814389"/>
                  </a:lnTo>
                  <a:lnTo>
                    <a:pt x="361801" y="823797"/>
                  </a:lnTo>
                  <a:lnTo>
                    <a:pt x="321478" y="827019"/>
                  </a:lnTo>
                  <a:lnTo>
                    <a:pt x="281153" y="823797"/>
                  </a:lnTo>
                  <a:lnTo>
                    <a:pt x="242322" y="814389"/>
                  </a:lnTo>
                  <a:lnTo>
                    <a:pt x="205288" y="799182"/>
                  </a:lnTo>
                  <a:lnTo>
                    <a:pt x="170350" y="778564"/>
                  </a:lnTo>
                  <a:lnTo>
                    <a:pt x="137811" y="752923"/>
                  </a:lnTo>
                  <a:lnTo>
                    <a:pt x="107972" y="722648"/>
                  </a:lnTo>
                  <a:lnTo>
                    <a:pt x="81134" y="688124"/>
                  </a:lnTo>
                  <a:lnTo>
                    <a:pt x="57598" y="649742"/>
                  </a:lnTo>
                  <a:lnTo>
                    <a:pt x="37666" y="607887"/>
                  </a:lnTo>
                  <a:lnTo>
                    <a:pt x="21639" y="562948"/>
                  </a:lnTo>
                  <a:lnTo>
                    <a:pt x="9818" y="515312"/>
                  </a:lnTo>
                  <a:lnTo>
                    <a:pt x="2504" y="465368"/>
                  </a:lnTo>
                  <a:lnTo>
                    <a:pt x="0" y="413503"/>
                  </a:lnTo>
                  <a:close/>
                </a:path>
              </a:pathLst>
            </a:custGeom>
            <a:ln w="25399">
              <a:solidFill>
                <a:srgbClr val="000000"/>
              </a:solidFill>
            </a:ln>
          </p:spPr>
          <p:txBody>
            <a:bodyPr wrap="square" lIns="0" tIns="0" rIns="0" bIns="0" rtlCol="0"/>
            <a:lstStyle/>
            <a:p>
              <a:endParaRPr/>
            </a:p>
          </p:txBody>
        </p:sp>
      </p:grpSp>
      <p:sp>
        <p:nvSpPr>
          <p:cNvPr id="15" name="object 15"/>
          <p:cNvSpPr txBox="1"/>
          <p:nvPr/>
        </p:nvSpPr>
        <p:spPr>
          <a:xfrm>
            <a:off x="540710" y="4543507"/>
            <a:ext cx="2842260" cy="1031875"/>
          </a:xfrm>
          <a:prstGeom prst="rect">
            <a:avLst/>
          </a:prstGeom>
        </p:spPr>
        <p:txBody>
          <a:bodyPr vert="horz" wrap="square" lIns="0" tIns="12700" rIns="0" bIns="0" rtlCol="0">
            <a:spAutoFit/>
          </a:bodyPr>
          <a:lstStyle/>
          <a:p>
            <a:pPr marL="38100">
              <a:lnSpc>
                <a:spcPct val="100000"/>
              </a:lnSpc>
              <a:spcBef>
                <a:spcPts val="100"/>
              </a:spcBef>
            </a:pPr>
            <a:r>
              <a:rPr sz="9900" b="1" spc="-502" baseline="-5892" dirty="0">
                <a:solidFill>
                  <a:srgbClr val="0D0D0D"/>
                </a:solidFill>
                <a:latin typeface="Courier New"/>
                <a:cs typeface="Courier New"/>
              </a:rPr>
              <a:t>D</a:t>
            </a:r>
            <a:r>
              <a:rPr sz="9900" b="1" spc="-2527" baseline="-5892" dirty="0">
                <a:solidFill>
                  <a:srgbClr val="0D0D0D"/>
                </a:solidFill>
                <a:latin typeface="Courier New"/>
                <a:cs typeface="Courier New"/>
              </a:rPr>
              <a:t> </a:t>
            </a:r>
            <a:r>
              <a:rPr sz="3600" spc="-5" dirty="0">
                <a:solidFill>
                  <a:srgbClr val="FFFFFF"/>
                </a:solidFill>
                <a:latin typeface="Arial"/>
                <a:cs typeface="Arial"/>
              </a:rPr>
              <a:t>Character</a:t>
            </a:r>
            <a:endParaRPr sz="3600">
              <a:latin typeface="Arial"/>
              <a:cs typeface="Arial"/>
            </a:endParaRPr>
          </a:p>
        </p:txBody>
      </p:sp>
      <p:grpSp>
        <p:nvGrpSpPr>
          <p:cNvPr id="16" name="object 16"/>
          <p:cNvGrpSpPr/>
          <p:nvPr/>
        </p:nvGrpSpPr>
        <p:grpSpPr>
          <a:xfrm>
            <a:off x="5637276" y="1700274"/>
            <a:ext cx="3507104" cy="5158105"/>
            <a:chOff x="5637276" y="1700274"/>
            <a:chExt cx="3507104" cy="5158105"/>
          </a:xfrm>
        </p:grpSpPr>
        <p:sp>
          <p:nvSpPr>
            <p:cNvPr id="17" name="object 17"/>
            <p:cNvSpPr/>
            <p:nvPr/>
          </p:nvSpPr>
          <p:spPr>
            <a:xfrm>
              <a:off x="6729984" y="5202935"/>
              <a:ext cx="2218944" cy="1345692"/>
            </a:xfrm>
            <a:prstGeom prst="rect">
              <a:avLst/>
            </a:prstGeom>
            <a:blipFill>
              <a:blip r:embed="rId2" cstate="print"/>
              <a:stretch>
                <a:fillRect/>
              </a:stretch>
            </a:blipFill>
          </p:spPr>
          <p:txBody>
            <a:bodyPr wrap="square" lIns="0" tIns="0" rIns="0" bIns="0" rtlCol="0"/>
            <a:lstStyle/>
            <a:p>
              <a:endParaRPr/>
            </a:p>
          </p:txBody>
        </p:sp>
        <p:sp>
          <p:nvSpPr>
            <p:cNvPr id="18" name="object 18"/>
            <p:cNvSpPr/>
            <p:nvPr/>
          </p:nvSpPr>
          <p:spPr>
            <a:xfrm>
              <a:off x="6473952" y="4546090"/>
              <a:ext cx="2670047" cy="2311908"/>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6810115" y="5263133"/>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58"/>
                  </a:lnTo>
                  <a:lnTo>
                    <a:pt x="18279" y="1042001"/>
                  </a:lnTo>
                  <a:lnTo>
                    <a:pt x="39723" y="1081495"/>
                  </a:lnTo>
                  <a:lnTo>
                    <a:pt x="68122" y="1115905"/>
                  </a:lnTo>
                  <a:lnTo>
                    <a:pt x="102539" y="1144296"/>
                  </a:lnTo>
                  <a:lnTo>
                    <a:pt x="142037" y="1165733"/>
                  </a:lnTo>
                  <a:lnTo>
                    <a:pt x="185680" y="1179281"/>
                  </a:lnTo>
                  <a:lnTo>
                    <a:pt x="232531" y="1184004"/>
                  </a:lnTo>
                  <a:lnTo>
                    <a:pt x="1824868" y="1184004"/>
                  </a:lnTo>
                  <a:lnTo>
                    <a:pt x="1871763" y="1179281"/>
                  </a:lnTo>
                  <a:lnTo>
                    <a:pt x="1915426" y="1165733"/>
                  </a:lnTo>
                  <a:lnTo>
                    <a:pt x="1954927" y="1144296"/>
                  </a:lnTo>
                  <a:lnTo>
                    <a:pt x="1989334" y="1115905"/>
                  </a:lnTo>
                  <a:lnTo>
                    <a:pt x="2017716" y="1081495"/>
                  </a:lnTo>
                  <a:lnTo>
                    <a:pt x="2039141" y="1042001"/>
                  </a:lnTo>
                  <a:lnTo>
                    <a:pt x="2052680" y="998358"/>
                  </a:lnTo>
                  <a:lnTo>
                    <a:pt x="2057399" y="951500"/>
                  </a:lnTo>
                  <a:lnTo>
                    <a:pt x="2057399" y="232541"/>
                  </a:lnTo>
                  <a:lnTo>
                    <a:pt x="2052680" y="185685"/>
                  </a:lnTo>
                  <a:lnTo>
                    <a:pt x="2039141" y="142039"/>
                  </a:lnTo>
                  <a:lnTo>
                    <a:pt x="2017716" y="102539"/>
                  </a:lnTo>
                  <a:lnTo>
                    <a:pt x="1989334" y="68121"/>
                  </a:lnTo>
                  <a:lnTo>
                    <a:pt x="1954927" y="39722"/>
                  </a:lnTo>
                  <a:lnTo>
                    <a:pt x="1915426" y="18278"/>
                  </a:lnTo>
                  <a:lnTo>
                    <a:pt x="1871763" y="4725"/>
                  </a:lnTo>
                  <a:lnTo>
                    <a:pt x="1824868" y="0"/>
                  </a:lnTo>
                  <a:close/>
                </a:path>
              </a:pathLst>
            </a:custGeom>
            <a:solidFill>
              <a:srgbClr val="252525"/>
            </a:solidFill>
          </p:spPr>
          <p:txBody>
            <a:bodyPr wrap="square" lIns="0" tIns="0" rIns="0" bIns="0" rtlCol="0"/>
            <a:lstStyle/>
            <a:p>
              <a:endParaRPr/>
            </a:p>
          </p:txBody>
        </p:sp>
        <p:sp>
          <p:nvSpPr>
            <p:cNvPr id="20" name="object 20"/>
            <p:cNvSpPr/>
            <p:nvPr/>
          </p:nvSpPr>
          <p:spPr>
            <a:xfrm>
              <a:off x="6810115" y="5263133"/>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63" y="4725"/>
                  </a:lnTo>
                  <a:lnTo>
                    <a:pt x="1915426" y="18278"/>
                  </a:lnTo>
                  <a:lnTo>
                    <a:pt x="1954927" y="39722"/>
                  </a:lnTo>
                  <a:lnTo>
                    <a:pt x="1989334" y="68121"/>
                  </a:lnTo>
                  <a:lnTo>
                    <a:pt x="2017716" y="102539"/>
                  </a:lnTo>
                  <a:lnTo>
                    <a:pt x="2039141" y="142039"/>
                  </a:lnTo>
                  <a:lnTo>
                    <a:pt x="2052680" y="185685"/>
                  </a:lnTo>
                  <a:lnTo>
                    <a:pt x="2057399" y="232541"/>
                  </a:lnTo>
                  <a:lnTo>
                    <a:pt x="2057399" y="951500"/>
                  </a:lnTo>
                  <a:lnTo>
                    <a:pt x="2052680" y="998358"/>
                  </a:lnTo>
                  <a:lnTo>
                    <a:pt x="2039141" y="1042001"/>
                  </a:lnTo>
                  <a:lnTo>
                    <a:pt x="2017716" y="1081495"/>
                  </a:lnTo>
                  <a:lnTo>
                    <a:pt x="1989334" y="1115905"/>
                  </a:lnTo>
                  <a:lnTo>
                    <a:pt x="1954927" y="1144296"/>
                  </a:lnTo>
                  <a:lnTo>
                    <a:pt x="1915426" y="1165733"/>
                  </a:lnTo>
                  <a:lnTo>
                    <a:pt x="1871763" y="1179281"/>
                  </a:lnTo>
                  <a:lnTo>
                    <a:pt x="1824868" y="1184004"/>
                  </a:lnTo>
                  <a:lnTo>
                    <a:pt x="232531" y="1184004"/>
                  </a:lnTo>
                  <a:lnTo>
                    <a:pt x="185680" y="1179281"/>
                  </a:lnTo>
                  <a:lnTo>
                    <a:pt x="142037" y="1165733"/>
                  </a:lnTo>
                  <a:lnTo>
                    <a:pt x="102539" y="1144296"/>
                  </a:lnTo>
                  <a:lnTo>
                    <a:pt x="68122" y="1115905"/>
                  </a:lnTo>
                  <a:lnTo>
                    <a:pt x="39723" y="1081495"/>
                  </a:lnTo>
                  <a:lnTo>
                    <a:pt x="18279" y="1042001"/>
                  </a:lnTo>
                  <a:lnTo>
                    <a:pt x="4725" y="998358"/>
                  </a:lnTo>
                  <a:lnTo>
                    <a:pt x="0" y="951500"/>
                  </a:lnTo>
                  <a:lnTo>
                    <a:pt x="0" y="232541"/>
                  </a:lnTo>
                  <a:close/>
                </a:path>
              </a:pathLst>
            </a:custGeom>
            <a:ln w="76199">
              <a:solidFill>
                <a:srgbClr val="00AF50"/>
              </a:solidFill>
            </a:ln>
          </p:spPr>
          <p:txBody>
            <a:bodyPr wrap="square" lIns="0" tIns="0" rIns="0" bIns="0" rtlCol="0"/>
            <a:lstStyle/>
            <a:p>
              <a:endParaRPr/>
            </a:p>
          </p:txBody>
        </p:sp>
        <p:sp>
          <p:nvSpPr>
            <p:cNvPr id="21" name="object 21"/>
            <p:cNvSpPr/>
            <p:nvPr/>
          </p:nvSpPr>
          <p:spPr>
            <a:xfrm>
              <a:off x="6515100" y="4567427"/>
              <a:ext cx="2628900" cy="1839468"/>
            </a:xfrm>
            <a:prstGeom prst="rect">
              <a:avLst/>
            </a:prstGeom>
            <a:blipFill>
              <a:blip r:embed="rId4" cstate="print"/>
              <a:stretch>
                <a:fillRect/>
              </a:stretch>
            </a:blipFill>
          </p:spPr>
          <p:txBody>
            <a:bodyPr wrap="square" lIns="0" tIns="0" rIns="0" bIns="0" rtlCol="0"/>
            <a:lstStyle/>
            <a:p>
              <a:endParaRPr/>
            </a:p>
          </p:txBody>
        </p:sp>
        <p:sp>
          <p:nvSpPr>
            <p:cNvPr id="22" name="object 22"/>
            <p:cNvSpPr/>
            <p:nvPr/>
          </p:nvSpPr>
          <p:spPr>
            <a:xfrm>
              <a:off x="7054596" y="5573267"/>
              <a:ext cx="1600200" cy="1284732"/>
            </a:xfrm>
            <a:prstGeom prst="rect">
              <a:avLst/>
            </a:prstGeom>
            <a:blipFill>
              <a:blip r:embed="rId5" cstate="print"/>
              <a:stretch>
                <a:fillRect/>
              </a:stretch>
            </a:blipFill>
          </p:spPr>
          <p:txBody>
            <a:bodyPr wrap="square" lIns="0" tIns="0" rIns="0" bIns="0" rtlCol="0"/>
            <a:lstStyle/>
            <a:p>
              <a:endParaRPr/>
            </a:p>
          </p:txBody>
        </p:sp>
        <p:sp>
          <p:nvSpPr>
            <p:cNvPr id="23" name="object 23"/>
            <p:cNvSpPr/>
            <p:nvPr/>
          </p:nvSpPr>
          <p:spPr>
            <a:xfrm>
              <a:off x="7078858" y="5061834"/>
              <a:ext cx="1527810" cy="607060"/>
            </a:xfrm>
            <a:custGeom>
              <a:avLst/>
              <a:gdLst/>
              <a:ahLst/>
              <a:cxnLst/>
              <a:rect l="l" t="t" r="r" b="b"/>
              <a:pathLst>
                <a:path w="1527809" h="607060">
                  <a:moveTo>
                    <a:pt x="1246997" y="0"/>
                  </a:moveTo>
                  <a:lnTo>
                    <a:pt x="1195905" y="3431"/>
                  </a:lnTo>
                  <a:lnTo>
                    <a:pt x="1148994" y="13732"/>
                  </a:lnTo>
                  <a:lnTo>
                    <a:pt x="1106269" y="30917"/>
                  </a:lnTo>
                  <a:lnTo>
                    <a:pt x="1067734" y="54998"/>
                  </a:lnTo>
                  <a:lnTo>
                    <a:pt x="1033393" y="85987"/>
                  </a:lnTo>
                  <a:lnTo>
                    <a:pt x="1004383" y="122481"/>
                  </a:lnTo>
                  <a:lnTo>
                    <a:pt x="981804" y="163239"/>
                  </a:lnTo>
                  <a:lnTo>
                    <a:pt x="965665" y="208253"/>
                  </a:lnTo>
                  <a:lnTo>
                    <a:pt x="955975" y="257518"/>
                  </a:lnTo>
                  <a:lnTo>
                    <a:pt x="952743" y="311027"/>
                  </a:lnTo>
                  <a:lnTo>
                    <a:pt x="955915" y="361760"/>
                  </a:lnTo>
                  <a:lnTo>
                    <a:pt x="965434" y="408507"/>
                  </a:lnTo>
                  <a:lnTo>
                    <a:pt x="981303" y="451275"/>
                  </a:lnTo>
                  <a:lnTo>
                    <a:pt x="1003528" y="490070"/>
                  </a:lnTo>
                  <a:lnTo>
                    <a:pt x="1032113" y="524899"/>
                  </a:lnTo>
                  <a:lnTo>
                    <a:pt x="1065757" y="554429"/>
                  </a:lnTo>
                  <a:lnTo>
                    <a:pt x="1103122" y="577398"/>
                  </a:lnTo>
                  <a:lnTo>
                    <a:pt x="1144216" y="593806"/>
                  </a:lnTo>
                  <a:lnTo>
                    <a:pt x="1189043" y="603651"/>
                  </a:lnTo>
                  <a:lnTo>
                    <a:pt x="1237609" y="606933"/>
                  </a:lnTo>
                  <a:lnTo>
                    <a:pt x="1287384" y="603544"/>
                  </a:lnTo>
                  <a:lnTo>
                    <a:pt x="1333240" y="593378"/>
                  </a:lnTo>
                  <a:lnTo>
                    <a:pt x="1375189" y="576436"/>
                  </a:lnTo>
                  <a:lnTo>
                    <a:pt x="1413240" y="552720"/>
                  </a:lnTo>
                  <a:lnTo>
                    <a:pt x="1447403" y="522232"/>
                  </a:lnTo>
                  <a:lnTo>
                    <a:pt x="1471071" y="492764"/>
                  </a:lnTo>
                  <a:lnTo>
                    <a:pt x="1240017" y="492764"/>
                  </a:lnTo>
                  <a:lnTo>
                    <a:pt x="1208463" y="489594"/>
                  </a:lnTo>
                  <a:lnTo>
                    <a:pt x="1154888" y="464203"/>
                  </a:lnTo>
                  <a:lnTo>
                    <a:pt x="1114937" y="414340"/>
                  </a:lnTo>
                  <a:lnTo>
                    <a:pt x="1094496" y="345380"/>
                  </a:lnTo>
                  <a:lnTo>
                    <a:pt x="1091946" y="304038"/>
                  </a:lnTo>
                  <a:lnTo>
                    <a:pt x="1094496" y="263184"/>
                  </a:lnTo>
                  <a:lnTo>
                    <a:pt x="1114937" y="194139"/>
                  </a:lnTo>
                  <a:lnTo>
                    <a:pt x="1155103" y="143159"/>
                  </a:lnTo>
                  <a:lnTo>
                    <a:pt x="1210354" y="117061"/>
                  </a:lnTo>
                  <a:lnTo>
                    <a:pt x="1243340" y="113800"/>
                  </a:lnTo>
                  <a:lnTo>
                    <a:pt x="1475367" y="113800"/>
                  </a:lnTo>
                  <a:lnTo>
                    <a:pt x="1450207" y="82296"/>
                  </a:lnTo>
                  <a:lnTo>
                    <a:pt x="1417270" y="52669"/>
                  </a:lnTo>
                  <a:lnTo>
                    <a:pt x="1380486" y="29626"/>
                  </a:lnTo>
                  <a:lnTo>
                    <a:pt x="1339850" y="13167"/>
                  </a:lnTo>
                  <a:lnTo>
                    <a:pt x="1295355" y="3291"/>
                  </a:lnTo>
                  <a:lnTo>
                    <a:pt x="1246997" y="0"/>
                  </a:lnTo>
                  <a:close/>
                </a:path>
                <a:path w="1527809" h="607060">
                  <a:moveTo>
                    <a:pt x="1475367" y="113800"/>
                  </a:moveTo>
                  <a:lnTo>
                    <a:pt x="1243340" y="113800"/>
                  </a:lnTo>
                  <a:lnTo>
                    <a:pt x="1275340" y="116966"/>
                  </a:lnTo>
                  <a:lnTo>
                    <a:pt x="1303732" y="126465"/>
                  </a:lnTo>
                  <a:lnTo>
                    <a:pt x="1349745" y="164473"/>
                  </a:lnTo>
                  <a:lnTo>
                    <a:pt x="1378892" y="225385"/>
                  </a:lnTo>
                  <a:lnTo>
                    <a:pt x="1386179" y="263431"/>
                  </a:lnTo>
                  <a:lnTo>
                    <a:pt x="1388607" y="306586"/>
                  </a:lnTo>
                  <a:lnTo>
                    <a:pt x="1386108" y="347944"/>
                  </a:lnTo>
                  <a:lnTo>
                    <a:pt x="1366066" y="416417"/>
                  </a:lnTo>
                  <a:lnTo>
                    <a:pt x="1326707" y="465007"/>
                  </a:lnTo>
                  <a:lnTo>
                    <a:pt x="1272453" y="489671"/>
                  </a:lnTo>
                  <a:lnTo>
                    <a:pt x="1240017" y="492764"/>
                  </a:lnTo>
                  <a:lnTo>
                    <a:pt x="1471071" y="492764"/>
                  </a:lnTo>
                  <a:lnTo>
                    <a:pt x="1498868" y="445868"/>
                  </a:lnTo>
                  <a:lnTo>
                    <a:pt x="1514947" y="401271"/>
                  </a:lnTo>
                  <a:lnTo>
                    <a:pt x="1524594" y="352389"/>
                  </a:lnTo>
                  <a:lnTo>
                    <a:pt x="1527810" y="299216"/>
                  </a:lnTo>
                  <a:lnTo>
                    <a:pt x="1524702" y="247434"/>
                  </a:lnTo>
                  <a:lnTo>
                    <a:pt x="1515382" y="199839"/>
                  </a:lnTo>
                  <a:lnTo>
                    <a:pt x="1499855" y="156443"/>
                  </a:lnTo>
                  <a:lnTo>
                    <a:pt x="1478129" y="117258"/>
                  </a:lnTo>
                  <a:lnTo>
                    <a:pt x="1475367" y="113800"/>
                  </a:lnTo>
                  <a:close/>
                </a:path>
                <a:path w="1527809" h="607060">
                  <a:moveTo>
                    <a:pt x="743590" y="117479"/>
                  </a:moveTo>
                  <a:lnTo>
                    <a:pt x="611002" y="117479"/>
                  </a:lnTo>
                  <a:lnTo>
                    <a:pt x="611002" y="596706"/>
                  </a:lnTo>
                  <a:lnTo>
                    <a:pt x="743590" y="596706"/>
                  </a:lnTo>
                  <a:lnTo>
                    <a:pt x="743590" y="117479"/>
                  </a:lnTo>
                  <a:close/>
                </a:path>
                <a:path w="1527809" h="607060">
                  <a:moveTo>
                    <a:pt x="910955" y="9787"/>
                  </a:moveTo>
                  <a:lnTo>
                    <a:pt x="444367" y="9787"/>
                  </a:lnTo>
                  <a:lnTo>
                    <a:pt x="444367" y="117479"/>
                  </a:lnTo>
                  <a:lnTo>
                    <a:pt x="910955" y="117479"/>
                  </a:lnTo>
                  <a:lnTo>
                    <a:pt x="910955" y="9787"/>
                  </a:lnTo>
                  <a:close/>
                </a:path>
                <a:path w="1527809" h="607060">
                  <a:moveTo>
                    <a:pt x="2407" y="443234"/>
                  </a:moveTo>
                  <a:lnTo>
                    <a:pt x="2407" y="574179"/>
                  </a:lnTo>
                  <a:lnTo>
                    <a:pt x="19126" y="581861"/>
                  </a:lnTo>
                  <a:lnTo>
                    <a:pt x="56894" y="594140"/>
                  </a:lnTo>
                  <a:lnTo>
                    <a:pt x="100066" y="602327"/>
                  </a:lnTo>
                  <a:lnTo>
                    <a:pt x="145990" y="606421"/>
                  </a:lnTo>
                  <a:lnTo>
                    <a:pt x="169804" y="606933"/>
                  </a:lnTo>
                  <a:lnTo>
                    <a:pt x="193041" y="606370"/>
                  </a:lnTo>
                  <a:lnTo>
                    <a:pt x="237801" y="601870"/>
                  </a:lnTo>
                  <a:lnTo>
                    <a:pt x="279826" y="592701"/>
                  </a:lnTo>
                  <a:lnTo>
                    <a:pt x="316935" y="577860"/>
                  </a:lnTo>
                  <a:lnTo>
                    <a:pt x="362163" y="544410"/>
                  </a:lnTo>
                  <a:lnTo>
                    <a:pt x="389272" y="502920"/>
                  </a:lnTo>
                  <a:lnTo>
                    <a:pt x="164073" y="502920"/>
                  </a:lnTo>
                  <a:lnTo>
                    <a:pt x="142881" y="501991"/>
                  </a:lnTo>
                  <a:lnTo>
                    <a:pt x="100735" y="494561"/>
                  </a:lnTo>
                  <a:lnTo>
                    <a:pt x="59277" y="479632"/>
                  </a:lnTo>
                  <a:lnTo>
                    <a:pt x="20598" y="457242"/>
                  </a:lnTo>
                  <a:lnTo>
                    <a:pt x="2407" y="443234"/>
                  </a:lnTo>
                  <a:close/>
                </a:path>
                <a:path w="1527809" h="607060">
                  <a:moveTo>
                    <a:pt x="230367" y="0"/>
                  </a:moveTo>
                  <a:lnTo>
                    <a:pt x="184937" y="2495"/>
                  </a:lnTo>
                  <a:lnTo>
                    <a:pt x="141975" y="10037"/>
                  </a:lnTo>
                  <a:lnTo>
                    <a:pt x="102763" y="22849"/>
                  </a:lnTo>
                  <a:lnTo>
                    <a:pt x="68580" y="41279"/>
                  </a:lnTo>
                  <a:lnTo>
                    <a:pt x="28460" y="79766"/>
                  </a:lnTo>
                  <a:lnTo>
                    <a:pt x="4587" y="131704"/>
                  </a:lnTo>
                  <a:lnTo>
                    <a:pt x="0" y="174379"/>
                  </a:lnTo>
                  <a:lnTo>
                    <a:pt x="2117" y="202545"/>
                  </a:lnTo>
                  <a:lnTo>
                    <a:pt x="19018" y="252457"/>
                  </a:lnTo>
                  <a:lnTo>
                    <a:pt x="52831" y="294078"/>
                  </a:lnTo>
                  <a:lnTo>
                    <a:pt x="104083" y="329078"/>
                  </a:lnTo>
                  <a:lnTo>
                    <a:pt x="149553" y="349677"/>
                  </a:lnTo>
                  <a:lnTo>
                    <a:pt x="162374" y="355130"/>
                  </a:lnTo>
                  <a:lnTo>
                    <a:pt x="197923" y="371270"/>
                  </a:lnTo>
                  <a:lnTo>
                    <a:pt x="234980" y="393843"/>
                  </a:lnTo>
                  <a:lnTo>
                    <a:pt x="261118" y="427343"/>
                  </a:lnTo>
                  <a:lnTo>
                    <a:pt x="263530" y="452128"/>
                  </a:lnTo>
                  <a:lnTo>
                    <a:pt x="261487" y="459867"/>
                  </a:lnTo>
                  <a:lnTo>
                    <a:pt x="232155" y="489802"/>
                  </a:lnTo>
                  <a:lnTo>
                    <a:pt x="187474" y="501842"/>
                  </a:lnTo>
                  <a:lnTo>
                    <a:pt x="164073" y="502920"/>
                  </a:lnTo>
                  <a:lnTo>
                    <a:pt x="389272" y="502920"/>
                  </a:lnTo>
                  <a:lnTo>
                    <a:pt x="392209" y="496563"/>
                  </a:lnTo>
                  <a:lnTo>
                    <a:pt x="398038" y="476919"/>
                  </a:lnTo>
                  <a:lnTo>
                    <a:pt x="401535" y="455325"/>
                  </a:lnTo>
                  <a:lnTo>
                    <a:pt x="402701" y="431804"/>
                  </a:lnTo>
                  <a:lnTo>
                    <a:pt x="402037" y="414538"/>
                  </a:lnTo>
                  <a:lnTo>
                    <a:pt x="392033" y="369320"/>
                  </a:lnTo>
                  <a:lnTo>
                    <a:pt x="370846" y="332460"/>
                  </a:lnTo>
                  <a:lnTo>
                    <a:pt x="339333" y="301866"/>
                  </a:lnTo>
                  <a:lnTo>
                    <a:pt x="298856" y="276057"/>
                  </a:lnTo>
                  <a:lnTo>
                    <a:pt x="250057" y="252865"/>
                  </a:lnTo>
                  <a:lnTo>
                    <a:pt x="237518" y="247574"/>
                  </a:lnTo>
                  <a:lnTo>
                    <a:pt x="225612" y="242381"/>
                  </a:lnTo>
                  <a:lnTo>
                    <a:pt x="184853" y="222093"/>
                  </a:lnTo>
                  <a:lnTo>
                    <a:pt x="151254" y="195427"/>
                  </a:lnTo>
                  <a:lnTo>
                    <a:pt x="139202" y="163330"/>
                  </a:lnTo>
                  <a:lnTo>
                    <a:pt x="139202" y="154305"/>
                  </a:lnTo>
                  <a:lnTo>
                    <a:pt x="165719" y="120277"/>
                  </a:lnTo>
                  <a:lnTo>
                    <a:pt x="206317" y="106355"/>
                  </a:lnTo>
                  <a:lnTo>
                    <a:pt x="237744" y="103894"/>
                  </a:lnTo>
                  <a:lnTo>
                    <a:pt x="376946" y="103894"/>
                  </a:lnTo>
                  <a:lnTo>
                    <a:pt x="376946" y="22479"/>
                  </a:lnTo>
                  <a:lnTo>
                    <a:pt x="329017" y="8603"/>
                  </a:lnTo>
                  <a:lnTo>
                    <a:pt x="273630" y="1352"/>
                  </a:lnTo>
                  <a:lnTo>
                    <a:pt x="252657" y="336"/>
                  </a:lnTo>
                  <a:lnTo>
                    <a:pt x="230367" y="0"/>
                  </a:lnTo>
                  <a:close/>
                </a:path>
                <a:path w="1527809" h="607060">
                  <a:moveTo>
                    <a:pt x="376946" y="103894"/>
                  </a:moveTo>
                  <a:lnTo>
                    <a:pt x="237744" y="103894"/>
                  </a:lnTo>
                  <a:lnTo>
                    <a:pt x="246047" y="104057"/>
                  </a:lnTo>
                  <a:lnTo>
                    <a:pt x="254591" y="104541"/>
                  </a:lnTo>
                  <a:lnTo>
                    <a:pt x="299763" y="111534"/>
                  </a:lnTo>
                  <a:lnTo>
                    <a:pt x="336056" y="123136"/>
                  </a:lnTo>
                  <a:lnTo>
                    <a:pt x="376946" y="144911"/>
                  </a:lnTo>
                  <a:lnTo>
                    <a:pt x="376946" y="103894"/>
                  </a:lnTo>
                  <a:close/>
                </a:path>
              </a:pathLst>
            </a:custGeom>
            <a:solidFill>
              <a:srgbClr val="FFFF00"/>
            </a:solidFill>
          </p:spPr>
          <p:txBody>
            <a:bodyPr wrap="square" lIns="0" tIns="0" rIns="0" bIns="0" rtlCol="0"/>
            <a:lstStyle/>
            <a:p>
              <a:endParaRPr/>
            </a:p>
          </p:txBody>
        </p:sp>
        <p:sp>
          <p:nvSpPr>
            <p:cNvPr id="24" name="object 24"/>
            <p:cNvSpPr/>
            <p:nvPr/>
          </p:nvSpPr>
          <p:spPr>
            <a:xfrm>
              <a:off x="7078858" y="5061834"/>
              <a:ext cx="1527810" cy="607060"/>
            </a:xfrm>
            <a:custGeom>
              <a:avLst/>
              <a:gdLst/>
              <a:ahLst/>
              <a:cxnLst/>
              <a:rect l="l" t="t" r="r" b="b"/>
              <a:pathLst>
                <a:path w="1527809" h="607060">
                  <a:moveTo>
                    <a:pt x="1243340" y="113800"/>
                  </a:moveTo>
                  <a:lnTo>
                    <a:pt x="1180939" y="126847"/>
                  </a:lnTo>
                  <a:lnTo>
                    <a:pt x="1132850" y="165997"/>
                  </a:lnTo>
                  <a:lnTo>
                    <a:pt x="1102156" y="226543"/>
                  </a:lnTo>
                  <a:lnTo>
                    <a:pt x="1091945" y="304037"/>
                  </a:lnTo>
                  <a:lnTo>
                    <a:pt x="1094496" y="345380"/>
                  </a:lnTo>
                  <a:lnTo>
                    <a:pt x="1114937" y="414340"/>
                  </a:lnTo>
                  <a:lnTo>
                    <a:pt x="1154888" y="464203"/>
                  </a:lnTo>
                  <a:lnTo>
                    <a:pt x="1208463" y="489594"/>
                  </a:lnTo>
                  <a:lnTo>
                    <a:pt x="1240017" y="492764"/>
                  </a:lnTo>
                  <a:lnTo>
                    <a:pt x="1272453" y="489671"/>
                  </a:lnTo>
                  <a:lnTo>
                    <a:pt x="1326707" y="465007"/>
                  </a:lnTo>
                  <a:lnTo>
                    <a:pt x="1366066" y="416417"/>
                  </a:lnTo>
                  <a:lnTo>
                    <a:pt x="1386107" y="347944"/>
                  </a:lnTo>
                  <a:lnTo>
                    <a:pt x="1388607" y="306586"/>
                  </a:lnTo>
                  <a:lnTo>
                    <a:pt x="1386178" y="263431"/>
                  </a:lnTo>
                  <a:lnTo>
                    <a:pt x="1378892" y="225385"/>
                  </a:lnTo>
                  <a:lnTo>
                    <a:pt x="1349745" y="164473"/>
                  </a:lnTo>
                  <a:lnTo>
                    <a:pt x="1303732" y="126465"/>
                  </a:lnTo>
                  <a:lnTo>
                    <a:pt x="1243340" y="113800"/>
                  </a:lnTo>
                  <a:close/>
                </a:path>
                <a:path w="1527809" h="607060">
                  <a:moveTo>
                    <a:pt x="444367" y="9787"/>
                  </a:moveTo>
                  <a:lnTo>
                    <a:pt x="910955" y="9787"/>
                  </a:lnTo>
                  <a:lnTo>
                    <a:pt x="910955" y="117479"/>
                  </a:lnTo>
                  <a:lnTo>
                    <a:pt x="743590" y="117479"/>
                  </a:lnTo>
                  <a:lnTo>
                    <a:pt x="743590" y="596706"/>
                  </a:lnTo>
                  <a:lnTo>
                    <a:pt x="611002" y="596706"/>
                  </a:lnTo>
                  <a:lnTo>
                    <a:pt x="611002" y="117479"/>
                  </a:lnTo>
                  <a:lnTo>
                    <a:pt x="444367" y="117479"/>
                  </a:lnTo>
                  <a:lnTo>
                    <a:pt x="444367" y="9787"/>
                  </a:lnTo>
                  <a:close/>
                </a:path>
                <a:path w="1527809" h="607060">
                  <a:moveTo>
                    <a:pt x="1246997" y="0"/>
                  </a:moveTo>
                  <a:lnTo>
                    <a:pt x="1295355" y="3291"/>
                  </a:lnTo>
                  <a:lnTo>
                    <a:pt x="1339850" y="13167"/>
                  </a:lnTo>
                  <a:lnTo>
                    <a:pt x="1380486" y="29626"/>
                  </a:lnTo>
                  <a:lnTo>
                    <a:pt x="1417270" y="52669"/>
                  </a:lnTo>
                  <a:lnTo>
                    <a:pt x="1450207" y="82295"/>
                  </a:lnTo>
                  <a:lnTo>
                    <a:pt x="1478129" y="117258"/>
                  </a:lnTo>
                  <a:lnTo>
                    <a:pt x="1499855" y="156443"/>
                  </a:lnTo>
                  <a:lnTo>
                    <a:pt x="1515381" y="199839"/>
                  </a:lnTo>
                  <a:lnTo>
                    <a:pt x="1524701" y="247434"/>
                  </a:lnTo>
                  <a:lnTo>
                    <a:pt x="1527809" y="299216"/>
                  </a:lnTo>
                  <a:lnTo>
                    <a:pt x="1524594" y="352389"/>
                  </a:lnTo>
                  <a:lnTo>
                    <a:pt x="1514947" y="401271"/>
                  </a:lnTo>
                  <a:lnTo>
                    <a:pt x="1498868" y="445868"/>
                  </a:lnTo>
                  <a:lnTo>
                    <a:pt x="1476353" y="486186"/>
                  </a:lnTo>
                  <a:lnTo>
                    <a:pt x="1447403" y="522232"/>
                  </a:lnTo>
                  <a:lnTo>
                    <a:pt x="1413240" y="552720"/>
                  </a:lnTo>
                  <a:lnTo>
                    <a:pt x="1375189" y="576436"/>
                  </a:lnTo>
                  <a:lnTo>
                    <a:pt x="1333240" y="593378"/>
                  </a:lnTo>
                  <a:lnTo>
                    <a:pt x="1287384" y="603544"/>
                  </a:lnTo>
                  <a:lnTo>
                    <a:pt x="1237609" y="606932"/>
                  </a:lnTo>
                  <a:lnTo>
                    <a:pt x="1189043" y="603651"/>
                  </a:lnTo>
                  <a:lnTo>
                    <a:pt x="1144216" y="593806"/>
                  </a:lnTo>
                  <a:lnTo>
                    <a:pt x="1103122" y="577398"/>
                  </a:lnTo>
                  <a:lnTo>
                    <a:pt x="1065757" y="554429"/>
                  </a:lnTo>
                  <a:lnTo>
                    <a:pt x="1032113" y="524899"/>
                  </a:lnTo>
                  <a:lnTo>
                    <a:pt x="1003528" y="490070"/>
                  </a:lnTo>
                  <a:lnTo>
                    <a:pt x="981303" y="451275"/>
                  </a:lnTo>
                  <a:lnTo>
                    <a:pt x="965434" y="408507"/>
                  </a:lnTo>
                  <a:lnTo>
                    <a:pt x="955915" y="361760"/>
                  </a:lnTo>
                  <a:lnTo>
                    <a:pt x="952743" y="311027"/>
                  </a:lnTo>
                  <a:lnTo>
                    <a:pt x="955975" y="257518"/>
                  </a:lnTo>
                  <a:lnTo>
                    <a:pt x="965665" y="208253"/>
                  </a:lnTo>
                  <a:lnTo>
                    <a:pt x="981804" y="163239"/>
                  </a:lnTo>
                  <a:lnTo>
                    <a:pt x="1004383" y="122481"/>
                  </a:lnTo>
                  <a:lnTo>
                    <a:pt x="1033393" y="85987"/>
                  </a:lnTo>
                  <a:lnTo>
                    <a:pt x="1067734" y="54998"/>
                  </a:lnTo>
                  <a:lnTo>
                    <a:pt x="1106269" y="30917"/>
                  </a:lnTo>
                  <a:lnTo>
                    <a:pt x="1148994" y="13732"/>
                  </a:lnTo>
                  <a:lnTo>
                    <a:pt x="1195905" y="3431"/>
                  </a:lnTo>
                  <a:lnTo>
                    <a:pt x="1246997" y="0"/>
                  </a:lnTo>
                  <a:close/>
                </a:path>
                <a:path w="1527809" h="607060">
                  <a:moveTo>
                    <a:pt x="230367" y="0"/>
                  </a:moveTo>
                  <a:lnTo>
                    <a:pt x="273630" y="1352"/>
                  </a:lnTo>
                  <a:lnTo>
                    <a:pt x="311657" y="5465"/>
                  </a:lnTo>
                  <a:lnTo>
                    <a:pt x="361644" y="17123"/>
                  </a:lnTo>
                  <a:lnTo>
                    <a:pt x="376946" y="22478"/>
                  </a:lnTo>
                  <a:lnTo>
                    <a:pt x="376946" y="144911"/>
                  </a:lnTo>
                  <a:lnTo>
                    <a:pt x="369422" y="139932"/>
                  </a:lnTo>
                  <a:lnTo>
                    <a:pt x="361542" y="135275"/>
                  </a:lnTo>
                  <a:lnTo>
                    <a:pt x="318154" y="116658"/>
                  </a:lnTo>
                  <a:lnTo>
                    <a:pt x="272399" y="106430"/>
                  </a:lnTo>
                  <a:lnTo>
                    <a:pt x="237743" y="103894"/>
                  </a:lnTo>
                  <a:lnTo>
                    <a:pt x="226757" y="104175"/>
                  </a:lnTo>
                  <a:lnTo>
                    <a:pt x="187982" y="110592"/>
                  </a:lnTo>
                  <a:lnTo>
                    <a:pt x="154506" y="128848"/>
                  </a:lnTo>
                  <a:lnTo>
                    <a:pt x="139202" y="154304"/>
                  </a:lnTo>
                  <a:lnTo>
                    <a:pt x="139202" y="163330"/>
                  </a:lnTo>
                  <a:lnTo>
                    <a:pt x="156370" y="201047"/>
                  </a:lnTo>
                  <a:lnTo>
                    <a:pt x="193936" y="227214"/>
                  </a:lnTo>
                  <a:lnTo>
                    <a:pt x="237518" y="247574"/>
                  </a:lnTo>
                  <a:lnTo>
                    <a:pt x="250057" y="252865"/>
                  </a:lnTo>
                  <a:lnTo>
                    <a:pt x="267231" y="260390"/>
                  </a:lnTo>
                  <a:lnTo>
                    <a:pt x="313303" y="284225"/>
                  </a:lnTo>
                  <a:lnTo>
                    <a:pt x="350868" y="311502"/>
                  </a:lnTo>
                  <a:lnTo>
                    <a:pt x="379075" y="343985"/>
                  </a:lnTo>
                  <a:lnTo>
                    <a:pt x="396709" y="383297"/>
                  </a:lnTo>
                  <a:lnTo>
                    <a:pt x="402701" y="431804"/>
                  </a:lnTo>
                  <a:lnTo>
                    <a:pt x="401535" y="455325"/>
                  </a:lnTo>
                  <a:lnTo>
                    <a:pt x="392209" y="496563"/>
                  </a:lnTo>
                  <a:lnTo>
                    <a:pt x="373957" y="530112"/>
                  </a:lnTo>
                  <a:lnTo>
                    <a:pt x="333512" y="568250"/>
                  </a:lnTo>
                  <a:lnTo>
                    <a:pt x="299035" y="586010"/>
                  </a:lnTo>
                  <a:lnTo>
                    <a:pt x="259323" y="597932"/>
                  </a:lnTo>
                  <a:lnTo>
                    <a:pt x="215706" y="604683"/>
                  </a:lnTo>
                  <a:lnTo>
                    <a:pt x="169804" y="606932"/>
                  </a:lnTo>
                  <a:lnTo>
                    <a:pt x="145990" y="606421"/>
                  </a:lnTo>
                  <a:lnTo>
                    <a:pt x="100066" y="602326"/>
                  </a:lnTo>
                  <a:lnTo>
                    <a:pt x="56894" y="594140"/>
                  </a:lnTo>
                  <a:lnTo>
                    <a:pt x="19126" y="581861"/>
                  </a:lnTo>
                  <a:lnTo>
                    <a:pt x="2407" y="574179"/>
                  </a:lnTo>
                  <a:lnTo>
                    <a:pt x="2407" y="443234"/>
                  </a:lnTo>
                  <a:lnTo>
                    <a:pt x="20598" y="457241"/>
                  </a:lnTo>
                  <a:lnTo>
                    <a:pt x="39555" y="469366"/>
                  </a:lnTo>
                  <a:lnTo>
                    <a:pt x="79766" y="488060"/>
                  </a:lnTo>
                  <a:lnTo>
                    <a:pt x="121771" y="499205"/>
                  </a:lnTo>
                  <a:lnTo>
                    <a:pt x="164073" y="502919"/>
                  </a:lnTo>
                  <a:lnTo>
                    <a:pt x="176168" y="502654"/>
                  </a:lnTo>
                  <a:lnTo>
                    <a:pt x="216589" y="495999"/>
                  </a:lnTo>
                  <a:lnTo>
                    <a:pt x="253970" y="472367"/>
                  </a:lnTo>
                  <a:lnTo>
                    <a:pt x="263530" y="452128"/>
                  </a:lnTo>
                  <a:lnTo>
                    <a:pt x="263530" y="443615"/>
                  </a:lnTo>
                  <a:lnTo>
                    <a:pt x="248359" y="406314"/>
                  </a:lnTo>
                  <a:lnTo>
                    <a:pt x="218069" y="382321"/>
                  </a:lnTo>
                  <a:lnTo>
                    <a:pt x="174749" y="360535"/>
                  </a:lnTo>
                  <a:lnTo>
                    <a:pt x="136276" y="344174"/>
                  </a:lnTo>
                  <a:lnTo>
                    <a:pt x="104083" y="329078"/>
                  </a:lnTo>
                  <a:lnTo>
                    <a:pt x="52831" y="294078"/>
                  </a:lnTo>
                  <a:lnTo>
                    <a:pt x="19018" y="252457"/>
                  </a:lnTo>
                  <a:lnTo>
                    <a:pt x="2117" y="202545"/>
                  </a:lnTo>
                  <a:lnTo>
                    <a:pt x="0" y="174379"/>
                  </a:lnTo>
                  <a:lnTo>
                    <a:pt x="1144" y="152231"/>
                  </a:lnTo>
                  <a:lnTo>
                    <a:pt x="10338" y="112797"/>
                  </a:lnTo>
                  <a:lnTo>
                    <a:pt x="40157" y="65488"/>
                  </a:lnTo>
                  <a:lnTo>
                    <a:pt x="85037" y="31379"/>
                  </a:lnTo>
                  <a:lnTo>
                    <a:pt x="121746" y="15724"/>
                  </a:lnTo>
                  <a:lnTo>
                    <a:pt x="163150" y="5630"/>
                  </a:lnTo>
                  <a:lnTo>
                    <a:pt x="207341" y="622"/>
                  </a:lnTo>
                  <a:lnTo>
                    <a:pt x="230367" y="0"/>
                  </a:lnTo>
                  <a:close/>
                </a:path>
              </a:pathLst>
            </a:custGeom>
            <a:ln w="12191">
              <a:solidFill>
                <a:srgbClr val="000000"/>
              </a:solidFill>
            </a:ln>
          </p:spPr>
          <p:txBody>
            <a:bodyPr wrap="square" lIns="0" tIns="0" rIns="0" bIns="0" rtlCol="0"/>
            <a:lstStyle/>
            <a:p>
              <a:endParaRPr/>
            </a:p>
          </p:txBody>
        </p:sp>
        <p:sp>
          <p:nvSpPr>
            <p:cNvPr id="25" name="object 25"/>
            <p:cNvSpPr/>
            <p:nvPr/>
          </p:nvSpPr>
          <p:spPr>
            <a:xfrm>
              <a:off x="7647828" y="6077473"/>
              <a:ext cx="429259" cy="587375"/>
            </a:xfrm>
            <a:custGeom>
              <a:avLst/>
              <a:gdLst/>
              <a:ahLst/>
              <a:cxnLst/>
              <a:rect l="l" t="t" r="r" b="b"/>
              <a:pathLst>
                <a:path w="429259" h="587375">
                  <a:moveTo>
                    <a:pt x="207111" y="0"/>
                  </a:moveTo>
                  <a:lnTo>
                    <a:pt x="0" y="0"/>
                  </a:lnTo>
                  <a:lnTo>
                    <a:pt x="0" y="586906"/>
                  </a:lnTo>
                  <a:lnTo>
                    <a:pt x="132191" y="586906"/>
                  </a:lnTo>
                  <a:lnTo>
                    <a:pt x="132191" y="384715"/>
                  </a:lnTo>
                  <a:lnTo>
                    <a:pt x="195193" y="384715"/>
                  </a:lnTo>
                  <a:lnTo>
                    <a:pt x="245745" y="381301"/>
                  </a:lnTo>
                  <a:lnTo>
                    <a:pt x="290927" y="371058"/>
                  </a:lnTo>
                  <a:lnTo>
                    <a:pt x="330755" y="353984"/>
                  </a:lnTo>
                  <a:lnTo>
                    <a:pt x="365241" y="330077"/>
                  </a:lnTo>
                  <a:lnTo>
                    <a:pt x="393080" y="300649"/>
                  </a:lnTo>
                  <a:lnTo>
                    <a:pt x="402656" y="284439"/>
                  </a:lnTo>
                  <a:lnTo>
                    <a:pt x="132191" y="284439"/>
                  </a:lnTo>
                  <a:lnTo>
                    <a:pt x="132191" y="101501"/>
                  </a:lnTo>
                  <a:lnTo>
                    <a:pt x="412715" y="101501"/>
                  </a:lnTo>
                  <a:lnTo>
                    <a:pt x="410752" y="95428"/>
                  </a:lnTo>
                  <a:lnTo>
                    <a:pt x="388125" y="61073"/>
                  </a:lnTo>
                  <a:lnTo>
                    <a:pt x="356448" y="34352"/>
                  </a:lnTo>
                  <a:lnTo>
                    <a:pt x="315719" y="15267"/>
                  </a:lnTo>
                  <a:lnTo>
                    <a:pt x="265941" y="3816"/>
                  </a:lnTo>
                  <a:lnTo>
                    <a:pt x="207111" y="0"/>
                  </a:lnTo>
                  <a:close/>
                </a:path>
                <a:path w="429259" h="587375">
                  <a:moveTo>
                    <a:pt x="412715" y="101501"/>
                  </a:moveTo>
                  <a:lnTo>
                    <a:pt x="184129" y="101501"/>
                  </a:lnTo>
                  <a:lnTo>
                    <a:pt x="230383" y="107153"/>
                  </a:lnTo>
                  <a:lnTo>
                    <a:pt x="263404" y="124110"/>
                  </a:lnTo>
                  <a:lnTo>
                    <a:pt x="283206" y="152373"/>
                  </a:lnTo>
                  <a:lnTo>
                    <a:pt x="289803" y="191941"/>
                  </a:lnTo>
                  <a:lnTo>
                    <a:pt x="283206" y="232412"/>
                  </a:lnTo>
                  <a:lnTo>
                    <a:pt x="263404" y="261318"/>
                  </a:lnTo>
                  <a:lnTo>
                    <a:pt x="230383" y="278659"/>
                  </a:lnTo>
                  <a:lnTo>
                    <a:pt x="184129" y="284439"/>
                  </a:lnTo>
                  <a:lnTo>
                    <a:pt x="402656" y="284439"/>
                  </a:lnTo>
                  <a:lnTo>
                    <a:pt x="412958" y="267000"/>
                  </a:lnTo>
                  <a:lnTo>
                    <a:pt x="424880" y="229132"/>
                  </a:lnTo>
                  <a:lnTo>
                    <a:pt x="428853" y="187046"/>
                  </a:lnTo>
                  <a:lnTo>
                    <a:pt x="424328" y="137419"/>
                  </a:lnTo>
                  <a:lnTo>
                    <a:pt x="412715" y="101501"/>
                  </a:lnTo>
                  <a:close/>
                </a:path>
              </a:pathLst>
            </a:custGeom>
            <a:solidFill>
              <a:srgbClr val="FFFF00"/>
            </a:solidFill>
          </p:spPr>
          <p:txBody>
            <a:bodyPr wrap="square" lIns="0" tIns="0" rIns="0" bIns="0" rtlCol="0"/>
            <a:lstStyle/>
            <a:p>
              <a:endParaRPr/>
            </a:p>
          </p:txBody>
        </p:sp>
        <p:sp>
          <p:nvSpPr>
            <p:cNvPr id="26" name="object 26"/>
            <p:cNvSpPr/>
            <p:nvPr/>
          </p:nvSpPr>
          <p:spPr>
            <a:xfrm>
              <a:off x="7773923" y="6172879"/>
              <a:ext cx="169804" cy="195129"/>
            </a:xfrm>
            <a:prstGeom prst="rect">
              <a:avLst/>
            </a:prstGeom>
            <a:blipFill>
              <a:blip r:embed="rId6" cstate="print"/>
              <a:stretch>
                <a:fillRect/>
              </a:stretch>
            </a:blipFill>
          </p:spPr>
          <p:txBody>
            <a:bodyPr wrap="square" lIns="0" tIns="0" rIns="0" bIns="0" rtlCol="0"/>
            <a:lstStyle/>
            <a:p>
              <a:endParaRPr/>
            </a:p>
          </p:txBody>
        </p:sp>
        <p:sp>
          <p:nvSpPr>
            <p:cNvPr id="27" name="object 27"/>
            <p:cNvSpPr/>
            <p:nvPr/>
          </p:nvSpPr>
          <p:spPr>
            <a:xfrm>
              <a:off x="7647828" y="6077473"/>
              <a:ext cx="429259" cy="587375"/>
            </a:xfrm>
            <a:custGeom>
              <a:avLst/>
              <a:gdLst/>
              <a:ahLst/>
              <a:cxnLst/>
              <a:rect l="l" t="t" r="r" b="b"/>
              <a:pathLst>
                <a:path w="429259" h="587375">
                  <a:moveTo>
                    <a:pt x="0" y="0"/>
                  </a:moveTo>
                  <a:lnTo>
                    <a:pt x="207111" y="0"/>
                  </a:lnTo>
                  <a:lnTo>
                    <a:pt x="265941" y="3816"/>
                  </a:lnTo>
                  <a:lnTo>
                    <a:pt x="315719" y="15267"/>
                  </a:lnTo>
                  <a:lnTo>
                    <a:pt x="356448" y="34352"/>
                  </a:lnTo>
                  <a:lnTo>
                    <a:pt x="388125" y="61073"/>
                  </a:lnTo>
                  <a:lnTo>
                    <a:pt x="410752" y="95428"/>
                  </a:lnTo>
                  <a:lnTo>
                    <a:pt x="424328" y="137419"/>
                  </a:lnTo>
                  <a:lnTo>
                    <a:pt x="428853" y="187046"/>
                  </a:lnTo>
                  <a:lnTo>
                    <a:pt x="424880" y="229132"/>
                  </a:lnTo>
                  <a:lnTo>
                    <a:pt x="412958" y="267000"/>
                  </a:lnTo>
                  <a:lnTo>
                    <a:pt x="393080" y="300649"/>
                  </a:lnTo>
                  <a:lnTo>
                    <a:pt x="365241" y="330077"/>
                  </a:lnTo>
                  <a:lnTo>
                    <a:pt x="330755" y="353984"/>
                  </a:lnTo>
                  <a:lnTo>
                    <a:pt x="290927" y="371058"/>
                  </a:lnTo>
                  <a:lnTo>
                    <a:pt x="245745" y="381301"/>
                  </a:lnTo>
                  <a:lnTo>
                    <a:pt x="195193" y="384715"/>
                  </a:lnTo>
                  <a:lnTo>
                    <a:pt x="132191" y="384715"/>
                  </a:lnTo>
                  <a:lnTo>
                    <a:pt x="132191" y="586906"/>
                  </a:lnTo>
                  <a:lnTo>
                    <a:pt x="0" y="586906"/>
                  </a:lnTo>
                  <a:lnTo>
                    <a:pt x="0" y="0"/>
                  </a:lnTo>
                  <a:close/>
                </a:path>
              </a:pathLst>
            </a:custGeom>
            <a:ln w="12191">
              <a:solidFill>
                <a:srgbClr val="000000"/>
              </a:solidFill>
            </a:ln>
          </p:spPr>
          <p:txBody>
            <a:bodyPr wrap="square" lIns="0" tIns="0" rIns="0" bIns="0" rtlCol="0"/>
            <a:lstStyle/>
            <a:p>
              <a:endParaRPr/>
            </a:p>
          </p:txBody>
        </p:sp>
        <p:sp>
          <p:nvSpPr>
            <p:cNvPr id="28" name="object 28"/>
            <p:cNvSpPr/>
            <p:nvPr/>
          </p:nvSpPr>
          <p:spPr>
            <a:xfrm>
              <a:off x="6748272" y="5207508"/>
              <a:ext cx="2218944" cy="1344167"/>
            </a:xfrm>
            <a:prstGeom prst="rect">
              <a:avLst/>
            </a:prstGeom>
            <a:blipFill>
              <a:blip r:embed="rId7" cstate="print"/>
              <a:stretch>
                <a:fillRect/>
              </a:stretch>
            </a:blipFill>
          </p:spPr>
          <p:txBody>
            <a:bodyPr wrap="square" lIns="0" tIns="0" rIns="0" bIns="0" rtlCol="0"/>
            <a:lstStyle/>
            <a:p>
              <a:endParaRPr/>
            </a:p>
          </p:txBody>
        </p:sp>
        <p:sp>
          <p:nvSpPr>
            <p:cNvPr id="29" name="object 29"/>
            <p:cNvSpPr/>
            <p:nvPr/>
          </p:nvSpPr>
          <p:spPr>
            <a:xfrm>
              <a:off x="6886956" y="4888990"/>
              <a:ext cx="2257043" cy="1969008"/>
            </a:xfrm>
            <a:prstGeom prst="rect">
              <a:avLst/>
            </a:prstGeom>
            <a:blipFill>
              <a:blip r:embed="rId8" cstate="print"/>
              <a:stretch>
                <a:fillRect/>
              </a:stretch>
            </a:blipFill>
          </p:spPr>
          <p:txBody>
            <a:bodyPr wrap="square" lIns="0" tIns="0" rIns="0" bIns="0" rtlCol="0"/>
            <a:lstStyle/>
            <a:p>
              <a:endParaRPr/>
            </a:p>
          </p:txBody>
        </p:sp>
        <p:sp>
          <p:nvSpPr>
            <p:cNvPr id="30" name="object 30"/>
            <p:cNvSpPr/>
            <p:nvPr/>
          </p:nvSpPr>
          <p:spPr>
            <a:xfrm>
              <a:off x="6829683" y="5267574"/>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00"/>
                  </a:lnTo>
                  <a:lnTo>
                    <a:pt x="4719" y="998362"/>
                  </a:lnTo>
                  <a:lnTo>
                    <a:pt x="18257" y="1042010"/>
                  </a:lnTo>
                  <a:lnTo>
                    <a:pt x="39683" y="1081508"/>
                  </a:lnTo>
                  <a:lnTo>
                    <a:pt x="68065" y="1115922"/>
                  </a:lnTo>
                  <a:lnTo>
                    <a:pt x="102472" y="1144316"/>
                  </a:lnTo>
                  <a:lnTo>
                    <a:pt x="141973" y="1165755"/>
                  </a:lnTo>
                  <a:lnTo>
                    <a:pt x="185636" y="1179304"/>
                  </a:lnTo>
                  <a:lnTo>
                    <a:pt x="232531" y="1184029"/>
                  </a:lnTo>
                  <a:lnTo>
                    <a:pt x="1824868" y="1184029"/>
                  </a:lnTo>
                  <a:lnTo>
                    <a:pt x="1871719" y="1179304"/>
                  </a:lnTo>
                  <a:lnTo>
                    <a:pt x="1915362" y="1165755"/>
                  </a:lnTo>
                  <a:lnTo>
                    <a:pt x="1954860" y="1144316"/>
                  </a:lnTo>
                  <a:lnTo>
                    <a:pt x="1989277" y="1115922"/>
                  </a:lnTo>
                  <a:lnTo>
                    <a:pt x="2017676" y="1081508"/>
                  </a:lnTo>
                  <a:lnTo>
                    <a:pt x="2039120" y="1042010"/>
                  </a:lnTo>
                  <a:lnTo>
                    <a:pt x="2052674" y="998362"/>
                  </a:lnTo>
                  <a:lnTo>
                    <a:pt x="2057399" y="951500"/>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31" name="object 31"/>
            <p:cNvSpPr/>
            <p:nvPr/>
          </p:nvSpPr>
          <p:spPr>
            <a:xfrm>
              <a:off x="6829683" y="5267574"/>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00"/>
                  </a:lnTo>
                  <a:lnTo>
                    <a:pt x="2052674" y="998362"/>
                  </a:lnTo>
                  <a:lnTo>
                    <a:pt x="2039120" y="1042010"/>
                  </a:lnTo>
                  <a:lnTo>
                    <a:pt x="2017676" y="1081508"/>
                  </a:lnTo>
                  <a:lnTo>
                    <a:pt x="1989277" y="1115922"/>
                  </a:lnTo>
                  <a:lnTo>
                    <a:pt x="1954860" y="1144316"/>
                  </a:lnTo>
                  <a:lnTo>
                    <a:pt x="1915362" y="1165755"/>
                  </a:lnTo>
                  <a:lnTo>
                    <a:pt x="1871719" y="1179304"/>
                  </a:lnTo>
                  <a:lnTo>
                    <a:pt x="1824868" y="1184029"/>
                  </a:lnTo>
                  <a:lnTo>
                    <a:pt x="232531" y="1184029"/>
                  </a:lnTo>
                  <a:lnTo>
                    <a:pt x="185636" y="1179304"/>
                  </a:lnTo>
                  <a:lnTo>
                    <a:pt x="141973" y="1165755"/>
                  </a:lnTo>
                  <a:lnTo>
                    <a:pt x="102472" y="1144316"/>
                  </a:lnTo>
                  <a:lnTo>
                    <a:pt x="68065" y="1115922"/>
                  </a:lnTo>
                  <a:lnTo>
                    <a:pt x="39683" y="1081508"/>
                  </a:lnTo>
                  <a:lnTo>
                    <a:pt x="18257" y="1042010"/>
                  </a:lnTo>
                  <a:lnTo>
                    <a:pt x="4719"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32" name="object 32"/>
            <p:cNvSpPr/>
            <p:nvPr/>
          </p:nvSpPr>
          <p:spPr>
            <a:xfrm>
              <a:off x="6928104" y="4910327"/>
              <a:ext cx="1895855" cy="1947671"/>
            </a:xfrm>
            <a:prstGeom prst="rect">
              <a:avLst/>
            </a:prstGeom>
            <a:blipFill>
              <a:blip r:embed="rId9" cstate="print"/>
              <a:stretch>
                <a:fillRect/>
              </a:stretch>
            </a:blipFill>
          </p:spPr>
          <p:txBody>
            <a:bodyPr wrap="square" lIns="0" tIns="0" rIns="0" bIns="0" rtlCol="0"/>
            <a:lstStyle/>
            <a:p>
              <a:endParaRPr/>
            </a:p>
          </p:txBody>
        </p:sp>
        <p:sp>
          <p:nvSpPr>
            <p:cNvPr id="33" name="object 33"/>
            <p:cNvSpPr/>
            <p:nvPr/>
          </p:nvSpPr>
          <p:spPr>
            <a:xfrm>
              <a:off x="7670291" y="5503795"/>
              <a:ext cx="307975" cy="727710"/>
            </a:xfrm>
            <a:custGeom>
              <a:avLst/>
              <a:gdLst/>
              <a:ahLst/>
              <a:cxnLst/>
              <a:rect l="l" t="t" r="r" b="b"/>
              <a:pathLst>
                <a:path w="307975" h="727710">
                  <a:moveTo>
                    <a:pt x="307726" y="0"/>
                  </a:moveTo>
                  <a:lnTo>
                    <a:pt x="212994" y="0"/>
                  </a:lnTo>
                  <a:lnTo>
                    <a:pt x="190506" y="16316"/>
                  </a:lnTo>
                  <a:lnTo>
                    <a:pt x="166706" y="31929"/>
                  </a:lnTo>
                  <a:lnTo>
                    <a:pt x="115183" y="61091"/>
                  </a:lnTo>
                  <a:lnTo>
                    <a:pt x="59363" y="86391"/>
                  </a:lnTo>
                  <a:lnTo>
                    <a:pt x="0" y="106728"/>
                  </a:lnTo>
                  <a:lnTo>
                    <a:pt x="0" y="238755"/>
                  </a:lnTo>
                  <a:lnTo>
                    <a:pt x="42306" y="230565"/>
                  </a:lnTo>
                  <a:lnTo>
                    <a:pt x="83454" y="216670"/>
                  </a:lnTo>
                  <a:lnTo>
                    <a:pt x="120914" y="198299"/>
                  </a:lnTo>
                  <a:lnTo>
                    <a:pt x="151394" y="176713"/>
                  </a:lnTo>
                  <a:lnTo>
                    <a:pt x="151394" y="727649"/>
                  </a:lnTo>
                  <a:lnTo>
                    <a:pt x="307726" y="727649"/>
                  </a:lnTo>
                  <a:lnTo>
                    <a:pt x="307726" y="0"/>
                  </a:lnTo>
                  <a:close/>
                </a:path>
              </a:pathLst>
            </a:custGeom>
            <a:solidFill>
              <a:srgbClr val="FFFF00"/>
            </a:solidFill>
          </p:spPr>
          <p:txBody>
            <a:bodyPr wrap="square" lIns="0" tIns="0" rIns="0" bIns="0" rtlCol="0"/>
            <a:lstStyle/>
            <a:p>
              <a:endParaRPr/>
            </a:p>
          </p:txBody>
        </p:sp>
        <p:sp>
          <p:nvSpPr>
            <p:cNvPr id="34" name="object 34"/>
            <p:cNvSpPr/>
            <p:nvPr/>
          </p:nvSpPr>
          <p:spPr>
            <a:xfrm>
              <a:off x="7670291" y="5503795"/>
              <a:ext cx="307975" cy="727710"/>
            </a:xfrm>
            <a:custGeom>
              <a:avLst/>
              <a:gdLst/>
              <a:ahLst/>
              <a:cxnLst/>
              <a:rect l="l" t="t" r="r" b="b"/>
              <a:pathLst>
                <a:path w="307975" h="727710">
                  <a:moveTo>
                    <a:pt x="212994" y="0"/>
                  </a:moveTo>
                  <a:lnTo>
                    <a:pt x="307726" y="0"/>
                  </a:lnTo>
                  <a:lnTo>
                    <a:pt x="307726" y="727649"/>
                  </a:lnTo>
                  <a:lnTo>
                    <a:pt x="151394" y="727649"/>
                  </a:lnTo>
                  <a:lnTo>
                    <a:pt x="151394" y="176713"/>
                  </a:lnTo>
                  <a:lnTo>
                    <a:pt x="144685" y="182343"/>
                  </a:lnTo>
                  <a:lnTo>
                    <a:pt x="111927" y="203264"/>
                  </a:lnTo>
                  <a:lnTo>
                    <a:pt x="73441" y="220605"/>
                  </a:lnTo>
                  <a:lnTo>
                    <a:pt x="31602" y="233220"/>
                  </a:lnTo>
                  <a:lnTo>
                    <a:pt x="0" y="238755"/>
                  </a:lnTo>
                  <a:lnTo>
                    <a:pt x="0" y="106728"/>
                  </a:lnTo>
                  <a:lnTo>
                    <a:pt x="30131" y="97175"/>
                  </a:lnTo>
                  <a:lnTo>
                    <a:pt x="59363" y="86391"/>
                  </a:lnTo>
                  <a:lnTo>
                    <a:pt x="115183" y="61091"/>
                  </a:lnTo>
                  <a:lnTo>
                    <a:pt x="166706" y="31929"/>
                  </a:lnTo>
                  <a:lnTo>
                    <a:pt x="190506" y="16316"/>
                  </a:lnTo>
                  <a:lnTo>
                    <a:pt x="212994" y="0"/>
                  </a:lnTo>
                  <a:close/>
                </a:path>
              </a:pathLst>
            </a:custGeom>
            <a:ln w="12191">
              <a:solidFill>
                <a:srgbClr val="000000"/>
              </a:solidFill>
            </a:ln>
          </p:spPr>
          <p:txBody>
            <a:bodyPr wrap="square" lIns="0" tIns="0" rIns="0" bIns="0" rtlCol="0"/>
            <a:lstStyle/>
            <a:p>
              <a:endParaRPr/>
            </a:p>
          </p:txBody>
        </p:sp>
        <p:sp>
          <p:nvSpPr>
            <p:cNvPr id="35" name="object 35"/>
            <p:cNvSpPr/>
            <p:nvPr/>
          </p:nvSpPr>
          <p:spPr>
            <a:xfrm>
              <a:off x="6739128" y="5193791"/>
              <a:ext cx="2218944" cy="1345692"/>
            </a:xfrm>
            <a:prstGeom prst="rect">
              <a:avLst/>
            </a:prstGeom>
            <a:blipFill>
              <a:blip r:embed="rId10" cstate="print"/>
              <a:stretch>
                <a:fillRect/>
              </a:stretch>
            </a:blipFill>
          </p:spPr>
          <p:txBody>
            <a:bodyPr wrap="square" lIns="0" tIns="0" rIns="0" bIns="0" rtlCol="0"/>
            <a:lstStyle/>
            <a:p>
              <a:endParaRPr/>
            </a:p>
          </p:txBody>
        </p:sp>
        <p:sp>
          <p:nvSpPr>
            <p:cNvPr id="36" name="object 36"/>
            <p:cNvSpPr/>
            <p:nvPr/>
          </p:nvSpPr>
          <p:spPr>
            <a:xfrm>
              <a:off x="6877812" y="4876798"/>
              <a:ext cx="2258568" cy="1981200"/>
            </a:xfrm>
            <a:prstGeom prst="rect">
              <a:avLst/>
            </a:prstGeom>
            <a:blipFill>
              <a:blip r:embed="rId11" cstate="print"/>
              <a:stretch>
                <a:fillRect/>
              </a:stretch>
            </a:blipFill>
          </p:spPr>
          <p:txBody>
            <a:bodyPr wrap="square" lIns="0" tIns="0" rIns="0" bIns="0" rtlCol="0"/>
            <a:lstStyle/>
            <a:p>
              <a:endParaRPr/>
            </a:p>
          </p:txBody>
        </p:sp>
        <p:sp>
          <p:nvSpPr>
            <p:cNvPr id="37" name="object 37"/>
            <p:cNvSpPr/>
            <p:nvPr/>
          </p:nvSpPr>
          <p:spPr>
            <a:xfrm>
              <a:off x="6820143" y="5254883"/>
              <a:ext cx="2057400" cy="1184275"/>
            </a:xfrm>
            <a:custGeom>
              <a:avLst/>
              <a:gdLst/>
              <a:ahLst/>
              <a:cxnLst/>
              <a:rect l="l" t="t" r="r" b="b"/>
              <a:pathLst>
                <a:path w="2057400" h="1184275">
                  <a:moveTo>
                    <a:pt x="1824868" y="0"/>
                  </a:moveTo>
                  <a:lnTo>
                    <a:pt x="232562" y="0"/>
                  </a:lnTo>
                  <a:lnTo>
                    <a:pt x="185701" y="4725"/>
                  </a:lnTo>
                  <a:lnTo>
                    <a:pt x="142050" y="18276"/>
                  </a:lnTo>
                  <a:lnTo>
                    <a:pt x="102547" y="39718"/>
                  </a:lnTo>
                  <a:lnTo>
                    <a:pt x="68126" y="68115"/>
                  </a:lnTo>
                  <a:lnTo>
                    <a:pt x="39725" y="102530"/>
                  </a:lnTo>
                  <a:lnTo>
                    <a:pt x="18279" y="142028"/>
                  </a:lnTo>
                  <a:lnTo>
                    <a:pt x="4726" y="185673"/>
                  </a:lnTo>
                  <a:lnTo>
                    <a:pt x="0" y="232528"/>
                  </a:lnTo>
                  <a:lnTo>
                    <a:pt x="0" y="951488"/>
                  </a:lnTo>
                  <a:lnTo>
                    <a:pt x="4726" y="998354"/>
                  </a:lnTo>
                  <a:lnTo>
                    <a:pt x="18279" y="1042003"/>
                  </a:lnTo>
                  <a:lnTo>
                    <a:pt x="39725" y="1081502"/>
                  </a:lnTo>
                  <a:lnTo>
                    <a:pt x="68126" y="1115915"/>
                  </a:lnTo>
                  <a:lnTo>
                    <a:pt x="102547" y="1144307"/>
                  </a:lnTo>
                  <a:lnTo>
                    <a:pt x="142050" y="1165745"/>
                  </a:lnTo>
                  <a:lnTo>
                    <a:pt x="185701" y="1179293"/>
                  </a:lnTo>
                  <a:lnTo>
                    <a:pt x="232562" y="1184016"/>
                  </a:lnTo>
                  <a:lnTo>
                    <a:pt x="1824868" y="1184016"/>
                  </a:lnTo>
                  <a:lnTo>
                    <a:pt x="1871728" y="1179293"/>
                  </a:lnTo>
                  <a:lnTo>
                    <a:pt x="1915375" y="1165745"/>
                  </a:lnTo>
                  <a:lnTo>
                    <a:pt x="1954873" y="1144307"/>
                  </a:lnTo>
                  <a:lnTo>
                    <a:pt x="1989288" y="1115915"/>
                  </a:lnTo>
                  <a:lnTo>
                    <a:pt x="2017684" y="1081502"/>
                  </a:lnTo>
                  <a:lnTo>
                    <a:pt x="2039124" y="1042003"/>
                  </a:lnTo>
                  <a:lnTo>
                    <a:pt x="2052675" y="998354"/>
                  </a:lnTo>
                  <a:lnTo>
                    <a:pt x="2057399" y="951488"/>
                  </a:lnTo>
                  <a:lnTo>
                    <a:pt x="2057399" y="232528"/>
                  </a:lnTo>
                  <a:lnTo>
                    <a:pt x="2052675" y="185673"/>
                  </a:lnTo>
                  <a:lnTo>
                    <a:pt x="2039124" y="142028"/>
                  </a:lnTo>
                  <a:lnTo>
                    <a:pt x="2017684" y="102530"/>
                  </a:lnTo>
                  <a:lnTo>
                    <a:pt x="1989288" y="68115"/>
                  </a:lnTo>
                  <a:lnTo>
                    <a:pt x="1954873" y="39718"/>
                  </a:lnTo>
                  <a:lnTo>
                    <a:pt x="1915375" y="18276"/>
                  </a:lnTo>
                  <a:lnTo>
                    <a:pt x="1871728" y="4725"/>
                  </a:lnTo>
                  <a:lnTo>
                    <a:pt x="1824868" y="0"/>
                  </a:lnTo>
                  <a:close/>
                </a:path>
              </a:pathLst>
            </a:custGeom>
            <a:solidFill>
              <a:srgbClr val="252525"/>
            </a:solidFill>
          </p:spPr>
          <p:txBody>
            <a:bodyPr wrap="square" lIns="0" tIns="0" rIns="0" bIns="0" rtlCol="0"/>
            <a:lstStyle/>
            <a:p>
              <a:endParaRPr/>
            </a:p>
          </p:txBody>
        </p:sp>
        <p:sp>
          <p:nvSpPr>
            <p:cNvPr id="38" name="object 38"/>
            <p:cNvSpPr/>
            <p:nvPr/>
          </p:nvSpPr>
          <p:spPr>
            <a:xfrm>
              <a:off x="6820143" y="5254883"/>
              <a:ext cx="2057400" cy="1184275"/>
            </a:xfrm>
            <a:custGeom>
              <a:avLst/>
              <a:gdLst/>
              <a:ahLst/>
              <a:cxnLst/>
              <a:rect l="l" t="t" r="r" b="b"/>
              <a:pathLst>
                <a:path w="2057400" h="1184275">
                  <a:moveTo>
                    <a:pt x="0" y="232528"/>
                  </a:moveTo>
                  <a:lnTo>
                    <a:pt x="4726" y="185673"/>
                  </a:lnTo>
                  <a:lnTo>
                    <a:pt x="18279" y="142028"/>
                  </a:lnTo>
                  <a:lnTo>
                    <a:pt x="39725" y="102530"/>
                  </a:lnTo>
                  <a:lnTo>
                    <a:pt x="68126" y="68115"/>
                  </a:lnTo>
                  <a:lnTo>
                    <a:pt x="102547" y="39718"/>
                  </a:lnTo>
                  <a:lnTo>
                    <a:pt x="142050" y="18276"/>
                  </a:lnTo>
                  <a:lnTo>
                    <a:pt x="185701" y="4725"/>
                  </a:lnTo>
                  <a:lnTo>
                    <a:pt x="232562" y="0"/>
                  </a:lnTo>
                  <a:lnTo>
                    <a:pt x="1824868" y="0"/>
                  </a:lnTo>
                  <a:lnTo>
                    <a:pt x="1871728" y="4725"/>
                  </a:lnTo>
                  <a:lnTo>
                    <a:pt x="1915375" y="18276"/>
                  </a:lnTo>
                  <a:lnTo>
                    <a:pt x="1954873" y="39718"/>
                  </a:lnTo>
                  <a:lnTo>
                    <a:pt x="1989288" y="68115"/>
                  </a:lnTo>
                  <a:lnTo>
                    <a:pt x="2017684" y="102530"/>
                  </a:lnTo>
                  <a:lnTo>
                    <a:pt x="2039124" y="142028"/>
                  </a:lnTo>
                  <a:lnTo>
                    <a:pt x="2052675" y="185673"/>
                  </a:lnTo>
                  <a:lnTo>
                    <a:pt x="2057399" y="232528"/>
                  </a:lnTo>
                  <a:lnTo>
                    <a:pt x="2057399" y="951488"/>
                  </a:lnTo>
                  <a:lnTo>
                    <a:pt x="2052675" y="998354"/>
                  </a:lnTo>
                  <a:lnTo>
                    <a:pt x="2039124" y="1042003"/>
                  </a:lnTo>
                  <a:lnTo>
                    <a:pt x="2017684" y="1081502"/>
                  </a:lnTo>
                  <a:lnTo>
                    <a:pt x="1989288" y="1115915"/>
                  </a:lnTo>
                  <a:lnTo>
                    <a:pt x="1954873" y="1144307"/>
                  </a:lnTo>
                  <a:lnTo>
                    <a:pt x="1915375" y="1165745"/>
                  </a:lnTo>
                  <a:lnTo>
                    <a:pt x="1871728" y="1179293"/>
                  </a:lnTo>
                  <a:lnTo>
                    <a:pt x="1824868" y="1184016"/>
                  </a:lnTo>
                  <a:lnTo>
                    <a:pt x="232562" y="1184016"/>
                  </a:lnTo>
                  <a:lnTo>
                    <a:pt x="185701" y="1179293"/>
                  </a:lnTo>
                  <a:lnTo>
                    <a:pt x="142050" y="1165745"/>
                  </a:lnTo>
                  <a:lnTo>
                    <a:pt x="102547" y="1144307"/>
                  </a:lnTo>
                  <a:lnTo>
                    <a:pt x="68126" y="1115915"/>
                  </a:lnTo>
                  <a:lnTo>
                    <a:pt x="39725" y="1081502"/>
                  </a:lnTo>
                  <a:lnTo>
                    <a:pt x="18279" y="1042003"/>
                  </a:lnTo>
                  <a:lnTo>
                    <a:pt x="4726"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39" name="object 39"/>
            <p:cNvSpPr/>
            <p:nvPr/>
          </p:nvSpPr>
          <p:spPr>
            <a:xfrm>
              <a:off x="6918960" y="4898134"/>
              <a:ext cx="1895855" cy="1959864"/>
            </a:xfrm>
            <a:prstGeom prst="rect">
              <a:avLst/>
            </a:prstGeom>
            <a:blipFill>
              <a:blip r:embed="rId12" cstate="print"/>
              <a:stretch>
                <a:fillRect/>
              </a:stretch>
            </a:blipFill>
          </p:spPr>
          <p:txBody>
            <a:bodyPr wrap="square" lIns="0" tIns="0" rIns="0" bIns="0" rtlCol="0"/>
            <a:lstStyle/>
            <a:p>
              <a:endParaRPr/>
            </a:p>
          </p:txBody>
        </p:sp>
        <p:sp>
          <p:nvSpPr>
            <p:cNvPr id="40" name="object 40"/>
            <p:cNvSpPr/>
            <p:nvPr/>
          </p:nvSpPr>
          <p:spPr>
            <a:xfrm>
              <a:off x="7596895" y="5495032"/>
              <a:ext cx="474980" cy="723900"/>
            </a:xfrm>
            <a:custGeom>
              <a:avLst/>
              <a:gdLst/>
              <a:ahLst/>
              <a:cxnLst/>
              <a:rect l="l" t="t" r="r" b="b"/>
              <a:pathLst>
                <a:path w="474979" h="723900">
                  <a:moveTo>
                    <a:pt x="243565" y="0"/>
                  </a:moveTo>
                  <a:lnTo>
                    <a:pt x="186754" y="3761"/>
                  </a:lnTo>
                  <a:lnTo>
                    <a:pt x="132911" y="15037"/>
                  </a:lnTo>
                  <a:lnTo>
                    <a:pt x="82046" y="33814"/>
                  </a:lnTo>
                  <a:lnTo>
                    <a:pt x="34168" y="60079"/>
                  </a:lnTo>
                  <a:lnTo>
                    <a:pt x="34168" y="198083"/>
                  </a:lnTo>
                  <a:lnTo>
                    <a:pt x="76643" y="166164"/>
                  </a:lnTo>
                  <a:lnTo>
                    <a:pt x="120087" y="143364"/>
                  </a:lnTo>
                  <a:lnTo>
                    <a:pt x="164508" y="129683"/>
                  </a:lnTo>
                  <a:lnTo>
                    <a:pt x="209915" y="125123"/>
                  </a:lnTo>
                  <a:lnTo>
                    <a:pt x="234731" y="126581"/>
                  </a:lnTo>
                  <a:lnTo>
                    <a:pt x="274200" y="138248"/>
                  </a:lnTo>
                  <a:lnTo>
                    <a:pt x="308160" y="177362"/>
                  </a:lnTo>
                  <a:lnTo>
                    <a:pt x="314584" y="217444"/>
                  </a:lnTo>
                  <a:lnTo>
                    <a:pt x="314083" y="228934"/>
                  </a:lnTo>
                  <a:lnTo>
                    <a:pt x="302189" y="271632"/>
                  </a:lnTo>
                  <a:lnTo>
                    <a:pt x="274082" y="312130"/>
                  </a:lnTo>
                  <a:lnTo>
                    <a:pt x="242956" y="342518"/>
                  </a:lnTo>
                  <a:lnTo>
                    <a:pt x="203231" y="374158"/>
                  </a:lnTo>
                  <a:lnTo>
                    <a:pt x="172952" y="396200"/>
                  </a:lnTo>
                  <a:lnTo>
                    <a:pt x="157452" y="407848"/>
                  </a:lnTo>
                  <a:lnTo>
                    <a:pt x="125211" y="433102"/>
                  </a:lnTo>
                  <a:lnTo>
                    <a:pt x="93527" y="461640"/>
                  </a:lnTo>
                  <a:lnTo>
                    <a:pt x="64495" y="494144"/>
                  </a:lnTo>
                  <a:lnTo>
                    <a:pt x="39060" y="530876"/>
                  </a:lnTo>
                  <a:lnTo>
                    <a:pt x="18287" y="572073"/>
                  </a:lnTo>
                  <a:lnTo>
                    <a:pt x="4571" y="618299"/>
                  </a:lnTo>
                  <a:lnTo>
                    <a:pt x="0" y="670108"/>
                  </a:lnTo>
                  <a:lnTo>
                    <a:pt x="0" y="723711"/>
                  </a:lnTo>
                  <a:lnTo>
                    <a:pt x="473445" y="723711"/>
                  </a:lnTo>
                  <a:lnTo>
                    <a:pt x="473445" y="593668"/>
                  </a:lnTo>
                  <a:lnTo>
                    <a:pt x="171693" y="593668"/>
                  </a:lnTo>
                  <a:lnTo>
                    <a:pt x="172311" y="586627"/>
                  </a:lnTo>
                  <a:lnTo>
                    <a:pt x="193235" y="548811"/>
                  </a:lnTo>
                  <a:lnTo>
                    <a:pt x="226603" y="516613"/>
                  </a:lnTo>
                  <a:lnTo>
                    <a:pt x="258533" y="491776"/>
                  </a:lnTo>
                  <a:lnTo>
                    <a:pt x="293248" y="466606"/>
                  </a:lnTo>
                  <a:lnTo>
                    <a:pt x="310710" y="454335"/>
                  </a:lnTo>
                  <a:lnTo>
                    <a:pt x="327884" y="441846"/>
                  </a:lnTo>
                  <a:lnTo>
                    <a:pt x="361309" y="416219"/>
                  </a:lnTo>
                  <a:lnTo>
                    <a:pt x="392113" y="388862"/>
                  </a:lnTo>
                  <a:lnTo>
                    <a:pt x="419099" y="358889"/>
                  </a:lnTo>
                  <a:lnTo>
                    <a:pt x="441700" y="325890"/>
                  </a:lnTo>
                  <a:lnTo>
                    <a:pt x="459364" y="289416"/>
                  </a:lnTo>
                  <a:lnTo>
                    <a:pt x="470668" y="248465"/>
                  </a:lnTo>
                  <a:lnTo>
                    <a:pt x="474451" y="202048"/>
                  </a:lnTo>
                  <a:lnTo>
                    <a:pt x="473479" y="179509"/>
                  </a:lnTo>
                  <a:lnTo>
                    <a:pt x="465682" y="137697"/>
                  </a:lnTo>
                  <a:lnTo>
                    <a:pt x="450128" y="100376"/>
                  </a:lnTo>
                  <a:lnTo>
                    <a:pt x="427367" y="68464"/>
                  </a:lnTo>
                  <a:lnTo>
                    <a:pt x="397678" y="42230"/>
                  </a:lnTo>
                  <a:lnTo>
                    <a:pt x="361347" y="22036"/>
                  </a:lnTo>
                  <a:lnTo>
                    <a:pt x="318515" y="7986"/>
                  </a:lnTo>
                  <a:lnTo>
                    <a:pt x="269935" y="883"/>
                  </a:lnTo>
                  <a:lnTo>
                    <a:pt x="243565" y="0"/>
                  </a:lnTo>
                  <a:close/>
                </a:path>
              </a:pathLst>
            </a:custGeom>
            <a:solidFill>
              <a:srgbClr val="FFFF00"/>
            </a:solidFill>
          </p:spPr>
          <p:txBody>
            <a:bodyPr wrap="square" lIns="0" tIns="0" rIns="0" bIns="0" rtlCol="0"/>
            <a:lstStyle/>
            <a:p>
              <a:endParaRPr/>
            </a:p>
          </p:txBody>
        </p:sp>
        <p:sp>
          <p:nvSpPr>
            <p:cNvPr id="41" name="object 41"/>
            <p:cNvSpPr/>
            <p:nvPr/>
          </p:nvSpPr>
          <p:spPr>
            <a:xfrm>
              <a:off x="7596895" y="5495032"/>
              <a:ext cx="474980" cy="723900"/>
            </a:xfrm>
            <a:custGeom>
              <a:avLst/>
              <a:gdLst/>
              <a:ahLst/>
              <a:cxnLst/>
              <a:rect l="l" t="t" r="r" b="b"/>
              <a:pathLst>
                <a:path w="474979" h="723900">
                  <a:moveTo>
                    <a:pt x="243565" y="0"/>
                  </a:moveTo>
                  <a:lnTo>
                    <a:pt x="294916" y="3542"/>
                  </a:lnTo>
                  <a:lnTo>
                    <a:pt x="340735" y="14228"/>
                  </a:lnTo>
                  <a:lnTo>
                    <a:pt x="380333" y="31371"/>
                  </a:lnTo>
                  <a:lnTo>
                    <a:pt x="413369" y="54614"/>
                  </a:lnTo>
                  <a:lnTo>
                    <a:pt x="439628" y="83721"/>
                  </a:lnTo>
                  <a:lnTo>
                    <a:pt x="458845" y="118420"/>
                  </a:lnTo>
                  <a:lnTo>
                    <a:pt x="470557" y="158059"/>
                  </a:lnTo>
                  <a:lnTo>
                    <a:pt x="474451" y="202048"/>
                  </a:lnTo>
                  <a:lnTo>
                    <a:pt x="473504" y="225940"/>
                  </a:lnTo>
                  <a:lnTo>
                    <a:pt x="465952" y="269624"/>
                  </a:lnTo>
                  <a:lnTo>
                    <a:pt x="451135" y="308086"/>
                  </a:lnTo>
                  <a:lnTo>
                    <a:pt x="431031" y="342825"/>
                  </a:lnTo>
                  <a:lnTo>
                    <a:pt x="406071" y="374204"/>
                  </a:lnTo>
                  <a:lnTo>
                    <a:pt x="377201" y="402865"/>
                  </a:lnTo>
                  <a:lnTo>
                    <a:pt x="344755" y="429140"/>
                  </a:lnTo>
                  <a:lnTo>
                    <a:pt x="310710" y="454335"/>
                  </a:lnTo>
                  <a:lnTo>
                    <a:pt x="293248" y="466606"/>
                  </a:lnTo>
                  <a:lnTo>
                    <a:pt x="281455" y="475027"/>
                  </a:lnTo>
                  <a:lnTo>
                    <a:pt x="247375" y="500109"/>
                  </a:lnTo>
                  <a:lnTo>
                    <a:pt x="217183" y="524774"/>
                  </a:lnTo>
                  <a:lnTo>
                    <a:pt x="186986" y="556643"/>
                  </a:lnTo>
                  <a:lnTo>
                    <a:pt x="171693" y="593668"/>
                  </a:lnTo>
                  <a:lnTo>
                    <a:pt x="473445" y="593668"/>
                  </a:lnTo>
                  <a:lnTo>
                    <a:pt x="473445" y="723711"/>
                  </a:lnTo>
                  <a:lnTo>
                    <a:pt x="0" y="723711"/>
                  </a:lnTo>
                  <a:lnTo>
                    <a:pt x="0" y="670108"/>
                  </a:lnTo>
                  <a:lnTo>
                    <a:pt x="4571" y="618299"/>
                  </a:lnTo>
                  <a:lnTo>
                    <a:pt x="18287" y="572073"/>
                  </a:lnTo>
                  <a:lnTo>
                    <a:pt x="39060" y="530876"/>
                  </a:lnTo>
                  <a:lnTo>
                    <a:pt x="64495" y="494144"/>
                  </a:lnTo>
                  <a:lnTo>
                    <a:pt x="93527" y="461640"/>
                  </a:lnTo>
                  <a:lnTo>
                    <a:pt x="125211" y="433102"/>
                  </a:lnTo>
                  <a:lnTo>
                    <a:pt x="157452" y="407848"/>
                  </a:lnTo>
                  <a:lnTo>
                    <a:pt x="188092" y="385203"/>
                  </a:lnTo>
                  <a:lnTo>
                    <a:pt x="203231" y="374158"/>
                  </a:lnTo>
                  <a:lnTo>
                    <a:pt x="242956" y="342518"/>
                  </a:lnTo>
                  <a:lnTo>
                    <a:pt x="274082" y="312130"/>
                  </a:lnTo>
                  <a:lnTo>
                    <a:pt x="302189" y="271632"/>
                  </a:lnTo>
                  <a:lnTo>
                    <a:pt x="314083" y="228934"/>
                  </a:lnTo>
                  <a:lnTo>
                    <a:pt x="314584" y="217444"/>
                  </a:lnTo>
                  <a:lnTo>
                    <a:pt x="312981" y="196007"/>
                  </a:lnTo>
                  <a:lnTo>
                    <a:pt x="288797" y="148458"/>
                  </a:lnTo>
                  <a:lnTo>
                    <a:pt x="234731" y="126581"/>
                  </a:lnTo>
                  <a:lnTo>
                    <a:pt x="209915" y="125123"/>
                  </a:lnTo>
                  <a:lnTo>
                    <a:pt x="164508" y="129683"/>
                  </a:lnTo>
                  <a:lnTo>
                    <a:pt x="120087" y="143364"/>
                  </a:lnTo>
                  <a:lnTo>
                    <a:pt x="76643" y="166164"/>
                  </a:lnTo>
                  <a:lnTo>
                    <a:pt x="34168" y="198083"/>
                  </a:lnTo>
                  <a:lnTo>
                    <a:pt x="34168" y="60079"/>
                  </a:lnTo>
                  <a:lnTo>
                    <a:pt x="82046" y="33814"/>
                  </a:lnTo>
                  <a:lnTo>
                    <a:pt x="132911" y="15037"/>
                  </a:lnTo>
                  <a:lnTo>
                    <a:pt x="186754" y="3761"/>
                  </a:lnTo>
                  <a:lnTo>
                    <a:pt x="243565" y="0"/>
                  </a:lnTo>
                  <a:close/>
                </a:path>
              </a:pathLst>
            </a:custGeom>
            <a:ln w="12191">
              <a:solidFill>
                <a:srgbClr val="000000"/>
              </a:solidFill>
            </a:ln>
          </p:spPr>
          <p:txBody>
            <a:bodyPr wrap="square" lIns="0" tIns="0" rIns="0" bIns="0" rtlCol="0"/>
            <a:lstStyle/>
            <a:p>
              <a:endParaRPr/>
            </a:p>
          </p:txBody>
        </p:sp>
        <p:sp>
          <p:nvSpPr>
            <p:cNvPr id="42" name="object 42"/>
            <p:cNvSpPr/>
            <p:nvPr/>
          </p:nvSpPr>
          <p:spPr>
            <a:xfrm>
              <a:off x="6740652" y="5207508"/>
              <a:ext cx="2218944" cy="1344167"/>
            </a:xfrm>
            <a:prstGeom prst="rect">
              <a:avLst/>
            </a:prstGeom>
            <a:blipFill>
              <a:blip r:embed="rId13" cstate="print"/>
              <a:stretch>
                <a:fillRect/>
              </a:stretch>
            </a:blipFill>
          </p:spPr>
          <p:txBody>
            <a:bodyPr wrap="square" lIns="0" tIns="0" rIns="0" bIns="0" rtlCol="0"/>
            <a:lstStyle/>
            <a:p>
              <a:endParaRPr/>
            </a:p>
          </p:txBody>
        </p:sp>
        <p:sp>
          <p:nvSpPr>
            <p:cNvPr id="43" name="object 43"/>
            <p:cNvSpPr/>
            <p:nvPr/>
          </p:nvSpPr>
          <p:spPr>
            <a:xfrm>
              <a:off x="6879336" y="4888990"/>
              <a:ext cx="2258568" cy="1969008"/>
            </a:xfrm>
            <a:prstGeom prst="rect">
              <a:avLst/>
            </a:prstGeom>
            <a:blipFill>
              <a:blip r:embed="rId14" cstate="print"/>
              <a:stretch>
                <a:fillRect/>
              </a:stretch>
            </a:blipFill>
          </p:spPr>
          <p:txBody>
            <a:bodyPr wrap="square" lIns="0" tIns="0" rIns="0" bIns="0" rtlCol="0"/>
            <a:lstStyle/>
            <a:p>
              <a:endParaRPr/>
            </a:p>
          </p:txBody>
        </p:sp>
        <p:sp>
          <p:nvSpPr>
            <p:cNvPr id="44" name="object 44"/>
            <p:cNvSpPr/>
            <p:nvPr/>
          </p:nvSpPr>
          <p:spPr>
            <a:xfrm>
              <a:off x="6821545" y="5267574"/>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28" y="1179304"/>
                  </a:lnTo>
                  <a:lnTo>
                    <a:pt x="1915375" y="1165755"/>
                  </a:lnTo>
                  <a:lnTo>
                    <a:pt x="1954873" y="1144316"/>
                  </a:lnTo>
                  <a:lnTo>
                    <a:pt x="1989288" y="1115922"/>
                  </a:lnTo>
                  <a:lnTo>
                    <a:pt x="2017684" y="1081508"/>
                  </a:lnTo>
                  <a:lnTo>
                    <a:pt x="2039124" y="1042010"/>
                  </a:lnTo>
                  <a:lnTo>
                    <a:pt x="2052675" y="998362"/>
                  </a:lnTo>
                  <a:lnTo>
                    <a:pt x="2057399" y="95150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45" name="object 45"/>
            <p:cNvSpPr/>
            <p:nvPr/>
          </p:nvSpPr>
          <p:spPr>
            <a:xfrm>
              <a:off x="6821545" y="5267574"/>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00"/>
                  </a:lnTo>
                  <a:lnTo>
                    <a:pt x="2052675" y="998362"/>
                  </a:lnTo>
                  <a:lnTo>
                    <a:pt x="2039124" y="1042010"/>
                  </a:lnTo>
                  <a:lnTo>
                    <a:pt x="2017684" y="1081508"/>
                  </a:lnTo>
                  <a:lnTo>
                    <a:pt x="1989288" y="1115922"/>
                  </a:lnTo>
                  <a:lnTo>
                    <a:pt x="1954873" y="1144316"/>
                  </a:lnTo>
                  <a:lnTo>
                    <a:pt x="1915375" y="1165755"/>
                  </a:lnTo>
                  <a:lnTo>
                    <a:pt x="1871728"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46" name="object 46"/>
            <p:cNvSpPr/>
            <p:nvPr/>
          </p:nvSpPr>
          <p:spPr>
            <a:xfrm>
              <a:off x="6920484" y="4910327"/>
              <a:ext cx="1895855" cy="1947671"/>
            </a:xfrm>
            <a:prstGeom prst="rect">
              <a:avLst/>
            </a:prstGeom>
            <a:blipFill>
              <a:blip r:embed="rId15" cstate="print"/>
              <a:stretch>
                <a:fillRect/>
              </a:stretch>
            </a:blipFill>
          </p:spPr>
          <p:txBody>
            <a:bodyPr wrap="square" lIns="0" tIns="0" rIns="0" bIns="0" rtlCol="0"/>
            <a:lstStyle/>
            <a:p>
              <a:endParaRPr/>
            </a:p>
          </p:txBody>
        </p:sp>
        <p:sp>
          <p:nvSpPr>
            <p:cNvPr id="47" name="object 47"/>
            <p:cNvSpPr/>
            <p:nvPr/>
          </p:nvSpPr>
          <p:spPr>
            <a:xfrm>
              <a:off x="7615062" y="5507735"/>
              <a:ext cx="454025" cy="736600"/>
            </a:xfrm>
            <a:custGeom>
              <a:avLst/>
              <a:gdLst/>
              <a:ahLst/>
              <a:cxnLst/>
              <a:rect l="l" t="t" r="r" b="b"/>
              <a:pathLst>
                <a:path w="454025" h="736600">
                  <a:moveTo>
                    <a:pt x="201533" y="0"/>
                  </a:moveTo>
                  <a:lnTo>
                    <a:pt x="153193" y="2357"/>
                  </a:lnTo>
                  <a:lnTo>
                    <a:pt x="107967" y="9429"/>
                  </a:lnTo>
                  <a:lnTo>
                    <a:pt x="65839" y="21216"/>
                  </a:lnTo>
                  <a:lnTo>
                    <a:pt x="26791" y="37718"/>
                  </a:lnTo>
                  <a:lnTo>
                    <a:pt x="26791" y="165805"/>
                  </a:lnTo>
                  <a:lnTo>
                    <a:pt x="60822" y="145616"/>
                  </a:lnTo>
                  <a:lnTo>
                    <a:pt x="95307" y="131195"/>
                  </a:lnTo>
                  <a:lnTo>
                    <a:pt x="130266" y="122542"/>
                  </a:lnTo>
                  <a:lnTo>
                    <a:pt x="165719" y="119658"/>
                  </a:lnTo>
                  <a:lnTo>
                    <a:pt x="212471" y="125087"/>
                  </a:lnTo>
                  <a:lnTo>
                    <a:pt x="245844" y="141373"/>
                  </a:lnTo>
                  <a:lnTo>
                    <a:pt x="265855" y="168516"/>
                  </a:lnTo>
                  <a:lnTo>
                    <a:pt x="272521" y="206514"/>
                  </a:lnTo>
                  <a:lnTo>
                    <a:pt x="263829" y="246902"/>
                  </a:lnTo>
                  <a:lnTo>
                    <a:pt x="237755" y="275752"/>
                  </a:lnTo>
                  <a:lnTo>
                    <a:pt x="194301" y="293064"/>
                  </a:lnTo>
                  <a:lnTo>
                    <a:pt x="133471" y="298835"/>
                  </a:lnTo>
                  <a:lnTo>
                    <a:pt x="72511" y="298835"/>
                  </a:lnTo>
                  <a:lnTo>
                    <a:pt x="72511" y="418944"/>
                  </a:lnTo>
                  <a:lnTo>
                    <a:pt x="138531" y="418944"/>
                  </a:lnTo>
                  <a:lnTo>
                    <a:pt x="172808" y="420558"/>
                  </a:lnTo>
                  <a:lnTo>
                    <a:pt x="229725" y="433471"/>
                  </a:lnTo>
                  <a:lnTo>
                    <a:pt x="270506" y="459032"/>
                  </a:lnTo>
                  <a:lnTo>
                    <a:pt x="291263" y="495760"/>
                  </a:lnTo>
                  <a:lnTo>
                    <a:pt x="293857" y="518220"/>
                  </a:lnTo>
                  <a:lnTo>
                    <a:pt x="291765" y="540030"/>
                  </a:lnTo>
                  <a:lnTo>
                    <a:pt x="275006" y="576016"/>
                  </a:lnTo>
                  <a:lnTo>
                    <a:pt x="241923" y="601479"/>
                  </a:lnTo>
                  <a:lnTo>
                    <a:pt x="195144" y="614390"/>
                  </a:lnTo>
                  <a:lnTo>
                    <a:pt x="166725" y="616006"/>
                  </a:lnTo>
                  <a:lnTo>
                    <a:pt x="120585" y="612747"/>
                  </a:lnTo>
                  <a:lnTo>
                    <a:pt x="77407" y="602971"/>
                  </a:lnTo>
                  <a:lnTo>
                    <a:pt x="37207" y="586681"/>
                  </a:lnTo>
                  <a:lnTo>
                    <a:pt x="0" y="563879"/>
                  </a:lnTo>
                  <a:lnTo>
                    <a:pt x="0" y="700384"/>
                  </a:lnTo>
                  <a:lnTo>
                    <a:pt x="37064" y="716019"/>
                  </a:lnTo>
                  <a:lnTo>
                    <a:pt x="79297" y="727185"/>
                  </a:lnTo>
                  <a:lnTo>
                    <a:pt x="126680" y="733883"/>
                  </a:lnTo>
                  <a:lnTo>
                    <a:pt x="179191" y="736116"/>
                  </a:lnTo>
                  <a:lnTo>
                    <a:pt x="239999" y="732484"/>
                  </a:lnTo>
                  <a:lnTo>
                    <a:pt x="293857" y="721591"/>
                  </a:lnTo>
                  <a:lnTo>
                    <a:pt x="340766" y="703440"/>
                  </a:lnTo>
                  <a:lnTo>
                    <a:pt x="380725" y="678036"/>
                  </a:lnTo>
                  <a:lnTo>
                    <a:pt x="412640" y="646399"/>
                  </a:lnTo>
                  <a:lnTo>
                    <a:pt x="435422" y="609547"/>
                  </a:lnTo>
                  <a:lnTo>
                    <a:pt x="449082" y="567483"/>
                  </a:lnTo>
                  <a:lnTo>
                    <a:pt x="453633" y="520208"/>
                  </a:lnTo>
                  <a:lnTo>
                    <a:pt x="450915" y="488489"/>
                  </a:lnTo>
                  <a:lnTo>
                    <a:pt x="429099" y="432773"/>
                  </a:lnTo>
                  <a:lnTo>
                    <a:pt x="386131" y="388319"/>
                  </a:lnTo>
                  <a:lnTo>
                    <a:pt x="326549" y="360900"/>
                  </a:lnTo>
                  <a:lnTo>
                    <a:pt x="290809" y="353936"/>
                  </a:lnTo>
                  <a:lnTo>
                    <a:pt x="290809" y="351449"/>
                  </a:lnTo>
                  <a:lnTo>
                    <a:pt x="341761" y="333185"/>
                  </a:lnTo>
                  <a:lnTo>
                    <a:pt x="381379" y="306582"/>
                  </a:lnTo>
                  <a:lnTo>
                    <a:pt x="409671" y="271640"/>
                  </a:lnTo>
                  <a:lnTo>
                    <a:pt x="426642" y="228357"/>
                  </a:lnTo>
                  <a:lnTo>
                    <a:pt x="432297" y="176735"/>
                  </a:lnTo>
                  <a:lnTo>
                    <a:pt x="428505" y="139355"/>
                  </a:lnTo>
                  <a:lnTo>
                    <a:pt x="398106" y="75566"/>
                  </a:lnTo>
                  <a:lnTo>
                    <a:pt x="338055" y="27646"/>
                  </a:lnTo>
                  <a:lnTo>
                    <a:pt x="298601" y="12287"/>
                  </a:lnTo>
                  <a:lnTo>
                    <a:pt x="253094" y="3071"/>
                  </a:lnTo>
                  <a:lnTo>
                    <a:pt x="201533" y="0"/>
                  </a:lnTo>
                  <a:close/>
                </a:path>
              </a:pathLst>
            </a:custGeom>
            <a:solidFill>
              <a:srgbClr val="FFFF00"/>
            </a:solidFill>
          </p:spPr>
          <p:txBody>
            <a:bodyPr wrap="square" lIns="0" tIns="0" rIns="0" bIns="0" rtlCol="0"/>
            <a:lstStyle/>
            <a:p>
              <a:endParaRPr/>
            </a:p>
          </p:txBody>
        </p:sp>
        <p:sp>
          <p:nvSpPr>
            <p:cNvPr id="48" name="object 48"/>
            <p:cNvSpPr/>
            <p:nvPr/>
          </p:nvSpPr>
          <p:spPr>
            <a:xfrm>
              <a:off x="7615062" y="5507735"/>
              <a:ext cx="454025" cy="736600"/>
            </a:xfrm>
            <a:custGeom>
              <a:avLst/>
              <a:gdLst/>
              <a:ahLst/>
              <a:cxnLst/>
              <a:rect l="l" t="t" r="r" b="b"/>
              <a:pathLst>
                <a:path w="454025" h="736600">
                  <a:moveTo>
                    <a:pt x="201533" y="0"/>
                  </a:moveTo>
                  <a:lnTo>
                    <a:pt x="253094" y="3071"/>
                  </a:lnTo>
                  <a:lnTo>
                    <a:pt x="298601" y="12287"/>
                  </a:lnTo>
                  <a:lnTo>
                    <a:pt x="338055" y="27646"/>
                  </a:lnTo>
                  <a:lnTo>
                    <a:pt x="371459" y="49148"/>
                  </a:lnTo>
                  <a:lnTo>
                    <a:pt x="417114" y="105633"/>
                  </a:lnTo>
                  <a:lnTo>
                    <a:pt x="432297" y="176735"/>
                  </a:lnTo>
                  <a:lnTo>
                    <a:pt x="426642" y="228357"/>
                  </a:lnTo>
                  <a:lnTo>
                    <a:pt x="409671" y="271640"/>
                  </a:lnTo>
                  <a:lnTo>
                    <a:pt x="381379" y="306582"/>
                  </a:lnTo>
                  <a:lnTo>
                    <a:pt x="341761" y="333185"/>
                  </a:lnTo>
                  <a:lnTo>
                    <a:pt x="290809" y="351449"/>
                  </a:lnTo>
                  <a:lnTo>
                    <a:pt x="290809" y="353936"/>
                  </a:lnTo>
                  <a:lnTo>
                    <a:pt x="358326" y="372361"/>
                  </a:lnTo>
                  <a:lnTo>
                    <a:pt x="409955" y="408776"/>
                  </a:lnTo>
                  <a:lnTo>
                    <a:pt x="442744" y="459344"/>
                  </a:lnTo>
                  <a:lnTo>
                    <a:pt x="453633" y="520208"/>
                  </a:lnTo>
                  <a:lnTo>
                    <a:pt x="449082" y="567483"/>
                  </a:lnTo>
                  <a:lnTo>
                    <a:pt x="435422" y="609547"/>
                  </a:lnTo>
                  <a:lnTo>
                    <a:pt x="412640" y="646399"/>
                  </a:lnTo>
                  <a:lnTo>
                    <a:pt x="380725" y="678036"/>
                  </a:lnTo>
                  <a:lnTo>
                    <a:pt x="340766" y="703440"/>
                  </a:lnTo>
                  <a:lnTo>
                    <a:pt x="293857" y="721591"/>
                  </a:lnTo>
                  <a:lnTo>
                    <a:pt x="239999" y="732484"/>
                  </a:lnTo>
                  <a:lnTo>
                    <a:pt x="179191" y="736116"/>
                  </a:lnTo>
                  <a:lnTo>
                    <a:pt x="126680" y="733883"/>
                  </a:lnTo>
                  <a:lnTo>
                    <a:pt x="79297" y="727185"/>
                  </a:lnTo>
                  <a:lnTo>
                    <a:pt x="37064" y="716019"/>
                  </a:lnTo>
                  <a:lnTo>
                    <a:pt x="0" y="700384"/>
                  </a:lnTo>
                  <a:lnTo>
                    <a:pt x="0" y="563879"/>
                  </a:lnTo>
                  <a:lnTo>
                    <a:pt x="37207" y="586681"/>
                  </a:lnTo>
                  <a:lnTo>
                    <a:pt x="77407" y="602971"/>
                  </a:lnTo>
                  <a:lnTo>
                    <a:pt x="120585" y="612747"/>
                  </a:lnTo>
                  <a:lnTo>
                    <a:pt x="166725" y="616006"/>
                  </a:lnTo>
                  <a:lnTo>
                    <a:pt x="195144" y="614390"/>
                  </a:lnTo>
                  <a:lnTo>
                    <a:pt x="241923" y="601479"/>
                  </a:lnTo>
                  <a:lnTo>
                    <a:pt x="275006" y="576016"/>
                  </a:lnTo>
                  <a:lnTo>
                    <a:pt x="291765" y="540030"/>
                  </a:lnTo>
                  <a:lnTo>
                    <a:pt x="293857" y="518220"/>
                  </a:lnTo>
                  <a:lnTo>
                    <a:pt x="291263" y="495760"/>
                  </a:lnTo>
                  <a:lnTo>
                    <a:pt x="270506" y="459032"/>
                  </a:lnTo>
                  <a:lnTo>
                    <a:pt x="229725" y="433471"/>
                  </a:lnTo>
                  <a:lnTo>
                    <a:pt x="172808" y="420558"/>
                  </a:lnTo>
                  <a:lnTo>
                    <a:pt x="138531" y="418944"/>
                  </a:lnTo>
                  <a:lnTo>
                    <a:pt x="72511" y="418944"/>
                  </a:lnTo>
                  <a:lnTo>
                    <a:pt x="72511" y="298835"/>
                  </a:lnTo>
                  <a:lnTo>
                    <a:pt x="133471" y="298835"/>
                  </a:lnTo>
                  <a:lnTo>
                    <a:pt x="194301" y="293064"/>
                  </a:lnTo>
                  <a:lnTo>
                    <a:pt x="237755" y="275752"/>
                  </a:lnTo>
                  <a:lnTo>
                    <a:pt x="263829" y="246902"/>
                  </a:lnTo>
                  <a:lnTo>
                    <a:pt x="272521" y="206514"/>
                  </a:lnTo>
                  <a:lnTo>
                    <a:pt x="265855" y="168516"/>
                  </a:lnTo>
                  <a:lnTo>
                    <a:pt x="245844" y="141373"/>
                  </a:lnTo>
                  <a:lnTo>
                    <a:pt x="212471" y="125087"/>
                  </a:lnTo>
                  <a:lnTo>
                    <a:pt x="165719" y="119658"/>
                  </a:lnTo>
                  <a:lnTo>
                    <a:pt x="130266" y="122542"/>
                  </a:lnTo>
                  <a:lnTo>
                    <a:pt x="95307" y="131195"/>
                  </a:lnTo>
                  <a:lnTo>
                    <a:pt x="60822" y="145616"/>
                  </a:lnTo>
                  <a:lnTo>
                    <a:pt x="26791" y="165805"/>
                  </a:lnTo>
                  <a:lnTo>
                    <a:pt x="26791" y="37718"/>
                  </a:lnTo>
                  <a:lnTo>
                    <a:pt x="65839" y="21216"/>
                  </a:lnTo>
                  <a:lnTo>
                    <a:pt x="107967" y="9429"/>
                  </a:lnTo>
                  <a:lnTo>
                    <a:pt x="153193" y="2357"/>
                  </a:lnTo>
                  <a:lnTo>
                    <a:pt x="201533" y="0"/>
                  </a:lnTo>
                  <a:close/>
                </a:path>
              </a:pathLst>
            </a:custGeom>
            <a:ln w="12191">
              <a:solidFill>
                <a:srgbClr val="000000"/>
              </a:solidFill>
            </a:ln>
          </p:spPr>
          <p:txBody>
            <a:bodyPr wrap="square" lIns="0" tIns="0" rIns="0" bIns="0" rtlCol="0"/>
            <a:lstStyle/>
            <a:p>
              <a:endParaRPr/>
            </a:p>
          </p:txBody>
        </p:sp>
        <p:sp>
          <p:nvSpPr>
            <p:cNvPr id="49" name="object 49"/>
            <p:cNvSpPr/>
            <p:nvPr/>
          </p:nvSpPr>
          <p:spPr>
            <a:xfrm>
              <a:off x="6736080" y="5227320"/>
              <a:ext cx="2218944" cy="1345691"/>
            </a:xfrm>
            <a:prstGeom prst="rect">
              <a:avLst/>
            </a:prstGeom>
            <a:blipFill>
              <a:blip r:embed="rId16" cstate="print"/>
              <a:stretch>
                <a:fillRect/>
              </a:stretch>
            </a:blipFill>
          </p:spPr>
          <p:txBody>
            <a:bodyPr wrap="square" lIns="0" tIns="0" rIns="0" bIns="0" rtlCol="0"/>
            <a:lstStyle/>
            <a:p>
              <a:endParaRPr/>
            </a:p>
          </p:txBody>
        </p:sp>
        <p:sp>
          <p:nvSpPr>
            <p:cNvPr id="50" name="object 50"/>
            <p:cNvSpPr/>
            <p:nvPr/>
          </p:nvSpPr>
          <p:spPr>
            <a:xfrm>
              <a:off x="6873240" y="4908802"/>
              <a:ext cx="2258568" cy="1949195"/>
            </a:xfrm>
            <a:prstGeom prst="rect">
              <a:avLst/>
            </a:prstGeom>
            <a:blipFill>
              <a:blip r:embed="rId17" cstate="print"/>
              <a:stretch>
                <a:fillRect/>
              </a:stretch>
            </a:blipFill>
          </p:spPr>
          <p:txBody>
            <a:bodyPr wrap="square" lIns="0" tIns="0" rIns="0" bIns="0" rtlCol="0"/>
            <a:lstStyle/>
            <a:p>
              <a:endParaRPr/>
            </a:p>
          </p:txBody>
        </p:sp>
        <p:sp>
          <p:nvSpPr>
            <p:cNvPr id="51" name="object 51"/>
            <p:cNvSpPr/>
            <p:nvPr/>
          </p:nvSpPr>
          <p:spPr>
            <a:xfrm>
              <a:off x="6816486" y="5288029"/>
              <a:ext cx="2057400" cy="1184275"/>
            </a:xfrm>
            <a:custGeom>
              <a:avLst/>
              <a:gdLst/>
              <a:ahLst/>
              <a:cxnLst/>
              <a:rect l="l" t="t" r="r" b="b"/>
              <a:pathLst>
                <a:path w="2057400" h="1184275">
                  <a:moveTo>
                    <a:pt x="1824837" y="0"/>
                  </a:moveTo>
                  <a:lnTo>
                    <a:pt x="232531" y="0"/>
                  </a:lnTo>
                  <a:lnTo>
                    <a:pt x="185636" y="4725"/>
                  </a:lnTo>
                  <a:lnTo>
                    <a:pt x="141973" y="18276"/>
                  </a:lnTo>
                  <a:lnTo>
                    <a:pt x="102472" y="39718"/>
                  </a:lnTo>
                  <a:lnTo>
                    <a:pt x="68065" y="68115"/>
                  </a:lnTo>
                  <a:lnTo>
                    <a:pt x="39683" y="102530"/>
                  </a:lnTo>
                  <a:lnTo>
                    <a:pt x="18257" y="142028"/>
                  </a:lnTo>
                  <a:lnTo>
                    <a:pt x="4719" y="185673"/>
                  </a:lnTo>
                  <a:lnTo>
                    <a:pt x="0" y="232528"/>
                  </a:lnTo>
                  <a:lnTo>
                    <a:pt x="0" y="951570"/>
                  </a:lnTo>
                  <a:lnTo>
                    <a:pt x="4719" y="998428"/>
                  </a:lnTo>
                  <a:lnTo>
                    <a:pt x="18257" y="1042072"/>
                  </a:lnTo>
                  <a:lnTo>
                    <a:pt x="39683" y="1081566"/>
                  </a:lnTo>
                  <a:lnTo>
                    <a:pt x="68065" y="1115977"/>
                  </a:lnTo>
                  <a:lnTo>
                    <a:pt x="102472" y="1144368"/>
                  </a:lnTo>
                  <a:lnTo>
                    <a:pt x="141973" y="1165806"/>
                  </a:lnTo>
                  <a:lnTo>
                    <a:pt x="185636" y="1179354"/>
                  </a:lnTo>
                  <a:lnTo>
                    <a:pt x="232531" y="1184077"/>
                  </a:lnTo>
                  <a:lnTo>
                    <a:pt x="1824837" y="1184077"/>
                  </a:lnTo>
                  <a:lnTo>
                    <a:pt x="1871698" y="1179354"/>
                  </a:lnTo>
                  <a:lnTo>
                    <a:pt x="1915349" y="1165806"/>
                  </a:lnTo>
                  <a:lnTo>
                    <a:pt x="1954852" y="1144368"/>
                  </a:lnTo>
                  <a:lnTo>
                    <a:pt x="1989273" y="1115977"/>
                  </a:lnTo>
                  <a:lnTo>
                    <a:pt x="2017674" y="1081566"/>
                  </a:lnTo>
                  <a:lnTo>
                    <a:pt x="2039120" y="1042072"/>
                  </a:lnTo>
                  <a:lnTo>
                    <a:pt x="2052673" y="998428"/>
                  </a:lnTo>
                  <a:lnTo>
                    <a:pt x="2057399" y="95157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52" name="object 52"/>
            <p:cNvSpPr/>
            <p:nvPr/>
          </p:nvSpPr>
          <p:spPr>
            <a:xfrm>
              <a:off x="6816486" y="5288029"/>
              <a:ext cx="2057400" cy="1184275"/>
            </a:xfrm>
            <a:custGeom>
              <a:avLst/>
              <a:gdLst/>
              <a:ahLst/>
              <a:cxnLst/>
              <a:rect l="l" t="t" r="r" b="b"/>
              <a:pathLst>
                <a:path w="2057400" h="1184275">
                  <a:moveTo>
                    <a:pt x="0" y="232528"/>
                  </a:moveTo>
                  <a:lnTo>
                    <a:pt x="4719" y="185673"/>
                  </a:lnTo>
                  <a:lnTo>
                    <a:pt x="18257" y="142028"/>
                  </a:lnTo>
                  <a:lnTo>
                    <a:pt x="39683" y="102530"/>
                  </a:lnTo>
                  <a:lnTo>
                    <a:pt x="68065" y="68115"/>
                  </a:lnTo>
                  <a:lnTo>
                    <a:pt x="102472" y="39718"/>
                  </a:lnTo>
                  <a:lnTo>
                    <a:pt x="141973" y="18276"/>
                  </a:lnTo>
                  <a:lnTo>
                    <a:pt x="185636"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70"/>
                  </a:lnTo>
                  <a:lnTo>
                    <a:pt x="2052673" y="998428"/>
                  </a:lnTo>
                  <a:lnTo>
                    <a:pt x="2039120" y="1042072"/>
                  </a:lnTo>
                  <a:lnTo>
                    <a:pt x="2017674" y="1081566"/>
                  </a:lnTo>
                  <a:lnTo>
                    <a:pt x="1989273" y="1115977"/>
                  </a:lnTo>
                  <a:lnTo>
                    <a:pt x="1954852" y="1144368"/>
                  </a:lnTo>
                  <a:lnTo>
                    <a:pt x="1915349" y="1165806"/>
                  </a:lnTo>
                  <a:lnTo>
                    <a:pt x="1871698" y="1179354"/>
                  </a:lnTo>
                  <a:lnTo>
                    <a:pt x="1824837" y="1184077"/>
                  </a:lnTo>
                  <a:lnTo>
                    <a:pt x="232531" y="1184077"/>
                  </a:lnTo>
                  <a:lnTo>
                    <a:pt x="185636" y="1179354"/>
                  </a:lnTo>
                  <a:lnTo>
                    <a:pt x="141973" y="1165806"/>
                  </a:lnTo>
                  <a:lnTo>
                    <a:pt x="102472" y="1144368"/>
                  </a:lnTo>
                  <a:lnTo>
                    <a:pt x="68065" y="1115977"/>
                  </a:lnTo>
                  <a:lnTo>
                    <a:pt x="39683" y="1081566"/>
                  </a:lnTo>
                  <a:lnTo>
                    <a:pt x="18257" y="1042072"/>
                  </a:lnTo>
                  <a:lnTo>
                    <a:pt x="4719" y="998428"/>
                  </a:lnTo>
                  <a:lnTo>
                    <a:pt x="0" y="951570"/>
                  </a:lnTo>
                  <a:lnTo>
                    <a:pt x="0" y="232528"/>
                  </a:lnTo>
                  <a:close/>
                </a:path>
              </a:pathLst>
            </a:custGeom>
            <a:ln w="76199">
              <a:solidFill>
                <a:srgbClr val="00AF50"/>
              </a:solidFill>
            </a:ln>
          </p:spPr>
          <p:txBody>
            <a:bodyPr wrap="square" lIns="0" tIns="0" rIns="0" bIns="0" rtlCol="0"/>
            <a:lstStyle/>
            <a:p>
              <a:endParaRPr/>
            </a:p>
          </p:txBody>
        </p:sp>
        <p:sp>
          <p:nvSpPr>
            <p:cNvPr id="53" name="object 53"/>
            <p:cNvSpPr/>
            <p:nvPr/>
          </p:nvSpPr>
          <p:spPr>
            <a:xfrm>
              <a:off x="6914388" y="4930138"/>
              <a:ext cx="1895855" cy="1927859"/>
            </a:xfrm>
            <a:prstGeom prst="rect">
              <a:avLst/>
            </a:prstGeom>
            <a:blipFill>
              <a:blip r:embed="rId18" cstate="print"/>
              <a:stretch>
                <a:fillRect/>
              </a:stretch>
            </a:blipFill>
          </p:spPr>
          <p:txBody>
            <a:bodyPr wrap="square" lIns="0" tIns="0" rIns="0" bIns="0" rtlCol="0"/>
            <a:lstStyle/>
            <a:p>
              <a:endParaRPr/>
            </a:p>
          </p:txBody>
        </p:sp>
        <p:sp>
          <p:nvSpPr>
            <p:cNvPr id="54" name="object 54"/>
            <p:cNvSpPr/>
            <p:nvPr/>
          </p:nvSpPr>
          <p:spPr>
            <a:xfrm>
              <a:off x="7571232" y="5540251"/>
              <a:ext cx="539115" cy="711835"/>
            </a:xfrm>
            <a:custGeom>
              <a:avLst/>
              <a:gdLst/>
              <a:ahLst/>
              <a:cxnLst/>
              <a:rect l="l" t="t" r="r" b="b"/>
              <a:pathLst>
                <a:path w="539115" h="711835">
                  <a:moveTo>
                    <a:pt x="453146" y="565785"/>
                  </a:moveTo>
                  <a:lnTo>
                    <a:pt x="310255" y="565785"/>
                  </a:lnTo>
                  <a:lnTo>
                    <a:pt x="310255" y="711708"/>
                  </a:lnTo>
                  <a:lnTo>
                    <a:pt x="453146" y="711708"/>
                  </a:lnTo>
                  <a:lnTo>
                    <a:pt x="453146" y="565785"/>
                  </a:lnTo>
                  <a:close/>
                </a:path>
                <a:path w="539115" h="711835">
                  <a:moveTo>
                    <a:pt x="453146" y="0"/>
                  </a:moveTo>
                  <a:lnTo>
                    <a:pt x="307726" y="0"/>
                  </a:lnTo>
                  <a:lnTo>
                    <a:pt x="294670" y="27098"/>
                  </a:lnTo>
                  <a:lnTo>
                    <a:pt x="280275" y="54864"/>
                  </a:lnTo>
                  <a:lnTo>
                    <a:pt x="247406" y="112370"/>
                  </a:lnTo>
                  <a:lnTo>
                    <a:pt x="210536" y="171000"/>
                  </a:lnTo>
                  <a:lnTo>
                    <a:pt x="170809" y="229255"/>
                  </a:lnTo>
                  <a:lnTo>
                    <a:pt x="128797" y="286523"/>
                  </a:lnTo>
                  <a:lnTo>
                    <a:pt x="85344" y="342174"/>
                  </a:lnTo>
                  <a:lnTo>
                    <a:pt x="41906" y="394855"/>
                  </a:lnTo>
                  <a:lnTo>
                    <a:pt x="0" y="443185"/>
                  </a:lnTo>
                  <a:lnTo>
                    <a:pt x="0" y="565785"/>
                  </a:lnTo>
                  <a:lnTo>
                    <a:pt x="538612" y="565785"/>
                  </a:lnTo>
                  <a:lnTo>
                    <a:pt x="538612" y="448650"/>
                  </a:lnTo>
                  <a:lnTo>
                    <a:pt x="140451" y="448650"/>
                  </a:lnTo>
                  <a:lnTo>
                    <a:pt x="151219" y="435262"/>
                  </a:lnTo>
                  <a:lnTo>
                    <a:pt x="184647" y="392311"/>
                  </a:lnTo>
                  <a:lnTo>
                    <a:pt x="218629" y="346141"/>
                  </a:lnTo>
                  <a:lnTo>
                    <a:pt x="240898" y="314192"/>
                  </a:lnTo>
                  <a:lnTo>
                    <a:pt x="262237" y="281686"/>
                  </a:lnTo>
                  <a:lnTo>
                    <a:pt x="282553" y="248790"/>
                  </a:lnTo>
                  <a:lnTo>
                    <a:pt x="310255" y="199964"/>
                  </a:lnTo>
                  <a:lnTo>
                    <a:pt x="453146" y="199964"/>
                  </a:lnTo>
                  <a:lnTo>
                    <a:pt x="453146" y="0"/>
                  </a:lnTo>
                  <a:close/>
                </a:path>
                <a:path w="539115" h="711835">
                  <a:moveTo>
                    <a:pt x="453146" y="199964"/>
                  </a:moveTo>
                  <a:lnTo>
                    <a:pt x="310255" y="199964"/>
                  </a:lnTo>
                  <a:lnTo>
                    <a:pt x="310255" y="448650"/>
                  </a:lnTo>
                  <a:lnTo>
                    <a:pt x="453146" y="448650"/>
                  </a:lnTo>
                  <a:lnTo>
                    <a:pt x="453146" y="199964"/>
                  </a:lnTo>
                  <a:close/>
                </a:path>
              </a:pathLst>
            </a:custGeom>
            <a:solidFill>
              <a:srgbClr val="FFFF00"/>
            </a:solidFill>
          </p:spPr>
          <p:txBody>
            <a:bodyPr wrap="square" lIns="0" tIns="0" rIns="0" bIns="0" rtlCol="0"/>
            <a:lstStyle/>
            <a:p>
              <a:endParaRPr/>
            </a:p>
          </p:txBody>
        </p:sp>
        <p:sp>
          <p:nvSpPr>
            <p:cNvPr id="55" name="object 55"/>
            <p:cNvSpPr/>
            <p:nvPr/>
          </p:nvSpPr>
          <p:spPr>
            <a:xfrm>
              <a:off x="7571231" y="5540252"/>
              <a:ext cx="539115" cy="711835"/>
            </a:xfrm>
            <a:custGeom>
              <a:avLst/>
              <a:gdLst/>
              <a:ahLst/>
              <a:cxnLst/>
              <a:rect l="l" t="t" r="r" b="b"/>
              <a:pathLst>
                <a:path w="539115" h="711835">
                  <a:moveTo>
                    <a:pt x="310255" y="199964"/>
                  </a:moveTo>
                  <a:lnTo>
                    <a:pt x="282553" y="248789"/>
                  </a:lnTo>
                  <a:lnTo>
                    <a:pt x="262237" y="281686"/>
                  </a:lnTo>
                  <a:lnTo>
                    <a:pt x="240898" y="314192"/>
                  </a:lnTo>
                  <a:lnTo>
                    <a:pt x="218629" y="346141"/>
                  </a:lnTo>
                  <a:lnTo>
                    <a:pt x="196035" y="377168"/>
                  </a:lnTo>
                  <a:lnTo>
                    <a:pt x="162172" y="421408"/>
                  </a:lnTo>
                  <a:lnTo>
                    <a:pt x="140451" y="448650"/>
                  </a:lnTo>
                  <a:lnTo>
                    <a:pt x="310255" y="448650"/>
                  </a:lnTo>
                  <a:lnTo>
                    <a:pt x="310255" y="199964"/>
                  </a:lnTo>
                  <a:close/>
                </a:path>
                <a:path w="539115" h="711835">
                  <a:moveTo>
                    <a:pt x="307726" y="0"/>
                  </a:moveTo>
                  <a:lnTo>
                    <a:pt x="453146" y="0"/>
                  </a:lnTo>
                  <a:lnTo>
                    <a:pt x="453146" y="448650"/>
                  </a:lnTo>
                  <a:lnTo>
                    <a:pt x="538612" y="448650"/>
                  </a:lnTo>
                  <a:lnTo>
                    <a:pt x="538612" y="565784"/>
                  </a:lnTo>
                  <a:lnTo>
                    <a:pt x="453146" y="565784"/>
                  </a:lnTo>
                  <a:lnTo>
                    <a:pt x="453146" y="711707"/>
                  </a:lnTo>
                  <a:lnTo>
                    <a:pt x="310255" y="711707"/>
                  </a:lnTo>
                  <a:lnTo>
                    <a:pt x="310255" y="565784"/>
                  </a:lnTo>
                  <a:lnTo>
                    <a:pt x="0" y="565784"/>
                  </a:lnTo>
                  <a:lnTo>
                    <a:pt x="0" y="443185"/>
                  </a:lnTo>
                  <a:lnTo>
                    <a:pt x="20763" y="419565"/>
                  </a:lnTo>
                  <a:lnTo>
                    <a:pt x="41906" y="394855"/>
                  </a:lnTo>
                  <a:lnTo>
                    <a:pt x="85343" y="342174"/>
                  </a:lnTo>
                  <a:lnTo>
                    <a:pt x="128797" y="286523"/>
                  </a:lnTo>
                  <a:lnTo>
                    <a:pt x="170809" y="229255"/>
                  </a:lnTo>
                  <a:lnTo>
                    <a:pt x="210536" y="171000"/>
                  </a:lnTo>
                  <a:lnTo>
                    <a:pt x="247406" y="112370"/>
                  </a:lnTo>
                  <a:lnTo>
                    <a:pt x="280275" y="54863"/>
                  </a:lnTo>
                  <a:lnTo>
                    <a:pt x="294670" y="27098"/>
                  </a:lnTo>
                  <a:lnTo>
                    <a:pt x="307726" y="0"/>
                  </a:lnTo>
                  <a:close/>
                </a:path>
              </a:pathLst>
            </a:custGeom>
            <a:ln w="12191">
              <a:solidFill>
                <a:srgbClr val="000000"/>
              </a:solidFill>
            </a:ln>
          </p:spPr>
          <p:txBody>
            <a:bodyPr wrap="square" lIns="0" tIns="0" rIns="0" bIns="0" rtlCol="0"/>
            <a:lstStyle/>
            <a:p>
              <a:endParaRPr/>
            </a:p>
          </p:txBody>
        </p:sp>
        <p:sp>
          <p:nvSpPr>
            <p:cNvPr id="56" name="object 56"/>
            <p:cNvSpPr/>
            <p:nvPr/>
          </p:nvSpPr>
          <p:spPr>
            <a:xfrm>
              <a:off x="6728460" y="5209032"/>
              <a:ext cx="2218944" cy="1345692"/>
            </a:xfrm>
            <a:prstGeom prst="rect">
              <a:avLst/>
            </a:prstGeom>
            <a:blipFill>
              <a:blip r:embed="rId19" cstate="print"/>
              <a:stretch>
                <a:fillRect/>
              </a:stretch>
            </a:blipFill>
          </p:spPr>
          <p:txBody>
            <a:bodyPr wrap="square" lIns="0" tIns="0" rIns="0" bIns="0" rtlCol="0"/>
            <a:lstStyle/>
            <a:p>
              <a:endParaRPr/>
            </a:p>
          </p:txBody>
        </p:sp>
        <p:sp>
          <p:nvSpPr>
            <p:cNvPr id="57" name="object 57"/>
            <p:cNvSpPr/>
            <p:nvPr/>
          </p:nvSpPr>
          <p:spPr>
            <a:xfrm>
              <a:off x="6867144" y="4892039"/>
              <a:ext cx="2258568" cy="1965959"/>
            </a:xfrm>
            <a:prstGeom prst="rect">
              <a:avLst/>
            </a:prstGeom>
            <a:blipFill>
              <a:blip r:embed="rId20" cstate="print"/>
              <a:stretch>
                <a:fillRect/>
              </a:stretch>
            </a:blipFill>
          </p:spPr>
          <p:txBody>
            <a:bodyPr wrap="square" lIns="0" tIns="0" rIns="0" bIns="0" rtlCol="0"/>
            <a:lstStyle/>
            <a:p>
              <a:endParaRPr/>
            </a:p>
          </p:txBody>
        </p:sp>
        <p:sp>
          <p:nvSpPr>
            <p:cNvPr id="58" name="object 58"/>
            <p:cNvSpPr/>
            <p:nvPr/>
          </p:nvSpPr>
          <p:spPr>
            <a:xfrm>
              <a:off x="6809628" y="5270503"/>
              <a:ext cx="2057400" cy="1184275"/>
            </a:xfrm>
            <a:custGeom>
              <a:avLst/>
              <a:gdLst/>
              <a:ahLst/>
              <a:cxnLst/>
              <a:rect l="l" t="t" r="r" b="b"/>
              <a:pathLst>
                <a:path w="2057400" h="1184275">
                  <a:moveTo>
                    <a:pt x="1824837"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500"/>
                  </a:lnTo>
                  <a:lnTo>
                    <a:pt x="4724" y="998366"/>
                  </a:lnTo>
                  <a:lnTo>
                    <a:pt x="18275" y="1042015"/>
                  </a:lnTo>
                  <a:lnTo>
                    <a:pt x="39715" y="1081514"/>
                  </a:lnTo>
                  <a:lnTo>
                    <a:pt x="68111" y="1115927"/>
                  </a:lnTo>
                  <a:lnTo>
                    <a:pt x="102526" y="1144319"/>
                  </a:lnTo>
                  <a:lnTo>
                    <a:pt x="142024" y="1165757"/>
                  </a:lnTo>
                  <a:lnTo>
                    <a:pt x="185671" y="1179305"/>
                  </a:lnTo>
                  <a:lnTo>
                    <a:pt x="232531" y="1184029"/>
                  </a:lnTo>
                  <a:lnTo>
                    <a:pt x="1824837" y="1184029"/>
                  </a:lnTo>
                  <a:lnTo>
                    <a:pt x="1871698" y="1179305"/>
                  </a:lnTo>
                  <a:lnTo>
                    <a:pt x="1915349" y="1165757"/>
                  </a:lnTo>
                  <a:lnTo>
                    <a:pt x="1954852" y="1144319"/>
                  </a:lnTo>
                  <a:lnTo>
                    <a:pt x="1989273" y="1115927"/>
                  </a:lnTo>
                  <a:lnTo>
                    <a:pt x="2017674" y="1081514"/>
                  </a:lnTo>
                  <a:lnTo>
                    <a:pt x="2039120" y="1042015"/>
                  </a:lnTo>
                  <a:lnTo>
                    <a:pt x="2052673" y="998366"/>
                  </a:lnTo>
                  <a:lnTo>
                    <a:pt x="2057399" y="95150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59" name="object 59"/>
            <p:cNvSpPr/>
            <p:nvPr/>
          </p:nvSpPr>
          <p:spPr>
            <a:xfrm>
              <a:off x="6809628" y="527050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00"/>
                  </a:lnTo>
                  <a:lnTo>
                    <a:pt x="2052673" y="998366"/>
                  </a:lnTo>
                  <a:lnTo>
                    <a:pt x="2039120" y="1042015"/>
                  </a:lnTo>
                  <a:lnTo>
                    <a:pt x="2017674" y="1081514"/>
                  </a:lnTo>
                  <a:lnTo>
                    <a:pt x="1989273" y="1115927"/>
                  </a:lnTo>
                  <a:lnTo>
                    <a:pt x="1954852" y="1144319"/>
                  </a:lnTo>
                  <a:lnTo>
                    <a:pt x="1915349" y="1165757"/>
                  </a:lnTo>
                  <a:lnTo>
                    <a:pt x="1871698" y="1179305"/>
                  </a:lnTo>
                  <a:lnTo>
                    <a:pt x="1824837" y="1184029"/>
                  </a:lnTo>
                  <a:lnTo>
                    <a:pt x="232531" y="1184029"/>
                  </a:lnTo>
                  <a:lnTo>
                    <a:pt x="185671" y="1179305"/>
                  </a:lnTo>
                  <a:lnTo>
                    <a:pt x="142024" y="1165757"/>
                  </a:lnTo>
                  <a:lnTo>
                    <a:pt x="102526" y="1144319"/>
                  </a:lnTo>
                  <a:lnTo>
                    <a:pt x="68111" y="1115927"/>
                  </a:lnTo>
                  <a:lnTo>
                    <a:pt x="39715" y="1081514"/>
                  </a:lnTo>
                  <a:lnTo>
                    <a:pt x="18275" y="1042015"/>
                  </a:lnTo>
                  <a:lnTo>
                    <a:pt x="4724"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60" name="object 60"/>
            <p:cNvSpPr/>
            <p:nvPr/>
          </p:nvSpPr>
          <p:spPr>
            <a:xfrm>
              <a:off x="6908292" y="4913374"/>
              <a:ext cx="1895855" cy="1944624"/>
            </a:xfrm>
            <a:prstGeom prst="rect">
              <a:avLst/>
            </a:prstGeom>
            <a:blipFill>
              <a:blip r:embed="rId21" cstate="print"/>
              <a:stretch>
                <a:fillRect/>
              </a:stretch>
            </a:blipFill>
          </p:spPr>
          <p:txBody>
            <a:bodyPr wrap="square" lIns="0" tIns="0" rIns="0" bIns="0" rtlCol="0"/>
            <a:lstStyle/>
            <a:p>
              <a:endParaRPr/>
            </a:p>
          </p:txBody>
        </p:sp>
        <p:sp>
          <p:nvSpPr>
            <p:cNvPr id="61" name="object 61"/>
            <p:cNvSpPr/>
            <p:nvPr/>
          </p:nvSpPr>
          <p:spPr>
            <a:xfrm>
              <a:off x="7615549" y="5522595"/>
              <a:ext cx="447675" cy="724535"/>
            </a:xfrm>
            <a:custGeom>
              <a:avLst/>
              <a:gdLst/>
              <a:ahLst/>
              <a:cxnLst/>
              <a:rect l="l" t="t" r="r" b="b"/>
              <a:pathLst>
                <a:path w="447675" h="724535">
                  <a:moveTo>
                    <a:pt x="414406" y="0"/>
                  </a:moveTo>
                  <a:lnTo>
                    <a:pt x="37734" y="0"/>
                  </a:lnTo>
                  <a:lnTo>
                    <a:pt x="10942" y="397084"/>
                  </a:lnTo>
                  <a:lnTo>
                    <a:pt x="45876" y="393397"/>
                  </a:lnTo>
                  <a:lnTo>
                    <a:pt x="78687" y="390763"/>
                  </a:lnTo>
                  <a:lnTo>
                    <a:pt x="109401" y="389183"/>
                  </a:lnTo>
                  <a:lnTo>
                    <a:pt x="138043" y="388656"/>
                  </a:lnTo>
                  <a:lnTo>
                    <a:pt x="191814" y="392885"/>
                  </a:lnTo>
                  <a:lnTo>
                    <a:pt x="233633" y="405572"/>
                  </a:lnTo>
                  <a:lnTo>
                    <a:pt x="263502" y="426717"/>
                  </a:lnTo>
                  <a:lnTo>
                    <a:pt x="281422" y="456320"/>
                  </a:lnTo>
                  <a:lnTo>
                    <a:pt x="287395" y="494382"/>
                  </a:lnTo>
                  <a:lnTo>
                    <a:pt x="285206" y="518374"/>
                  </a:lnTo>
                  <a:lnTo>
                    <a:pt x="267683" y="558454"/>
                  </a:lnTo>
                  <a:lnTo>
                    <a:pt x="233207" y="587459"/>
                  </a:lnTo>
                  <a:lnTo>
                    <a:pt x="184681" y="602227"/>
                  </a:lnTo>
                  <a:lnTo>
                    <a:pt x="155326" y="604073"/>
                  </a:lnTo>
                  <a:lnTo>
                    <a:pt x="114751" y="601281"/>
                  </a:lnTo>
                  <a:lnTo>
                    <a:pt x="75331" y="592903"/>
                  </a:lnTo>
                  <a:lnTo>
                    <a:pt x="37077" y="578940"/>
                  </a:lnTo>
                  <a:lnTo>
                    <a:pt x="0" y="559390"/>
                  </a:lnTo>
                  <a:lnTo>
                    <a:pt x="0" y="693407"/>
                  </a:lnTo>
                  <a:lnTo>
                    <a:pt x="37023" y="706874"/>
                  </a:lnTo>
                  <a:lnTo>
                    <a:pt x="78169" y="716488"/>
                  </a:lnTo>
                  <a:lnTo>
                    <a:pt x="123413" y="722253"/>
                  </a:lnTo>
                  <a:lnTo>
                    <a:pt x="172730" y="724174"/>
                  </a:lnTo>
                  <a:lnTo>
                    <a:pt x="232763" y="719910"/>
                  </a:lnTo>
                  <a:lnTo>
                    <a:pt x="286184" y="707116"/>
                  </a:lnTo>
                  <a:lnTo>
                    <a:pt x="333010" y="685793"/>
                  </a:lnTo>
                  <a:lnTo>
                    <a:pt x="373258" y="655938"/>
                  </a:lnTo>
                  <a:lnTo>
                    <a:pt x="405599" y="619346"/>
                  </a:lnTo>
                  <a:lnTo>
                    <a:pt x="428697" y="577826"/>
                  </a:lnTo>
                  <a:lnTo>
                    <a:pt x="442553" y="531375"/>
                  </a:lnTo>
                  <a:lnTo>
                    <a:pt x="447172" y="479989"/>
                  </a:lnTo>
                  <a:lnTo>
                    <a:pt x="443310" y="433824"/>
                  </a:lnTo>
                  <a:lnTo>
                    <a:pt x="431711" y="392628"/>
                  </a:lnTo>
                  <a:lnTo>
                    <a:pt x="412350" y="356399"/>
                  </a:lnTo>
                  <a:lnTo>
                    <a:pt x="385206" y="325136"/>
                  </a:lnTo>
                  <a:lnTo>
                    <a:pt x="351169" y="299938"/>
                  </a:lnTo>
                  <a:lnTo>
                    <a:pt x="311196" y="281940"/>
                  </a:lnTo>
                  <a:lnTo>
                    <a:pt x="265298" y="271143"/>
                  </a:lnTo>
                  <a:lnTo>
                    <a:pt x="213481" y="267544"/>
                  </a:lnTo>
                  <a:lnTo>
                    <a:pt x="198918" y="267731"/>
                  </a:lnTo>
                  <a:lnTo>
                    <a:pt x="183043" y="268292"/>
                  </a:lnTo>
                  <a:lnTo>
                    <a:pt x="165883" y="269227"/>
                  </a:lnTo>
                  <a:lnTo>
                    <a:pt x="147462" y="270534"/>
                  </a:lnTo>
                  <a:lnTo>
                    <a:pt x="157368" y="128076"/>
                  </a:lnTo>
                  <a:lnTo>
                    <a:pt x="414406" y="128076"/>
                  </a:lnTo>
                  <a:lnTo>
                    <a:pt x="414406" y="0"/>
                  </a:lnTo>
                  <a:close/>
                </a:path>
              </a:pathLst>
            </a:custGeom>
            <a:solidFill>
              <a:srgbClr val="FFFF00"/>
            </a:solidFill>
          </p:spPr>
          <p:txBody>
            <a:bodyPr wrap="square" lIns="0" tIns="0" rIns="0" bIns="0" rtlCol="0"/>
            <a:lstStyle/>
            <a:p>
              <a:endParaRPr/>
            </a:p>
          </p:txBody>
        </p:sp>
        <p:sp>
          <p:nvSpPr>
            <p:cNvPr id="62" name="object 62"/>
            <p:cNvSpPr/>
            <p:nvPr/>
          </p:nvSpPr>
          <p:spPr>
            <a:xfrm>
              <a:off x="7615549" y="5522595"/>
              <a:ext cx="447675" cy="724535"/>
            </a:xfrm>
            <a:custGeom>
              <a:avLst/>
              <a:gdLst/>
              <a:ahLst/>
              <a:cxnLst/>
              <a:rect l="l" t="t" r="r" b="b"/>
              <a:pathLst>
                <a:path w="447675" h="724535">
                  <a:moveTo>
                    <a:pt x="37734" y="0"/>
                  </a:moveTo>
                  <a:lnTo>
                    <a:pt x="414406" y="0"/>
                  </a:lnTo>
                  <a:lnTo>
                    <a:pt x="414406" y="128076"/>
                  </a:lnTo>
                  <a:lnTo>
                    <a:pt x="157368" y="128076"/>
                  </a:lnTo>
                  <a:lnTo>
                    <a:pt x="147462" y="270534"/>
                  </a:lnTo>
                  <a:lnTo>
                    <a:pt x="165883" y="269227"/>
                  </a:lnTo>
                  <a:lnTo>
                    <a:pt x="183043" y="268292"/>
                  </a:lnTo>
                  <a:lnTo>
                    <a:pt x="198918" y="267731"/>
                  </a:lnTo>
                  <a:lnTo>
                    <a:pt x="213481" y="267544"/>
                  </a:lnTo>
                  <a:lnTo>
                    <a:pt x="265298" y="271143"/>
                  </a:lnTo>
                  <a:lnTo>
                    <a:pt x="311196" y="281940"/>
                  </a:lnTo>
                  <a:lnTo>
                    <a:pt x="351169" y="299938"/>
                  </a:lnTo>
                  <a:lnTo>
                    <a:pt x="385206" y="325136"/>
                  </a:lnTo>
                  <a:lnTo>
                    <a:pt x="412350" y="356399"/>
                  </a:lnTo>
                  <a:lnTo>
                    <a:pt x="431711" y="392628"/>
                  </a:lnTo>
                  <a:lnTo>
                    <a:pt x="443310" y="433824"/>
                  </a:lnTo>
                  <a:lnTo>
                    <a:pt x="447172" y="479989"/>
                  </a:lnTo>
                  <a:lnTo>
                    <a:pt x="442553" y="531375"/>
                  </a:lnTo>
                  <a:lnTo>
                    <a:pt x="428697" y="577826"/>
                  </a:lnTo>
                  <a:lnTo>
                    <a:pt x="405599" y="619346"/>
                  </a:lnTo>
                  <a:lnTo>
                    <a:pt x="373258" y="655938"/>
                  </a:lnTo>
                  <a:lnTo>
                    <a:pt x="333010" y="685793"/>
                  </a:lnTo>
                  <a:lnTo>
                    <a:pt x="286184" y="707116"/>
                  </a:lnTo>
                  <a:lnTo>
                    <a:pt x="232763" y="719910"/>
                  </a:lnTo>
                  <a:lnTo>
                    <a:pt x="172730" y="724174"/>
                  </a:lnTo>
                  <a:lnTo>
                    <a:pt x="123413" y="722253"/>
                  </a:lnTo>
                  <a:lnTo>
                    <a:pt x="78169" y="716488"/>
                  </a:lnTo>
                  <a:lnTo>
                    <a:pt x="37023" y="706874"/>
                  </a:lnTo>
                  <a:lnTo>
                    <a:pt x="0" y="693407"/>
                  </a:lnTo>
                  <a:lnTo>
                    <a:pt x="0" y="559390"/>
                  </a:lnTo>
                  <a:lnTo>
                    <a:pt x="37077" y="578940"/>
                  </a:lnTo>
                  <a:lnTo>
                    <a:pt x="75331" y="592903"/>
                  </a:lnTo>
                  <a:lnTo>
                    <a:pt x="114751" y="601281"/>
                  </a:lnTo>
                  <a:lnTo>
                    <a:pt x="155326" y="604073"/>
                  </a:lnTo>
                  <a:lnTo>
                    <a:pt x="184681" y="602227"/>
                  </a:lnTo>
                  <a:lnTo>
                    <a:pt x="233207" y="587459"/>
                  </a:lnTo>
                  <a:lnTo>
                    <a:pt x="267683" y="558454"/>
                  </a:lnTo>
                  <a:lnTo>
                    <a:pt x="285206" y="518374"/>
                  </a:lnTo>
                  <a:lnTo>
                    <a:pt x="287395" y="494382"/>
                  </a:lnTo>
                  <a:lnTo>
                    <a:pt x="281422" y="456320"/>
                  </a:lnTo>
                  <a:lnTo>
                    <a:pt x="263502" y="426717"/>
                  </a:lnTo>
                  <a:lnTo>
                    <a:pt x="233633" y="405572"/>
                  </a:lnTo>
                  <a:lnTo>
                    <a:pt x="191814" y="392885"/>
                  </a:lnTo>
                  <a:lnTo>
                    <a:pt x="138043" y="388656"/>
                  </a:lnTo>
                  <a:lnTo>
                    <a:pt x="109401" y="389183"/>
                  </a:lnTo>
                  <a:lnTo>
                    <a:pt x="78687" y="390763"/>
                  </a:lnTo>
                  <a:lnTo>
                    <a:pt x="45876" y="393397"/>
                  </a:lnTo>
                  <a:lnTo>
                    <a:pt x="10942" y="397084"/>
                  </a:lnTo>
                  <a:lnTo>
                    <a:pt x="37734" y="0"/>
                  </a:lnTo>
                  <a:close/>
                </a:path>
              </a:pathLst>
            </a:custGeom>
            <a:ln w="12191">
              <a:solidFill>
                <a:srgbClr val="000000"/>
              </a:solidFill>
            </a:ln>
          </p:spPr>
          <p:txBody>
            <a:bodyPr wrap="square" lIns="0" tIns="0" rIns="0" bIns="0" rtlCol="0"/>
            <a:lstStyle/>
            <a:p>
              <a:endParaRPr/>
            </a:p>
          </p:txBody>
        </p:sp>
        <p:sp>
          <p:nvSpPr>
            <p:cNvPr id="63" name="object 63"/>
            <p:cNvSpPr/>
            <p:nvPr/>
          </p:nvSpPr>
          <p:spPr>
            <a:xfrm>
              <a:off x="6768084" y="5239511"/>
              <a:ext cx="2218944" cy="1345692"/>
            </a:xfrm>
            <a:prstGeom prst="rect">
              <a:avLst/>
            </a:prstGeom>
            <a:blipFill>
              <a:blip r:embed="rId22" cstate="print"/>
              <a:stretch>
                <a:fillRect/>
              </a:stretch>
            </a:blipFill>
          </p:spPr>
          <p:txBody>
            <a:bodyPr wrap="square" lIns="0" tIns="0" rIns="0" bIns="0" rtlCol="0"/>
            <a:lstStyle/>
            <a:p>
              <a:endParaRPr/>
            </a:p>
          </p:txBody>
        </p:sp>
        <p:sp>
          <p:nvSpPr>
            <p:cNvPr id="64" name="object 64"/>
            <p:cNvSpPr/>
            <p:nvPr/>
          </p:nvSpPr>
          <p:spPr>
            <a:xfrm>
              <a:off x="6905244" y="4922518"/>
              <a:ext cx="2238755" cy="1935480"/>
            </a:xfrm>
            <a:prstGeom prst="rect">
              <a:avLst/>
            </a:prstGeom>
            <a:blipFill>
              <a:blip r:embed="rId23" cstate="print"/>
              <a:stretch>
                <a:fillRect/>
              </a:stretch>
            </a:blipFill>
          </p:spPr>
          <p:txBody>
            <a:bodyPr wrap="square" lIns="0" tIns="0" rIns="0" bIns="0" rtlCol="0"/>
            <a:lstStyle/>
            <a:p>
              <a:endParaRPr/>
            </a:p>
          </p:txBody>
        </p:sp>
        <p:sp>
          <p:nvSpPr>
            <p:cNvPr id="65" name="object 65"/>
            <p:cNvSpPr/>
            <p:nvPr/>
          </p:nvSpPr>
          <p:spPr>
            <a:xfrm>
              <a:off x="6848612" y="5300721"/>
              <a:ext cx="2057400" cy="1184275"/>
            </a:xfrm>
            <a:custGeom>
              <a:avLst/>
              <a:gdLst/>
              <a:ahLst/>
              <a:cxnLst/>
              <a:rect l="l" t="t" r="r" b="b"/>
              <a:pathLst>
                <a:path w="2057400" h="1184275">
                  <a:moveTo>
                    <a:pt x="1824868" y="0"/>
                  </a:moveTo>
                  <a:lnTo>
                    <a:pt x="232409" y="0"/>
                  </a:lnTo>
                  <a:lnTo>
                    <a:pt x="185555" y="4725"/>
                  </a:lnTo>
                  <a:lnTo>
                    <a:pt x="141922" y="18278"/>
                  </a:lnTo>
                  <a:lnTo>
                    <a:pt x="102442" y="39722"/>
                  </a:lnTo>
                  <a:lnTo>
                    <a:pt x="68050" y="68121"/>
                  </a:lnTo>
                  <a:lnTo>
                    <a:pt x="39677" y="102539"/>
                  </a:lnTo>
                  <a:lnTo>
                    <a:pt x="18256" y="142039"/>
                  </a:lnTo>
                  <a:lnTo>
                    <a:pt x="4719" y="185685"/>
                  </a:lnTo>
                  <a:lnTo>
                    <a:pt x="0" y="232541"/>
                  </a:lnTo>
                  <a:lnTo>
                    <a:pt x="0" y="951558"/>
                  </a:lnTo>
                  <a:lnTo>
                    <a:pt x="4719" y="998424"/>
                  </a:lnTo>
                  <a:lnTo>
                    <a:pt x="18256" y="1042073"/>
                  </a:lnTo>
                  <a:lnTo>
                    <a:pt x="39677" y="1081572"/>
                  </a:lnTo>
                  <a:lnTo>
                    <a:pt x="68050" y="1115985"/>
                  </a:lnTo>
                  <a:lnTo>
                    <a:pt x="102442" y="1144377"/>
                  </a:lnTo>
                  <a:lnTo>
                    <a:pt x="141922" y="1165815"/>
                  </a:lnTo>
                  <a:lnTo>
                    <a:pt x="185555" y="1179363"/>
                  </a:lnTo>
                  <a:lnTo>
                    <a:pt x="232409"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66" name="object 66"/>
            <p:cNvSpPr/>
            <p:nvPr/>
          </p:nvSpPr>
          <p:spPr>
            <a:xfrm>
              <a:off x="6848612" y="5300721"/>
              <a:ext cx="2057400" cy="1184275"/>
            </a:xfrm>
            <a:custGeom>
              <a:avLst/>
              <a:gdLst/>
              <a:ahLst/>
              <a:cxnLst/>
              <a:rect l="l" t="t" r="r" b="b"/>
              <a:pathLst>
                <a:path w="2057400" h="1184275">
                  <a:moveTo>
                    <a:pt x="0" y="232541"/>
                  </a:moveTo>
                  <a:lnTo>
                    <a:pt x="4719" y="185685"/>
                  </a:lnTo>
                  <a:lnTo>
                    <a:pt x="18256" y="142039"/>
                  </a:lnTo>
                  <a:lnTo>
                    <a:pt x="39677" y="102539"/>
                  </a:lnTo>
                  <a:lnTo>
                    <a:pt x="68050" y="68121"/>
                  </a:lnTo>
                  <a:lnTo>
                    <a:pt x="102442" y="39722"/>
                  </a:lnTo>
                  <a:lnTo>
                    <a:pt x="141922" y="18278"/>
                  </a:lnTo>
                  <a:lnTo>
                    <a:pt x="185555" y="4725"/>
                  </a:lnTo>
                  <a:lnTo>
                    <a:pt x="232409"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409" y="1184087"/>
                  </a:lnTo>
                  <a:lnTo>
                    <a:pt x="185555" y="1179363"/>
                  </a:lnTo>
                  <a:lnTo>
                    <a:pt x="141922" y="1165815"/>
                  </a:lnTo>
                  <a:lnTo>
                    <a:pt x="102442" y="1144377"/>
                  </a:lnTo>
                  <a:lnTo>
                    <a:pt x="68050" y="1115985"/>
                  </a:lnTo>
                  <a:lnTo>
                    <a:pt x="39677" y="1081572"/>
                  </a:lnTo>
                  <a:lnTo>
                    <a:pt x="18256" y="1042073"/>
                  </a:lnTo>
                  <a:lnTo>
                    <a:pt x="4719"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67" name="object 67"/>
            <p:cNvSpPr/>
            <p:nvPr/>
          </p:nvSpPr>
          <p:spPr>
            <a:xfrm>
              <a:off x="6946392" y="4943854"/>
              <a:ext cx="1895855" cy="1914144"/>
            </a:xfrm>
            <a:prstGeom prst="rect">
              <a:avLst/>
            </a:prstGeom>
            <a:blipFill>
              <a:blip r:embed="rId24" cstate="print"/>
              <a:stretch>
                <a:fillRect/>
              </a:stretch>
            </a:blipFill>
          </p:spPr>
          <p:txBody>
            <a:bodyPr wrap="square" lIns="0" tIns="0" rIns="0" bIns="0" rtlCol="0"/>
            <a:lstStyle/>
            <a:p>
              <a:endParaRPr/>
            </a:p>
          </p:txBody>
        </p:sp>
        <p:sp>
          <p:nvSpPr>
            <p:cNvPr id="68" name="object 68"/>
            <p:cNvSpPr/>
            <p:nvPr/>
          </p:nvSpPr>
          <p:spPr>
            <a:xfrm>
              <a:off x="7633598" y="5541014"/>
              <a:ext cx="501650" cy="736600"/>
            </a:xfrm>
            <a:custGeom>
              <a:avLst/>
              <a:gdLst/>
              <a:ahLst/>
              <a:cxnLst/>
              <a:rect l="l" t="t" r="r" b="b"/>
              <a:pathLst>
                <a:path w="501650" h="736600">
                  <a:moveTo>
                    <a:pt x="322687" y="0"/>
                  </a:moveTo>
                  <a:lnTo>
                    <a:pt x="251946" y="7235"/>
                  </a:lnTo>
                  <a:lnTo>
                    <a:pt x="188727" y="28956"/>
                  </a:lnTo>
                  <a:lnTo>
                    <a:pt x="133482" y="64049"/>
                  </a:lnTo>
                  <a:lnTo>
                    <a:pt x="87107" y="111145"/>
                  </a:lnTo>
                  <a:lnTo>
                    <a:pt x="50047" y="169657"/>
                  </a:lnTo>
                  <a:lnTo>
                    <a:pt x="22611" y="238957"/>
                  </a:lnTo>
                  <a:lnTo>
                    <a:pt x="12751" y="277374"/>
                  </a:lnTo>
                  <a:lnTo>
                    <a:pt x="5679" y="317936"/>
                  </a:lnTo>
                  <a:lnTo>
                    <a:pt x="1420" y="360638"/>
                  </a:lnTo>
                  <a:lnTo>
                    <a:pt x="0" y="405636"/>
                  </a:lnTo>
                  <a:lnTo>
                    <a:pt x="1090" y="443421"/>
                  </a:lnTo>
                  <a:lnTo>
                    <a:pt x="9806" y="513154"/>
                  </a:lnTo>
                  <a:lnTo>
                    <a:pt x="27038" y="574533"/>
                  </a:lnTo>
                  <a:lnTo>
                    <a:pt x="52135" y="626526"/>
                  </a:lnTo>
                  <a:lnTo>
                    <a:pt x="84847" y="668897"/>
                  </a:lnTo>
                  <a:lnTo>
                    <a:pt x="124902" y="701281"/>
                  </a:lnTo>
                  <a:lnTo>
                    <a:pt x="172196" y="723476"/>
                  </a:lnTo>
                  <a:lnTo>
                    <a:pt x="225917" y="734646"/>
                  </a:lnTo>
                  <a:lnTo>
                    <a:pt x="255143" y="736043"/>
                  </a:lnTo>
                  <a:lnTo>
                    <a:pt x="281457" y="734848"/>
                  </a:lnTo>
                  <a:lnTo>
                    <a:pt x="330838" y="725294"/>
                  </a:lnTo>
                  <a:lnTo>
                    <a:pt x="375747" y="706480"/>
                  </a:lnTo>
                  <a:lnTo>
                    <a:pt x="414755" y="680173"/>
                  </a:lnTo>
                  <a:lnTo>
                    <a:pt x="447397" y="646814"/>
                  </a:lnTo>
                  <a:lnTo>
                    <a:pt x="467906" y="615933"/>
                  </a:lnTo>
                  <a:lnTo>
                    <a:pt x="255143" y="615933"/>
                  </a:lnTo>
                  <a:lnTo>
                    <a:pt x="244726" y="615313"/>
                  </a:lnTo>
                  <a:lnTo>
                    <a:pt x="208027" y="600589"/>
                  </a:lnTo>
                  <a:lnTo>
                    <a:pt x="180426" y="570033"/>
                  </a:lnTo>
                  <a:lnTo>
                    <a:pt x="163802" y="527365"/>
                  </a:lnTo>
                  <a:lnTo>
                    <a:pt x="159893" y="489859"/>
                  </a:lnTo>
                  <a:lnTo>
                    <a:pt x="160303" y="478210"/>
                  </a:lnTo>
                  <a:lnTo>
                    <a:pt x="170309" y="436953"/>
                  </a:lnTo>
                  <a:lnTo>
                    <a:pt x="192168" y="405636"/>
                  </a:lnTo>
                  <a:lnTo>
                    <a:pt x="233818" y="384141"/>
                  </a:lnTo>
                  <a:lnTo>
                    <a:pt x="254107" y="382155"/>
                  </a:lnTo>
                  <a:lnTo>
                    <a:pt x="481800" y="382155"/>
                  </a:lnTo>
                  <a:lnTo>
                    <a:pt x="479752" y="376923"/>
                  </a:lnTo>
                  <a:lnTo>
                    <a:pt x="470663" y="358763"/>
                  </a:lnTo>
                  <a:lnTo>
                    <a:pt x="460175" y="342057"/>
                  </a:lnTo>
                  <a:lnTo>
                    <a:pt x="455443" y="335981"/>
                  </a:lnTo>
                  <a:lnTo>
                    <a:pt x="154925" y="335981"/>
                  </a:lnTo>
                  <a:lnTo>
                    <a:pt x="156165" y="311991"/>
                  </a:lnTo>
                  <a:lnTo>
                    <a:pt x="163219" y="267454"/>
                  </a:lnTo>
                  <a:lnTo>
                    <a:pt x="176220" y="227654"/>
                  </a:lnTo>
                  <a:lnTo>
                    <a:pt x="194313" y="193527"/>
                  </a:lnTo>
                  <a:lnTo>
                    <a:pt x="230679" y="153581"/>
                  </a:lnTo>
                  <a:lnTo>
                    <a:pt x="277223" y="128240"/>
                  </a:lnTo>
                  <a:lnTo>
                    <a:pt x="332593" y="119585"/>
                  </a:lnTo>
                  <a:lnTo>
                    <a:pt x="450703" y="119585"/>
                  </a:lnTo>
                  <a:lnTo>
                    <a:pt x="450703" y="19299"/>
                  </a:lnTo>
                  <a:lnTo>
                    <a:pt x="425557" y="10874"/>
                  </a:lnTo>
                  <a:lnTo>
                    <a:pt x="395839" y="4841"/>
                  </a:lnTo>
                  <a:lnTo>
                    <a:pt x="361549" y="1212"/>
                  </a:lnTo>
                  <a:lnTo>
                    <a:pt x="322687" y="0"/>
                  </a:lnTo>
                  <a:close/>
                </a:path>
                <a:path w="501650" h="736600">
                  <a:moveTo>
                    <a:pt x="481800" y="382155"/>
                  </a:moveTo>
                  <a:lnTo>
                    <a:pt x="254107" y="382155"/>
                  </a:lnTo>
                  <a:lnTo>
                    <a:pt x="295200" y="389319"/>
                  </a:lnTo>
                  <a:lnTo>
                    <a:pt x="324535" y="410814"/>
                  </a:lnTo>
                  <a:lnTo>
                    <a:pt x="342125" y="446644"/>
                  </a:lnTo>
                  <a:lnTo>
                    <a:pt x="347985" y="496811"/>
                  </a:lnTo>
                  <a:lnTo>
                    <a:pt x="347579" y="509700"/>
                  </a:lnTo>
                  <a:lnTo>
                    <a:pt x="337911" y="555846"/>
                  </a:lnTo>
                  <a:lnTo>
                    <a:pt x="316549" y="590310"/>
                  </a:lnTo>
                  <a:lnTo>
                    <a:pt x="275416" y="613762"/>
                  </a:lnTo>
                  <a:lnTo>
                    <a:pt x="255143" y="615933"/>
                  </a:lnTo>
                  <a:lnTo>
                    <a:pt x="467906" y="615933"/>
                  </a:lnTo>
                  <a:lnTo>
                    <a:pt x="491001" y="561894"/>
                  </a:lnTo>
                  <a:lnTo>
                    <a:pt x="500229" y="512750"/>
                  </a:lnTo>
                  <a:lnTo>
                    <a:pt x="501391" y="486869"/>
                  </a:lnTo>
                  <a:lnTo>
                    <a:pt x="500513" y="462619"/>
                  </a:lnTo>
                  <a:lnTo>
                    <a:pt x="497886" y="439480"/>
                  </a:lnTo>
                  <a:lnTo>
                    <a:pt x="493521" y="417453"/>
                  </a:lnTo>
                  <a:lnTo>
                    <a:pt x="487431" y="396538"/>
                  </a:lnTo>
                  <a:lnTo>
                    <a:pt x="481800" y="382155"/>
                  </a:lnTo>
                  <a:close/>
                </a:path>
                <a:path w="501650" h="736600">
                  <a:moveTo>
                    <a:pt x="307325" y="266008"/>
                  </a:moveTo>
                  <a:lnTo>
                    <a:pt x="260918" y="270383"/>
                  </a:lnTo>
                  <a:lnTo>
                    <a:pt x="220541" y="283506"/>
                  </a:lnTo>
                  <a:lnTo>
                    <a:pt x="186187" y="305373"/>
                  </a:lnTo>
                  <a:lnTo>
                    <a:pt x="157851" y="335981"/>
                  </a:lnTo>
                  <a:lnTo>
                    <a:pt x="455443" y="335981"/>
                  </a:lnTo>
                  <a:lnTo>
                    <a:pt x="420326" y="301061"/>
                  </a:lnTo>
                  <a:lnTo>
                    <a:pt x="387213" y="281891"/>
                  </a:lnTo>
                  <a:lnTo>
                    <a:pt x="349326" y="269981"/>
                  </a:lnTo>
                  <a:lnTo>
                    <a:pt x="307325" y="266008"/>
                  </a:lnTo>
                  <a:close/>
                </a:path>
                <a:path w="501650" h="736600">
                  <a:moveTo>
                    <a:pt x="450703" y="119585"/>
                  </a:moveTo>
                  <a:lnTo>
                    <a:pt x="332593" y="119585"/>
                  </a:lnTo>
                  <a:lnTo>
                    <a:pt x="363979" y="121508"/>
                  </a:lnTo>
                  <a:lnTo>
                    <a:pt x="394128" y="127277"/>
                  </a:lnTo>
                  <a:lnTo>
                    <a:pt x="423037" y="136895"/>
                  </a:lnTo>
                  <a:lnTo>
                    <a:pt x="450703" y="150363"/>
                  </a:lnTo>
                  <a:lnTo>
                    <a:pt x="450703" y="119585"/>
                  </a:lnTo>
                  <a:close/>
                </a:path>
              </a:pathLst>
            </a:custGeom>
            <a:solidFill>
              <a:srgbClr val="FFFF00"/>
            </a:solidFill>
          </p:spPr>
          <p:txBody>
            <a:bodyPr wrap="square" lIns="0" tIns="0" rIns="0" bIns="0" rtlCol="0"/>
            <a:lstStyle/>
            <a:p>
              <a:endParaRPr/>
            </a:p>
          </p:txBody>
        </p:sp>
        <p:sp>
          <p:nvSpPr>
            <p:cNvPr id="69" name="object 69"/>
            <p:cNvSpPr/>
            <p:nvPr/>
          </p:nvSpPr>
          <p:spPr>
            <a:xfrm>
              <a:off x="7787395" y="5917073"/>
              <a:ext cx="200284" cy="245970"/>
            </a:xfrm>
            <a:prstGeom prst="rect">
              <a:avLst/>
            </a:prstGeom>
            <a:blipFill>
              <a:blip r:embed="rId25" cstate="print"/>
              <a:stretch>
                <a:fillRect/>
              </a:stretch>
            </a:blipFill>
          </p:spPr>
          <p:txBody>
            <a:bodyPr wrap="square" lIns="0" tIns="0" rIns="0" bIns="0" rtlCol="0"/>
            <a:lstStyle/>
            <a:p>
              <a:endParaRPr/>
            </a:p>
          </p:txBody>
        </p:sp>
        <p:sp>
          <p:nvSpPr>
            <p:cNvPr id="70" name="object 70"/>
            <p:cNvSpPr/>
            <p:nvPr/>
          </p:nvSpPr>
          <p:spPr>
            <a:xfrm>
              <a:off x="7633593" y="5541014"/>
              <a:ext cx="501650" cy="736600"/>
            </a:xfrm>
            <a:custGeom>
              <a:avLst/>
              <a:gdLst/>
              <a:ahLst/>
              <a:cxnLst/>
              <a:rect l="l" t="t" r="r" b="b"/>
              <a:pathLst>
                <a:path w="501650" h="736600">
                  <a:moveTo>
                    <a:pt x="322691" y="0"/>
                  </a:moveTo>
                  <a:lnTo>
                    <a:pt x="361553" y="1212"/>
                  </a:lnTo>
                  <a:lnTo>
                    <a:pt x="395843" y="4841"/>
                  </a:lnTo>
                  <a:lnTo>
                    <a:pt x="425561" y="10874"/>
                  </a:lnTo>
                  <a:lnTo>
                    <a:pt x="450707" y="19299"/>
                  </a:lnTo>
                  <a:lnTo>
                    <a:pt x="450707" y="150363"/>
                  </a:lnTo>
                  <a:lnTo>
                    <a:pt x="423041" y="136895"/>
                  </a:lnTo>
                  <a:lnTo>
                    <a:pt x="394133" y="127277"/>
                  </a:lnTo>
                  <a:lnTo>
                    <a:pt x="363984" y="121508"/>
                  </a:lnTo>
                  <a:lnTo>
                    <a:pt x="332597" y="119585"/>
                  </a:lnTo>
                  <a:lnTo>
                    <a:pt x="313196" y="120547"/>
                  </a:lnTo>
                  <a:lnTo>
                    <a:pt x="260603" y="134968"/>
                  </a:lnTo>
                  <a:lnTo>
                    <a:pt x="217402" y="165303"/>
                  </a:lnTo>
                  <a:lnTo>
                    <a:pt x="184651" y="209864"/>
                  </a:lnTo>
                  <a:lnTo>
                    <a:pt x="169042" y="246900"/>
                  </a:lnTo>
                  <a:lnTo>
                    <a:pt x="158934" y="289150"/>
                  </a:lnTo>
                  <a:lnTo>
                    <a:pt x="154929" y="335981"/>
                  </a:lnTo>
                  <a:lnTo>
                    <a:pt x="157855" y="335981"/>
                  </a:lnTo>
                  <a:lnTo>
                    <a:pt x="186191" y="305373"/>
                  </a:lnTo>
                  <a:lnTo>
                    <a:pt x="220545" y="283506"/>
                  </a:lnTo>
                  <a:lnTo>
                    <a:pt x="260923" y="270383"/>
                  </a:lnTo>
                  <a:lnTo>
                    <a:pt x="307329" y="266008"/>
                  </a:lnTo>
                  <a:lnTo>
                    <a:pt x="349331" y="269981"/>
                  </a:lnTo>
                  <a:lnTo>
                    <a:pt x="387217" y="281891"/>
                  </a:lnTo>
                  <a:lnTo>
                    <a:pt x="420330" y="301061"/>
                  </a:lnTo>
                  <a:lnTo>
                    <a:pt x="460179" y="342057"/>
                  </a:lnTo>
                  <a:lnTo>
                    <a:pt x="479756" y="376923"/>
                  </a:lnTo>
                  <a:lnTo>
                    <a:pt x="493526" y="417453"/>
                  </a:lnTo>
                  <a:lnTo>
                    <a:pt x="500517" y="462619"/>
                  </a:lnTo>
                  <a:lnTo>
                    <a:pt x="501395" y="486869"/>
                  </a:lnTo>
                  <a:lnTo>
                    <a:pt x="500233" y="512749"/>
                  </a:lnTo>
                  <a:lnTo>
                    <a:pt x="491006" y="561894"/>
                  </a:lnTo>
                  <a:lnTo>
                    <a:pt x="472934" y="607230"/>
                  </a:lnTo>
                  <a:lnTo>
                    <a:pt x="447401" y="646814"/>
                  </a:lnTo>
                  <a:lnTo>
                    <a:pt x="414759" y="680172"/>
                  </a:lnTo>
                  <a:lnTo>
                    <a:pt x="375752" y="706480"/>
                  </a:lnTo>
                  <a:lnTo>
                    <a:pt x="330843" y="725294"/>
                  </a:lnTo>
                  <a:lnTo>
                    <a:pt x="281461" y="734848"/>
                  </a:lnTo>
                  <a:lnTo>
                    <a:pt x="255148" y="736043"/>
                  </a:lnTo>
                  <a:lnTo>
                    <a:pt x="225921" y="734646"/>
                  </a:lnTo>
                  <a:lnTo>
                    <a:pt x="172200" y="723476"/>
                  </a:lnTo>
                  <a:lnTo>
                    <a:pt x="124907" y="701281"/>
                  </a:lnTo>
                  <a:lnTo>
                    <a:pt x="84852" y="668897"/>
                  </a:lnTo>
                  <a:lnTo>
                    <a:pt x="52139" y="626526"/>
                  </a:lnTo>
                  <a:lnTo>
                    <a:pt x="27043" y="574533"/>
                  </a:lnTo>
                  <a:lnTo>
                    <a:pt x="9811" y="513154"/>
                  </a:lnTo>
                  <a:lnTo>
                    <a:pt x="1094" y="443421"/>
                  </a:lnTo>
                  <a:lnTo>
                    <a:pt x="0" y="405478"/>
                  </a:lnTo>
                  <a:lnTo>
                    <a:pt x="1424" y="360638"/>
                  </a:lnTo>
                  <a:lnTo>
                    <a:pt x="5684" y="317936"/>
                  </a:lnTo>
                  <a:lnTo>
                    <a:pt x="12755" y="277374"/>
                  </a:lnTo>
                  <a:lnTo>
                    <a:pt x="22616" y="238957"/>
                  </a:lnTo>
                  <a:lnTo>
                    <a:pt x="35132" y="202959"/>
                  </a:lnTo>
                  <a:lnTo>
                    <a:pt x="67377" y="139051"/>
                  </a:lnTo>
                  <a:lnTo>
                    <a:pt x="109187" y="86094"/>
                  </a:lnTo>
                  <a:lnTo>
                    <a:pt x="160003" y="45005"/>
                  </a:lnTo>
                  <a:lnTo>
                    <a:pt x="219397" y="16284"/>
                  </a:lnTo>
                  <a:lnTo>
                    <a:pt x="286385" y="1808"/>
                  </a:lnTo>
                  <a:lnTo>
                    <a:pt x="322691" y="0"/>
                  </a:lnTo>
                  <a:close/>
                </a:path>
              </a:pathLst>
            </a:custGeom>
            <a:ln w="12191">
              <a:solidFill>
                <a:srgbClr val="000000"/>
              </a:solidFill>
            </a:ln>
          </p:spPr>
          <p:txBody>
            <a:bodyPr wrap="square" lIns="0" tIns="0" rIns="0" bIns="0" rtlCol="0"/>
            <a:lstStyle/>
            <a:p>
              <a:endParaRPr/>
            </a:p>
          </p:txBody>
        </p:sp>
        <p:sp>
          <p:nvSpPr>
            <p:cNvPr id="71" name="object 71"/>
            <p:cNvSpPr/>
            <p:nvPr/>
          </p:nvSpPr>
          <p:spPr>
            <a:xfrm>
              <a:off x="6778752" y="5219700"/>
              <a:ext cx="2218944" cy="1345692"/>
            </a:xfrm>
            <a:prstGeom prst="rect">
              <a:avLst/>
            </a:prstGeom>
            <a:blipFill>
              <a:blip r:embed="rId26" cstate="print"/>
              <a:stretch>
                <a:fillRect/>
              </a:stretch>
            </a:blipFill>
          </p:spPr>
          <p:txBody>
            <a:bodyPr wrap="square" lIns="0" tIns="0" rIns="0" bIns="0" rtlCol="0"/>
            <a:lstStyle/>
            <a:p>
              <a:endParaRPr/>
            </a:p>
          </p:txBody>
        </p:sp>
        <p:sp>
          <p:nvSpPr>
            <p:cNvPr id="72" name="object 72"/>
            <p:cNvSpPr/>
            <p:nvPr/>
          </p:nvSpPr>
          <p:spPr>
            <a:xfrm>
              <a:off x="6917436" y="4901183"/>
              <a:ext cx="2226563" cy="1956815"/>
            </a:xfrm>
            <a:prstGeom prst="rect">
              <a:avLst/>
            </a:prstGeom>
            <a:blipFill>
              <a:blip r:embed="rId27" cstate="print"/>
              <a:stretch>
                <a:fillRect/>
              </a:stretch>
            </a:blipFill>
          </p:spPr>
          <p:txBody>
            <a:bodyPr wrap="square" lIns="0" tIns="0" rIns="0" bIns="0" rtlCol="0"/>
            <a:lstStyle/>
            <a:p>
              <a:endParaRPr/>
            </a:p>
          </p:txBody>
        </p:sp>
        <p:sp>
          <p:nvSpPr>
            <p:cNvPr id="73" name="object 73"/>
            <p:cNvSpPr/>
            <p:nvPr/>
          </p:nvSpPr>
          <p:spPr>
            <a:xfrm>
              <a:off x="6859523" y="527989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868" y="1184065"/>
                  </a:lnTo>
                  <a:lnTo>
                    <a:pt x="1871719" y="1179341"/>
                  </a:lnTo>
                  <a:lnTo>
                    <a:pt x="1915362" y="1165791"/>
                  </a:lnTo>
                  <a:lnTo>
                    <a:pt x="1954860" y="1144352"/>
                  </a:lnTo>
                  <a:lnTo>
                    <a:pt x="1989277" y="1115958"/>
                  </a:lnTo>
                  <a:lnTo>
                    <a:pt x="2017676" y="1081544"/>
                  </a:lnTo>
                  <a:lnTo>
                    <a:pt x="2039120" y="1042045"/>
                  </a:lnTo>
                  <a:lnTo>
                    <a:pt x="2052674" y="998398"/>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74" name="object 74"/>
            <p:cNvSpPr/>
            <p:nvPr/>
          </p:nvSpPr>
          <p:spPr>
            <a:xfrm>
              <a:off x="6859523" y="527989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8"/>
                  </a:lnTo>
                  <a:lnTo>
                    <a:pt x="2039120" y="1042045"/>
                  </a:lnTo>
                  <a:lnTo>
                    <a:pt x="2017676" y="1081544"/>
                  </a:lnTo>
                  <a:lnTo>
                    <a:pt x="1989277" y="1115958"/>
                  </a:lnTo>
                  <a:lnTo>
                    <a:pt x="1954860" y="1144352"/>
                  </a:lnTo>
                  <a:lnTo>
                    <a:pt x="1915362" y="1165791"/>
                  </a:lnTo>
                  <a:lnTo>
                    <a:pt x="1871719" y="1179341"/>
                  </a:lnTo>
                  <a:lnTo>
                    <a:pt x="1824868"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75" name="object 75"/>
            <p:cNvSpPr/>
            <p:nvPr/>
          </p:nvSpPr>
          <p:spPr>
            <a:xfrm>
              <a:off x="6958584" y="4922518"/>
              <a:ext cx="1895855" cy="1935480"/>
            </a:xfrm>
            <a:prstGeom prst="rect">
              <a:avLst/>
            </a:prstGeom>
            <a:blipFill>
              <a:blip r:embed="rId28" cstate="print"/>
              <a:stretch>
                <a:fillRect/>
              </a:stretch>
            </a:blipFill>
          </p:spPr>
          <p:txBody>
            <a:bodyPr wrap="square" lIns="0" tIns="0" rIns="0" bIns="0" rtlCol="0"/>
            <a:lstStyle/>
            <a:p>
              <a:endParaRPr/>
            </a:p>
          </p:txBody>
        </p:sp>
        <p:sp>
          <p:nvSpPr>
            <p:cNvPr id="76" name="object 76"/>
            <p:cNvSpPr/>
            <p:nvPr/>
          </p:nvSpPr>
          <p:spPr>
            <a:xfrm>
              <a:off x="7642616" y="5531988"/>
              <a:ext cx="495934" cy="711835"/>
            </a:xfrm>
            <a:custGeom>
              <a:avLst/>
              <a:gdLst/>
              <a:ahLst/>
              <a:cxnLst/>
              <a:rect l="l" t="t" r="r" b="b"/>
              <a:pathLst>
                <a:path w="495934" h="711835">
                  <a:moveTo>
                    <a:pt x="495421" y="0"/>
                  </a:moveTo>
                  <a:lnTo>
                    <a:pt x="0" y="0"/>
                  </a:lnTo>
                  <a:lnTo>
                    <a:pt x="0" y="128110"/>
                  </a:lnTo>
                  <a:lnTo>
                    <a:pt x="330586" y="128110"/>
                  </a:lnTo>
                  <a:lnTo>
                    <a:pt x="310476" y="161052"/>
                  </a:lnTo>
                  <a:lnTo>
                    <a:pt x="290916" y="194367"/>
                  </a:lnTo>
                  <a:lnTo>
                    <a:pt x="271881" y="228056"/>
                  </a:lnTo>
                  <a:lnTo>
                    <a:pt x="253349" y="262115"/>
                  </a:lnTo>
                  <a:lnTo>
                    <a:pt x="235539" y="296596"/>
                  </a:lnTo>
                  <a:lnTo>
                    <a:pt x="218518" y="331543"/>
                  </a:lnTo>
                  <a:lnTo>
                    <a:pt x="202309" y="366956"/>
                  </a:lnTo>
                  <a:lnTo>
                    <a:pt x="186933" y="402835"/>
                  </a:lnTo>
                  <a:lnTo>
                    <a:pt x="172343" y="439240"/>
                  </a:lnTo>
                  <a:lnTo>
                    <a:pt x="158656" y="476232"/>
                  </a:lnTo>
                  <a:lnTo>
                    <a:pt x="145871" y="513814"/>
                  </a:lnTo>
                  <a:lnTo>
                    <a:pt x="133990" y="551986"/>
                  </a:lnTo>
                  <a:lnTo>
                    <a:pt x="123180" y="590820"/>
                  </a:lnTo>
                  <a:lnTo>
                    <a:pt x="113442" y="630402"/>
                  </a:lnTo>
                  <a:lnTo>
                    <a:pt x="104796" y="670730"/>
                  </a:lnTo>
                  <a:lnTo>
                    <a:pt x="97261" y="711802"/>
                  </a:lnTo>
                  <a:lnTo>
                    <a:pt x="261091" y="711802"/>
                  </a:lnTo>
                  <a:lnTo>
                    <a:pt x="268032" y="668856"/>
                  </a:lnTo>
                  <a:lnTo>
                    <a:pt x="275882" y="627366"/>
                  </a:lnTo>
                  <a:lnTo>
                    <a:pt x="284657" y="587333"/>
                  </a:lnTo>
                  <a:lnTo>
                    <a:pt x="294375" y="548758"/>
                  </a:lnTo>
                  <a:lnTo>
                    <a:pt x="305092" y="511061"/>
                  </a:lnTo>
                  <a:lnTo>
                    <a:pt x="316854" y="473677"/>
                  </a:lnTo>
                  <a:lnTo>
                    <a:pt x="329668" y="436606"/>
                  </a:lnTo>
                  <a:lnTo>
                    <a:pt x="343540" y="399848"/>
                  </a:lnTo>
                  <a:lnTo>
                    <a:pt x="358469" y="363120"/>
                  </a:lnTo>
                  <a:lnTo>
                    <a:pt x="374507" y="326143"/>
                  </a:lnTo>
                  <a:lnTo>
                    <a:pt x="391666" y="288918"/>
                  </a:lnTo>
                  <a:lnTo>
                    <a:pt x="409955" y="251447"/>
                  </a:lnTo>
                  <a:lnTo>
                    <a:pt x="429435" y="213180"/>
                  </a:lnTo>
                  <a:lnTo>
                    <a:pt x="450162" y="173581"/>
                  </a:lnTo>
                  <a:lnTo>
                    <a:pt x="472153" y="132652"/>
                  </a:lnTo>
                  <a:lnTo>
                    <a:pt x="495421" y="90391"/>
                  </a:lnTo>
                  <a:lnTo>
                    <a:pt x="495421" y="0"/>
                  </a:lnTo>
                  <a:close/>
                </a:path>
              </a:pathLst>
            </a:custGeom>
            <a:solidFill>
              <a:srgbClr val="FFFF00"/>
            </a:solidFill>
          </p:spPr>
          <p:txBody>
            <a:bodyPr wrap="square" lIns="0" tIns="0" rIns="0" bIns="0" rtlCol="0"/>
            <a:lstStyle/>
            <a:p>
              <a:endParaRPr/>
            </a:p>
          </p:txBody>
        </p:sp>
        <p:sp>
          <p:nvSpPr>
            <p:cNvPr id="77" name="object 77"/>
            <p:cNvSpPr/>
            <p:nvPr/>
          </p:nvSpPr>
          <p:spPr>
            <a:xfrm>
              <a:off x="7642616" y="5531988"/>
              <a:ext cx="495934" cy="711835"/>
            </a:xfrm>
            <a:custGeom>
              <a:avLst/>
              <a:gdLst/>
              <a:ahLst/>
              <a:cxnLst/>
              <a:rect l="l" t="t" r="r" b="b"/>
              <a:pathLst>
                <a:path w="495934" h="711835">
                  <a:moveTo>
                    <a:pt x="0" y="0"/>
                  </a:moveTo>
                  <a:lnTo>
                    <a:pt x="495421" y="0"/>
                  </a:lnTo>
                  <a:lnTo>
                    <a:pt x="495421" y="90391"/>
                  </a:lnTo>
                  <a:lnTo>
                    <a:pt x="472153" y="132652"/>
                  </a:lnTo>
                  <a:lnTo>
                    <a:pt x="450162" y="173581"/>
                  </a:lnTo>
                  <a:lnTo>
                    <a:pt x="429435" y="213180"/>
                  </a:lnTo>
                  <a:lnTo>
                    <a:pt x="409955" y="251447"/>
                  </a:lnTo>
                  <a:lnTo>
                    <a:pt x="391666" y="288918"/>
                  </a:lnTo>
                  <a:lnTo>
                    <a:pt x="374507" y="326143"/>
                  </a:lnTo>
                  <a:lnTo>
                    <a:pt x="358469" y="363120"/>
                  </a:lnTo>
                  <a:lnTo>
                    <a:pt x="343540" y="399848"/>
                  </a:lnTo>
                  <a:lnTo>
                    <a:pt x="329668" y="436606"/>
                  </a:lnTo>
                  <a:lnTo>
                    <a:pt x="316854" y="473677"/>
                  </a:lnTo>
                  <a:lnTo>
                    <a:pt x="305092" y="511061"/>
                  </a:lnTo>
                  <a:lnTo>
                    <a:pt x="294375" y="548758"/>
                  </a:lnTo>
                  <a:lnTo>
                    <a:pt x="284657" y="587333"/>
                  </a:lnTo>
                  <a:lnTo>
                    <a:pt x="275882" y="627366"/>
                  </a:lnTo>
                  <a:lnTo>
                    <a:pt x="268032" y="668856"/>
                  </a:lnTo>
                  <a:lnTo>
                    <a:pt x="261091" y="711802"/>
                  </a:lnTo>
                  <a:lnTo>
                    <a:pt x="97261" y="711802"/>
                  </a:lnTo>
                  <a:lnTo>
                    <a:pt x="104796" y="670730"/>
                  </a:lnTo>
                  <a:lnTo>
                    <a:pt x="113442" y="630402"/>
                  </a:lnTo>
                  <a:lnTo>
                    <a:pt x="123180" y="590820"/>
                  </a:lnTo>
                  <a:lnTo>
                    <a:pt x="133990" y="551986"/>
                  </a:lnTo>
                  <a:lnTo>
                    <a:pt x="145871" y="513814"/>
                  </a:lnTo>
                  <a:lnTo>
                    <a:pt x="158656" y="476232"/>
                  </a:lnTo>
                  <a:lnTo>
                    <a:pt x="172343" y="439240"/>
                  </a:lnTo>
                  <a:lnTo>
                    <a:pt x="186933" y="402835"/>
                  </a:lnTo>
                  <a:lnTo>
                    <a:pt x="202309" y="366956"/>
                  </a:lnTo>
                  <a:lnTo>
                    <a:pt x="218518" y="331543"/>
                  </a:lnTo>
                  <a:lnTo>
                    <a:pt x="235539" y="296596"/>
                  </a:lnTo>
                  <a:lnTo>
                    <a:pt x="253349" y="262115"/>
                  </a:lnTo>
                  <a:lnTo>
                    <a:pt x="271881" y="228056"/>
                  </a:lnTo>
                  <a:lnTo>
                    <a:pt x="290916" y="194367"/>
                  </a:lnTo>
                  <a:lnTo>
                    <a:pt x="310476" y="161052"/>
                  </a:lnTo>
                  <a:lnTo>
                    <a:pt x="330586" y="128110"/>
                  </a:lnTo>
                  <a:lnTo>
                    <a:pt x="0" y="128110"/>
                  </a:lnTo>
                  <a:lnTo>
                    <a:pt x="0" y="0"/>
                  </a:lnTo>
                  <a:close/>
                </a:path>
              </a:pathLst>
            </a:custGeom>
            <a:ln w="12191">
              <a:solidFill>
                <a:srgbClr val="000000"/>
              </a:solidFill>
            </a:ln>
          </p:spPr>
          <p:txBody>
            <a:bodyPr wrap="square" lIns="0" tIns="0" rIns="0" bIns="0" rtlCol="0"/>
            <a:lstStyle/>
            <a:p>
              <a:endParaRPr/>
            </a:p>
          </p:txBody>
        </p:sp>
        <p:sp>
          <p:nvSpPr>
            <p:cNvPr id="78" name="object 78"/>
            <p:cNvSpPr/>
            <p:nvPr/>
          </p:nvSpPr>
          <p:spPr>
            <a:xfrm>
              <a:off x="6775704" y="5205983"/>
              <a:ext cx="2218944" cy="1345691"/>
            </a:xfrm>
            <a:prstGeom prst="rect">
              <a:avLst/>
            </a:prstGeom>
            <a:blipFill>
              <a:blip r:embed="rId29" cstate="print"/>
              <a:stretch>
                <a:fillRect/>
              </a:stretch>
            </a:blipFill>
          </p:spPr>
          <p:txBody>
            <a:bodyPr wrap="square" lIns="0" tIns="0" rIns="0" bIns="0" rtlCol="0"/>
            <a:lstStyle/>
            <a:p>
              <a:endParaRPr/>
            </a:p>
          </p:txBody>
        </p:sp>
        <p:sp>
          <p:nvSpPr>
            <p:cNvPr id="79" name="object 79"/>
            <p:cNvSpPr/>
            <p:nvPr/>
          </p:nvSpPr>
          <p:spPr>
            <a:xfrm>
              <a:off x="6912864" y="4887467"/>
              <a:ext cx="2231135" cy="1970532"/>
            </a:xfrm>
            <a:prstGeom prst="rect">
              <a:avLst/>
            </a:prstGeom>
            <a:blipFill>
              <a:blip r:embed="rId30" cstate="print"/>
              <a:stretch>
                <a:fillRect/>
              </a:stretch>
            </a:blipFill>
          </p:spPr>
          <p:txBody>
            <a:bodyPr wrap="square" lIns="0" tIns="0" rIns="0" bIns="0" rtlCol="0"/>
            <a:lstStyle/>
            <a:p>
              <a:endParaRPr/>
            </a:p>
          </p:txBody>
        </p:sp>
        <p:sp>
          <p:nvSpPr>
            <p:cNvPr id="80" name="object 80"/>
            <p:cNvSpPr/>
            <p:nvPr/>
          </p:nvSpPr>
          <p:spPr>
            <a:xfrm>
              <a:off x="6855957" y="5266563"/>
              <a:ext cx="2057400" cy="1184275"/>
            </a:xfrm>
            <a:custGeom>
              <a:avLst/>
              <a:gdLst/>
              <a:ahLst/>
              <a:cxnLst/>
              <a:rect l="l" t="t" r="r" b="b"/>
              <a:pathLst>
                <a:path w="2057400" h="1184275">
                  <a:moveTo>
                    <a:pt x="1824868" y="0"/>
                  </a:moveTo>
                  <a:lnTo>
                    <a:pt x="232409" y="0"/>
                  </a:lnTo>
                  <a:lnTo>
                    <a:pt x="185564" y="4725"/>
                  </a:lnTo>
                  <a:lnTo>
                    <a:pt x="141934" y="18278"/>
                  </a:lnTo>
                  <a:lnTo>
                    <a:pt x="102456" y="39722"/>
                  </a:lnTo>
                  <a:lnTo>
                    <a:pt x="68061" y="68121"/>
                  </a:lnTo>
                  <a:lnTo>
                    <a:pt x="39685" y="102539"/>
                  </a:lnTo>
                  <a:lnTo>
                    <a:pt x="18260" y="142039"/>
                  </a:lnTo>
                  <a:lnTo>
                    <a:pt x="4720" y="185685"/>
                  </a:lnTo>
                  <a:lnTo>
                    <a:pt x="0" y="232541"/>
                  </a:lnTo>
                  <a:lnTo>
                    <a:pt x="0" y="951512"/>
                  </a:lnTo>
                  <a:lnTo>
                    <a:pt x="4720" y="998370"/>
                  </a:lnTo>
                  <a:lnTo>
                    <a:pt x="18260" y="1042015"/>
                  </a:lnTo>
                  <a:lnTo>
                    <a:pt x="39685" y="1081511"/>
                  </a:lnTo>
                  <a:lnTo>
                    <a:pt x="68061" y="1115924"/>
                  </a:lnTo>
                  <a:lnTo>
                    <a:pt x="102456" y="1144317"/>
                  </a:lnTo>
                  <a:lnTo>
                    <a:pt x="141934" y="1165755"/>
                  </a:lnTo>
                  <a:lnTo>
                    <a:pt x="185564" y="1179304"/>
                  </a:lnTo>
                  <a:lnTo>
                    <a:pt x="232409" y="1184029"/>
                  </a:lnTo>
                  <a:lnTo>
                    <a:pt x="1824868" y="1184029"/>
                  </a:lnTo>
                  <a:lnTo>
                    <a:pt x="1871728" y="1179304"/>
                  </a:lnTo>
                  <a:lnTo>
                    <a:pt x="1915375" y="1165755"/>
                  </a:lnTo>
                  <a:lnTo>
                    <a:pt x="1954873" y="1144317"/>
                  </a:lnTo>
                  <a:lnTo>
                    <a:pt x="1989288" y="1115924"/>
                  </a:lnTo>
                  <a:lnTo>
                    <a:pt x="2017684" y="1081511"/>
                  </a:lnTo>
                  <a:lnTo>
                    <a:pt x="2039124" y="1042015"/>
                  </a:lnTo>
                  <a:lnTo>
                    <a:pt x="2052675" y="998370"/>
                  </a:lnTo>
                  <a:lnTo>
                    <a:pt x="2057399" y="951512"/>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81" name="object 81"/>
            <p:cNvSpPr/>
            <p:nvPr/>
          </p:nvSpPr>
          <p:spPr>
            <a:xfrm>
              <a:off x="6855957" y="5266563"/>
              <a:ext cx="2057400" cy="1184275"/>
            </a:xfrm>
            <a:custGeom>
              <a:avLst/>
              <a:gdLst/>
              <a:ahLst/>
              <a:cxnLst/>
              <a:rect l="l" t="t" r="r" b="b"/>
              <a:pathLst>
                <a:path w="2057400" h="1184275">
                  <a:moveTo>
                    <a:pt x="0" y="232541"/>
                  </a:moveTo>
                  <a:lnTo>
                    <a:pt x="4720" y="185685"/>
                  </a:lnTo>
                  <a:lnTo>
                    <a:pt x="18260" y="142039"/>
                  </a:lnTo>
                  <a:lnTo>
                    <a:pt x="39685" y="102539"/>
                  </a:lnTo>
                  <a:lnTo>
                    <a:pt x="68061" y="68121"/>
                  </a:lnTo>
                  <a:lnTo>
                    <a:pt x="102456" y="39722"/>
                  </a:lnTo>
                  <a:lnTo>
                    <a:pt x="141934" y="18278"/>
                  </a:lnTo>
                  <a:lnTo>
                    <a:pt x="185564" y="4725"/>
                  </a:lnTo>
                  <a:lnTo>
                    <a:pt x="232409"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12"/>
                  </a:lnTo>
                  <a:lnTo>
                    <a:pt x="2052675" y="998370"/>
                  </a:lnTo>
                  <a:lnTo>
                    <a:pt x="2039124" y="1042015"/>
                  </a:lnTo>
                  <a:lnTo>
                    <a:pt x="2017684" y="1081511"/>
                  </a:lnTo>
                  <a:lnTo>
                    <a:pt x="1989288" y="1115924"/>
                  </a:lnTo>
                  <a:lnTo>
                    <a:pt x="1954873" y="1144317"/>
                  </a:lnTo>
                  <a:lnTo>
                    <a:pt x="1915375" y="1165755"/>
                  </a:lnTo>
                  <a:lnTo>
                    <a:pt x="1871728" y="1179304"/>
                  </a:lnTo>
                  <a:lnTo>
                    <a:pt x="1824868" y="1184029"/>
                  </a:lnTo>
                  <a:lnTo>
                    <a:pt x="232409" y="1184029"/>
                  </a:lnTo>
                  <a:lnTo>
                    <a:pt x="185564" y="1179304"/>
                  </a:lnTo>
                  <a:lnTo>
                    <a:pt x="141934" y="1165755"/>
                  </a:lnTo>
                  <a:lnTo>
                    <a:pt x="102456" y="1144317"/>
                  </a:lnTo>
                  <a:lnTo>
                    <a:pt x="68061" y="1115924"/>
                  </a:lnTo>
                  <a:lnTo>
                    <a:pt x="39685" y="1081511"/>
                  </a:lnTo>
                  <a:lnTo>
                    <a:pt x="18260" y="1042015"/>
                  </a:lnTo>
                  <a:lnTo>
                    <a:pt x="4720" y="998370"/>
                  </a:lnTo>
                  <a:lnTo>
                    <a:pt x="0" y="951512"/>
                  </a:lnTo>
                  <a:lnTo>
                    <a:pt x="0" y="232541"/>
                  </a:lnTo>
                  <a:close/>
                </a:path>
              </a:pathLst>
            </a:custGeom>
            <a:ln w="76199">
              <a:solidFill>
                <a:srgbClr val="00AF50"/>
              </a:solidFill>
            </a:ln>
          </p:spPr>
          <p:txBody>
            <a:bodyPr wrap="square" lIns="0" tIns="0" rIns="0" bIns="0" rtlCol="0"/>
            <a:lstStyle/>
            <a:p>
              <a:endParaRPr/>
            </a:p>
          </p:txBody>
        </p:sp>
        <p:sp>
          <p:nvSpPr>
            <p:cNvPr id="82" name="object 82"/>
            <p:cNvSpPr/>
            <p:nvPr/>
          </p:nvSpPr>
          <p:spPr>
            <a:xfrm>
              <a:off x="6954012" y="4908802"/>
              <a:ext cx="1895855" cy="1949195"/>
            </a:xfrm>
            <a:prstGeom prst="rect">
              <a:avLst/>
            </a:prstGeom>
            <a:blipFill>
              <a:blip r:embed="rId31" cstate="print"/>
              <a:stretch>
                <a:fillRect/>
              </a:stretch>
            </a:blipFill>
          </p:spPr>
          <p:txBody>
            <a:bodyPr wrap="square" lIns="0" tIns="0" rIns="0" bIns="0" rtlCol="0"/>
            <a:lstStyle/>
            <a:p>
              <a:endParaRPr/>
            </a:p>
          </p:txBody>
        </p:sp>
        <p:sp>
          <p:nvSpPr>
            <p:cNvPr id="83" name="object 83"/>
            <p:cNvSpPr/>
            <p:nvPr/>
          </p:nvSpPr>
          <p:spPr>
            <a:xfrm>
              <a:off x="7631064" y="5506723"/>
              <a:ext cx="505459" cy="735330"/>
            </a:xfrm>
            <a:custGeom>
              <a:avLst/>
              <a:gdLst/>
              <a:ahLst/>
              <a:cxnLst/>
              <a:rect l="l" t="t" r="r" b="b"/>
              <a:pathLst>
                <a:path w="505459" h="735329">
                  <a:moveTo>
                    <a:pt x="254111" y="0"/>
                  </a:moveTo>
                  <a:lnTo>
                    <a:pt x="206433" y="3536"/>
                  </a:lnTo>
                  <a:lnTo>
                    <a:pt x="162549" y="14215"/>
                  </a:lnTo>
                  <a:lnTo>
                    <a:pt x="123512" y="31143"/>
                  </a:lnTo>
                  <a:lnTo>
                    <a:pt x="90281" y="53589"/>
                  </a:lnTo>
                  <a:lnTo>
                    <a:pt x="63364" y="81294"/>
                  </a:lnTo>
                  <a:lnTo>
                    <a:pt x="42915" y="113705"/>
                  </a:lnTo>
                  <a:lnTo>
                    <a:pt x="30049" y="149933"/>
                  </a:lnTo>
                  <a:lnTo>
                    <a:pt x="25755" y="189155"/>
                  </a:lnTo>
                  <a:lnTo>
                    <a:pt x="27636" y="214132"/>
                  </a:lnTo>
                  <a:lnTo>
                    <a:pt x="42600" y="260664"/>
                  </a:lnTo>
                  <a:lnTo>
                    <a:pt x="72006" y="302236"/>
                  </a:lnTo>
                  <a:lnTo>
                    <a:pt x="113910" y="336609"/>
                  </a:lnTo>
                  <a:lnTo>
                    <a:pt x="139446" y="350958"/>
                  </a:lnTo>
                  <a:lnTo>
                    <a:pt x="122394" y="357333"/>
                  </a:lnTo>
                  <a:lnTo>
                    <a:pt x="78211" y="381475"/>
                  </a:lnTo>
                  <a:lnTo>
                    <a:pt x="43990" y="412188"/>
                  </a:lnTo>
                  <a:lnTo>
                    <a:pt x="19579" y="448238"/>
                  </a:lnTo>
                  <a:lnTo>
                    <a:pt x="4912" y="488706"/>
                  </a:lnTo>
                  <a:lnTo>
                    <a:pt x="0" y="532113"/>
                  </a:lnTo>
                  <a:lnTo>
                    <a:pt x="1186" y="554217"/>
                  </a:lnTo>
                  <a:lnTo>
                    <a:pt x="10647" y="595543"/>
                  </a:lnTo>
                  <a:lnTo>
                    <a:pt x="29243" y="632834"/>
                  </a:lnTo>
                  <a:lnTo>
                    <a:pt x="55399" y="664968"/>
                  </a:lnTo>
                  <a:lnTo>
                    <a:pt x="88797" y="691680"/>
                  </a:lnTo>
                  <a:lnTo>
                    <a:pt x="128753" y="712406"/>
                  </a:lnTo>
                  <a:lnTo>
                    <a:pt x="174890" y="726890"/>
                  </a:lnTo>
                  <a:lnTo>
                    <a:pt x="225610" y="734213"/>
                  </a:lnTo>
                  <a:lnTo>
                    <a:pt x="252587" y="735128"/>
                  </a:lnTo>
                  <a:lnTo>
                    <a:pt x="280065" y="734197"/>
                  </a:lnTo>
                  <a:lnTo>
                    <a:pt x="331317" y="726750"/>
                  </a:lnTo>
                  <a:lnTo>
                    <a:pt x="377511" y="712026"/>
                  </a:lnTo>
                  <a:lnTo>
                    <a:pt x="417516" y="691054"/>
                  </a:lnTo>
                  <a:lnTo>
                    <a:pt x="450909" y="664115"/>
                  </a:lnTo>
                  <a:lnTo>
                    <a:pt x="476820" y="631855"/>
                  </a:lnTo>
                  <a:lnTo>
                    <a:pt x="481793" y="622947"/>
                  </a:lnTo>
                  <a:lnTo>
                    <a:pt x="253105" y="622947"/>
                  </a:lnTo>
                  <a:lnTo>
                    <a:pt x="241500" y="622498"/>
                  </a:lnTo>
                  <a:lnTo>
                    <a:pt x="200955" y="611767"/>
                  </a:lnTo>
                  <a:lnTo>
                    <a:pt x="170605" y="588082"/>
                  </a:lnTo>
                  <a:lnTo>
                    <a:pt x="152578" y="552403"/>
                  </a:lnTo>
                  <a:lnTo>
                    <a:pt x="148437" y="518720"/>
                  </a:lnTo>
                  <a:lnTo>
                    <a:pt x="148938" y="507522"/>
                  </a:lnTo>
                  <a:lnTo>
                    <a:pt x="160689" y="467171"/>
                  </a:lnTo>
                  <a:lnTo>
                    <a:pt x="185456" y="436357"/>
                  </a:lnTo>
                  <a:lnTo>
                    <a:pt x="221323" y="417826"/>
                  </a:lnTo>
                  <a:lnTo>
                    <a:pt x="253105" y="413491"/>
                  </a:lnTo>
                  <a:lnTo>
                    <a:pt x="463867" y="413491"/>
                  </a:lnTo>
                  <a:lnTo>
                    <a:pt x="460100" y="408854"/>
                  </a:lnTo>
                  <a:lnTo>
                    <a:pt x="425317" y="378000"/>
                  </a:lnTo>
                  <a:lnTo>
                    <a:pt x="381165" y="353852"/>
                  </a:lnTo>
                  <a:lnTo>
                    <a:pt x="364357" y="347484"/>
                  </a:lnTo>
                  <a:lnTo>
                    <a:pt x="390856" y="333167"/>
                  </a:lnTo>
                  <a:lnTo>
                    <a:pt x="414341" y="317020"/>
                  </a:lnTo>
                  <a:lnTo>
                    <a:pt x="434802" y="299041"/>
                  </a:lnTo>
                  <a:lnTo>
                    <a:pt x="439350" y="293869"/>
                  </a:lnTo>
                  <a:lnTo>
                    <a:pt x="255117" y="293869"/>
                  </a:lnTo>
                  <a:lnTo>
                    <a:pt x="246552" y="293436"/>
                  </a:lnTo>
                  <a:lnTo>
                    <a:pt x="207459" y="278615"/>
                  </a:lnTo>
                  <a:lnTo>
                    <a:pt x="180601" y="247065"/>
                  </a:lnTo>
                  <a:lnTo>
                    <a:pt x="170291" y="203536"/>
                  </a:lnTo>
                  <a:lnTo>
                    <a:pt x="170676" y="194246"/>
                  </a:lnTo>
                  <a:lnTo>
                    <a:pt x="183916" y="152541"/>
                  </a:lnTo>
                  <a:lnTo>
                    <a:pt x="213054" y="123816"/>
                  </a:lnTo>
                  <a:lnTo>
                    <a:pt x="255117" y="112705"/>
                  </a:lnTo>
                  <a:lnTo>
                    <a:pt x="467106" y="112705"/>
                  </a:lnTo>
                  <a:lnTo>
                    <a:pt x="457788" y="96152"/>
                  </a:lnTo>
                  <a:lnTo>
                    <a:pt x="419709" y="53340"/>
                  </a:lnTo>
                  <a:lnTo>
                    <a:pt x="386200" y="31063"/>
                  </a:lnTo>
                  <a:lnTo>
                    <a:pt x="346953" y="14215"/>
                  </a:lnTo>
                  <a:lnTo>
                    <a:pt x="302670" y="3536"/>
                  </a:lnTo>
                  <a:lnTo>
                    <a:pt x="278918" y="881"/>
                  </a:lnTo>
                  <a:lnTo>
                    <a:pt x="254111" y="0"/>
                  </a:lnTo>
                  <a:close/>
                </a:path>
                <a:path w="505459" h="735329">
                  <a:moveTo>
                    <a:pt x="463867" y="413491"/>
                  </a:moveTo>
                  <a:lnTo>
                    <a:pt x="253105" y="413491"/>
                  </a:lnTo>
                  <a:lnTo>
                    <a:pt x="264723" y="414018"/>
                  </a:lnTo>
                  <a:lnTo>
                    <a:pt x="275752" y="415600"/>
                  </a:lnTo>
                  <a:lnTo>
                    <a:pt x="313863" y="431796"/>
                  </a:lnTo>
                  <a:lnTo>
                    <a:pt x="341334" y="459963"/>
                  </a:lnTo>
                  <a:lnTo>
                    <a:pt x="355979" y="497876"/>
                  </a:lnTo>
                  <a:lnTo>
                    <a:pt x="357865" y="518720"/>
                  </a:lnTo>
                  <a:lnTo>
                    <a:pt x="357368" y="530352"/>
                  </a:lnTo>
                  <a:lnTo>
                    <a:pt x="345569" y="571204"/>
                  </a:lnTo>
                  <a:lnTo>
                    <a:pt x="320816" y="600984"/>
                  </a:lnTo>
                  <a:lnTo>
                    <a:pt x="285299" y="618761"/>
                  </a:lnTo>
                  <a:lnTo>
                    <a:pt x="253105" y="622947"/>
                  </a:lnTo>
                  <a:lnTo>
                    <a:pt x="481793" y="622947"/>
                  </a:lnTo>
                  <a:lnTo>
                    <a:pt x="500694" y="574241"/>
                  </a:lnTo>
                  <a:lnTo>
                    <a:pt x="505250" y="532113"/>
                  </a:lnTo>
                  <a:lnTo>
                    <a:pt x="505317" y="530352"/>
                  </a:lnTo>
                  <a:lnTo>
                    <a:pt x="504758" y="515629"/>
                  </a:lnTo>
                  <a:lnTo>
                    <a:pt x="496305" y="472308"/>
                  </a:lnTo>
                  <a:lnTo>
                    <a:pt x="477887" y="432619"/>
                  </a:lnTo>
                  <a:lnTo>
                    <a:pt x="469513" y="420444"/>
                  </a:lnTo>
                  <a:lnTo>
                    <a:pt x="463867" y="413491"/>
                  </a:lnTo>
                  <a:close/>
                </a:path>
                <a:path w="505459" h="735329">
                  <a:moveTo>
                    <a:pt x="467106" y="112705"/>
                  </a:moveTo>
                  <a:lnTo>
                    <a:pt x="255117" y="112705"/>
                  </a:lnTo>
                  <a:lnTo>
                    <a:pt x="264027" y="113156"/>
                  </a:lnTo>
                  <a:lnTo>
                    <a:pt x="272464" y="114449"/>
                  </a:lnTo>
                  <a:lnTo>
                    <a:pt x="309836" y="133016"/>
                  </a:lnTo>
                  <a:lnTo>
                    <a:pt x="333999" y="167557"/>
                  </a:lnTo>
                  <a:lnTo>
                    <a:pt x="340461" y="203536"/>
                  </a:lnTo>
                  <a:lnTo>
                    <a:pt x="340054" y="212827"/>
                  </a:lnTo>
                  <a:lnTo>
                    <a:pt x="325846" y="254165"/>
                  </a:lnTo>
                  <a:lnTo>
                    <a:pt x="295853" y="283129"/>
                  </a:lnTo>
                  <a:lnTo>
                    <a:pt x="255117" y="293869"/>
                  </a:lnTo>
                  <a:lnTo>
                    <a:pt x="439350" y="293869"/>
                  </a:lnTo>
                  <a:lnTo>
                    <a:pt x="466092" y="257932"/>
                  </a:lnTo>
                  <a:lnTo>
                    <a:pt x="481995" y="211896"/>
                  </a:lnTo>
                  <a:lnTo>
                    <a:pt x="483991" y="187153"/>
                  </a:lnTo>
                  <a:lnTo>
                    <a:pt x="482922" y="167425"/>
                  </a:lnTo>
                  <a:lnTo>
                    <a:pt x="479732" y="148442"/>
                  </a:lnTo>
                  <a:lnTo>
                    <a:pt x="474450" y="130203"/>
                  </a:lnTo>
                  <a:lnTo>
                    <a:pt x="467106" y="112705"/>
                  </a:lnTo>
                  <a:close/>
                </a:path>
              </a:pathLst>
            </a:custGeom>
            <a:solidFill>
              <a:srgbClr val="FFFF00"/>
            </a:solidFill>
          </p:spPr>
          <p:txBody>
            <a:bodyPr wrap="square" lIns="0" tIns="0" rIns="0" bIns="0" rtlCol="0"/>
            <a:lstStyle/>
            <a:p>
              <a:endParaRPr/>
            </a:p>
          </p:txBody>
        </p:sp>
        <p:sp>
          <p:nvSpPr>
            <p:cNvPr id="84" name="object 84"/>
            <p:cNvSpPr/>
            <p:nvPr/>
          </p:nvSpPr>
          <p:spPr>
            <a:xfrm>
              <a:off x="7773405" y="5914119"/>
              <a:ext cx="221620" cy="221647"/>
            </a:xfrm>
            <a:prstGeom prst="rect">
              <a:avLst/>
            </a:prstGeom>
            <a:blipFill>
              <a:blip r:embed="rId32" cstate="print"/>
              <a:stretch>
                <a:fillRect/>
              </a:stretch>
            </a:blipFill>
          </p:spPr>
          <p:txBody>
            <a:bodyPr wrap="square" lIns="0" tIns="0" rIns="0" bIns="0" rtlCol="0"/>
            <a:lstStyle/>
            <a:p>
              <a:endParaRPr/>
            </a:p>
          </p:txBody>
        </p:sp>
        <p:sp>
          <p:nvSpPr>
            <p:cNvPr id="85" name="object 85"/>
            <p:cNvSpPr/>
            <p:nvPr/>
          </p:nvSpPr>
          <p:spPr>
            <a:xfrm>
              <a:off x="7795259" y="5613333"/>
              <a:ext cx="182361" cy="193355"/>
            </a:xfrm>
            <a:prstGeom prst="rect">
              <a:avLst/>
            </a:prstGeom>
            <a:blipFill>
              <a:blip r:embed="rId33" cstate="print"/>
              <a:stretch>
                <a:fillRect/>
              </a:stretch>
            </a:blipFill>
          </p:spPr>
          <p:txBody>
            <a:bodyPr wrap="square" lIns="0" tIns="0" rIns="0" bIns="0" rtlCol="0"/>
            <a:lstStyle/>
            <a:p>
              <a:endParaRPr/>
            </a:p>
          </p:txBody>
        </p:sp>
        <p:sp>
          <p:nvSpPr>
            <p:cNvPr id="86" name="object 86"/>
            <p:cNvSpPr/>
            <p:nvPr/>
          </p:nvSpPr>
          <p:spPr>
            <a:xfrm>
              <a:off x="7631064" y="5506723"/>
              <a:ext cx="505459" cy="735330"/>
            </a:xfrm>
            <a:custGeom>
              <a:avLst/>
              <a:gdLst/>
              <a:ahLst/>
              <a:cxnLst/>
              <a:rect l="l" t="t" r="r" b="b"/>
              <a:pathLst>
                <a:path w="505459" h="735329">
                  <a:moveTo>
                    <a:pt x="254111" y="0"/>
                  </a:moveTo>
                  <a:lnTo>
                    <a:pt x="302670" y="3536"/>
                  </a:lnTo>
                  <a:lnTo>
                    <a:pt x="346953" y="14215"/>
                  </a:lnTo>
                  <a:lnTo>
                    <a:pt x="386200" y="31063"/>
                  </a:lnTo>
                  <a:lnTo>
                    <a:pt x="419709" y="53339"/>
                  </a:lnTo>
                  <a:lnTo>
                    <a:pt x="446791" y="80744"/>
                  </a:lnTo>
                  <a:lnTo>
                    <a:pt x="474450" y="130203"/>
                  </a:lnTo>
                  <a:lnTo>
                    <a:pt x="482922" y="167425"/>
                  </a:lnTo>
                  <a:lnTo>
                    <a:pt x="483991" y="187153"/>
                  </a:lnTo>
                  <a:lnTo>
                    <a:pt x="481995" y="211896"/>
                  </a:lnTo>
                  <a:lnTo>
                    <a:pt x="466092" y="257932"/>
                  </a:lnTo>
                  <a:lnTo>
                    <a:pt x="434802" y="299040"/>
                  </a:lnTo>
                  <a:lnTo>
                    <a:pt x="390856" y="333167"/>
                  </a:lnTo>
                  <a:lnTo>
                    <a:pt x="364357" y="347484"/>
                  </a:lnTo>
                  <a:lnTo>
                    <a:pt x="381165" y="353852"/>
                  </a:lnTo>
                  <a:lnTo>
                    <a:pt x="425317" y="378000"/>
                  </a:lnTo>
                  <a:lnTo>
                    <a:pt x="460100" y="408854"/>
                  </a:lnTo>
                  <a:lnTo>
                    <a:pt x="485138" y="445322"/>
                  </a:lnTo>
                  <a:lnTo>
                    <a:pt x="500235" y="486469"/>
                  </a:lnTo>
                  <a:lnTo>
                    <a:pt x="505327" y="530626"/>
                  </a:lnTo>
                  <a:lnTo>
                    <a:pt x="504165" y="552946"/>
                  </a:lnTo>
                  <a:lnTo>
                    <a:pt x="494938" y="594514"/>
                  </a:lnTo>
                  <a:lnTo>
                    <a:pt x="476820" y="631855"/>
                  </a:lnTo>
                  <a:lnTo>
                    <a:pt x="450909" y="664115"/>
                  </a:lnTo>
                  <a:lnTo>
                    <a:pt x="417516" y="691054"/>
                  </a:lnTo>
                  <a:lnTo>
                    <a:pt x="377511" y="712026"/>
                  </a:lnTo>
                  <a:lnTo>
                    <a:pt x="331317" y="726750"/>
                  </a:lnTo>
                  <a:lnTo>
                    <a:pt x="280065" y="734197"/>
                  </a:lnTo>
                  <a:lnTo>
                    <a:pt x="252587" y="735128"/>
                  </a:lnTo>
                  <a:lnTo>
                    <a:pt x="225610" y="734213"/>
                  </a:lnTo>
                  <a:lnTo>
                    <a:pt x="174890" y="726890"/>
                  </a:lnTo>
                  <a:lnTo>
                    <a:pt x="128753" y="712406"/>
                  </a:lnTo>
                  <a:lnTo>
                    <a:pt x="88797" y="691680"/>
                  </a:lnTo>
                  <a:lnTo>
                    <a:pt x="55399" y="664968"/>
                  </a:lnTo>
                  <a:lnTo>
                    <a:pt x="29243" y="632834"/>
                  </a:lnTo>
                  <a:lnTo>
                    <a:pt x="10647" y="595543"/>
                  </a:lnTo>
                  <a:lnTo>
                    <a:pt x="1186" y="554217"/>
                  </a:lnTo>
                  <a:lnTo>
                    <a:pt x="0" y="532113"/>
                  </a:lnTo>
                  <a:lnTo>
                    <a:pt x="543" y="517366"/>
                  </a:lnTo>
                  <a:lnTo>
                    <a:pt x="8747" y="474796"/>
                  </a:lnTo>
                  <a:lnTo>
                    <a:pt x="26642" y="435706"/>
                  </a:lnTo>
                  <a:lnTo>
                    <a:pt x="54300" y="401329"/>
                  </a:lnTo>
                  <a:lnTo>
                    <a:pt x="91765" y="372590"/>
                  </a:lnTo>
                  <a:lnTo>
                    <a:pt x="139445" y="350958"/>
                  </a:lnTo>
                  <a:lnTo>
                    <a:pt x="113910" y="336609"/>
                  </a:lnTo>
                  <a:lnTo>
                    <a:pt x="72006" y="302236"/>
                  </a:lnTo>
                  <a:lnTo>
                    <a:pt x="42600" y="260664"/>
                  </a:lnTo>
                  <a:lnTo>
                    <a:pt x="27636" y="214132"/>
                  </a:lnTo>
                  <a:lnTo>
                    <a:pt x="25755" y="189155"/>
                  </a:lnTo>
                  <a:lnTo>
                    <a:pt x="26829" y="169169"/>
                  </a:lnTo>
                  <a:lnTo>
                    <a:pt x="35412" y="131445"/>
                  </a:lnTo>
                  <a:lnTo>
                    <a:pt x="52318" y="96913"/>
                  </a:lnTo>
                  <a:lnTo>
                    <a:pt x="76027" y="66852"/>
                  </a:lnTo>
                  <a:lnTo>
                    <a:pt x="106168" y="41688"/>
                  </a:lnTo>
                  <a:lnTo>
                    <a:pt x="142308" y="21978"/>
                  </a:lnTo>
                  <a:lnTo>
                    <a:pt x="184005" y="7976"/>
                  </a:lnTo>
                  <a:lnTo>
                    <a:pt x="229809" y="881"/>
                  </a:lnTo>
                  <a:lnTo>
                    <a:pt x="254111" y="0"/>
                  </a:lnTo>
                  <a:close/>
                </a:path>
              </a:pathLst>
            </a:custGeom>
            <a:ln w="12191">
              <a:solidFill>
                <a:srgbClr val="000000"/>
              </a:solidFill>
            </a:ln>
          </p:spPr>
          <p:txBody>
            <a:bodyPr wrap="square" lIns="0" tIns="0" rIns="0" bIns="0" rtlCol="0"/>
            <a:lstStyle/>
            <a:p>
              <a:endParaRPr/>
            </a:p>
          </p:txBody>
        </p:sp>
        <p:sp>
          <p:nvSpPr>
            <p:cNvPr id="87" name="object 87"/>
            <p:cNvSpPr/>
            <p:nvPr/>
          </p:nvSpPr>
          <p:spPr>
            <a:xfrm>
              <a:off x="6743700" y="5213603"/>
              <a:ext cx="2218944" cy="1345692"/>
            </a:xfrm>
            <a:prstGeom prst="rect">
              <a:avLst/>
            </a:prstGeom>
            <a:blipFill>
              <a:blip r:embed="rId34" cstate="print"/>
              <a:stretch>
                <a:fillRect/>
              </a:stretch>
            </a:blipFill>
          </p:spPr>
          <p:txBody>
            <a:bodyPr wrap="square" lIns="0" tIns="0" rIns="0" bIns="0" rtlCol="0"/>
            <a:lstStyle/>
            <a:p>
              <a:endParaRPr/>
            </a:p>
          </p:txBody>
        </p:sp>
        <p:sp>
          <p:nvSpPr>
            <p:cNvPr id="88" name="object 88"/>
            <p:cNvSpPr/>
            <p:nvPr/>
          </p:nvSpPr>
          <p:spPr>
            <a:xfrm>
              <a:off x="6880860" y="4895086"/>
              <a:ext cx="2258568" cy="1962912"/>
            </a:xfrm>
            <a:prstGeom prst="rect">
              <a:avLst/>
            </a:prstGeom>
            <a:blipFill>
              <a:blip r:embed="rId35" cstate="print"/>
              <a:stretch>
                <a:fillRect/>
              </a:stretch>
            </a:blipFill>
          </p:spPr>
          <p:txBody>
            <a:bodyPr wrap="square" lIns="0" tIns="0" rIns="0" bIns="0" rtlCol="0"/>
            <a:lstStyle/>
            <a:p>
              <a:endParaRPr/>
            </a:p>
          </p:txBody>
        </p:sp>
        <p:sp>
          <p:nvSpPr>
            <p:cNvPr id="89" name="object 89"/>
            <p:cNvSpPr/>
            <p:nvPr/>
          </p:nvSpPr>
          <p:spPr>
            <a:xfrm>
              <a:off x="6823831" y="5274051"/>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70"/>
                  </a:lnTo>
                  <a:lnTo>
                    <a:pt x="4720" y="998436"/>
                  </a:lnTo>
                  <a:lnTo>
                    <a:pt x="18262" y="1042085"/>
                  </a:lnTo>
                  <a:lnTo>
                    <a:pt x="39691" y="1081584"/>
                  </a:lnTo>
                  <a:lnTo>
                    <a:pt x="68077" y="1115997"/>
                  </a:lnTo>
                  <a:lnTo>
                    <a:pt x="102486" y="1144389"/>
                  </a:lnTo>
                  <a:lnTo>
                    <a:pt x="141986" y="1165827"/>
                  </a:lnTo>
                  <a:lnTo>
                    <a:pt x="185645" y="1179375"/>
                  </a:lnTo>
                  <a:lnTo>
                    <a:pt x="232531" y="1184099"/>
                  </a:lnTo>
                  <a:lnTo>
                    <a:pt x="1824868" y="1184099"/>
                  </a:lnTo>
                  <a:lnTo>
                    <a:pt x="1871728" y="1179375"/>
                  </a:lnTo>
                  <a:lnTo>
                    <a:pt x="1915375" y="1165827"/>
                  </a:lnTo>
                  <a:lnTo>
                    <a:pt x="1954873" y="1144389"/>
                  </a:lnTo>
                  <a:lnTo>
                    <a:pt x="1989288" y="1115997"/>
                  </a:lnTo>
                  <a:lnTo>
                    <a:pt x="2017684" y="1081584"/>
                  </a:lnTo>
                  <a:lnTo>
                    <a:pt x="2039124" y="1042085"/>
                  </a:lnTo>
                  <a:lnTo>
                    <a:pt x="2052675" y="998436"/>
                  </a:lnTo>
                  <a:lnTo>
                    <a:pt x="2057399" y="95157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90" name="object 90"/>
            <p:cNvSpPr/>
            <p:nvPr/>
          </p:nvSpPr>
          <p:spPr>
            <a:xfrm>
              <a:off x="6823831" y="5274051"/>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70"/>
                  </a:lnTo>
                  <a:lnTo>
                    <a:pt x="2052675" y="998436"/>
                  </a:lnTo>
                  <a:lnTo>
                    <a:pt x="2039124" y="1042085"/>
                  </a:lnTo>
                  <a:lnTo>
                    <a:pt x="2017684" y="1081584"/>
                  </a:lnTo>
                  <a:lnTo>
                    <a:pt x="1989288" y="1115997"/>
                  </a:lnTo>
                  <a:lnTo>
                    <a:pt x="1954873" y="1144389"/>
                  </a:lnTo>
                  <a:lnTo>
                    <a:pt x="1915375" y="1165827"/>
                  </a:lnTo>
                  <a:lnTo>
                    <a:pt x="1871728" y="1179375"/>
                  </a:lnTo>
                  <a:lnTo>
                    <a:pt x="1824868" y="1184099"/>
                  </a:lnTo>
                  <a:lnTo>
                    <a:pt x="232531" y="1184099"/>
                  </a:lnTo>
                  <a:lnTo>
                    <a:pt x="185645" y="1179375"/>
                  </a:lnTo>
                  <a:lnTo>
                    <a:pt x="141986" y="1165827"/>
                  </a:lnTo>
                  <a:lnTo>
                    <a:pt x="102486" y="1144389"/>
                  </a:lnTo>
                  <a:lnTo>
                    <a:pt x="68077" y="1115997"/>
                  </a:lnTo>
                  <a:lnTo>
                    <a:pt x="39691" y="1081584"/>
                  </a:lnTo>
                  <a:lnTo>
                    <a:pt x="18262" y="1042085"/>
                  </a:lnTo>
                  <a:lnTo>
                    <a:pt x="4720" y="998436"/>
                  </a:lnTo>
                  <a:lnTo>
                    <a:pt x="0" y="951570"/>
                  </a:lnTo>
                  <a:lnTo>
                    <a:pt x="0" y="232541"/>
                  </a:lnTo>
                  <a:close/>
                </a:path>
              </a:pathLst>
            </a:custGeom>
            <a:ln w="76199">
              <a:solidFill>
                <a:srgbClr val="00AF50"/>
              </a:solidFill>
            </a:ln>
          </p:spPr>
          <p:txBody>
            <a:bodyPr wrap="square" lIns="0" tIns="0" rIns="0" bIns="0" rtlCol="0"/>
            <a:lstStyle/>
            <a:p>
              <a:endParaRPr/>
            </a:p>
          </p:txBody>
        </p:sp>
        <p:sp>
          <p:nvSpPr>
            <p:cNvPr id="91" name="object 91"/>
            <p:cNvSpPr/>
            <p:nvPr/>
          </p:nvSpPr>
          <p:spPr>
            <a:xfrm>
              <a:off x="6922008" y="4916422"/>
              <a:ext cx="1895855" cy="1941576"/>
            </a:xfrm>
            <a:prstGeom prst="rect">
              <a:avLst/>
            </a:prstGeom>
            <a:blipFill>
              <a:blip r:embed="rId36" cstate="print"/>
              <a:stretch>
                <a:fillRect/>
              </a:stretch>
            </a:blipFill>
          </p:spPr>
          <p:txBody>
            <a:bodyPr wrap="square" lIns="0" tIns="0" rIns="0" bIns="0" rtlCol="0"/>
            <a:lstStyle/>
            <a:p>
              <a:endParaRPr/>
            </a:p>
          </p:txBody>
        </p:sp>
        <p:sp>
          <p:nvSpPr>
            <p:cNvPr id="92" name="object 92"/>
            <p:cNvSpPr/>
            <p:nvPr/>
          </p:nvSpPr>
          <p:spPr>
            <a:xfrm>
              <a:off x="7598028" y="5514344"/>
              <a:ext cx="501015" cy="736600"/>
            </a:xfrm>
            <a:custGeom>
              <a:avLst/>
              <a:gdLst/>
              <a:ahLst/>
              <a:cxnLst/>
              <a:rect l="l" t="t" r="r" b="b"/>
              <a:pathLst>
                <a:path w="501015" h="736600">
                  <a:moveTo>
                    <a:pt x="40655" y="579202"/>
                  </a:moveTo>
                  <a:lnTo>
                    <a:pt x="40655" y="708266"/>
                  </a:lnTo>
                  <a:lnTo>
                    <a:pt x="73703" y="720422"/>
                  </a:lnTo>
                  <a:lnTo>
                    <a:pt x="109788" y="729102"/>
                  </a:lnTo>
                  <a:lnTo>
                    <a:pt x="148896" y="734308"/>
                  </a:lnTo>
                  <a:lnTo>
                    <a:pt x="191013" y="736043"/>
                  </a:lnTo>
                  <a:lnTo>
                    <a:pt x="226633" y="734308"/>
                  </a:lnTo>
                  <a:lnTo>
                    <a:pt x="291826" y="720553"/>
                  </a:lnTo>
                  <a:lnTo>
                    <a:pt x="349238" y="693224"/>
                  </a:lnTo>
                  <a:lnTo>
                    <a:pt x="398000" y="653644"/>
                  </a:lnTo>
                  <a:lnTo>
                    <a:pt x="428342" y="615933"/>
                  </a:lnTo>
                  <a:lnTo>
                    <a:pt x="175651" y="615933"/>
                  </a:lnTo>
                  <a:lnTo>
                    <a:pt x="137628" y="613638"/>
                  </a:lnTo>
                  <a:lnTo>
                    <a:pt x="102438" y="606752"/>
                  </a:lnTo>
                  <a:lnTo>
                    <a:pt x="70107" y="595273"/>
                  </a:lnTo>
                  <a:lnTo>
                    <a:pt x="40655" y="579202"/>
                  </a:lnTo>
                  <a:close/>
                </a:path>
                <a:path w="501015" h="736600">
                  <a:moveTo>
                    <a:pt x="497573" y="400525"/>
                  </a:moveTo>
                  <a:lnTo>
                    <a:pt x="345455" y="400525"/>
                  </a:lnTo>
                  <a:lnTo>
                    <a:pt x="348351" y="401513"/>
                  </a:lnTo>
                  <a:lnTo>
                    <a:pt x="345265" y="450557"/>
                  </a:lnTo>
                  <a:lnTo>
                    <a:pt x="336555" y="493461"/>
                  </a:lnTo>
                  <a:lnTo>
                    <a:pt x="322222" y="530224"/>
                  </a:lnTo>
                  <a:lnTo>
                    <a:pt x="277214" y="584948"/>
                  </a:lnTo>
                  <a:lnTo>
                    <a:pt x="213921" y="612491"/>
                  </a:lnTo>
                  <a:lnTo>
                    <a:pt x="175651" y="615933"/>
                  </a:lnTo>
                  <a:lnTo>
                    <a:pt x="428342" y="615933"/>
                  </a:lnTo>
                  <a:lnTo>
                    <a:pt x="454280" y="571950"/>
                  </a:lnTo>
                  <a:lnTo>
                    <a:pt x="479933" y="503014"/>
                  </a:lnTo>
                  <a:lnTo>
                    <a:pt x="489024" y="464411"/>
                  </a:lnTo>
                  <a:lnTo>
                    <a:pt x="495531" y="423293"/>
                  </a:lnTo>
                  <a:lnTo>
                    <a:pt x="497573" y="400525"/>
                  </a:lnTo>
                  <a:close/>
                </a:path>
                <a:path w="501015" h="736600">
                  <a:moveTo>
                    <a:pt x="251089" y="0"/>
                  </a:moveTo>
                  <a:lnTo>
                    <a:pt x="197494" y="4506"/>
                  </a:lnTo>
                  <a:lnTo>
                    <a:pt x="148859" y="18156"/>
                  </a:lnTo>
                  <a:lnTo>
                    <a:pt x="106005" y="40000"/>
                  </a:lnTo>
                  <a:lnTo>
                    <a:pt x="69733" y="69460"/>
                  </a:lnTo>
                  <a:lnTo>
                    <a:pt x="40339" y="105948"/>
                  </a:lnTo>
                  <a:lnTo>
                    <a:pt x="18283" y="148876"/>
                  </a:lnTo>
                  <a:lnTo>
                    <a:pt x="4567" y="197522"/>
                  </a:lnTo>
                  <a:lnTo>
                    <a:pt x="0" y="251238"/>
                  </a:lnTo>
                  <a:lnTo>
                    <a:pt x="930" y="274699"/>
                  </a:lnTo>
                  <a:lnTo>
                    <a:pt x="8469" y="318877"/>
                  </a:lnTo>
                  <a:lnTo>
                    <a:pt x="23397" y="358880"/>
                  </a:lnTo>
                  <a:lnTo>
                    <a:pt x="44491" y="393499"/>
                  </a:lnTo>
                  <a:lnTo>
                    <a:pt x="71417" y="422445"/>
                  </a:lnTo>
                  <a:lnTo>
                    <a:pt x="103421" y="445153"/>
                  </a:lnTo>
                  <a:lnTo>
                    <a:pt x="140190" y="461298"/>
                  </a:lnTo>
                  <a:lnTo>
                    <a:pt x="180524" y="469486"/>
                  </a:lnTo>
                  <a:lnTo>
                    <a:pt x="201925" y="470510"/>
                  </a:lnTo>
                  <a:lnTo>
                    <a:pt x="247039" y="466137"/>
                  </a:lnTo>
                  <a:lnTo>
                    <a:pt x="285978" y="453016"/>
                  </a:lnTo>
                  <a:lnTo>
                    <a:pt x="318773" y="431146"/>
                  </a:lnTo>
                  <a:lnTo>
                    <a:pt x="345455" y="400525"/>
                  </a:lnTo>
                  <a:lnTo>
                    <a:pt x="497573" y="400525"/>
                  </a:lnTo>
                  <a:lnTo>
                    <a:pt x="499444" y="379661"/>
                  </a:lnTo>
                  <a:lnTo>
                    <a:pt x="500175" y="353866"/>
                  </a:lnTo>
                  <a:lnTo>
                    <a:pt x="250053" y="353866"/>
                  </a:lnTo>
                  <a:lnTo>
                    <a:pt x="239417" y="353386"/>
                  </a:lnTo>
                  <a:lnTo>
                    <a:pt x="201816" y="341880"/>
                  </a:lnTo>
                  <a:lnTo>
                    <a:pt x="173881" y="315722"/>
                  </a:lnTo>
                  <a:lnTo>
                    <a:pt x="157201" y="275930"/>
                  </a:lnTo>
                  <a:lnTo>
                    <a:pt x="153279" y="237731"/>
                  </a:lnTo>
                  <a:lnTo>
                    <a:pt x="153710" y="225290"/>
                  </a:lnTo>
                  <a:lnTo>
                    <a:pt x="164071" y="180042"/>
                  </a:lnTo>
                  <a:lnTo>
                    <a:pt x="186085" y="145701"/>
                  </a:lnTo>
                  <a:lnTo>
                    <a:pt x="217943" y="124619"/>
                  </a:lnTo>
                  <a:lnTo>
                    <a:pt x="246639" y="119585"/>
                  </a:lnTo>
                  <a:lnTo>
                    <a:pt x="454203" y="119585"/>
                  </a:lnTo>
                  <a:lnTo>
                    <a:pt x="449276" y="110382"/>
                  </a:lnTo>
                  <a:lnTo>
                    <a:pt x="416891" y="67767"/>
                  </a:lnTo>
                  <a:lnTo>
                    <a:pt x="377567" y="35121"/>
                  </a:lnTo>
                  <a:lnTo>
                    <a:pt x="331491" y="12692"/>
                  </a:lnTo>
                  <a:lnTo>
                    <a:pt x="279383" y="1406"/>
                  </a:lnTo>
                  <a:lnTo>
                    <a:pt x="251089" y="0"/>
                  </a:lnTo>
                  <a:close/>
                </a:path>
                <a:path w="501015" h="736600">
                  <a:moveTo>
                    <a:pt x="454203" y="119585"/>
                  </a:moveTo>
                  <a:lnTo>
                    <a:pt x="246639" y="119585"/>
                  </a:lnTo>
                  <a:lnTo>
                    <a:pt x="257098" y="120221"/>
                  </a:lnTo>
                  <a:lnTo>
                    <a:pt x="267122" y="122132"/>
                  </a:lnTo>
                  <a:lnTo>
                    <a:pt x="302322" y="141754"/>
                  </a:lnTo>
                  <a:lnTo>
                    <a:pt x="327133" y="176366"/>
                  </a:lnTo>
                  <a:lnTo>
                    <a:pt x="340674" y="223643"/>
                  </a:lnTo>
                  <a:lnTo>
                    <a:pt x="342407" y="250137"/>
                  </a:lnTo>
                  <a:lnTo>
                    <a:pt x="341998" y="260866"/>
                  </a:lnTo>
                  <a:lnTo>
                    <a:pt x="332000" y="299955"/>
                  </a:lnTo>
                  <a:lnTo>
                    <a:pt x="303515" y="336064"/>
                  </a:lnTo>
                  <a:lnTo>
                    <a:pt x="260278" y="353355"/>
                  </a:lnTo>
                  <a:lnTo>
                    <a:pt x="250053" y="353866"/>
                  </a:lnTo>
                  <a:lnTo>
                    <a:pt x="500175" y="353866"/>
                  </a:lnTo>
                  <a:lnTo>
                    <a:pt x="500679" y="336064"/>
                  </a:lnTo>
                  <a:lnTo>
                    <a:pt x="500658" y="330184"/>
                  </a:lnTo>
                  <a:lnTo>
                    <a:pt x="499682" y="295113"/>
                  </a:lnTo>
                  <a:lnTo>
                    <a:pt x="491120" y="224630"/>
                  </a:lnTo>
                  <a:lnTo>
                    <a:pt x="474093" y="162742"/>
                  </a:lnTo>
                  <a:lnTo>
                    <a:pt x="462628" y="135317"/>
                  </a:lnTo>
                  <a:lnTo>
                    <a:pt x="454203" y="119585"/>
                  </a:lnTo>
                  <a:close/>
                </a:path>
              </a:pathLst>
            </a:custGeom>
            <a:solidFill>
              <a:srgbClr val="FFFF00"/>
            </a:solidFill>
          </p:spPr>
          <p:txBody>
            <a:bodyPr wrap="square" lIns="0" tIns="0" rIns="0" bIns="0" rtlCol="0"/>
            <a:lstStyle/>
            <a:p>
              <a:endParaRPr/>
            </a:p>
          </p:txBody>
        </p:sp>
        <p:sp>
          <p:nvSpPr>
            <p:cNvPr id="93" name="object 93"/>
            <p:cNvSpPr/>
            <p:nvPr/>
          </p:nvSpPr>
          <p:spPr>
            <a:xfrm>
              <a:off x="7745211" y="5627833"/>
              <a:ext cx="201320" cy="246473"/>
            </a:xfrm>
            <a:prstGeom prst="rect">
              <a:avLst/>
            </a:prstGeom>
            <a:blipFill>
              <a:blip r:embed="rId37" cstate="print"/>
              <a:stretch>
                <a:fillRect/>
              </a:stretch>
            </a:blipFill>
          </p:spPr>
          <p:txBody>
            <a:bodyPr wrap="square" lIns="0" tIns="0" rIns="0" bIns="0" rtlCol="0"/>
            <a:lstStyle/>
            <a:p>
              <a:endParaRPr/>
            </a:p>
          </p:txBody>
        </p:sp>
        <p:sp>
          <p:nvSpPr>
            <p:cNvPr id="94" name="object 94"/>
            <p:cNvSpPr/>
            <p:nvPr/>
          </p:nvSpPr>
          <p:spPr>
            <a:xfrm>
              <a:off x="7598023" y="5514344"/>
              <a:ext cx="501015" cy="736600"/>
            </a:xfrm>
            <a:custGeom>
              <a:avLst/>
              <a:gdLst/>
              <a:ahLst/>
              <a:cxnLst/>
              <a:rect l="l" t="t" r="r" b="b"/>
              <a:pathLst>
                <a:path w="501015" h="736600">
                  <a:moveTo>
                    <a:pt x="251094" y="0"/>
                  </a:moveTo>
                  <a:lnTo>
                    <a:pt x="306179" y="5633"/>
                  </a:lnTo>
                  <a:lnTo>
                    <a:pt x="355366" y="22597"/>
                  </a:lnTo>
                  <a:lnTo>
                    <a:pt x="398087" y="50187"/>
                  </a:lnTo>
                  <a:lnTo>
                    <a:pt x="433974" y="87831"/>
                  </a:lnTo>
                  <a:lnTo>
                    <a:pt x="462652" y="135353"/>
                  </a:lnTo>
                  <a:lnTo>
                    <a:pt x="483626" y="192548"/>
                  </a:lnTo>
                  <a:lnTo>
                    <a:pt x="496477" y="258817"/>
                  </a:lnTo>
                  <a:lnTo>
                    <a:pt x="500755" y="333518"/>
                  </a:lnTo>
                  <a:lnTo>
                    <a:pt x="499449" y="379661"/>
                  </a:lnTo>
                  <a:lnTo>
                    <a:pt x="495536" y="423293"/>
                  </a:lnTo>
                  <a:lnTo>
                    <a:pt x="489028" y="464411"/>
                  </a:lnTo>
                  <a:lnTo>
                    <a:pt x="479938" y="503014"/>
                  </a:lnTo>
                  <a:lnTo>
                    <a:pt x="454285" y="571950"/>
                  </a:lnTo>
                  <a:lnTo>
                    <a:pt x="419099" y="629341"/>
                  </a:lnTo>
                  <a:lnTo>
                    <a:pt x="374721" y="674937"/>
                  </a:lnTo>
                  <a:lnTo>
                    <a:pt x="321563" y="708504"/>
                  </a:lnTo>
                  <a:lnTo>
                    <a:pt x="260154" y="729159"/>
                  </a:lnTo>
                  <a:lnTo>
                    <a:pt x="191018" y="736043"/>
                  </a:lnTo>
                  <a:lnTo>
                    <a:pt x="148900" y="734308"/>
                  </a:lnTo>
                  <a:lnTo>
                    <a:pt x="109792" y="729102"/>
                  </a:lnTo>
                  <a:lnTo>
                    <a:pt x="73707" y="720422"/>
                  </a:lnTo>
                  <a:lnTo>
                    <a:pt x="40660" y="708266"/>
                  </a:lnTo>
                  <a:lnTo>
                    <a:pt x="40660" y="579202"/>
                  </a:lnTo>
                  <a:lnTo>
                    <a:pt x="70111" y="595273"/>
                  </a:lnTo>
                  <a:lnTo>
                    <a:pt x="102443" y="606752"/>
                  </a:lnTo>
                  <a:lnTo>
                    <a:pt x="137632" y="613638"/>
                  </a:lnTo>
                  <a:lnTo>
                    <a:pt x="175656" y="615933"/>
                  </a:lnTo>
                  <a:lnTo>
                    <a:pt x="213926" y="612491"/>
                  </a:lnTo>
                  <a:lnTo>
                    <a:pt x="277218" y="584948"/>
                  </a:lnTo>
                  <a:lnTo>
                    <a:pt x="322226" y="530223"/>
                  </a:lnTo>
                  <a:lnTo>
                    <a:pt x="336560" y="493461"/>
                  </a:lnTo>
                  <a:lnTo>
                    <a:pt x="345269" y="450557"/>
                  </a:lnTo>
                  <a:lnTo>
                    <a:pt x="348355" y="401513"/>
                  </a:lnTo>
                  <a:lnTo>
                    <a:pt x="345460" y="400525"/>
                  </a:lnTo>
                  <a:lnTo>
                    <a:pt x="318777" y="431146"/>
                  </a:lnTo>
                  <a:lnTo>
                    <a:pt x="285982" y="453016"/>
                  </a:lnTo>
                  <a:lnTo>
                    <a:pt x="247043" y="466137"/>
                  </a:lnTo>
                  <a:lnTo>
                    <a:pt x="201929" y="470510"/>
                  </a:lnTo>
                  <a:lnTo>
                    <a:pt x="180528" y="469486"/>
                  </a:lnTo>
                  <a:lnTo>
                    <a:pt x="140195" y="461298"/>
                  </a:lnTo>
                  <a:lnTo>
                    <a:pt x="103426" y="445153"/>
                  </a:lnTo>
                  <a:lnTo>
                    <a:pt x="71422" y="422445"/>
                  </a:lnTo>
                  <a:lnTo>
                    <a:pt x="44496" y="393499"/>
                  </a:lnTo>
                  <a:lnTo>
                    <a:pt x="23401" y="358880"/>
                  </a:lnTo>
                  <a:lnTo>
                    <a:pt x="8473" y="318877"/>
                  </a:lnTo>
                  <a:lnTo>
                    <a:pt x="934" y="274699"/>
                  </a:lnTo>
                  <a:lnTo>
                    <a:pt x="0" y="251127"/>
                  </a:lnTo>
                  <a:lnTo>
                    <a:pt x="1142" y="223706"/>
                  </a:lnTo>
                  <a:lnTo>
                    <a:pt x="10286" y="172579"/>
                  </a:lnTo>
                  <a:lnTo>
                    <a:pt x="28414" y="126607"/>
                  </a:lnTo>
                  <a:lnTo>
                    <a:pt x="54108" y="86900"/>
                  </a:lnTo>
                  <a:lnTo>
                    <a:pt x="87048" y="53767"/>
                  </a:lnTo>
                  <a:lnTo>
                    <a:pt x="126616" y="28137"/>
                  </a:lnTo>
                  <a:lnTo>
                    <a:pt x="172548" y="10176"/>
                  </a:lnTo>
                  <a:lnTo>
                    <a:pt x="223689" y="1122"/>
                  </a:lnTo>
                  <a:lnTo>
                    <a:pt x="251094" y="0"/>
                  </a:lnTo>
                  <a:close/>
                </a:path>
              </a:pathLst>
            </a:custGeom>
            <a:ln w="12191">
              <a:solidFill>
                <a:srgbClr val="000000"/>
              </a:solidFill>
            </a:ln>
          </p:spPr>
          <p:txBody>
            <a:bodyPr wrap="square" lIns="0" tIns="0" rIns="0" bIns="0" rtlCol="0"/>
            <a:lstStyle/>
            <a:p>
              <a:endParaRPr/>
            </a:p>
          </p:txBody>
        </p:sp>
        <p:sp>
          <p:nvSpPr>
            <p:cNvPr id="95" name="object 95"/>
            <p:cNvSpPr/>
            <p:nvPr/>
          </p:nvSpPr>
          <p:spPr>
            <a:xfrm>
              <a:off x="6772656" y="5227320"/>
              <a:ext cx="2218944" cy="1345691"/>
            </a:xfrm>
            <a:prstGeom prst="rect">
              <a:avLst/>
            </a:prstGeom>
            <a:blipFill>
              <a:blip r:embed="rId38" cstate="print"/>
              <a:stretch>
                <a:fillRect/>
              </a:stretch>
            </a:blipFill>
          </p:spPr>
          <p:txBody>
            <a:bodyPr wrap="square" lIns="0" tIns="0" rIns="0" bIns="0" rtlCol="0"/>
            <a:lstStyle/>
            <a:p>
              <a:endParaRPr/>
            </a:p>
          </p:txBody>
        </p:sp>
        <p:sp>
          <p:nvSpPr>
            <p:cNvPr id="96" name="object 96"/>
            <p:cNvSpPr/>
            <p:nvPr/>
          </p:nvSpPr>
          <p:spPr>
            <a:xfrm>
              <a:off x="6618732" y="4908802"/>
              <a:ext cx="2525267" cy="1949195"/>
            </a:xfrm>
            <a:prstGeom prst="rect">
              <a:avLst/>
            </a:prstGeom>
            <a:blipFill>
              <a:blip r:embed="rId39" cstate="print"/>
              <a:stretch>
                <a:fillRect/>
              </a:stretch>
            </a:blipFill>
          </p:spPr>
          <p:txBody>
            <a:bodyPr wrap="square" lIns="0" tIns="0" rIns="0" bIns="0" rtlCol="0"/>
            <a:lstStyle/>
            <a:p>
              <a:endParaRPr/>
            </a:p>
          </p:txBody>
        </p:sp>
        <p:sp>
          <p:nvSpPr>
            <p:cNvPr id="97" name="object 97"/>
            <p:cNvSpPr/>
            <p:nvPr/>
          </p:nvSpPr>
          <p:spPr>
            <a:xfrm>
              <a:off x="6853946" y="5288148"/>
              <a:ext cx="2057400" cy="1184275"/>
            </a:xfrm>
            <a:custGeom>
              <a:avLst/>
              <a:gdLst/>
              <a:ahLst/>
              <a:cxnLst/>
              <a:rect l="l" t="t" r="r" b="b"/>
              <a:pathLst>
                <a:path w="2057400" h="1184275">
                  <a:moveTo>
                    <a:pt x="1824868"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488"/>
                  </a:lnTo>
                  <a:lnTo>
                    <a:pt x="4724" y="998350"/>
                  </a:lnTo>
                  <a:lnTo>
                    <a:pt x="18275" y="1041998"/>
                  </a:lnTo>
                  <a:lnTo>
                    <a:pt x="39715" y="1081496"/>
                  </a:lnTo>
                  <a:lnTo>
                    <a:pt x="68111" y="1115910"/>
                  </a:lnTo>
                  <a:lnTo>
                    <a:pt x="102526" y="1144304"/>
                  </a:lnTo>
                  <a:lnTo>
                    <a:pt x="142024" y="1165743"/>
                  </a:lnTo>
                  <a:lnTo>
                    <a:pt x="185671" y="1179292"/>
                  </a:lnTo>
                  <a:lnTo>
                    <a:pt x="232531" y="1184016"/>
                  </a:lnTo>
                  <a:lnTo>
                    <a:pt x="1824868" y="1184016"/>
                  </a:lnTo>
                  <a:lnTo>
                    <a:pt x="1871754" y="1179292"/>
                  </a:lnTo>
                  <a:lnTo>
                    <a:pt x="1915413" y="1165743"/>
                  </a:lnTo>
                  <a:lnTo>
                    <a:pt x="1954913" y="1144304"/>
                  </a:lnTo>
                  <a:lnTo>
                    <a:pt x="1989322" y="1115910"/>
                  </a:lnTo>
                  <a:lnTo>
                    <a:pt x="2017708" y="1081496"/>
                  </a:lnTo>
                  <a:lnTo>
                    <a:pt x="2039137" y="1041998"/>
                  </a:lnTo>
                  <a:lnTo>
                    <a:pt x="2052679" y="998350"/>
                  </a:lnTo>
                  <a:lnTo>
                    <a:pt x="2057399" y="951488"/>
                  </a:lnTo>
                  <a:lnTo>
                    <a:pt x="2057399" y="232541"/>
                  </a:lnTo>
                  <a:lnTo>
                    <a:pt x="2052679" y="185685"/>
                  </a:lnTo>
                  <a:lnTo>
                    <a:pt x="2039137" y="142039"/>
                  </a:lnTo>
                  <a:lnTo>
                    <a:pt x="2017708" y="102539"/>
                  </a:lnTo>
                  <a:lnTo>
                    <a:pt x="1989322" y="68121"/>
                  </a:lnTo>
                  <a:lnTo>
                    <a:pt x="1954913" y="39722"/>
                  </a:lnTo>
                  <a:lnTo>
                    <a:pt x="1915413" y="18278"/>
                  </a:lnTo>
                  <a:lnTo>
                    <a:pt x="1871754" y="4725"/>
                  </a:lnTo>
                  <a:lnTo>
                    <a:pt x="1824868" y="0"/>
                  </a:lnTo>
                  <a:close/>
                </a:path>
              </a:pathLst>
            </a:custGeom>
            <a:solidFill>
              <a:srgbClr val="252525"/>
            </a:solidFill>
          </p:spPr>
          <p:txBody>
            <a:bodyPr wrap="square" lIns="0" tIns="0" rIns="0" bIns="0" rtlCol="0"/>
            <a:lstStyle/>
            <a:p>
              <a:endParaRPr/>
            </a:p>
          </p:txBody>
        </p:sp>
        <p:sp>
          <p:nvSpPr>
            <p:cNvPr id="98" name="object 98"/>
            <p:cNvSpPr/>
            <p:nvPr/>
          </p:nvSpPr>
          <p:spPr>
            <a:xfrm>
              <a:off x="6853946" y="5288148"/>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68" y="0"/>
                  </a:lnTo>
                  <a:lnTo>
                    <a:pt x="1871754" y="4725"/>
                  </a:lnTo>
                  <a:lnTo>
                    <a:pt x="1915413" y="18278"/>
                  </a:lnTo>
                  <a:lnTo>
                    <a:pt x="1954913" y="39722"/>
                  </a:lnTo>
                  <a:lnTo>
                    <a:pt x="1989322" y="68121"/>
                  </a:lnTo>
                  <a:lnTo>
                    <a:pt x="2017708" y="102539"/>
                  </a:lnTo>
                  <a:lnTo>
                    <a:pt x="2039137" y="142039"/>
                  </a:lnTo>
                  <a:lnTo>
                    <a:pt x="2052679" y="185685"/>
                  </a:lnTo>
                  <a:lnTo>
                    <a:pt x="2057399" y="232541"/>
                  </a:lnTo>
                  <a:lnTo>
                    <a:pt x="2057399" y="951488"/>
                  </a:lnTo>
                  <a:lnTo>
                    <a:pt x="2052679" y="998350"/>
                  </a:lnTo>
                  <a:lnTo>
                    <a:pt x="2039137" y="1041998"/>
                  </a:lnTo>
                  <a:lnTo>
                    <a:pt x="2017708" y="1081496"/>
                  </a:lnTo>
                  <a:lnTo>
                    <a:pt x="1989322" y="1115910"/>
                  </a:lnTo>
                  <a:lnTo>
                    <a:pt x="1954913" y="1144304"/>
                  </a:lnTo>
                  <a:lnTo>
                    <a:pt x="1915413" y="1165743"/>
                  </a:lnTo>
                  <a:lnTo>
                    <a:pt x="1871754" y="1179292"/>
                  </a:lnTo>
                  <a:lnTo>
                    <a:pt x="1824868" y="1184016"/>
                  </a:lnTo>
                  <a:lnTo>
                    <a:pt x="232531" y="1184016"/>
                  </a:lnTo>
                  <a:lnTo>
                    <a:pt x="185671" y="1179292"/>
                  </a:lnTo>
                  <a:lnTo>
                    <a:pt x="142024" y="1165743"/>
                  </a:lnTo>
                  <a:lnTo>
                    <a:pt x="102526" y="1144304"/>
                  </a:lnTo>
                  <a:lnTo>
                    <a:pt x="68111" y="1115910"/>
                  </a:lnTo>
                  <a:lnTo>
                    <a:pt x="39715" y="1081496"/>
                  </a:lnTo>
                  <a:lnTo>
                    <a:pt x="18275" y="1041998"/>
                  </a:lnTo>
                  <a:lnTo>
                    <a:pt x="4724" y="998350"/>
                  </a:lnTo>
                  <a:lnTo>
                    <a:pt x="0" y="951488"/>
                  </a:lnTo>
                  <a:lnTo>
                    <a:pt x="0" y="232541"/>
                  </a:lnTo>
                  <a:close/>
                </a:path>
              </a:pathLst>
            </a:custGeom>
            <a:ln w="76199">
              <a:solidFill>
                <a:srgbClr val="00AF50"/>
              </a:solidFill>
            </a:ln>
          </p:spPr>
          <p:txBody>
            <a:bodyPr wrap="square" lIns="0" tIns="0" rIns="0" bIns="0" rtlCol="0"/>
            <a:lstStyle/>
            <a:p>
              <a:endParaRPr/>
            </a:p>
          </p:txBody>
        </p:sp>
        <p:sp>
          <p:nvSpPr>
            <p:cNvPr id="99" name="object 99"/>
            <p:cNvSpPr/>
            <p:nvPr/>
          </p:nvSpPr>
          <p:spPr>
            <a:xfrm>
              <a:off x="6659880" y="4930138"/>
              <a:ext cx="2481072" cy="1927859"/>
            </a:xfrm>
            <a:prstGeom prst="rect">
              <a:avLst/>
            </a:prstGeom>
            <a:blipFill>
              <a:blip r:embed="rId40" cstate="print"/>
              <a:stretch>
                <a:fillRect/>
              </a:stretch>
            </a:blipFill>
          </p:spPr>
          <p:txBody>
            <a:bodyPr wrap="square" lIns="0" tIns="0" rIns="0" bIns="0" rtlCol="0"/>
            <a:lstStyle/>
            <a:p>
              <a:endParaRPr/>
            </a:p>
          </p:txBody>
        </p:sp>
        <p:sp>
          <p:nvSpPr>
            <p:cNvPr id="100" name="object 100"/>
            <p:cNvSpPr/>
            <p:nvPr/>
          </p:nvSpPr>
          <p:spPr>
            <a:xfrm>
              <a:off x="7402068" y="5524369"/>
              <a:ext cx="1031240" cy="740410"/>
            </a:xfrm>
            <a:custGeom>
              <a:avLst/>
              <a:gdLst/>
              <a:ahLst/>
              <a:cxnLst/>
              <a:rect l="l" t="t" r="r" b="b"/>
              <a:pathLst>
                <a:path w="1031240" h="740410">
                  <a:moveTo>
                    <a:pt x="782695" y="3941"/>
                  </a:moveTo>
                  <a:lnTo>
                    <a:pt x="732970" y="7826"/>
                  </a:lnTo>
                  <a:lnTo>
                    <a:pt x="688183" y="19480"/>
                  </a:lnTo>
                  <a:lnTo>
                    <a:pt x="648334" y="38899"/>
                  </a:lnTo>
                  <a:lnTo>
                    <a:pt x="613422" y="66078"/>
                  </a:lnTo>
                  <a:lnTo>
                    <a:pt x="583448" y="101013"/>
                  </a:lnTo>
                  <a:lnTo>
                    <a:pt x="562441" y="135798"/>
                  </a:lnTo>
                  <a:lnTo>
                    <a:pt x="545262" y="175481"/>
                  </a:lnTo>
                  <a:lnTo>
                    <a:pt x="531906" y="220061"/>
                  </a:lnTo>
                  <a:lnTo>
                    <a:pt x="522370" y="269538"/>
                  </a:lnTo>
                  <a:lnTo>
                    <a:pt x="516651" y="323911"/>
                  </a:lnTo>
                  <a:lnTo>
                    <a:pt x="514746" y="383179"/>
                  </a:lnTo>
                  <a:lnTo>
                    <a:pt x="516846" y="445114"/>
                  </a:lnTo>
                  <a:lnTo>
                    <a:pt x="523146" y="501151"/>
                  </a:lnTo>
                  <a:lnTo>
                    <a:pt x="533647" y="551290"/>
                  </a:lnTo>
                  <a:lnTo>
                    <a:pt x="548347" y="595529"/>
                  </a:lnTo>
                  <a:lnTo>
                    <a:pt x="567248" y="633870"/>
                  </a:lnTo>
                  <a:lnTo>
                    <a:pt x="590349" y="666312"/>
                  </a:lnTo>
                  <a:lnTo>
                    <a:pt x="649152" y="713501"/>
                  </a:lnTo>
                  <a:lnTo>
                    <a:pt x="684854" y="728248"/>
                  </a:lnTo>
                  <a:lnTo>
                    <a:pt x="724755" y="737095"/>
                  </a:lnTo>
                  <a:lnTo>
                    <a:pt x="768858" y="740045"/>
                  </a:lnTo>
                  <a:lnTo>
                    <a:pt x="817112" y="736193"/>
                  </a:lnTo>
                  <a:lnTo>
                    <a:pt x="860671" y="724638"/>
                  </a:lnTo>
                  <a:lnTo>
                    <a:pt x="899533" y="705380"/>
                  </a:lnTo>
                  <a:lnTo>
                    <a:pt x="933698" y="678420"/>
                  </a:lnTo>
                  <a:lnTo>
                    <a:pt x="963168" y="643758"/>
                  </a:lnTo>
                  <a:lnTo>
                    <a:pt x="977492" y="619935"/>
                  </a:lnTo>
                  <a:lnTo>
                    <a:pt x="773826" y="619935"/>
                  </a:lnTo>
                  <a:lnTo>
                    <a:pt x="743318" y="613248"/>
                  </a:lnTo>
                  <a:lnTo>
                    <a:pt x="698952" y="559751"/>
                  </a:lnTo>
                  <a:lnTo>
                    <a:pt x="685091" y="512941"/>
                  </a:lnTo>
                  <a:lnTo>
                    <a:pt x="676775" y="452758"/>
                  </a:lnTo>
                  <a:lnTo>
                    <a:pt x="674004" y="379201"/>
                  </a:lnTo>
                  <a:lnTo>
                    <a:pt x="676829" y="301095"/>
                  </a:lnTo>
                  <a:lnTo>
                    <a:pt x="685307" y="237191"/>
                  </a:lnTo>
                  <a:lnTo>
                    <a:pt x="699443" y="187489"/>
                  </a:lnTo>
                  <a:lnTo>
                    <a:pt x="719241" y="151987"/>
                  </a:lnTo>
                  <a:lnTo>
                    <a:pt x="775837" y="123587"/>
                  </a:lnTo>
                  <a:lnTo>
                    <a:pt x="985131" y="123587"/>
                  </a:lnTo>
                  <a:lnTo>
                    <a:pt x="979600" y="111903"/>
                  </a:lnTo>
                  <a:lnTo>
                    <a:pt x="957041" y="78915"/>
                  </a:lnTo>
                  <a:lnTo>
                    <a:pt x="899614" y="30932"/>
                  </a:lnTo>
                  <a:lnTo>
                    <a:pt x="825773" y="6940"/>
                  </a:lnTo>
                  <a:lnTo>
                    <a:pt x="782695" y="3941"/>
                  </a:lnTo>
                  <a:close/>
                </a:path>
                <a:path w="1031240" h="740410">
                  <a:moveTo>
                    <a:pt x="985131" y="123587"/>
                  </a:moveTo>
                  <a:lnTo>
                    <a:pt x="775837" y="123587"/>
                  </a:lnTo>
                  <a:lnTo>
                    <a:pt x="804949" y="130481"/>
                  </a:lnTo>
                  <a:lnTo>
                    <a:pt x="828763" y="151162"/>
                  </a:lnTo>
                  <a:lnTo>
                    <a:pt x="847283" y="185631"/>
                  </a:lnTo>
                  <a:lnTo>
                    <a:pt x="860509" y="233887"/>
                  </a:lnTo>
                  <a:lnTo>
                    <a:pt x="868443" y="295930"/>
                  </a:lnTo>
                  <a:lnTo>
                    <a:pt x="871087" y="371761"/>
                  </a:lnTo>
                  <a:lnTo>
                    <a:pt x="868389" y="447587"/>
                  </a:lnTo>
                  <a:lnTo>
                    <a:pt x="860292" y="509630"/>
                  </a:lnTo>
                  <a:lnTo>
                    <a:pt x="846791" y="557887"/>
                  </a:lnTo>
                  <a:lnTo>
                    <a:pt x="827883" y="592357"/>
                  </a:lnTo>
                  <a:lnTo>
                    <a:pt x="773826" y="619935"/>
                  </a:lnTo>
                  <a:lnTo>
                    <a:pt x="977492" y="619935"/>
                  </a:lnTo>
                  <a:lnTo>
                    <a:pt x="1000808" y="570186"/>
                  </a:lnTo>
                  <a:lnTo>
                    <a:pt x="1013966" y="526369"/>
                  </a:lnTo>
                  <a:lnTo>
                    <a:pt x="1023358" y="477865"/>
                  </a:lnTo>
                  <a:lnTo>
                    <a:pt x="1028988" y="424674"/>
                  </a:lnTo>
                  <a:lnTo>
                    <a:pt x="1030864" y="366796"/>
                  </a:lnTo>
                  <a:lnTo>
                    <a:pt x="1028813" y="303824"/>
                  </a:lnTo>
                  <a:lnTo>
                    <a:pt x="1022662" y="246849"/>
                  </a:lnTo>
                  <a:lnTo>
                    <a:pt x="1012410" y="195870"/>
                  </a:lnTo>
                  <a:lnTo>
                    <a:pt x="998056" y="150888"/>
                  </a:lnTo>
                  <a:lnTo>
                    <a:pt x="985131" y="123587"/>
                  </a:lnTo>
                  <a:close/>
                </a:path>
                <a:path w="1031240" h="740410">
                  <a:moveTo>
                    <a:pt x="307726" y="176701"/>
                  </a:moveTo>
                  <a:lnTo>
                    <a:pt x="151394" y="176701"/>
                  </a:lnTo>
                  <a:lnTo>
                    <a:pt x="151394" y="727639"/>
                  </a:lnTo>
                  <a:lnTo>
                    <a:pt x="307726" y="727639"/>
                  </a:lnTo>
                  <a:lnTo>
                    <a:pt x="307726" y="176701"/>
                  </a:lnTo>
                  <a:close/>
                </a:path>
                <a:path w="1031240" h="740410">
                  <a:moveTo>
                    <a:pt x="307726" y="0"/>
                  </a:moveTo>
                  <a:lnTo>
                    <a:pt x="212841" y="0"/>
                  </a:lnTo>
                  <a:lnTo>
                    <a:pt x="190390" y="16316"/>
                  </a:lnTo>
                  <a:lnTo>
                    <a:pt x="166641" y="31929"/>
                  </a:lnTo>
                  <a:lnTo>
                    <a:pt x="115183" y="61091"/>
                  </a:lnTo>
                  <a:lnTo>
                    <a:pt x="59306" y="86366"/>
                  </a:lnTo>
                  <a:lnTo>
                    <a:pt x="0" y="106704"/>
                  </a:lnTo>
                  <a:lnTo>
                    <a:pt x="0" y="238743"/>
                  </a:lnTo>
                  <a:lnTo>
                    <a:pt x="42153" y="230553"/>
                  </a:lnTo>
                  <a:lnTo>
                    <a:pt x="83301" y="216657"/>
                  </a:lnTo>
                  <a:lnTo>
                    <a:pt x="120792" y="198287"/>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01" name="object 101"/>
            <p:cNvSpPr/>
            <p:nvPr/>
          </p:nvSpPr>
          <p:spPr>
            <a:xfrm>
              <a:off x="7402067" y="5524369"/>
              <a:ext cx="1031240" cy="740410"/>
            </a:xfrm>
            <a:custGeom>
              <a:avLst/>
              <a:gdLst/>
              <a:ahLst/>
              <a:cxnLst/>
              <a:rect l="l" t="t" r="r" b="b"/>
              <a:pathLst>
                <a:path w="1031240" h="740410">
                  <a:moveTo>
                    <a:pt x="775837" y="123587"/>
                  </a:moveTo>
                  <a:lnTo>
                    <a:pt x="719241" y="151987"/>
                  </a:lnTo>
                  <a:lnTo>
                    <a:pt x="699443" y="187489"/>
                  </a:lnTo>
                  <a:lnTo>
                    <a:pt x="685307" y="237191"/>
                  </a:lnTo>
                  <a:lnTo>
                    <a:pt x="676829" y="301095"/>
                  </a:lnTo>
                  <a:lnTo>
                    <a:pt x="674004" y="379201"/>
                  </a:lnTo>
                  <a:lnTo>
                    <a:pt x="676775" y="452758"/>
                  </a:lnTo>
                  <a:lnTo>
                    <a:pt x="685091" y="512941"/>
                  </a:lnTo>
                  <a:lnTo>
                    <a:pt x="698952" y="559751"/>
                  </a:lnTo>
                  <a:lnTo>
                    <a:pt x="718360" y="593186"/>
                  </a:lnTo>
                  <a:lnTo>
                    <a:pt x="773826" y="619935"/>
                  </a:lnTo>
                  <a:lnTo>
                    <a:pt x="803562" y="613041"/>
                  </a:lnTo>
                  <a:lnTo>
                    <a:pt x="846791" y="557887"/>
                  </a:lnTo>
                  <a:lnTo>
                    <a:pt x="860292" y="509630"/>
                  </a:lnTo>
                  <a:lnTo>
                    <a:pt x="868389" y="447587"/>
                  </a:lnTo>
                  <a:lnTo>
                    <a:pt x="871087" y="371761"/>
                  </a:lnTo>
                  <a:lnTo>
                    <a:pt x="868443" y="295930"/>
                  </a:lnTo>
                  <a:lnTo>
                    <a:pt x="860509" y="233887"/>
                  </a:lnTo>
                  <a:lnTo>
                    <a:pt x="847283" y="185631"/>
                  </a:lnTo>
                  <a:lnTo>
                    <a:pt x="828763" y="151162"/>
                  </a:lnTo>
                  <a:lnTo>
                    <a:pt x="775837" y="123587"/>
                  </a:lnTo>
                  <a:close/>
                </a:path>
                <a:path w="1031240" h="740410">
                  <a:moveTo>
                    <a:pt x="782695" y="3941"/>
                  </a:moveTo>
                  <a:lnTo>
                    <a:pt x="825773" y="6940"/>
                  </a:lnTo>
                  <a:lnTo>
                    <a:pt x="864746" y="15937"/>
                  </a:lnTo>
                  <a:lnTo>
                    <a:pt x="930379" y="51925"/>
                  </a:lnTo>
                  <a:lnTo>
                    <a:pt x="979599" y="111903"/>
                  </a:lnTo>
                  <a:lnTo>
                    <a:pt x="998056" y="150888"/>
                  </a:lnTo>
                  <a:lnTo>
                    <a:pt x="1012410" y="195870"/>
                  </a:lnTo>
                  <a:lnTo>
                    <a:pt x="1022662" y="246849"/>
                  </a:lnTo>
                  <a:lnTo>
                    <a:pt x="1028813" y="303824"/>
                  </a:lnTo>
                  <a:lnTo>
                    <a:pt x="1030864" y="366796"/>
                  </a:lnTo>
                  <a:lnTo>
                    <a:pt x="1028988" y="424673"/>
                  </a:lnTo>
                  <a:lnTo>
                    <a:pt x="1023358" y="477865"/>
                  </a:lnTo>
                  <a:lnTo>
                    <a:pt x="1013966" y="526369"/>
                  </a:lnTo>
                  <a:lnTo>
                    <a:pt x="1000808" y="570186"/>
                  </a:lnTo>
                  <a:lnTo>
                    <a:pt x="983877" y="609316"/>
                  </a:lnTo>
                  <a:lnTo>
                    <a:pt x="963167" y="643758"/>
                  </a:lnTo>
                  <a:lnTo>
                    <a:pt x="933698" y="678420"/>
                  </a:lnTo>
                  <a:lnTo>
                    <a:pt x="899533" y="705380"/>
                  </a:lnTo>
                  <a:lnTo>
                    <a:pt x="860671" y="724638"/>
                  </a:lnTo>
                  <a:lnTo>
                    <a:pt x="817112" y="736193"/>
                  </a:lnTo>
                  <a:lnTo>
                    <a:pt x="768857" y="740045"/>
                  </a:lnTo>
                  <a:lnTo>
                    <a:pt x="724755" y="737095"/>
                  </a:lnTo>
                  <a:lnTo>
                    <a:pt x="684854" y="728248"/>
                  </a:lnTo>
                  <a:lnTo>
                    <a:pt x="649152" y="713501"/>
                  </a:lnTo>
                  <a:lnTo>
                    <a:pt x="590349" y="666312"/>
                  </a:lnTo>
                  <a:lnTo>
                    <a:pt x="567248" y="633870"/>
                  </a:lnTo>
                  <a:lnTo>
                    <a:pt x="548347" y="595529"/>
                  </a:lnTo>
                  <a:lnTo>
                    <a:pt x="533647" y="551290"/>
                  </a:lnTo>
                  <a:lnTo>
                    <a:pt x="523146" y="501151"/>
                  </a:lnTo>
                  <a:lnTo>
                    <a:pt x="516846" y="445114"/>
                  </a:lnTo>
                  <a:lnTo>
                    <a:pt x="514746" y="383179"/>
                  </a:lnTo>
                  <a:lnTo>
                    <a:pt x="516651" y="323911"/>
                  </a:lnTo>
                  <a:lnTo>
                    <a:pt x="522370" y="269538"/>
                  </a:lnTo>
                  <a:lnTo>
                    <a:pt x="531906" y="220061"/>
                  </a:lnTo>
                  <a:lnTo>
                    <a:pt x="545262" y="175481"/>
                  </a:lnTo>
                  <a:lnTo>
                    <a:pt x="562441" y="135798"/>
                  </a:lnTo>
                  <a:lnTo>
                    <a:pt x="583448" y="101013"/>
                  </a:lnTo>
                  <a:lnTo>
                    <a:pt x="613422" y="66078"/>
                  </a:lnTo>
                  <a:lnTo>
                    <a:pt x="648333" y="38899"/>
                  </a:lnTo>
                  <a:lnTo>
                    <a:pt x="688183" y="19480"/>
                  </a:lnTo>
                  <a:lnTo>
                    <a:pt x="732970" y="7826"/>
                  </a:lnTo>
                  <a:lnTo>
                    <a:pt x="782695" y="3941"/>
                  </a:lnTo>
                  <a:close/>
                </a:path>
                <a:path w="1031240" h="740410">
                  <a:moveTo>
                    <a:pt x="212841" y="0"/>
                  </a:moveTo>
                  <a:lnTo>
                    <a:pt x="307726" y="0"/>
                  </a:lnTo>
                  <a:lnTo>
                    <a:pt x="307726" y="727639"/>
                  </a:lnTo>
                  <a:lnTo>
                    <a:pt x="151394" y="727639"/>
                  </a:lnTo>
                  <a:lnTo>
                    <a:pt x="151394" y="176701"/>
                  </a:lnTo>
                  <a:lnTo>
                    <a:pt x="144619" y="182331"/>
                  </a:lnTo>
                  <a:lnTo>
                    <a:pt x="111873" y="203251"/>
                  </a:lnTo>
                  <a:lnTo>
                    <a:pt x="73306" y="220593"/>
                  </a:lnTo>
                  <a:lnTo>
                    <a:pt x="31521" y="233208"/>
                  </a:lnTo>
                  <a:lnTo>
                    <a:pt x="0" y="238743"/>
                  </a:lnTo>
                  <a:lnTo>
                    <a:pt x="0" y="106704"/>
                  </a:lnTo>
                  <a:lnTo>
                    <a:pt x="30067" y="97154"/>
                  </a:lnTo>
                  <a:lnTo>
                    <a:pt x="59306" y="86366"/>
                  </a:lnTo>
                  <a:lnTo>
                    <a:pt x="115183" y="61091"/>
                  </a:lnTo>
                  <a:lnTo>
                    <a:pt x="166641" y="31929"/>
                  </a:lnTo>
                  <a:lnTo>
                    <a:pt x="190390" y="16316"/>
                  </a:lnTo>
                  <a:lnTo>
                    <a:pt x="212841" y="0"/>
                  </a:lnTo>
                  <a:close/>
                </a:path>
              </a:pathLst>
            </a:custGeom>
            <a:ln w="12191">
              <a:solidFill>
                <a:srgbClr val="000000"/>
              </a:solidFill>
            </a:ln>
          </p:spPr>
          <p:txBody>
            <a:bodyPr wrap="square" lIns="0" tIns="0" rIns="0" bIns="0" rtlCol="0"/>
            <a:lstStyle/>
            <a:p>
              <a:endParaRPr/>
            </a:p>
          </p:txBody>
        </p:sp>
        <p:sp>
          <p:nvSpPr>
            <p:cNvPr id="102" name="object 102"/>
            <p:cNvSpPr/>
            <p:nvPr/>
          </p:nvSpPr>
          <p:spPr>
            <a:xfrm>
              <a:off x="6772656" y="5216651"/>
              <a:ext cx="2218944" cy="1345691"/>
            </a:xfrm>
            <a:prstGeom prst="rect">
              <a:avLst/>
            </a:prstGeom>
            <a:blipFill>
              <a:blip r:embed="rId41" cstate="print"/>
              <a:stretch>
                <a:fillRect/>
              </a:stretch>
            </a:blipFill>
          </p:spPr>
          <p:txBody>
            <a:bodyPr wrap="square" lIns="0" tIns="0" rIns="0" bIns="0" rtlCol="0"/>
            <a:lstStyle/>
            <a:p>
              <a:endParaRPr/>
            </a:p>
          </p:txBody>
        </p:sp>
        <p:sp>
          <p:nvSpPr>
            <p:cNvPr id="103" name="object 103"/>
            <p:cNvSpPr/>
            <p:nvPr/>
          </p:nvSpPr>
          <p:spPr>
            <a:xfrm>
              <a:off x="6618732" y="4898134"/>
              <a:ext cx="2525267" cy="1959864"/>
            </a:xfrm>
            <a:prstGeom prst="rect">
              <a:avLst/>
            </a:prstGeom>
            <a:blipFill>
              <a:blip r:embed="rId42" cstate="print"/>
              <a:stretch>
                <a:fillRect/>
              </a:stretch>
            </a:blipFill>
          </p:spPr>
          <p:txBody>
            <a:bodyPr wrap="square" lIns="0" tIns="0" rIns="0" bIns="0" rtlCol="0"/>
            <a:lstStyle/>
            <a:p>
              <a:endParaRPr/>
            </a:p>
          </p:txBody>
        </p:sp>
        <p:sp>
          <p:nvSpPr>
            <p:cNvPr id="104" name="object 104"/>
            <p:cNvSpPr/>
            <p:nvPr/>
          </p:nvSpPr>
          <p:spPr>
            <a:xfrm>
              <a:off x="6854067" y="5277099"/>
              <a:ext cx="2057400" cy="1184275"/>
            </a:xfrm>
            <a:custGeom>
              <a:avLst/>
              <a:gdLst/>
              <a:ahLst/>
              <a:cxnLst/>
              <a:rect l="l" t="t" r="r" b="b"/>
              <a:pathLst>
                <a:path w="2057400" h="1184275">
                  <a:moveTo>
                    <a:pt x="1824989"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989" y="1184065"/>
                  </a:lnTo>
                  <a:lnTo>
                    <a:pt x="1871835" y="1179341"/>
                  </a:lnTo>
                  <a:lnTo>
                    <a:pt x="1915465" y="1165791"/>
                  </a:lnTo>
                  <a:lnTo>
                    <a:pt x="1954943" y="1144352"/>
                  </a:lnTo>
                  <a:lnTo>
                    <a:pt x="1989338" y="1115958"/>
                  </a:lnTo>
                  <a:lnTo>
                    <a:pt x="2017714" y="1081544"/>
                  </a:lnTo>
                  <a:lnTo>
                    <a:pt x="2039139" y="1042045"/>
                  </a:lnTo>
                  <a:lnTo>
                    <a:pt x="2052679" y="998398"/>
                  </a:lnTo>
                  <a:lnTo>
                    <a:pt x="2057399" y="951536"/>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05" name="object 105"/>
            <p:cNvSpPr/>
            <p:nvPr/>
          </p:nvSpPr>
          <p:spPr>
            <a:xfrm>
              <a:off x="6854067" y="527709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36"/>
                  </a:lnTo>
                  <a:lnTo>
                    <a:pt x="2052679" y="998398"/>
                  </a:lnTo>
                  <a:lnTo>
                    <a:pt x="2039139" y="1042045"/>
                  </a:lnTo>
                  <a:lnTo>
                    <a:pt x="2017714" y="1081544"/>
                  </a:lnTo>
                  <a:lnTo>
                    <a:pt x="1989338" y="1115958"/>
                  </a:lnTo>
                  <a:lnTo>
                    <a:pt x="1954943" y="1144352"/>
                  </a:lnTo>
                  <a:lnTo>
                    <a:pt x="1915465" y="1165791"/>
                  </a:lnTo>
                  <a:lnTo>
                    <a:pt x="1871835" y="1179341"/>
                  </a:lnTo>
                  <a:lnTo>
                    <a:pt x="1824989"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106" name="object 106"/>
            <p:cNvSpPr/>
            <p:nvPr/>
          </p:nvSpPr>
          <p:spPr>
            <a:xfrm>
              <a:off x="6659880" y="4919471"/>
              <a:ext cx="2481072" cy="1938527"/>
            </a:xfrm>
            <a:prstGeom prst="rect">
              <a:avLst/>
            </a:prstGeom>
            <a:blipFill>
              <a:blip r:embed="rId43" cstate="print"/>
              <a:stretch>
                <a:fillRect/>
              </a:stretch>
            </a:blipFill>
          </p:spPr>
          <p:txBody>
            <a:bodyPr wrap="square" lIns="0" tIns="0" rIns="0" bIns="0" rtlCol="0"/>
            <a:lstStyle/>
            <a:p>
              <a:endParaRPr/>
            </a:p>
          </p:txBody>
        </p:sp>
        <p:sp>
          <p:nvSpPr>
            <p:cNvPr id="107" name="object 107"/>
            <p:cNvSpPr/>
            <p:nvPr/>
          </p:nvSpPr>
          <p:spPr>
            <a:xfrm>
              <a:off x="7402190" y="5513319"/>
              <a:ext cx="893444" cy="727710"/>
            </a:xfrm>
            <a:custGeom>
              <a:avLst/>
              <a:gdLst/>
              <a:ahLst/>
              <a:cxnLst/>
              <a:rect l="l" t="t" r="r" b="b"/>
              <a:pathLst>
                <a:path w="893445" h="727710">
                  <a:moveTo>
                    <a:pt x="892942" y="176747"/>
                  </a:moveTo>
                  <a:lnTo>
                    <a:pt x="736610" y="176747"/>
                  </a:lnTo>
                  <a:lnTo>
                    <a:pt x="736610" y="727685"/>
                  </a:lnTo>
                  <a:lnTo>
                    <a:pt x="892942" y="727685"/>
                  </a:lnTo>
                  <a:lnTo>
                    <a:pt x="892942" y="176747"/>
                  </a:lnTo>
                  <a:close/>
                </a:path>
                <a:path w="893445" h="727710">
                  <a:moveTo>
                    <a:pt x="892942" y="0"/>
                  </a:moveTo>
                  <a:lnTo>
                    <a:pt x="798210" y="0"/>
                  </a:lnTo>
                  <a:lnTo>
                    <a:pt x="775670" y="16316"/>
                  </a:lnTo>
                  <a:lnTo>
                    <a:pt x="751876" y="31929"/>
                  </a:lnTo>
                  <a:lnTo>
                    <a:pt x="700399" y="61091"/>
                  </a:lnTo>
                  <a:lnTo>
                    <a:pt x="644533" y="86409"/>
                  </a:lnTo>
                  <a:lnTo>
                    <a:pt x="585216" y="106762"/>
                  </a:lnTo>
                  <a:lnTo>
                    <a:pt x="585216" y="238792"/>
                  </a:lnTo>
                  <a:lnTo>
                    <a:pt x="627400" y="230599"/>
                  </a:lnTo>
                  <a:lnTo>
                    <a:pt x="668670" y="216706"/>
                  </a:lnTo>
                  <a:lnTo>
                    <a:pt x="706130" y="198333"/>
                  </a:lnTo>
                  <a:lnTo>
                    <a:pt x="736610" y="176747"/>
                  </a:lnTo>
                  <a:lnTo>
                    <a:pt x="892942" y="176747"/>
                  </a:lnTo>
                  <a:lnTo>
                    <a:pt x="892942" y="0"/>
                  </a:lnTo>
                  <a:close/>
                </a:path>
                <a:path w="893445" h="727710">
                  <a:moveTo>
                    <a:pt x="307726" y="176747"/>
                  </a:moveTo>
                  <a:lnTo>
                    <a:pt x="151394" y="176747"/>
                  </a:lnTo>
                  <a:lnTo>
                    <a:pt x="151394" y="727685"/>
                  </a:lnTo>
                  <a:lnTo>
                    <a:pt x="307726" y="727685"/>
                  </a:lnTo>
                  <a:lnTo>
                    <a:pt x="307726" y="176747"/>
                  </a:lnTo>
                  <a:close/>
                </a:path>
                <a:path w="893445" h="727710">
                  <a:moveTo>
                    <a:pt x="307726" y="0"/>
                  </a:moveTo>
                  <a:lnTo>
                    <a:pt x="212994" y="0"/>
                  </a:lnTo>
                  <a:lnTo>
                    <a:pt x="190454" y="16316"/>
                  </a:lnTo>
                  <a:lnTo>
                    <a:pt x="166660" y="31929"/>
                  </a:lnTo>
                  <a:lnTo>
                    <a:pt x="115183" y="61091"/>
                  </a:lnTo>
                  <a:lnTo>
                    <a:pt x="59317" y="86409"/>
                  </a:lnTo>
                  <a:lnTo>
                    <a:pt x="0" y="106762"/>
                  </a:lnTo>
                  <a:lnTo>
                    <a:pt x="0" y="238792"/>
                  </a:lnTo>
                  <a:lnTo>
                    <a:pt x="42184" y="230599"/>
                  </a:lnTo>
                  <a:lnTo>
                    <a:pt x="83332" y="216706"/>
                  </a:lnTo>
                  <a:lnTo>
                    <a:pt x="120914" y="198333"/>
                  </a:lnTo>
                  <a:lnTo>
                    <a:pt x="151394" y="176747"/>
                  </a:lnTo>
                  <a:lnTo>
                    <a:pt x="307726" y="176747"/>
                  </a:lnTo>
                  <a:lnTo>
                    <a:pt x="307726" y="0"/>
                  </a:lnTo>
                  <a:close/>
                </a:path>
              </a:pathLst>
            </a:custGeom>
            <a:solidFill>
              <a:srgbClr val="FFFF00"/>
            </a:solidFill>
          </p:spPr>
          <p:txBody>
            <a:bodyPr wrap="square" lIns="0" tIns="0" rIns="0" bIns="0" rtlCol="0"/>
            <a:lstStyle/>
            <a:p>
              <a:endParaRPr/>
            </a:p>
          </p:txBody>
        </p:sp>
        <p:sp>
          <p:nvSpPr>
            <p:cNvPr id="108" name="object 108"/>
            <p:cNvSpPr/>
            <p:nvPr/>
          </p:nvSpPr>
          <p:spPr>
            <a:xfrm>
              <a:off x="7402189" y="5513320"/>
              <a:ext cx="893444" cy="727710"/>
            </a:xfrm>
            <a:custGeom>
              <a:avLst/>
              <a:gdLst/>
              <a:ahLst/>
              <a:cxnLst/>
              <a:rect l="l" t="t" r="r" b="b"/>
              <a:pathLst>
                <a:path w="893445" h="727710">
                  <a:moveTo>
                    <a:pt x="798210" y="0"/>
                  </a:moveTo>
                  <a:lnTo>
                    <a:pt x="892942" y="0"/>
                  </a:lnTo>
                  <a:lnTo>
                    <a:pt x="892942" y="727685"/>
                  </a:lnTo>
                  <a:lnTo>
                    <a:pt x="736610" y="727685"/>
                  </a:lnTo>
                  <a:lnTo>
                    <a:pt x="736610" y="176747"/>
                  </a:lnTo>
                  <a:lnTo>
                    <a:pt x="729850" y="182377"/>
                  </a:lnTo>
                  <a:lnTo>
                    <a:pt x="697143" y="203299"/>
                  </a:lnTo>
                  <a:lnTo>
                    <a:pt x="658587" y="220647"/>
                  </a:lnTo>
                  <a:lnTo>
                    <a:pt x="616749" y="233254"/>
                  </a:lnTo>
                  <a:lnTo>
                    <a:pt x="585215" y="238792"/>
                  </a:lnTo>
                  <a:lnTo>
                    <a:pt x="585215" y="106762"/>
                  </a:lnTo>
                  <a:lnTo>
                    <a:pt x="615296" y="97205"/>
                  </a:lnTo>
                  <a:lnTo>
                    <a:pt x="644533" y="86409"/>
                  </a:lnTo>
                  <a:lnTo>
                    <a:pt x="700399" y="61091"/>
                  </a:lnTo>
                  <a:lnTo>
                    <a:pt x="751876" y="31929"/>
                  </a:lnTo>
                  <a:lnTo>
                    <a:pt x="775670" y="16316"/>
                  </a:lnTo>
                  <a:lnTo>
                    <a:pt x="798210" y="0"/>
                  </a:lnTo>
                  <a:close/>
                </a:path>
                <a:path w="893445" h="727710">
                  <a:moveTo>
                    <a:pt x="212994" y="0"/>
                  </a:moveTo>
                  <a:lnTo>
                    <a:pt x="307726" y="0"/>
                  </a:lnTo>
                  <a:lnTo>
                    <a:pt x="307726" y="727685"/>
                  </a:lnTo>
                  <a:lnTo>
                    <a:pt x="151394" y="727685"/>
                  </a:lnTo>
                  <a:lnTo>
                    <a:pt x="151394" y="176747"/>
                  </a:lnTo>
                  <a:lnTo>
                    <a:pt x="144634" y="182377"/>
                  </a:lnTo>
                  <a:lnTo>
                    <a:pt x="111925" y="203299"/>
                  </a:lnTo>
                  <a:lnTo>
                    <a:pt x="73319" y="220647"/>
                  </a:lnTo>
                  <a:lnTo>
                    <a:pt x="31533" y="233254"/>
                  </a:lnTo>
                  <a:lnTo>
                    <a:pt x="0" y="238792"/>
                  </a:lnTo>
                  <a:lnTo>
                    <a:pt x="0" y="106762"/>
                  </a:lnTo>
                  <a:lnTo>
                    <a:pt x="30080" y="97205"/>
                  </a:lnTo>
                  <a:lnTo>
                    <a:pt x="59317" y="86409"/>
                  </a:lnTo>
                  <a:lnTo>
                    <a:pt x="115183" y="61091"/>
                  </a:lnTo>
                  <a:lnTo>
                    <a:pt x="166660" y="31929"/>
                  </a:lnTo>
                  <a:lnTo>
                    <a:pt x="190454" y="16316"/>
                  </a:lnTo>
                  <a:lnTo>
                    <a:pt x="212994" y="0"/>
                  </a:lnTo>
                  <a:close/>
                </a:path>
              </a:pathLst>
            </a:custGeom>
            <a:ln w="12191">
              <a:solidFill>
                <a:srgbClr val="000000"/>
              </a:solidFill>
            </a:ln>
          </p:spPr>
          <p:txBody>
            <a:bodyPr wrap="square" lIns="0" tIns="0" rIns="0" bIns="0" rtlCol="0"/>
            <a:lstStyle/>
            <a:p>
              <a:endParaRPr/>
            </a:p>
          </p:txBody>
        </p:sp>
        <p:sp>
          <p:nvSpPr>
            <p:cNvPr id="109" name="object 109"/>
            <p:cNvSpPr/>
            <p:nvPr/>
          </p:nvSpPr>
          <p:spPr>
            <a:xfrm>
              <a:off x="6754368" y="5231891"/>
              <a:ext cx="2218944" cy="1345692"/>
            </a:xfrm>
            <a:prstGeom prst="rect">
              <a:avLst/>
            </a:prstGeom>
            <a:blipFill>
              <a:blip r:embed="rId44" cstate="print"/>
              <a:stretch>
                <a:fillRect/>
              </a:stretch>
            </a:blipFill>
          </p:spPr>
          <p:txBody>
            <a:bodyPr wrap="square" lIns="0" tIns="0" rIns="0" bIns="0" rtlCol="0"/>
            <a:lstStyle/>
            <a:p>
              <a:endParaRPr/>
            </a:p>
          </p:txBody>
        </p:sp>
        <p:sp>
          <p:nvSpPr>
            <p:cNvPr id="110" name="object 110"/>
            <p:cNvSpPr/>
            <p:nvPr/>
          </p:nvSpPr>
          <p:spPr>
            <a:xfrm>
              <a:off x="6600444" y="4914899"/>
              <a:ext cx="2543555" cy="1943100"/>
            </a:xfrm>
            <a:prstGeom prst="rect">
              <a:avLst/>
            </a:prstGeom>
            <a:blipFill>
              <a:blip r:embed="rId45" cstate="print"/>
              <a:stretch>
                <a:fillRect/>
              </a:stretch>
            </a:blipFill>
          </p:spPr>
          <p:txBody>
            <a:bodyPr wrap="square" lIns="0" tIns="0" rIns="0" bIns="0" rtlCol="0"/>
            <a:lstStyle/>
            <a:p>
              <a:endParaRPr/>
            </a:p>
          </p:txBody>
        </p:sp>
        <p:sp>
          <p:nvSpPr>
            <p:cNvPr id="111" name="object 111"/>
            <p:cNvSpPr/>
            <p:nvPr/>
          </p:nvSpPr>
          <p:spPr>
            <a:xfrm>
              <a:off x="6835658" y="5292983"/>
              <a:ext cx="2057400" cy="1184275"/>
            </a:xfrm>
            <a:custGeom>
              <a:avLst/>
              <a:gdLst/>
              <a:ahLst/>
              <a:cxnLst/>
              <a:rect l="l" t="t" r="r" b="b"/>
              <a:pathLst>
                <a:path w="2057400" h="1184275">
                  <a:moveTo>
                    <a:pt x="1824868"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488"/>
                  </a:lnTo>
                  <a:lnTo>
                    <a:pt x="4724" y="998354"/>
                  </a:lnTo>
                  <a:lnTo>
                    <a:pt x="18275" y="1042003"/>
                  </a:lnTo>
                  <a:lnTo>
                    <a:pt x="39715" y="1081502"/>
                  </a:lnTo>
                  <a:lnTo>
                    <a:pt x="68111" y="1115915"/>
                  </a:lnTo>
                  <a:lnTo>
                    <a:pt x="102526" y="1144307"/>
                  </a:lnTo>
                  <a:lnTo>
                    <a:pt x="142024" y="1165745"/>
                  </a:lnTo>
                  <a:lnTo>
                    <a:pt x="185671" y="1179293"/>
                  </a:lnTo>
                  <a:lnTo>
                    <a:pt x="232531" y="1184016"/>
                  </a:lnTo>
                  <a:lnTo>
                    <a:pt x="1824868" y="1184016"/>
                  </a:lnTo>
                  <a:lnTo>
                    <a:pt x="1871719" y="1179293"/>
                  </a:lnTo>
                  <a:lnTo>
                    <a:pt x="1915362" y="1165745"/>
                  </a:lnTo>
                  <a:lnTo>
                    <a:pt x="1954860" y="1144307"/>
                  </a:lnTo>
                  <a:lnTo>
                    <a:pt x="1989277" y="1115915"/>
                  </a:lnTo>
                  <a:lnTo>
                    <a:pt x="2017676" y="1081502"/>
                  </a:lnTo>
                  <a:lnTo>
                    <a:pt x="2039120" y="1042003"/>
                  </a:lnTo>
                  <a:lnTo>
                    <a:pt x="2052674" y="998354"/>
                  </a:lnTo>
                  <a:lnTo>
                    <a:pt x="2057399" y="951488"/>
                  </a:lnTo>
                  <a:lnTo>
                    <a:pt x="2057399" y="232528"/>
                  </a:lnTo>
                  <a:lnTo>
                    <a:pt x="2052674" y="185673"/>
                  </a:lnTo>
                  <a:lnTo>
                    <a:pt x="2039120" y="142028"/>
                  </a:lnTo>
                  <a:lnTo>
                    <a:pt x="2017676" y="102530"/>
                  </a:lnTo>
                  <a:lnTo>
                    <a:pt x="1989277" y="68115"/>
                  </a:lnTo>
                  <a:lnTo>
                    <a:pt x="1954860" y="39718"/>
                  </a:lnTo>
                  <a:lnTo>
                    <a:pt x="1915362" y="18276"/>
                  </a:lnTo>
                  <a:lnTo>
                    <a:pt x="1871719" y="4725"/>
                  </a:lnTo>
                  <a:lnTo>
                    <a:pt x="1824868" y="0"/>
                  </a:lnTo>
                  <a:close/>
                </a:path>
              </a:pathLst>
            </a:custGeom>
            <a:solidFill>
              <a:srgbClr val="252525"/>
            </a:solidFill>
          </p:spPr>
          <p:txBody>
            <a:bodyPr wrap="square" lIns="0" tIns="0" rIns="0" bIns="0" rtlCol="0"/>
            <a:lstStyle/>
            <a:p>
              <a:endParaRPr/>
            </a:p>
          </p:txBody>
        </p:sp>
        <p:sp>
          <p:nvSpPr>
            <p:cNvPr id="112" name="object 112"/>
            <p:cNvSpPr/>
            <p:nvPr/>
          </p:nvSpPr>
          <p:spPr>
            <a:xfrm>
              <a:off x="6835658" y="529298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68" y="0"/>
                  </a:lnTo>
                  <a:lnTo>
                    <a:pt x="1871719" y="4725"/>
                  </a:lnTo>
                  <a:lnTo>
                    <a:pt x="1915362" y="18276"/>
                  </a:lnTo>
                  <a:lnTo>
                    <a:pt x="1954860" y="39718"/>
                  </a:lnTo>
                  <a:lnTo>
                    <a:pt x="1989277" y="68115"/>
                  </a:lnTo>
                  <a:lnTo>
                    <a:pt x="2017676" y="102530"/>
                  </a:lnTo>
                  <a:lnTo>
                    <a:pt x="2039120" y="142028"/>
                  </a:lnTo>
                  <a:lnTo>
                    <a:pt x="2052674" y="185673"/>
                  </a:lnTo>
                  <a:lnTo>
                    <a:pt x="2057399" y="232528"/>
                  </a:lnTo>
                  <a:lnTo>
                    <a:pt x="2057399" y="951488"/>
                  </a:lnTo>
                  <a:lnTo>
                    <a:pt x="2052674" y="998354"/>
                  </a:lnTo>
                  <a:lnTo>
                    <a:pt x="2039120" y="1042003"/>
                  </a:lnTo>
                  <a:lnTo>
                    <a:pt x="2017676" y="1081502"/>
                  </a:lnTo>
                  <a:lnTo>
                    <a:pt x="1989277" y="1115915"/>
                  </a:lnTo>
                  <a:lnTo>
                    <a:pt x="1954860" y="1144307"/>
                  </a:lnTo>
                  <a:lnTo>
                    <a:pt x="1915362" y="1165745"/>
                  </a:lnTo>
                  <a:lnTo>
                    <a:pt x="1871719" y="1179293"/>
                  </a:lnTo>
                  <a:lnTo>
                    <a:pt x="1824868" y="1184016"/>
                  </a:lnTo>
                  <a:lnTo>
                    <a:pt x="232531" y="1184016"/>
                  </a:lnTo>
                  <a:lnTo>
                    <a:pt x="185671" y="1179293"/>
                  </a:lnTo>
                  <a:lnTo>
                    <a:pt x="142024" y="1165745"/>
                  </a:lnTo>
                  <a:lnTo>
                    <a:pt x="102526" y="1144307"/>
                  </a:lnTo>
                  <a:lnTo>
                    <a:pt x="68111" y="1115915"/>
                  </a:lnTo>
                  <a:lnTo>
                    <a:pt x="39715" y="1081502"/>
                  </a:lnTo>
                  <a:lnTo>
                    <a:pt x="18275" y="1042003"/>
                  </a:lnTo>
                  <a:lnTo>
                    <a:pt x="4724"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113" name="object 113"/>
            <p:cNvSpPr/>
            <p:nvPr/>
          </p:nvSpPr>
          <p:spPr>
            <a:xfrm>
              <a:off x="6641592" y="4936234"/>
              <a:ext cx="2481072" cy="1921764"/>
            </a:xfrm>
            <a:prstGeom prst="rect">
              <a:avLst/>
            </a:prstGeom>
            <a:blipFill>
              <a:blip r:embed="rId46" cstate="print"/>
              <a:stretch>
                <a:fillRect/>
              </a:stretch>
            </a:blipFill>
          </p:spPr>
          <p:txBody>
            <a:bodyPr wrap="square" lIns="0" tIns="0" rIns="0" bIns="0" rtlCol="0"/>
            <a:lstStyle/>
            <a:p>
              <a:endParaRPr/>
            </a:p>
          </p:txBody>
        </p:sp>
        <p:sp>
          <p:nvSpPr>
            <p:cNvPr id="114" name="object 114"/>
            <p:cNvSpPr/>
            <p:nvPr/>
          </p:nvSpPr>
          <p:spPr>
            <a:xfrm>
              <a:off x="7383658" y="5529202"/>
              <a:ext cx="996315" cy="727710"/>
            </a:xfrm>
            <a:custGeom>
              <a:avLst/>
              <a:gdLst/>
              <a:ahLst/>
              <a:cxnLst/>
              <a:rect l="l" t="t" r="r" b="b"/>
              <a:pathLst>
                <a:path w="996315" h="727710">
                  <a:moveTo>
                    <a:pt x="982439" y="129052"/>
                  </a:moveTo>
                  <a:lnTo>
                    <a:pt x="731123" y="129052"/>
                  </a:lnTo>
                  <a:lnTo>
                    <a:pt x="755992" y="130510"/>
                  </a:lnTo>
                  <a:lnTo>
                    <a:pt x="777438" y="134885"/>
                  </a:lnTo>
                  <a:lnTo>
                    <a:pt x="821396" y="165441"/>
                  </a:lnTo>
                  <a:lnTo>
                    <a:pt x="835914" y="221373"/>
                  </a:lnTo>
                  <a:lnTo>
                    <a:pt x="835413" y="232862"/>
                  </a:lnTo>
                  <a:lnTo>
                    <a:pt x="823545" y="275561"/>
                  </a:lnTo>
                  <a:lnTo>
                    <a:pt x="795359" y="316059"/>
                  </a:lnTo>
                  <a:lnTo>
                    <a:pt x="764164" y="346447"/>
                  </a:lnTo>
                  <a:lnTo>
                    <a:pt x="724443" y="378133"/>
                  </a:lnTo>
                  <a:lnTo>
                    <a:pt x="694226" y="400128"/>
                  </a:lnTo>
                  <a:lnTo>
                    <a:pt x="678732" y="411777"/>
                  </a:lnTo>
                  <a:lnTo>
                    <a:pt x="646541" y="437031"/>
                  </a:lnTo>
                  <a:lnTo>
                    <a:pt x="614857" y="465569"/>
                  </a:lnTo>
                  <a:lnTo>
                    <a:pt x="585734" y="498073"/>
                  </a:lnTo>
                  <a:lnTo>
                    <a:pt x="560287" y="534805"/>
                  </a:lnTo>
                  <a:lnTo>
                    <a:pt x="539617" y="576001"/>
                  </a:lnTo>
                  <a:lnTo>
                    <a:pt x="525795" y="622228"/>
                  </a:lnTo>
                  <a:lnTo>
                    <a:pt x="521208" y="674037"/>
                  </a:lnTo>
                  <a:lnTo>
                    <a:pt x="521208" y="727639"/>
                  </a:lnTo>
                  <a:lnTo>
                    <a:pt x="994775" y="727639"/>
                  </a:lnTo>
                  <a:lnTo>
                    <a:pt x="994775" y="597596"/>
                  </a:lnTo>
                  <a:lnTo>
                    <a:pt x="693023" y="597596"/>
                  </a:lnTo>
                  <a:lnTo>
                    <a:pt x="693645" y="590556"/>
                  </a:lnTo>
                  <a:lnTo>
                    <a:pt x="714580" y="552740"/>
                  </a:lnTo>
                  <a:lnTo>
                    <a:pt x="747895" y="520542"/>
                  </a:lnTo>
                  <a:lnTo>
                    <a:pt x="779825" y="495705"/>
                  </a:lnTo>
                  <a:lnTo>
                    <a:pt x="814578" y="470535"/>
                  </a:lnTo>
                  <a:lnTo>
                    <a:pt x="832034" y="458264"/>
                  </a:lnTo>
                  <a:lnTo>
                    <a:pt x="849165" y="445774"/>
                  </a:lnTo>
                  <a:lnTo>
                    <a:pt x="882517" y="420148"/>
                  </a:lnTo>
                  <a:lnTo>
                    <a:pt x="913382" y="392791"/>
                  </a:lnTo>
                  <a:lnTo>
                    <a:pt x="940429" y="362818"/>
                  </a:lnTo>
                  <a:lnTo>
                    <a:pt x="962981" y="329819"/>
                  </a:lnTo>
                  <a:lnTo>
                    <a:pt x="980572" y="293345"/>
                  </a:lnTo>
                  <a:lnTo>
                    <a:pt x="991998" y="252394"/>
                  </a:lnTo>
                  <a:lnTo>
                    <a:pt x="995812" y="205977"/>
                  </a:lnTo>
                  <a:lnTo>
                    <a:pt x="994815" y="183438"/>
                  </a:lnTo>
                  <a:lnTo>
                    <a:pt x="991842" y="161988"/>
                  </a:lnTo>
                  <a:lnTo>
                    <a:pt x="986913" y="141626"/>
                  </a:lnTo>
                  <a:lnTo>
                    <a:pt x="982439" y="129052"/>
                  </a:lnTo>
                  <a:close/>
                </a:path>
                <a:path w="996315" h="727710">
                  <a:moveTo>
                    <a:pt x="764926" y="3928"/>
                  </a:moveTo>
                  <a:lnTo>
                    <a:pt x="708109" y="7690"/>
                  </a:lnTo>
                  <a:lnTo>
                    <a:pt x="654257" y="18969"/>
                  </a:lnTo>
                  <a:lnTo>
                    <a:pt x="603381" y="37753"/>
                  </a:lnTo>
                  <a:lnTo>
                    <a:pt x="555498" y="64032"/>
                  </a:lnTo>
                  <a:lnTo>
                    <a:pt x="555498" y="202012"/>
                  </a:lnTo>
                  <a:lnTo>
                    <a:pt x="597902" y="170093"/>
                  </a:lnTo>
                  <a:lnTo>
                    <a:pt x="641310" y="147293"/>
                  </a:lnTo>
                  <a:lnTo>
                    <a:pt x="685718" y="133612"/>
                  </a:lnTo>
                  <a:lnTo>
                    <a:pt x="731123" y="129052"/>
                  </a:lnTo>
                  <a:lnTo>
                    <a:pt x="982439" y="129052"/>
                  </a:lnTo>
                  <a:lnTo>
                    <a:pt x="980053" y="122349"/>
                  </a:lnTo>
                  <a:lnTo>
                    <a:pt x="960912" y="87664"/>
                  </a:lnTo>
                  <a:lnTo>
                    <a:pt x="934730" y="58542"/>
                  </a:lnTo>
                  <a:lnTo>
                    <a:pt x="901617" y="35300"/>
                  </a:lnTo>
                  <a:lnTo>
                    <a:pt x="861943" y="18156"/>
                  </a:lnTo>
                  <a:lnTo>
                    <a:pt x="816246" y="7471"/>
                  </a:lnTo>
                  <a:lnTo>
                    <a:pt x="791280" y="4812"/>
                  </a:lnTo>
                  <a:lnTo>
                    <a:pt x="764926" y="3928"/>
                  </a:lnTo>
                  <a:close/>
                </a:path>
                <a:path w="996315" h="727710">
                  <a:moveTo>
                    <a:pt x="307848" y="176701"/>
                  </a:moveTo>
                  <a:lnTo>
                    <a:pt x="151394" y="176701"/>
                  </a:lnTo>
                  <a:lnTo>
                    <a:pt x="151394" y="727639"/>
                  </a:lnTo>
                  <a:lnTo>
                    <a:pt x="307848" y="727639"/>
                  </a:lnTo>
                  <a:lnTo>
                    <a:pt x="307848" y="176701"/>
                  </a:lnTo>
                  <a:close/>
                </a:path>
                <a:path w="996315" h="727710">
                  <a:moveTo>
                    <a:pt x="307848" y="0"/>
                  </a:moveTo>
                  <a:lnTo>
                    <a:pt x="212963" y="0"/>
                  </a:lnTo>
                  <a:lnTo>
                    <a:pt x="190489" y="16308"/>
                  </a:lnTo>
                  <a:lnTo>
                    <a:pt x="166691" y="31914"/>
                  </a:lnTo>
                  <a:lnTo>
                    <a:pt x="115183" y="61042"/>
                  </a:lnTo>
                  <a:lnTo>
                    <a:pt x="59352" y="86362"/>
                  </a:lnTo>
                  <a:lnTo>
                    <a:pt x="0" y="106716"/>
                  </a:lnTo>
                  <a:lnTo>
                    <a:pt x="0" y="238743"/>
                  </a:lnTo>
                  <a:lnTo>
                    <a:pt x="42275" y="230553"/>
                  </a:lnTo>
                  <a:lnTo>
                    <a:pt x="83423" y="216657"/>
                  </a:lnTo>
                  <a:lnTo>
                    <a:pt x="120914" y="198299"/>
                  </a:lnTo>
                  <a:lnTo>
                    <a:pt x="151394" y="176701"/>
                  </a:lnTo>
                  <a:lnTo>
                    <a:pt x="307848" y="176701"/>
                  </a:lnTo>
                  <a:lnTo>
                    <a:pt x="307848" y="0"/>
                  </a:lnTo>
                  <a:close/>
                </a:path>
              </a:pathLst>
            </a:custGeom>
            <a:solidFill>
              <a:srgbClr val="FFFF00"/>
            </a:solidFill>
          </p:spPr>
          <p:txBody>
            <a:bodyPr wrap="square" lIns="0" tIns="0" rIns="0" bIns="0" rtlCol="0"/>
            <a:lstStyle/>
            <a:p>
              <a:endParaRPr/>
            </a:p>
          </p:txBody>
        </p:sp>
        <p:sp>
          <p:nvSpPr>
            <p:cNvPr id="115" name="object 115"/>
            <p:cNvSpPr/>
            <p:nvPr/>
          </p:nvSpPr>
          <p:spPr>
            <a:xfrm>
              <a:off x="7383658" y="5529203"/>
              <a:ext cx="996315" cy="727710"/>
            </a:xfrm>
            <a:custGeom>
              <a:avLst/>
              <a:gdLst/>
              <a:ahLst/>
              <a:cxnLst/>
              <a:rect l="l" t="t" r="r" b="b"/>
              <a:pathLst>
                <a:path w="996315" h="727710">
                  <a:moveTo>
                    <a:pt x="764926" y="3928"/>
                  </a:moveTo>
                  <a:lnTo>
                    <a:pt x="816246" y="7471"/>
                  </a:lnTo>
                  <a:lnTo>
                    <a:pt x="861943" y="18156"/>
                  </a:lnTo>
                  <a:lnTo>
                    <a:pt x="901617" y="35300"/>
                  </a:lnTo>
                  <a:lnTo>
                    <a:pt x="934730" y="58542"/>
                  </a:lnTo>
                  <a:lnTo>
                    <a:pt x="960912" y="87664"/>
                  </a:lnTo>
                  <a:lnTo>
                    <a:pt x="980053" y="122349"/>
                  </a:lnTo>
                  <a:lnTo>
                    <a:pt x="991842" y="161988"/>
                  </a:lnTo>
                  <a:lnTo>
                    <a:pt x="995812" y="205977"/>
                  </a:lnTo>
                  <a:lnTo>
                    <a:pt x="994858" y="229869"/>
                  </a:lnTo>
                  <a:lnTo>
                    <a:pt x="987235" y="273553"/>
                  </a:lnTo>
                  <a:lnTo>
                    <a:pt x="972409" y="312015"/>
                  </a:lnTo>
                  <a:lnTo>
                    <a:pt x="952312" y="346754"/>
                  </a:lnTo>
                  <a:lnTo>
                    <a:pt x="927382" y="378133"/>
                  </a:lnTo>
                  <a:lnTo>
                    <a:pt x="898428" y="406794"/>
                  </a:lnTo>
                  <a:lnTo>
                    <a:pt x="865987" y="433069"/>
                  </a:lnTo>
                  <a:lnTo>
                    <a:pt x="832034" y="458263"/>
                  </a:lnTo>
                  <a:lnTo>
                    <a:pt x="814577" y="470534"/>
                  </a:lnTo>
                  <a:lnTo>
                    <a:pt x="802768" y="478955"/>
                  </a:lnTo>
                  <a:lnTo>
                    <a:pt x="768736" y="504038"/>
                  </a:lnTo>
                  <a:lnTo>
                    <a:pt x="738475" y="528703"/>
                  </a:lnTo>
                  <a:lnTo>
                    <a:pt x="708320" y="560572"/>
                  </a:lnTo>
                  <a:lnTo>
                    <a:pt x="693023" y="597596"/>
                  </a:lnTo>
                  <a:lnTo>
                    <a:pt x="994775" y="597596"/>
                  </a:lnTo>
                  <a:lnTo>
                    <a:pt x="994775" y="727639"/>
                  </a:lnTo>
                  <a:lnTo>
                    <a:pt x="521207" y="727639"/>
                  </a:lnTo>
                  <a:lnTo>
                    <a:pt x="521207" y="674037"/>
                  </a:lnTo>
                  <a:lnTo>
                    <a:pt x="525795" y="622228"/>
                  </a:lnTo>
                  <a:lnTo>
                    <a:pt x="539617" y="576001"/>
                  </a:lnTo>
                  <a:lnTo>
                    <a:pt x="560287" y="534805"/>
                  </a:lnTo>
                  <a:lnTo>
                    <a:pt x="585734" y="498073"/>
                  </a:lnTo>
                  <a:lnTo>
                    <a:pt x="614857" y="465569"/>
                  </a:lnTo>
                  <a:lnTo>
                    <a:pt x="646541" y="437031"/>
                  </a:lnTo>
                  <a:lnTo>
                    <a:pt x="678732" y="411777"/>
                  </a:lnTo>
                  <a:lnTo>
                    <a:pt x="724507" y="378087"/>
                  </a:lnTo>
                  <a:lnTo>
                    <a:pt x="738720" y="367293"/>
                  </a:lnTo>
                  <a:lnTo>
                    <a:pt x="775492" y="336285"/>
                  </a:lnTo>
                  <a:lnTo>
                    <a:pt x="803909" y="305991"/>
                  </a:lnTo>
                  <a:lnTo>
                    <a:pt x="828050" y="265294"/>
                  </a:lnTo>
                  <a:lnTo>
                    <a:pt x="835913" y="221373"/>
                  </a:lnTo>
                  <a:lnTo>
                    <a:pt x="834298" y="199936"/>
                  </a:lnTo>
                  <a:lnTo>
                    <a:pt x="810127" y="152387"/>
                  </a:lnTo>
                  <a:lnTo>
                    <a:pt x="755992" y="130510"/>
                  </a:lnTo>
                  <a:lnTo>
                    <a:pt x="731123" y="129052"/>
                  </a:lnTo>
                  <a:lnTo>
                    <a:pt x="685718" y="133612"/>
                  </a:lnTo>
                  <a:lnTo>
                    <a:pt x="641310" y="147293"/>
                  </a:lnTo>
                  <a:lnTo>
                    <a:pt x="597902" y="170093"/>
                  </a:lnTo>
                  <a:lnTo>
                    <a:pt x="555497" y="202012"/>
                  </a:lnTo>
                  <a:lnTo>
                    <a:pt x="555497" y="64032"/>
                  </a:lnTo>
                  <a:lnTo>
                    <a:pt x="603381" y="37753"/>
                  </a:lnTo>
                  <a:lnTo>
                    <a:pt x="654256" y="18969"/>
                  </a:lnTo>
                  <a:lnTo>
                    <a:pt x="708109" y="7690"/>
                  </a:lnTo>
                  <a:lnTo>
                    <a:pt x="764926" y="3928"/>
                  </a:lnTo>
                  <a:close/>
                </a:path>
                <a:path w="996315" h="727710">
                  <a:moveTo>
                    <a:pt x="212963" y="0"/>
                  </a:moveTo>
                  <a:lnTo>
                    <a:pt x="307847" y="0"/>
                  </a:lnTo>
                  <a:lnTo>
                    <a:pt x="307847" y="727639"/>
                  </a:lnTo>
                  <a:lnTo>
                    <a:pt x="151394" y="727639"/>
                  </a:lnTo>
                  <a:lnTo>
                    <a:pt x="151394" y="176701"/>
                  </a:lnTo>
                  <a:lnTo>
                    <a:pt x="144689" y="182331"/>
                  </a:lnTo>
                  <a:lnTo>
                    <a:pt x="111978" y="203256"/>
                  </a:lnTo>
                  <a:lnTo>
                    <a:pt x="73428" y="220598"/>
                  </a:lnTo>
                  <a:lnTo>
                    <a:pt x="31641" y="233208"/>
                  </a:lnTo>
                  <a:lnTo>
                    <a:pt x="0" y="238743"/>
                  </a:lnTo>
                  <a:lnTo>
                    <a:pt x="0" y="106716"/>
                  </a:lnTo>
                  <a:lnTo>
                    <a:pt x="30119" y="97159"/>
                  </a:lnTo>
                  <a:lnTo>
                    <a:pt x="59352" y="86362"/>
                  </a:lnTo>
                  <a:lnTo>
                    <a:pt x="115183" y="61042"/>
                  </a:lnTo>
                  <a:lnTo>
                    <a:pt x="166691" y="31914"/>
                  </a:lnTo>
                  <a:lnTo>
                    <a:pt x="190489" y="16308"/>
                  </a:lnTo>
                  <a:lnTo>
                    <a:pt x="212963" y="0"/>
                  </a:lnTo>
                  <a:close/>
                </a:path>
              </a:pathLst>
            </a:custGeom>
            <a:ln w="12191">
              <a:solidFill>
                <a:srgbClr val="000000"/>
              </a:solidFill>
            </a:ln>
          </p:spPr>
          <p:txBody>
            <a:bodyPr wrap="square" lIns="0" tIns="0" rIns="0" bIns="0" rtlCol="0"/>
            <a:lstStyle/>
            <a:p>
              <a:endParaRPr/>
            </a:p>
          </p:txBody>
        </p:sp>
        <p:sp>
          <p:nvSpPr>
            <p:cNvPr id="116" name="object 116"/>
            <p:cNvSpPr/>
            <p:nvPr/>
          </p:nvSpPr>
          <p:spPr>
            <a:xfrm>
              <a:off x="6786372" y="5253227"/>
              <a:ext cx="2218944" cy="1345691"/>
            </a:xfrm>
            <a:prstGeom prst="rect">
              <a:avLst/>
            </a:prstGeom>
            <a:blipFill>
              <a:blip r:embed="rId47" cstate="print"/>
              <a:stretch>
                <a:fillRect/>
              </a:stretch>
            </a:blipFill>
          </p:spPr>
          <p:txBody>
            <a:bodyPr wrap="square" lIns="0" tIns="0" rIns="0" bIns="0" rtlCol="0"/>
            <a:lstStyle/>
            <a:p>
              <a:endParaRPr/>
            </a:p>
          </p:txBody>
        </p:sp>
        <p:sp>
          <p:nvSpPr>
            <p:cNvPr id="117" name="object 117"/>
            <p:cNvSpPr/>
            <p:nvPr/>
          </p:nvSpPr>
          <p:spPr>
            <a:xfrm>
              <a:off x="6632448" y="4934710"/>
              <a:ext cx="2511551" cy="1923288"/>
            </a:xfrm>
            <a:prstGeom prst="rect">
              <a:avLst/>
            </a:prstGeom>
            <a:blipFill>
              <a:blip r:embed="rId48" cstate="print"/>
              <a:stretch>
                <a:fillRect/>
              </a:stretch>
            </a:blipFill>
          </p:spPr>
          <p:txBody>
            <a:bodyPr wrap="square" lIns="0" tIns="0" rIns="0" bIns="0" rtlCol="0"/>
            <a:lstStyle/>
            <a:p>
              <a:endParaRPr/>
            </a:p>
          </p:txBody>
        </p:sp>
        <p:sp>
          <p:nvSpPr>
            <p:cNvPr id="118" name="object 118"/>
            <p:cNvSpPr/>
            <p:nvPr/>
          </p:nvSpPr>
          <p:spPr>
            <a:xfrm>
              <a:off x="6867540" y="5313426"/>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837" y="1184087"/>
                  </a:lnTo>
                  <a:lnTo>
                    <a:pt x="1871698" y="1179362"/>
                  </a:lnTo>
                  <a:lnTo>
                    <a:pt x="1915349" y="1165813"/>
                  </a:lnTo>
                  <a:lnTo>
                    <a:pt x="1954852" y="1144375"/>
                  </a:lnTo>
                  <a:lnTo>
                    <a:pt x="1989273" y="1115982"/>
                  </a:lnTo>
                  <a:lnTo>
                    <a:pt x="2017674" y="1081569"/>
                  </a:lnTo>
                  <a:lnTo>
                    <a:pt x="2039120" y="1042073"/>
                  </a:lnTo>
                  <a:lnTo>
                    <a:pt x="2052673" y="998428"/>
                  </a:lnTo>
                  <a:lnTo>
                    <a:pt x="2057399" y="951570"/>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19" name="object 119"/>
            <p:cNvSpPr/>
            <p:nvPr/>
          </p:nvSpPr>
          <p:spPr>
            <a:xfrm>
              <a:off x="6867540" y="53134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70"/>
                  </a:lnTo>
                  <a:lnTo>
                    <a:pt x="2052673" y="998428"/>
                  </a:lnTo>
                  <a:lnTo>
                    <a:pt x="2039120" y="1042073"/>
                  </a:lnTo>
                  <a:lnTo>
                    <a:pt x="2017674" y="1081569"/>
                  </a:lnTo>
                  <a:lnTo>
                    <a:pt x="1989273" y="1115982"/>
                  </a:lnTo>
                  <a:lnTo>
                    <a:pt x="1954852" y="1144375"/>
                  </a:lnTo>
                  <a:lnTo>
                    <a:pt x="1915349" y="1165813"/>
                  </a:lnTo>
                  <a:lnTo>
                    <a:pt x="1871698" y="1179362"/>
                  </a:lnTo>
                  <a:lnTo>
                    <a:pt x="1824837"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20" name="object 120"/>
            <p:cNvSpPr/>
            <p:nvPr/>
          </p:nvSpPr>
          <p:spPr>
            <a:xfrm>
              <a:off x="6673596" y="4956047"/>
              <a:ext cx="2470404" cy="1901952"/>
            </a:xfrm>
            <a:prstGeom prst="rect">
              <a:avLst/>
            </a:prstGeom>
            <a:blipFill>
              <a:blip r:embed="rId49" cstate="print"/>
              <a:stretch>
                <a:fillRect/>
              </a:stretch>
            </a:blipFill>
          </p:spPr>
          <p:txBody>
            <a:bodyPr wrap="square" lIns="0" tIns="0" rIns="0" bIns="0" rtlCol="0"/>
            <a:lstStyle/>
            <a:p>
              <a:endParaRPr/>
            </a:p>
          </p:txBody>
        </p:sp>
        <p:sp>
          <p:nvSpPr>
            <p:cNvPr id="121" name="object 121"/>
            <p:cNvSpPr/>
            <p:nvPr/>
          </p:nvSpPr>
          <p:spPr>
            <a:xfrm>
              <a:off x="7415662" y="5549776"/>
              <a:ext cx="991869" cy="740410"/>
            </a:xfrm>
            <a:custGeom>
              <a:avLst/>
              <a:gdLst/>
              <a:ahLst/>
              <a:cxnLst/>
              <a:rect l="l" t="t" r="r" b="b"/>
              <a:pathLst>
                <a:path w="991870" h="740410">
                  <a:moveTo>
                    <a:pt x="537972" y="567760"/>
                  </a:moveTo>
                  <a:lnTo>
                    <a:pt x="537972" y="704255"/>
                  </a:lnTo>
                  <a:lnTo>
                    <a:pt x="575040" y="719888"/>
                  </a:lnTo>
                  <a:lnTo>
                    <a:pt x="617280" y="731053"/>
                  </a:lnTo>
                  <a:lnTo>
                    <a:pt x="664664" y="737751"/>
                  </a:lnTo>
                  <a:lnTo>
                    <a:pt x="717163" y="739984"/>
                  </a:lnTo>
                  <a:lnTo>
                    <a:pt x="777989" y="736356"/>
                  </a:lnTo>
                  <a:lnTo>
                    <a:pt x="831856" y="725470"/>
                  </a:lnTo>
                  <a:lnTo>
                    <a:pt x="878768" y="707321"/>
                  </a:lnTo>
                  <a:lnTo>
                    <a:pt x="918728" y="681907"/>
                  </a:lnTo>
                  <a:lnTo>
                    <a:pt x="950625" y="650268"/>
                  </a:lnTo>
                  <a:lnTo>
                    <a:pt x="969407" y="619874"/>
                  </a:lnTo>
                  <a:lnTo>
                    <a:pt x="704728" y="619874"/>
                  </a:lnTo>
                  <a:lnTo>
                    <a:pt x="658569" y="616616"/>
                  </a:lnTo>
                  <a:lnTo>
                    <a:pt x="615383" y="606841"/>
                  </a:lnTo>
                  <a:lnTo>
                    <a:pt x="575180" y="590555"/>
                  </a:lnTo>
                  <a:lnTo>
                    <a:pt x="537972" y="567760"/>
                  </a:lnTo>
                  <a:close/>
                </a:path>
                <a:path w="991870" h="740410">
                  <a:moveTo>
                    <a:pt x="959842" y="123526"/>
                  </a:moveTo>
                  <a:lnTo>
                    <a:pt x="703844" y="123526"/>
                  </a:lnTo>
                  <a:lnTo>
                    <a:pt x="750512" y="128955"/>
                  </a:lnTo>
                  <a:lnTo>
                    <a:pt x="783850" y="145243"/>
                  </a:lnTo>
                  <a:lnTo>
                    <a:pt x="803855" y="172389"/>
                  </a:lnTo>
                  <a:lnTo>
                    <a:pt x="810524" y="210394"/>
                  </a:lnTo>
                  <a:lnTo>
                    <a:pt x="801833" y="250783"/>
                  </a:lnTo>
                  <a:lnTo>
                    <a:pt x="775769" y="279634"/>
                  </a:lnTo>
                  <a:lnTo>
                    <a:pt x="732342" y="296944"/>
                  </a:lnTo>
                  <a:lnTo>
                    <a:pt x="671565" y="302715"/>
                  </a:lnTo>
                  <a:lnTo>
                    <a:pt x="610483" y="302715"/>
                  </a:lnTo>
                  <a:lnTo>
                    <a:pt x="610483" y="422827"/>
                  </a:lnTo>
                  <a:lnTo>
                    <a:pt x="676534" y="422827"/>
                  </a:lnTo>
                  <a:lnTo>
                    <a:pt x="710795" y="424439"/>
                  </a:lnTo>
                  <a:lnTo>
                    <a:pt x="767749" y="437342"/>
                  </a:lnTo>
                  <a:lnTo>
                    <a:pt x="808534" y="462908"/>
                  </a:lnTo>
                  <a:lnTo>
                    <a:pt x="829262" y="499635"/>
                  </a:lnTo>
                  <a:lnTo>
                    <a:pt x="831860" y="522088"/>
                  </a:lnTo>
                  <a:lnTo>
                    <a:pt x="829763" y="543900"/>
                  </a:lnTo>
                  <a:lnTo>
                    <a:pt x="812996" y="579886"/>
                  </a:lnTo>
                  <a:lnTo>
                    <a:pt x="779908" y="605353"/>
                  </a:lnTo>
                  <a:lnTo>
                    <a:pt x="733129" y="618261"/>
                  </a:lnTo>
                  <a:lnTo>
                    <a:pt x="704728" y="619874"/>
                  </a:lnTo>
                  <a:lnTo>
                    <a:pt x="969407" y="619874"/>
                  </a:lnTo>
                  <a:lnTo>
                    <a:pt x="973397" y="613417"/>
                  </a:lnTo>
                  <a:lnTo>
                    <a:pt x="987055" y="571352"/>
                  </a:lnTo>
                  <a:lnTo>
                    <a:pt x="991605" y="524076"/>
                  </a:lnTo>
                  <a:lnTo>
                    <a:pt x="988887" y="492358"/>
                  </a:lnTo>
                  <a:lnTo>
                    <a:pt x="967071" y="436642"/>
                  </a:lnTo>
                  <a:lnTo>
                    <a:pt x="924121" y="392188"/>
                  </a:lnTo>
                  <a:lnTo>
                    <a:pt x="864551" y="364769"/>
                  </a:lnTo>
                  <a:lnTo>
                    <a:pt x="828812" y="357807"/>
                  </a:lnTo>
                  <a:lnTo>
                    <a:pt x="828812" y="355317"/>
                  </a:lnTo>
                  <a:lnTo>
                    <a:pt x="879748" y="337058"/>
                  </a:lnTo>
                  <a:lnTo>
                    <a:pt x="919358" y="310457"/>
                  </a:lnTo>
                  <a:lnTo>
                    <a:pt x="947645" y="275516"/>
                  </a:lnTo>
                  <a:lnTo>
                    <a:pt x="964614" y="232236"/>
                  </a:lnTo>
                  <a:lnTo>
                    <a:pt x="970269" y="180618"/>
                  </a:lnTo>
                  <a:lnTo>
                    <a:pt x="966484" y="143231"/>
                  </a:lnTo>
                  <a:lnTo>
                    <a:pt x="959842" y="123526"/>
                  </a:lnTo>
                  <a:close/>
                </a:path>
                <a:path w="991870" h="740410">
                  <a:moveTo>
                    <a:pt x="739505" y="3928"/>
                  </a:moveTo>
                  <a:lnTo>
                    <a:pt x="691169" y="6286"/>
                  </a:lnTo>
                  <a:lnTo>
                    <a:pt x="645951" y="13357"/>
                  </a:lnTo>
                  <a:lnTo>
                    <a:pt x="603824" y="25140"/>
                  </a:lnTo>
                  <a:lnTo>
                    <a:pt x="564763" y="41635"/>
                  </a:lnTo>
                  <a:lnTo>
                    <a:pt x="564763" y="169688"/>
                  </a:lnTo>
                  <a:lnTo>
                    <a:pt x="598796" y="149495"/>
                  </a:lnTo>
                  <a:lnTo>
                    <a:pt x="633298" y="135069"/>
                  </a:lnTo>
                  <a:lnTo>
                    <a:pt x="668302" y="126412"/>
                  </a:lnTo>
                  <a:lnTo>
                    <a:pt x="703844" y="123526"/>
                  </a:lnTo>
                  <a:lnTo>
                    <a:pt x="959842" y="123526"/>
                  </a:lnTo>
                  <a:lnTo>
                    <a:pt x="955117" y="109509"/>
                  </a:lnTo>
                  <a:lnTo>
                    <a:pt x="909584" y="53053"/>
                  </a:lnTo>
                  <a:lnTo>
                    <a:pt x="876091" y="31564"/>
                  </a:lnTo>
                  <a:lnTo>
                    <a:pt x="836592" y="16213"/>
                  </a:lnTo>
                  <a:lnTo>
                    <a:pt x="791069" y="7000"/>
                  </a:lnTo>
                  <a:lnTo>
                    <a:pt x="739505" y="3928"/>
                  </a:lnTo>
                  <a:close/>
                </a:path>
                <a:path w="991870" h="740410">
                  <a:moveTo>
                    <a:pt x="307726" y="176640"/>
                  </a:moveTo>
                  <a:lnTo>
                    <a:pt x="151394" y="176640"/>
                  </a:lnTo>
                  <a:lnTo>
                    <a:pt x="151394" y="727578"/>
                  </a:lnTo>
                  <a:lnTo>
                    <a:pt x="307726" y="727578"/>
                  </a:lnTo>
                  <a:lnTo>
                    <a:pt x="307726" y="176640"/>
                  </a:lnTo>
                  <a:close/>
                </a:path>
                <a:path w="991870" h="740410">
                  <a:moveTo>
                    <a:pt x="307726" y="0"/>
                  </a:moveTo>
                  <a:lnTo>
                    <a:pt x="212841" y="0"/>
                  </a:lnTo>
                  <a:lnTo>
                    <a:pt x="190367" y="16248"/>
                  </a:lnTo>
                  <a:lnTo>
                    <a:pt x="166569" y="31837"/>
                  </a:lnTo>
                  <a:lnTo>
                    <a:pt x="115062" y="60996"/>
                  </a:lnTo>
                  <a:lnTo>
                    <a:pt x="59245" y="86304"/>
                  </a:lnTo>
                  <a:lnTo>
                    <a:pt x="0" y="106655"/>
                  </a:lnTo>
                  <a:lnTo>
                    <a:pt x="0" y="238685"/>
                  </a:lnTo>
                  <a:lnTo>
                    <a:pt x="42153" y="230492"/>
                  </a:lnTo>
                  <a:lnTo>
                    <a:pt x="83301" y="216596"/>
                  </a:lnTo>
                  <a:lnTo>
                    <a:pt x="120761" y="198226"/>
                  </a:lnTo>
                  <a:lnTo>
                    <a:pt x="151394" y="176640"/>
                  </a:lnTo>
                  <a:lnTo>
                    <a:pt x="307726" y="176640"/>
                  </a:lnTo>
                  <a:lnTo>
                    <a:pt x="307726" y="0"/>
                  </a:lnTo>
                  <a:close/>
                </a:path>
              </a:pathLst>
            </a:custGeom>
            <a:solidFill>
              <a:srgbClr val="FFFF00"/>
            </a:solidFill>
          </p:spPr>
          <p:txBody>
            <a:bodyPr wrap="square" lIns="0" tIns="0" rIns="0" bIns="0" rtlCol="0"/>
            <a:lstStyle/>
            <a:p>
              <a:endParaRPr/>
            </a:p>
          </p:txBody>
        </p:sp>
        <p:sp>
          <p:nvSpPr>
            <p:cNvPr id="122" name="object 122"/>
            <p:cNvSpPr/>
            <p:nvPr/>
          </p:nvSpPr>
          <p:spPr>
            <a:xfrm>
              <a:off x="7415661" y="5549777"/>
              <a:ext cx="991869" cy="740410"/>
            </a:xfrm>
            <a:custGeom>
              <a:avLst/>
              <a:gdLst/>
              <a:ahLst/>
              <a:cxnLst/>
              <a:rect l="l" t="t" r="r" b="b"/>
              <a:pathLst>
                <a:path w="991870" h="740410">
                  <a:moveTo>
                    <a:pt x="739505" y="3928"/>
                  </a:moveTo>
                  <a:lnTo>
                    <a:pt x="791069" y="7000"/>
                  </a:lnTo>
                  <a:lnTo>
                    <a:pt x="836592" y="16213"/>
                  </a:lnTo>
                  <a:lnTo>
                    <a:pt x="876091" y="31564"/>
                  </a:lnTo>
                  <a:lnTo>
                    <a:pt x="909584" y="53053"/>
                  </a:lnTo>
                  <a:lnTo>
                    <a:pt x="955117" y="109509"/>
                  </a:lnTo>
                  <a:lnTo>
                    <a:pt x="970269" y="180618"/>
                  </a:lnTo>
                  <a:lnTo>
                    <a:pt x="964614" y="232235"/>
                  </a:lnTo>
                  <a:lnTo>
                    <a:pt x="947645" y="275516"/>
                  </a:lnTo>
                  <a:lnTo>
                    <a:pt x="919358" y="310457"/>
                  </a:lnTo>
                  <a:lnTo>
                    <a:pt x="879748" y="337058"/>
                  </a:lnTo>
                  <a:lnTo>
                    <a:pt x="828812" y="355317"/>
                  </a:lnTo>
                  <a:lnTo>
                    <a:pt x="828812" y="357807"/>
                  </a:lnTo>
                  <a:lnTo>
                    <a:pt x="896325" y="376229"/>
                  </a:lnTo>
                  <a:lnTo>
                    <a:pt x="947927" y="412647"/>
                  </a:lnTo>
                  <a:lnTo>
                    <a:pt x="980716" y="463213"/>
                  </a:lnTo>
                  <a:lnTo>
                    <a:pt x="991605" y="524076"/>
                  </a:lnTo>
                  <a:lnTo>
                    <a:pt x="987055" y="571352"/>
                  </a:lnTo>
                  <a:lnTo>
                    <a:pt x="973397" y="613417"/>
                  </a:lnTo>
                  <a:lnTo>
                    <a:pt x="950624" y="650268"/>
                  </a:lnTo>
                  <a:lnTo>
                    <a:pt x="918728" y="681907"/>
                  </a:lnTo>
                  <a:lnTo>
                    <a:pt x="878768" y="707321"/>
                  </a:lnTo>
                  <a:lnTo>
                    <a:pt x="831856" y="725470"/>
                  </a:lnTo>
                  <a:lnTo>
                    <a:pt x="777989" y="736356"/>
                  </a:lnTo>
                  <a:lnTo>
                    <a:pt x="717163" y="739984"/>
                  </a:lnTo>
                  <a:lnTo>
                    <a:pt x="664664" y="737751"/>
                  </a:lnTo>
                  <a:lnTo>
                    <a:pt x="617280" y="731053"/>
                  </a:lnTo>
                  <a:lnTo>
                    <a:pt x="575040" y="719888"/>
                  </a:lnTo>
                  <a:lnTo>
                    <a:pt x="537971" y="704255"/>
                  </a:lnTo>
                  <a:lnTo>
                    <a:pt x="537971" y="567760"/>
                  </a:lnTo>
                  <a:lnTo>
                    <a:pt x="575180" y="590555"/>
                  </a:lnTo>
                  <a:lnTo>
                    <a:pt x="615383" y="606841"/>
                  </a:lnTo>
                  <a:lnTo>
                    <a:pt x="658569" y="616616"/>
                  </a:lnTo>
                  <a:lnTo>
                    <a:pt x="704728" y="619874"/>
                  </a:lnTo>
                  <a:lnTo>
                    <a:pt x="733129" y="618261"/>
                  </a:lnTo>
                  <a:lnTo>
                    <a:pt x="779908" y="605353"/>
                  </a:lnTo>
                  <a:lnTo>
                    <a:pt x="812996" y="579886"/>
                  </a:lnTo>
                  <a:lnTo>
                    <a:pt x="829763" y="543900"/>
                  </a:lnTo>
                  <a:lnTo>
                    <a:pt x="831860" y="522088"/>
                  </a:lnTo>
                  <a:lnTo>
                    <a:pt x="829262" y="499635"/>
                  </a:lnTo>
                  <a:lnTo>
                    <a:pt x="808534" y="462908"/>
                  </a:lnTo>
                  <a:lnTo>
                    <a:pt x="767749" y="437342"/>
                  </a:lnTo>
                  <a:lnTo>
                    <a:pt x="710795" y="424439"/>
                  </a:lnTo>
                  <a:lnTo>
                    <a:pt x="676534" y="422827"/>
                  </a:lnTo>
                  <a:lnTo>
                    <a:pt x="610483" y="422827"/>
                  </a:lnTo>
                  <a:lnTo>
                    <a:pt x="610483" y="302715"/>
                  </a:lnTo>
                  <a:lnTo>
                    <a:pt x="671565" y="302715"/>
                  </a:lnTo>
                  <a:lnTo>
                    <a:pt x="732342" y="296944"/>
                  </a:lnTo>
                  <a:lnTo>
                    <a:pt x="775769" y="279634"/>
                  </a:lnTo>
                  <a:lnTo>
                    <a:pt x="801833" y="250783"/>
                  </a:lnTo>
                  <a:lnTo>
                    <a:pt x="810524" y="210394"/>
                  </a:lnTo>
                  <a:lnTo>
                    <a:pt x="803855" y="172389"/>
                  </a:lnTo>
                  <a:lnTo>
                    <a:pt x="783850" y="145243"/>
                  </a:lnTo>
                  <a:lnTo>
                    <a:pt x="750512" y="128955"/>
                  </a:lnTo>
                  <a:lnTo>
                    <a:pt x="703844" y="123526"/>
                  </a:lnTo>
                  <a:lnTo>
                    <a:pt x="668302" y="126412"/>
                  </a:lnTo>
                  <a:lnTo>
                    <a:pt x="633298" y="135069"/>
                  </a:lnTo>
                  <a:lnTo>
                    <a:pt x="598796" y="149495"/>
                  </a:lnTo>
                  <a:lnTo>
                    <a:pt x="564763" y="169688"/>
                  </a:lnTo>
                  <a:lnTo>
                    <a:pt x="564763" y="41635"/>
                  </a:lnTo>
                  <a:lnTo>
                    <a:pt x="603824" y="25140"/>
                  </a:lnTo>
                  <a:lnTo>
                    <a:pt x="645951" y="13357"/>
                  </a:lnTo>
                  <a:lnTo>
                    <a:pt x="691169" y="6286"/>
                  </a:lnTo>
                  <a:lnTo>
                    <a:pt x="739505" y="3928"/>
                  </a:lnTo>
                  <a:close/>
                </a:path>
                <a:path w="991870" h="740410">
                  <a:moveTo>
                    <a:pt x="212841" y="0"/>
                  </a:moveTo>
                  <a:lnTo>
                    <a:pt x="307726" y="0"/>
                  </a:lnTo>
                  <a:lnTo>
                    <a:pt x="307726" y="727578"/>
                  </a:lnTo>
                  <a:lnTo>
                    <a:pt x="151394" y="727578"/>
                  </a:lnTo>
                  <a:lnTo>
                    <a:pt x="151394" y="176640"/>
                  </a:lnTo>
                  <a:lnTo>
                    <a:pt x="144619" y="182270"/>
                  </a:lnTo>
                  <a:lnTo>
                    <a:pt x="111843" y="203192"/>
                  </a:lnTo>
                  <a:lnTo>
                    <a:pt x="73306" y="220535"/>
                  </a:lnTo>
                  <a:lnTo>
                    <a:pt x="31521" y="233147"/>
                  </a:lnTo>
                  <a:lnTo>
                    <a:pt x="0" y="238685"/>
                  </a:lnTo>
                  <a:lnTo>
                    <a:pt x="0" y="106655"/>
                  </a:lnTo>
                  <a:lnTo>
                    <a:pt x="30048" y="97098"/>
                  </a:lnTo>
                  <a:lnTo>
                    <a:pt x="59245" y="86304"/>
                  </a:lnTo>
                  <a:lnTo>
                    <a:pt x="115061" y="60996"/>
                  </a:lnTo>
                  <a:lnTo>
                    <a:pt x="166569" y="31837"/>
                  </a:lnTo>
                  <a:lnTo>
                    <a:pt x="190367" y="16248"/>
                  </a:lnTo>
                  <a:lnTo>
                    <a:pt x="212841" y="0"/>
                  </a:lnTo>
                  <a:close/>
                </a:path>
              </a:pathLst>
            </a:custGeom>
            <a:ln w="12191">
              <a:solidFill>
                <a:srgbClr val="000000"/>
              </a:solidFill>
            </a:ln>
          </p:spPr>
          <p:txBody>
            <a:bodyPr wrap="square" lIns="0" tIns="0" rIns="0" bIns="0" rtlCol="0"/>
            <a:lstStyle/>
            <a:p>
              <a:endParaRPr/>
            </a:p>
          </p:txBody>
        </p:sp>
        <p:sp>
          <p:nvSpPr>
            <p:cNvPr id="123" name="object 123"/>
            <p:cNvSpPr/>
            <p:nvPr/>
          </p:nvSpPr>
          <p:spPr>
            <a:xfrm>
              <a:off x="6749796" y="5209032"/>
              <a:ext cx="2218944" cy="1345692"/>
            </a:xfrm>
            <a:prstGeom prst="rect">
              <a:avLst/>
            </a:prstGeom>
            <a:blipFill>
              <a:blip r:embed="rId50" cstate="print"/>
              <a:stretch>
                <a:fillRect/>
              </a:stretch>
            </a:blipFill>
          </p:spPr>
          <p:txBody>
            <a:bodyPr wrap="square" lIns="0" tIns="0" rIns="0" bIns="0" rtlCol="0"/>
            <a:lstStyle/>
            <a:p>
              <a:endParaRPr/>
            </a:p>
          </p:txBody>
        </p:sp>
        <p:sp>
          <p:nvSpPr>
            <p:cNvPr id="124" name="object 124"/>
            <p:cNvSpPr/>
            <p:nvPr/>
          </p:nvSpPr>
          <p:spPr>
            <a:xfrm>
              <a:off x="6594348" y="4892039"/>
              <a:ext cx="2549651" cy="1965959"/>
            </a:xfrm>
            <a:prstGeom prst="rect">
              <a:avLst/>
            </a:prstGeom>
            <a:blipFill>
              <a:blip r:embed="rId51" cstate="print"/>
              <a:stretch>
                <a:fillRect/>
              </a:stretch>
            </a:blipFill>
          </p:spPr>
          <p:txBody>
            <a:bodyPr wrap="square" lIns="0" tIns="0" rIns="0" bIns="0" rtlCol="0"/>
            <a:lstStyle/>
            <a:p>
              <a:endParaRPr/>
            </a:p>
          </p:txBody>
        </p:sp>
        <p:sp>
          <p:nvSpPr>
            <p:cNvPr id="125" name="object 125"/>
            <p:cNvSpPr/>
            <p:nvPr/>
          </p:nvSpPr>
          <p:spPr>
            <a:xfrm>
              <a:off x="6829805" y="5270503"/>
              <a:ext cx="2057400" cy="1184275"/>
            </a:xfrm>
            <a:custGeom>
              <a:avLst/>
              <a:gdLst/>
              <a:ahLst/>
              <a:cxnLst/>
              <a:rect l="l" t="t" r="r" b="b"/>
              <a:pathLst>
                <a:path w="2057400" h="1184275">
                  <a:moveTo>
                    <a:pt x="1824989"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6"/>
                  </a:lnTo>
                  <a:lnTo>
                    <a:pt x="18279" y="1042015"/>
                  </a:lnTo>
                  <a:lnTo>
                    <a:pt x="39723" y="1081514"/>
                  </a:lnTo>
                  <a:lnTo>
                    <a:pt x="68122" y="1115927"/>
                  </a:lnTo>
                  <a:lnTo>
                    <a:pt x="102539" y="1144319"/>
                  </a:lnTo>
                  <a:lnTo>
                    <a:pt x="142037" y="1165757"/>
                  </a:lnTo>
                  <a:lnTo>
                    <a:pt x="185680" y="1179305"/>
                  </a:lnTo>
                  <a:lnTo>
                    <a:pt x="232531" y="1184029"/>
                  </a:lnTo>
                  <a:lnTo>
                    <a:pt x="1824989" y="1184029"/>
                  </a:lnTo>
                  <a:lnTo>
                    <a:pt x="1871844" y="1179305"/>
                  </a:lnTo>
                  <a:lnTo>
                    <a:pt x="1915477" y="1165757"/>
                  </a:lnTo>
                  <a:lnTo>
                    <a:pt x="1954957" y="1144319"/>
                  </a:lnTo>
                  <a:lnTo>
                    <a:pt x="1989349" y="1115927"/>
                  </a:lnTo>
                  <a:lnTo>
                    <a:pt x="2017722" y="1081514"/>
                  </a:lnTo>
                  <a:lnTo>
                    <a:pt x="2039143" y="1042015"/>
                  </a:lnTo>
                  <a:lnTo>
                    <a:pt x="2052680" y="998366"/>
                  </a:lnTo>
                  <a:lnTo>
                    <a:pt x="2057399" y="951500"/>
                  </a:lnTo>
                  <a:lnTo>
                    <a:pt x="2057399" y="232528"/>
                  </a:lnTo>
                  <a:lnTo>
                    <a:pt x="2052680" y="185673"/>
                  </a:lnTo>
                  <a:lnTo>
                    <a:pt x="2039143" y="142028"/>
                  </a:lnTo>
                  <a:lnTo>
                    <a:pt x="2017722" y="102530"/>
                  </a:lnTo>
                  <a:lnTo>
                    <a:pt x="1989349" y="68115"/>
                  </a:lnTo>
                  <a:lnTo>
                    <a:pt x="1954957" y="39718"/>
                  </a:lnTo>
                  <a:lnTo>
                    <a:pt x="1915477" y="18276"/>
                  </a:lnTo>
                  <a:lnTo>
                    <a:pt x="1871844" y="4725"/>
                  </a:lnTo>
                  <a:lnTo>
                    <a:pt x="1824989" y="0"/>
                  </a:lnTo>
                  <a:close/>
                </a:path>
              </a:pathLst>
            </a:custGeom>
            <a:solidFill>
              <a:srgbClr val="252525"/>
            </a:solidFill>
          </p:spPr>
          <p:txBody>
            <a:bodyPr wrap="square" lIns="0" tIns="0" rIns="0" bIns="0" rtlCol="0"/>
            <a:lstStyle/>
            <a:p>
              <a:endParaRPr/>
            </a:p>
          </p:txBody>
        </p:sp>
        <p:sp>
          <p:nvSpPr>
            <p:cNvPr id="126" name="object 126"/>
            <p:cNvSpPr/>
            <p:nvPr/>
          </p:nvSpPr>
          <p:spPr>
            <a:xfrm>
              <a:off x="6829805" y="5270503"/>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989" y="0"/>
                  </a:lnTo>
                  <a:lnTo>
                    <a:pt x="1871844" y="4725"/>
                  </a:lnTo>
                  <a:lnTo>
                    <a:pt x="1915477" y="18276"/>
                  </a:lnTo>
                  <a:lnTo>
                    <a:pt x="1954957" y="39718"/>
                  </a:lnTo>
                  <a:lnTo>
                    <a:pt x="1989349" y="68115"/>
                  </a:lnTo>
                  <a:lnTo>
                    <a:pt x="2017722" y="102530"/>
                  </a:lnTo>
                  <a:lnTo>
                    <a:pt x="2039143" y="142028"/>
                  </a:lnTo>
                  <a:lnTo>
                    <a:pt x="2052680" y="185673"/>
                  </a:lnTo>
                  <a:lnTo>
                    <a:pt x="2057399" y="232528"/>
                  </a:lnTo>
                  <a:lnTo>
                    <a:pt x="2057399" y="951500"/>
                  </a:lnTo>
                  <a:lnTo>
                    <a:pt x="2052680" y="998366"/>
                  </a:lnTo>
                  <a:lnTo>
                    <a:pt x="2039143" y="1042015"/>
                  </a:lnTo>
                  <a:lnTo>
                    <a:pt x="2017722" y="1081514"/>
                  </a:lnTo>
                  <a:lnTo>
                    <a:pt x="1989349" y="1115927"/>
                  </a:lnTo>
                  <a:lnTo>
                    <a:pt x="1954957" y="1144319"/>
                  </a:lnTo>
                  <a:lnTo>
                    <a:pt x="1915477" y="1165757"/>
                  </a:lnTo>
                  <a:lnTo>
                    <a:pt x="1871844" y="1179305"/>
                  </a:lnTo>
                  <a:lnTo>
                    <a:pt x="1824989" y="1184029"/>
                  </a:lnTo>
                  <a:lnTo>
                    <a:pt x="232531" y="1184029"/>
                  </a:lnTo>
                  <a:lnTo>
                    <a:pt x="185680" y="1179305"/>
                  </a:lnTo>
                  <a:lnTo>
                    <a:pt x="142037" y="1165757"/>
                  </a:lnTo>
                  <a:lnTo>
                    <a:pt x="102539" y="1144319"/>
                  </a:lnTo>
                  <a:lnTo>
                    <a:pt x="68122" y="1115927"/>
                  </a:lnTo>
                  <a:lnTo>
                    <a:pt x="39723" y="1081514"/>
                  </a:lnTo>
                  <a:lnTo>
                    <a:pt x="18279" y="1042015"/>
                  </a:lnTo>
                  <a:lnTo>
                    <a:pt x="4725"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127" name="object 127"/>
            <p:cNvSpPr/>
            <p:nvPr/>
          </p:nvSpPr>
          <p:spPr>
            <a:xfrm>
              <a:off x="6635496" y="4913374"/>
              <a:ext cx="2481072" cy="1944624"/>
            </a:xfrm>
            <a:prstGeom prst="rect">
              <a:avLst/>
            </a:prstGeom>
            <a:blipFill>
              <a:blip r:embed="rId52" cstate="print"/>
              <a:stretch>
                <a:fillRect/>
              </a:stretch>
            </a:blipFill>
          </p:spPr>
          <p:txBody>
            <a:bodyPr wrap="square" lIns="0" tIns="0" rIns="0" bIns="0" rtlCol="0"/>
            <a:lstStyle/>
            <a:p>
              <a:endParaRPr/>
            </a:p>
          </p:txBody>
        </p:sp>
        <p:sp>
          <p:nvSpPr>
            <p:cNvPr id="128" name="object 128"/>
            <p:cNvSpPr/>
            <p:nvPr/>
          </p:nvSpPr>
          <p:spPr>
            <a:xfrm>
              <a:off x="7377928" y="5506723"/>
              <a:ext cx="1038225" cy="727710"/>
            </a:xfrm>
            <a:custGeom>
              <a:avLst/>
              <a:gdLst/>
              <a:ahLst/>
              <a:cxnLst/>
              <a:rect l="l" t="t" r="r" b="b"/>
              <a:pathLst>
                <a:path w="1038225" h="727710">
                  <a:moveTo>
                    <a:pt x="952500" y="581716"/>
                  </a:moveTo>
                  <a:lnTo>
                    <a:pt x="809518" y="581716"/>
                  </a:lnTo>
                  <a:lnTo>
                    <a:pt x="809518" y="727639"/>
                  </a:lnTo>
                  <a:lnTo>
                    <a:pt x="952500" y="727639"/>
                  </a:lnTo>
                  <a:lnTo>
                    <a:pt x="952500" y="581716"/>
                  </a:lnTo>
                  <a:close/>
                </a:path>
                <a:path w="1038225" h="727710">
                  <a:moveTo>
                    <a:pt x="952500" y="15870"/>
                  </a:moveTo>
                  <a:lnTo>
                    <a:pt x="807110" y="15870"/>
                  </a:lnTo>
                  <a:lnTo>
                    <a:pt x="794033" y="43033"/>
                  </a:lnTo>
                  <a:lnTo>
                    <a:pt x="779598" y="70814"/>
                  </a:lnTo>
                  <a:lnTo>
                    <a:pt x="746760" y="128314"/>
                  </a:lnTo>
                  <a:lnTo>
                    <a:pt x="709890" y="186944"/>
                  </a:lnTo>
                  <a:lnTo>
                    <a:pt x="670072" y="245208"/>
                  </a:lnTo>
                  <a:lnTo>
                    <a:pt x="628154" y="302471"/>
                  </a:lnTo>
                  <a:lnTo>
                    <a:pt x="584728" y="358127"/>
                  </a:lnTo>
                  <a:lnTo>
                    <a:pt x="541290" y="410798"/>
                  </a:lnTo>
                  <a:lnTo>
                    <a:pt x="499384" y="459129"/>
                  </a:lnTo>
                  <a:lnTo>
                    <a:pt x="499384" y="581716"/>
                  </a:lnTo>
                  <a:lnTo>
                    <a:pt x="1037844" y="581716"/>
                  </a:lnTo>
                  <a:lnTo>
                    <a:pt x="1037844" y="464582"/>
                  </a:lnTo>
                  <a:lnTo>
                    <a:pt x="639836" y="464582"/>
                  </a:lnTo>
                  <a:lnTo>
                    <a:pt x="650603" y="451196"/>
                  </a:lnTo>
                  <a:lnTo>
                    <a:pt x="684032" y="408252"/>
                  </a:lnTo>
                  <a:lnTo>
                    <a:pt x="717949" y="362090"/>
                  </a:lnTo>
                  <a:lnTo>
                    <a:pt x="740215" y="330138"/>
                  </a:lnTo>
                  <a:lnTo>
                    <a:pt x="761554" y="297630"/>
                  </a:lnTo>
                  <a:lnTo>
                    <a:pt x="781790" y="264732"/>
                  </a:lnTo>
                  <a:lnTo>
                    <a:pt x="809518" y="215920"/>
                  </a:lnTo>
                  <a:lnTo>
                    <a:pt x="952500" y="215920"/>
                  </a:lnTo>
                  <a:lnTo>
                    <a:pt x="952500" y="15870"/>
                  </a:lnTo>
                  <a:close/>
                </a:path>
                <a:path w="1038225" h="727710">
                  <a:moveTo>
                    <a:pt x="952500" y="215920"/>
                  </a:moveTo>
                  <a:lnTo>
                    <a:pt x="809518" y="215920"/>
                  </a:lnTo>
                  <a:lnTo>
                    <a:pt x="809518" y="464582"/>
                  </a:lnTo>
                  <a:lnTo>
                    <a:pt x="952500" y="464582"/>
                  </a:lnTo>
                  <a:lnTo>
                    <a:pt x="952500" y="215920"/>
                  </a:lnTo>
                  <a:close/>
                </a:path>
                <a:path w="1038225" h="727710">
                  <a:moveTo>
                    <a:pt x="307726" y="176701"/>
                  </a:moveTo>
                  <a:lnTo>
                    <a:pt x="151394" y="176701"/>
                  </a:lnTo>
                  <a:lnTo>
                    <a:pt x="151394" y="727639"/>
                  </a:lnTo>
                  <a:lnTo>
                    <a:pt x="307726" y="727639"/>
                  </a:lnTo>
                  <a:lnTo>
                    <a:pt x="307726" y="176701"/>
                  </a:lnTo>
                  <a:close/>
                </a:path>
                <a:path w="1038225" h="727710">
                  <a:moveTo>
                    <a:pt x="307726" y="0"/>
                  </a:moveTo>
                  <a:lnTo>
                    <a:pt x="212994" y="0"/>
                  </a:lnTo>
                  <a:lnTo>
                    <a:pt x="190468" y="16309"/>
                  </a:lnTo>
                  <a:lnTo>
                    <a:pt x="166676" y="31919"/>
                  </a:lnTo>
                  <a:lnTo>
                    <a:pt x="115214" y="61078"/>
                  </a:lnTo>
                  <a:lnTo>
                    <a:pt x="59321" y="86389"/>
                  </a:lnTo>
                  <a:lnTo>
                    <a:pt x="0" y="106728"/>
                  </a:lnTo>
                  <a:lnTo>
                    <a:pt x="0" y="238755"/>
                  </a:lnTo>
                  <a:lnTo>
                    <a:pt x="42184" y="230562"/>
                  </a:lnTo>
                  <a:lnTo>
                    <a:pt x="83454" y="216657"/>
                  </a:lnTo>
                  <a:lnTo>
                    <a:pt x="120914" y="198299"/>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29" name="object 129"/>
            <p:cNvSpPr/>
            <p:nvPr/>
          </p:nvSpPr>
          <p:spPr>
            <a:xfrm>
              <a:off x="7377927" y="5506723"/>
              <a:ext cx="1038225" cy="727710"/>
            </a:xfrm>
            <a:custGeom>
              <a:avLst/>
              <a:gdLst/>
              <a:ahLst/>
              <a:cxnLst/>
              <a:rect l="l" t="t" r="r" b="b"/>
              <a:pathLst>
                <a:path w="1038225" h="727710">
                  <a:moveTo>
                    <a:pt x="809518" y="215920"/>
                  </a:moveTo>
                  <a:lnTo>
                    <a:pt x="781790" y="264732"/>
                  </a:lnTo>
                  <a:lnTo>
                    <a:pt x="761554" y="297630"/>
                  </a:lnTo>
                  <a:lnTo>
                    <a:pt x="740215" y="330138"/>
                  </a:lnTo>
                  <a:lnTo>
                    <a:pt x="717949" y="362090"/>
                  </a:lnTo>
                  <a:lnTo>
                    <a:pt x="695417" y="393115"/>
                  </a:lnTo>
                  <a:lnTo>
                    <a:pt x="661556" y="437346"/>
                  </a:lnTo>
                  <a:lnTo>
                    <a:pt x="639836" y="464582"/>
                  </a:lnTo>
                  <a:lnTo>
                    <a:pt x="809518" y="464582"/>
                  </a:lnTo>
                  <a:lnTo>
                    <a:pt x="809518" y="215920"/>
                  </a:lnTo>
                  <a:close/>
                </a:path>
                <a:path w="1038225" h="727710">
                  <a:moveTo>
                    <a:pt x="807110" y="15870"/>
                  </a:moveTo>
                  <a:lnTo>
                    <a:pt x="952499" y="15870"/>
                  </a:lnTo>
                  <a:lnTo>
                    <a:pt x="952499" y="464582"/>
                  </a:lnTo>
                  <a:lnTo>
                    <a:pt x="1037843" y="464582"/>
                  </a:lnTo>
                  <a:lnTo>
                    <a:pt x="1037843" y="581716"/>
                  </a:lnTo>
                  <a:lnTo>
                    <a:pt x="952499" y="581716"/>
                  </a:lnTo>
                  <a:lnTo>
                    <a:pt x="952499" y="727639"/>
                  </a:lnTo>
                  <a:lnTo>
                    <a:pt x="809518" y="727639"/>
                  </a:lnTo>
                  <a:lnTo>
                    <a:pt x="809518" y="581716"/>
                  </a:lnTo>
                  <a:lnTo>
                    <a:pt x="499384" y="581716"/>
                  </a:lnTo>
                  <a:lnTo>
                    <a:pt x="499384" y="459129"/>
                  </a:lnTo>
                  <a:lnTo>
                    <a:pt x="520147" y="435504"/>
                  </a:lnTo>
                  <a:lnTo>
                    <a:pt x="541290" y="410798"/>
                  </a:lnTo>
                  <a:lnTo>
                    <a:pt x="584728" y="358127"/>
                  </a:lnTo>
                  <a:lnTo>
                    <a:pt x="628154" y="302471"/>
                  </a:lnTo>
                  <a:lnTo>
                    <a:pt x="670072" y="245208"/>
                  </a:lnTo>
                  <a:lnTo>
                    <a:pt x="709890" y="186944"/>
                  </a:lnTo>
                  <a:lnTo>
                    <a:pt x="746759" y="128314"/>
                  </a:lnTo>
                  <a:lnTo>
                    <a:pt x="779598" y="70814"/>
                  </a:lnTo>
                  <a:lnTo>
                    <a:pt x="794033" y="43033"/>
                  </a:lnTo>
                  <a:lnTo>
                    <a:pt x="807110" y="15870"/>
                  </a:lnTo>
                  <a:close/>
                </a:path>
                <a:path w="1038225" h="727710">
                  <a:moveTo>
                    <a:pt x="212994" y="0"/>
                  </a:moveTo>
                  <a:lnTo>
                    <a:pt x="307726" y="0"/>
                  </a:lnTo>
                  <a:lnTo>
                    <a:pt x="307726" y="727639"/>
                  </a:lnTo>
                  <a:lnTo>
                    <a:pt x="151394" y="727639"/>
                  </a:lnTo>
                  <a:lnTo>
                    <a:pt x="151394" y="176701"/>
                  </a:lnTo>
                  <a:lnTo>
                    <a:pt x="144634" y="182336"/>
                  </a:lnTo>
                  <a:lnTo>
                    <a:pt x="111940" y="203263"/>
                  </a:lnTo>
                  <a:lnTo>
                    <a:pt x="73371" y="220600"/>
                  </a:lnTo>
                  <a:lnTo>
                    <a:pt x="31538" y="233212"/>
                  </a:lnTo>
                  <a:lnTo>
                    <a:pt x="0" y="238755"/>
                  </a:lnTo>
                  <a:lnTo>
                    <a:pt x="0" y="106728"/>
                  </a:lnTo>
                  <a:lnTo>
                    <a:pt x="30080" y="97175"/>
                  </a:lnTo>
                  <a:lnTo>
                    <a:pt x="59321" y="86389"/>
                  </a:lnTo>
                  <a:lnTo>
                    <a:pt x="115214" y="61078"/>
                  </a:lnTo>
                  <a:lnTo>
                    <a:pt x="166676" y="31919"/>
                  </a:lnTo>
                  <a:lnTo>
                    <a:pt x="190468" y="16309"/>
                  </a:lnTo>
                  <a:lnTo>
                    <a:pt x="212994" y="0"/>
                  </a:lnTo>
                  <a:close/>
                </a:path>
              </a:pathLst>
            </a:custGeom>
            <a:ln w="12191">
              <a:solidFill>
                <a:srgbClr val="000000"/>
              </a:solidFill>
            </a:ln>
          </p:spPr>
          <p:txBody>
            <a:bodyPr wrap="square" lIns="0" tIns="0" rIns="0" bIns="0" rtlCol="0"/>
            <a:lstStyle/>
            <a:p>
              <a:endParaRPr/>
            </a:p>
          </p:txBody>
        </p:sp>
        <p:sp>
          <p:nvSpPr>
            <p:cNvPr id="130" name="object 130"/>
            <p:cNvSpPr/>
            <p:nvPr/>
          </p:nvSpPr>
          <p:spPr>
            <a:xfrm>
              <a:off x="6748272" y="5225795"/>
              <a:ext cx="2218944" cy="1345691"/>
            </a:xfrm>
            <a:prstGeom prst="rect">
              <a:avLst/>
            </a:prstGeom>
            <a:blipFill>
              <a:blip r:embed="rId53" cstate="print"/>
              <a:stretch>
                <a:fillRect/>
              </a:stretch>
            </a:blipFill>
          </p:spPr>
          <p:txBody>
            <a:bodyPr wrap="square" lIns="0" tIns="0" rIns="0" bIns="0" rtlCol="0"/>
            <a:lstStyle/>
            <a:p>
              <a:endParaRPr/>
            </a:p>
          </p:txBody>
        </p:sp>
        <p:sp>
          <p:nvSpPr>
            <p:cNvPr id="131" name="object 131"/>
            <p:cNvSpPr/>
            <p:nvPr/>
          </p:nvSpPr>
          <p:spPr>
            <a:xfrm>
              <a:off x="6594348" y="4908802"/>
              <a:ext cx="2549651" cy="1949195"/>
            </a:xfrm>
            <a:prstGeom prst="rect">
              <a:avLst/>
            </a:prstGeom>
            <a:blipFill>
              <a:blip r:embed="rId54" cstate="print"/>
              <a:stretch>
                <a:fillRect/>
              </a:stretch>
            </a:blipFill>
          </p:spPr>
          <p:txBody>
            <a:bodyPr wrap="square" lIns="0" tIns="0" rIns="0" bIns="0" rtlCol="0"/>
            <a:lstStyle/>
            <a:p>
              <a:endParaRPr/>
            </a:p>
          </p:txBody>
        </p:sp>
        <p:sp>
          <p:nvSpPr>
            <p:cNvPr id="132" name="object 132"/>
            <p:cNvSpPr/>
            <p:nvPr/>
          </p:nvSpPr>
          <p:spPr>
            <a:xfrm>
              <a:off x="6829440" y="5286755"/>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5"/>
                  </a:lnTo>
                  <a:lnTo>
                    <a:pt x="18275" y="1042031"/>
                  </a:lnTo>
                  <a:lnTo>
                    <a:pt x="39715" y="1081528"/>
                  </a:lnTo>
                  <a:lnTo>
                    <a:pt x="68111" y="1115939"/>
                  </a:lnTo>
                  <a:lnTo>
                    <a:pt x="102526" y="1144331"/>
                  </a:lnTo>
                  <a:lnTo>
                    <a:pt x="142024" y="1165769"/>
                  </a:lnTo>
                  <a:lnTo>
                    <a:pt x="185671" y="1179317"/>
                  </a:lnTo>
                  <a:lnTo>
                    <a:pt x="232531" y="1184041"/>
                  </a:lnTo>
                  <a:lnTo>
                    <a:pt x="1824837" y="1184041"/>
                  </a:lnTo>
                  <a:lnTo>
                    <a:pt x="1871698" y="1179317"/>
                  </a:lnTo>
                  <a:lnTo>
                    <a:pt x="1915349" y="1165769"/>
                  </a:lnTo>
                  <a:lnTo>
                    <a:pt x="1954852" y="1144331"/>
                  </a:lnTo>
                  <a:lnTo>
                    <a:pt x="1989273" y="1115939"/>
                  </a:lnTo>
                  <a:lnTo>
                    <a:pt x="2017674" y="1081528"/>
                  </a:lnTo>
                  <a:lnTo>
                    <a:pt x="2039120" y="1042031"/>
                  </a:lnTo>
                  <a:lnTo>
                    <a:pt x="2052673" y="998385"/>
                  </a:lnTo>
                  <a:lnTo>
                    <a:pt x="2057399" y="951524"/>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33" name="object 133"/>
            <p:cNvSpPr/>
            <p:nvPr/>
          </p:nvSpPr>
          <p:spPr>
            <a:xfrm>
              <a:off x="6829440" y="5286755"/>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24"/>
                  </a:lnTo>
                  <a:lnTo>
                    <a:pt x="2052673" y="998385"/>
                  </a:lnTo>
                  <a:lnTo>
                    <a:pt x="2039120" y="1042031"/>
                  </a:lnTo>
                  <a:lnTo>
                    <a:pt x="2017674" y="1081528"/>
                  </a:lnTo>
                  <a:lnTo>
                    <a:pt x="1989273" y="1115939"/>
                  </a:lnTo>
                  <a:lnTo>
                    <a:pt x="1954852" y="1144331"/>
                  </a:lnTo>
                  <a:lnTo>
                    <a:pt x="1915349" y="1165769"/>
                  </a:lnTo>
                  <a:lnTo>
                    <a:pt x="1871698" y="1179317"/>
                  </a:lnTo>
                  <a:lnTo>
                    <a:pt x="1824837" y="1184041"/>
                  </a:lnTo>
                  <a:lnTo>
                    <a:pt x="232531" y="1184041"/>
                  </a:lnTo>
                  <a:lnTo>
                    <a:pt x="185671" y="1179317"/>
                  </a:lnTo>
                  <a:lnTo>
                    <a:pt x="142024" y="1165769"/>
                  </a:lnTo>
                  <a:lnTo>
                    <a:pt x="102526" y="1144331"/>
                  </a:lnTo>
                  <a:lnTo>
                    <a:pt x="68111" y="1115939"/>
                  </a:lnTo>
                  <a:lnTo>
                    <a:pt x="39715" y="1081528"/>
                  </a:lnTo>
                  <a:lnTo>
                    <a:pt x="18275" y="1042031"/>
                  </a:lnTo>
                  <a:lnTo>
                    <a:pt x="4724" y="998385"/>
                  </a:lnTo>
                  <a:lnTo>
                    <a:pt x="0" y="951524"/>
                  </a:lnTo>
                  <a:lnTo>
                    <a:pt x="0" y="232541"/>
                  </a:lnTo>
                  <a:close/>
                </a:path>
              </a:pathLst>
            </a:custGeom>
            <a:ln w="76199">
              <a:solidFill>
                <a:srgbClr val="00AF50"/>
              </a:solidFill>
            </a:ln>
          </p:spPr>
          <p:txBody>
            <a:bodyPr wrap="square" lIns="0" tIns="0" rIns="0" bIns="0" rtlCol="0"/>
            <a:lstStyle/>
            <a:p>
              <a:endParaRPr/>
            </a:p>
          </p:txBody>
        </p:sp>
        <p:sp>
          <p:nvSpPr>
            <p:cNvPr id="134" name="object 134"/>
            <p:cNvSpPr/>
            <p:nvPr/>
          </p:nvSpPr>
          <p:spPr>
            <a:xfrm>
              <a:off x="6635496" y="4928615"/>
              <a:ext cx="2481072" cy="1929383"/>
            </a:xfrm>
            <a:prstGeom prst="rect">
              <a:avLst/>
            </a:prstGeom>
            <a:blipFill>
              <a:blip r:embed="rId55" cstate="print"/>
              <a:stretch>
                <a:fillRect/>
              </a:stretch>
            </a:blipFill>
          </p:spPr>
          <p:txBody>
            <a:bodyPr wrap="square" lIns="0" tIns="0" rIns="0" bIns="0" rtlCol="0"/>
            <a:lstStyle/>
            <a:p>
              <a:endParaRPr/>
            </a:p>
          </p:txBody>
        </p:sp>
        <p:sp>
          <p:nvSpPr>
            <p:cNvPr id="135" name="object 135"/>
            <p:cNvSpPr/>
            <p:nvPr/>
          </p:nvSpPr>
          <p:spPr>
            <a:xfrm>
              <a:off x="7377562" y="5522976"/>
              <a:ext cx="997585" cy="740410"/>
            </a:xfrm>
            <a:custGeom>
              <a:avLst/>
              <a:gdLst/>
              <a:ahLst/>
              <a:cxnLst/>
              <a:rect l="l" t="t" r="r" b="b"/>
              <a:pathLst>
                <a:path w="997584" h="740410">
                  <a:moveTo>
                    <a:pt x="550407" y="575285"/>
                  </a:moveTo>
                  <a:lnTo>
                    <a:pt x="550407" y="709290"/>
                  </a:lnTo>
                  <a:lnTo>
                    <a:pt x="587431" y="722759"/>
                  </a:lnTo>
                  <a:lnTo>
                    <a:pt x="628577" y="732377"/>
                  </a:lnTo>
                  <a:lnTo>
                    <a:pt x="673821" y="738146"/>
                  </a:lnTo>
                  <a:lnTo>
                    <a:pt x="723138" y="740069"/>
                  </a:lnTo>
                  <a:lnTo>
                    <a:pt x="783119" y="735803"/>
                  </a:lnTo>
                  <a:lnTo>
                    <a:pt x="836546" y="723007"/>
                  </a:lnTo>
                  <a:lnTo>
                    <a:pt x="883400" y="701683"/>
                  </a:lnTo>
                  <a:lnTo>
                    <a:pt x="923665" y="671834"/>
                  </a:lnTo>
                  <a:lnTo>
                    <a:pt x="956007" y="635239"/>
                  </a:lnTo>
                  <a:lnTo>
                    <a:pt x="964508" y="619957"/>
                  </a:lnTo>
                  <a:lnTo>
                    <a:pt x="705733" y="619957"/>
                  </a:lnTo>
                  <a:lnTo>
                    <a:pt x="665159" y="617164"/>
                  </a:lnTo>
                  <a:lnTo>
                    <a:pt x="625739" y="608788"/>
                  </a:lnTo>
                  <a:lnTo>
                    <a:pt x="587484" y="594828"/>
                  </a:lnTo>
                  <a:lnTo>
                    <a:pt x="550407" y="575285"/>
                  </a:lnTo>
                  <a:close/>
                </a:path>
                <a:path w="997584" h="740410">
                  <a:moveTo>
                    <a:pt x="979952" y="404551"/>
                  </a:moveTo>
                  <a:lnTo>
                    <a:pt x="688329" y="404551"/>
                  </a:lnTo>
                  <a:lnTo>
                    <a:pt x="742159" y="408780"/>
                  </a:lnTo>
                  <a:lnTo>
                    <a:pt x="784015" y="421466"/>
                  </a:lnTo>
                  <a:lnTo>
                    <a:pt x="813902" y="442610"/>
                  </a:lnTo>
                  <a:lnTo>
                    <a:pt x="831829" y="472209"/>
                  </a:lnTo>
                  <a:lnTo>
                    <a:pt x="837803" y="510265"/>
                  </a:lnTo>
                  <a:lnTo>
                    <a:pt x="835614" y="534261"/>
                  </a:lnTo>
                  <a:lnTo>
                    <a:pt x="818091" y="574338"/>
                  </a:lnTo>
                  <a:lnTo>
                    <a:pt x="783615" y="603342"/>
                  </a:lnTo>
                  <a:lnTo>
                    <a:pt x="735089" y="618111"/>
                  </a:lnTo>
                  <a:lnTo>
                    <a:pt x="705733" y="619957"/>
                  </a:lnTo>
                  <a:lnTo>
                    <a:pt x="964508" y="619957"/>
                  </a:lnTo>
                  <a:lnTo>
                    <a:pt x="979105" y="593714"/>
                  </a:lnTo>
                  <a:lnTo>
                    <a:pt x="992961" y="547258"/>
                  </a:lnTo>
                  <a:lnTo>
                    <a:pt x="997579" y="495869"/>
                  </a:lnTo>
                  <a:lnTo>
                    <a:pt x="993701" y="449713"/>
                  </a:lnTo>
                  <a:lnTo>
                    <a:pt x="982073" y="408520"/>
                  </a:lnTo>
                  <a:lnTo>
                    <a:pt x="979952" y="404551"/>
                  </a:lnTo>
                  <a:close/>
                </a:path>
                <a:path w="997584" h="740410">
                  <a:moveTo>
                    <a:pt x="964813" y="15870"/>
                  </a:moveTo>
                  <a:lnTo>
                    <a:pt x="588142" y="15870"/>
                  </a:lnTo>
                  <a:lnTo>
                    <a:pt x="561350" y="412979"/>
                  </a:lnTo>
                  <a:lnTo>
                    <a:pt x="596282" y="409287"/>
                  </a:lnTo>
                  <a:lnTo>
                    <a:pt x="629080" y="406654"/>
                  </a:lnTo>
                  <a:lnTo>
                    <a:pt x="659758" y="405077"/>
                  </a:lnTo>
                  <a:lnTo>
                    <a:pt x="688329" y="404551"/>
                  </a:lnTo>
                  <a:lnTo>
                    <a:pt x="979952" y="404551"/>
                  </a:lnTo>
                  <a:lnTo>
                    <a:pt x="962707" y="372289"/>
                  </a:lnTo>
                  <a:lnTo>
                    <a:pt x="935614" y="341019"/>
                  </a:lnTo>
                  <a:lnTo>
                    <a:pt x="901575" y="315828"/>
                  </a:lnTo>
                  <a:lnTo>
                    <a:pt x="861589" y="297834"/>
                  </a:lnTo>
                  <a:lnTo>
                    <a:pt x="815654" y="287038"/>
                  </a:lnTo>
                  <a:lnTo>
                    <a:pt x="806527" y="286405"/>
                  </a:lnTo>
                  <a:lnTo>
                    <a:pt x="697870" y="286405"/>
                  </a:lnTo>
                  <a:lnTo>
                    <a:pt x="707776" y="143969"/>
                  </a:lnTo>
                  <a:lnTo>
                    <a:pt x="964813" y="143969"/>
                  </a:lnTo>
                  <a:lnTo>
                    <a:pt x="964813" y="15870"/>
                  </a:lnTo>
                  <a:close/>
                </a:path>
                <a:path w="997584" h="740410">
                  <a:moveTo>
                    <a:pt x="763767" y="283439"/>
                  </a:moveTo>
                  <a:lnTo>
                    <a:pt x="749275" y="283624"/>
                  </a:lnTo>
                  <a:lnTo>
                    <a:pt x="733436" y="284180"/>
                  </a:lnTo>
                  <a:lnTo>
                    <a:pt x="716289" y="285107"/>
                  </a:lnTo>
                  <a:lnTo>
                    <a:pt x="697870" y="286405"/>
                  </a:lnTo>
                  <a:lnTo>
                    <a:pt x="806527" y="286405"/>
                  </a:lnTo>
                  <a:lnTo>
                    <a:pt x="763767" y="283439"/>
                  </a:lnTo>
                  <a:close/>
                </a:path>
                <a:path w="997584" h="740410">
                  <a:moveTo>
                    <a:pt x="307726" y="176723"/>
                  </a:moveTo>
                  <a:lnTo>
                    <a:pt x="151394" y="176723"/>
                  </a:lnTo>
                  <a:lnTo>
                    <a:pt x="151394" y="727661"/>
                  </a:lnTo>
                  <a:lnTo>
                    <a:pt x="307726" y="727661"/>
                  </a:lnTo>
                  <a:lnTo>
                    <a:pt x="307726" y="176723"/>
                  </a:lnTo>
                  <a:close/>
                </a:path>
                <a:path w="997584" h="740410">
                  <a:moveTo>
                    <a:pt x="307726" y="0"/>
                  </a:moveTo>
                  <a:lnTo>
                    <a:pt x="212841" y="0"/>
                  </a:lnTo>
                  <a:lnTo>
                    <a:pt x="190367" y="16314"/>
                  </a:lnTo>
                  <a:lnTo>
                    <a:pt x="166569" y="31925"/>
                  </a:lnTo>
                  <a:lnTo>
                    <a:pt x="115062" y="61091"/>
                  </a:lnTo>
                  <a:lnTo>
                    <a:pt x="59245" y="86392"/>
                  </a:lnTo>
                  <a:lnTo>
                    <a:pt x="0" y="106740"/>
                  </a:lnTo>
                  <a:lnTo>
                    <a:pt x="0" y="238768"/>
                  </a:lnTo>
                  <a:lnTo>
                    <a:pt x="42153" y="230575"/>
                  </a:lnTo>
                  <a:lnTo>
                    <a:pt x="83301" y="216670"/>
                  </a:lnTo>
                  <a:lnTo>
                    <a:pt x="120761" y="198308"/>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36" name="object 136"/>
            <p:cNvSpPr/>
            <p:nvPr/>
          </p:nvSpPr>
          <p:spPr>
            <a:xfrm>
              <a:off x="7377561" y="5522976"/>
              <a:ext cx="997585" cy="740410"/>
            </a:xfrm>
            <a:custGeom>
              <a:avLst/>
              <a:gdLst/>
              <a:ahLst/>
              <a:cxnLst/>
              <a:rect l="l" t="t" r="r" b="b"/>
              <a:pathLst>
                <a:path w="997584" h="740410">
                  <a:moveTo>
                    <a:pt x="588142" y="15870"/>
                  </a:moveTo>
                  <a:lnTo>
                    <a:pt x="964813" y="15870"/>
                  </a:lnTo>
                  <a:lnTo>
                    <a:pt x="964813" y="143969"/>
                  </a:lnTo>
                  <a:lnTo>
                    <a:pt x="707776" y="143969"/>
                  </a:lnTo>
                  <a:lnTo>
                    <a:pt x="697870" y="286405"/>
                  </a:lnTo>
                  <a:lnTo>
                    <a:pt x="716289" y="285107"/>
                  </a:lnTo>
                  <a:lnTo>
                    <a:pt x="733436" y="284180"/>
                  </a:lnTo>
                  <a:lnTo>
                    <a:pt x="749275" y="283624"/>
                  </a:lnTo>
                  <a:lnTo>
                    <a:pt x="763767" y="283439"/>
                  </a:lnTo>
                  <a:lnTo>
                    <a:pt x="815654" y="287038"/>
                  </a:lnTo>
                  <a:lnTo>
                    <a:pt x="861589" y="297834"/>
                  </a:lnTo>
                  <a:lnTo>
                    <a:pt x="901575" y="315828"/>
                  </a:lnTo>
                  <a:lnTo>
                    <a:pt x="935614" y="341019"/>
                  </a:lnTo>
                  <a:lnTo>
                    <a:pt x="962706" y="372289"/>
                  </a:lnTo>
                  <a:lnTo>
                    <a:pt x="982073" y="408520"/>
                  </a:lnTo>
                  <a:lnTo>
                    <a:pt x="993701" y="449713"/>
                  </a:lnTo>
                  <a:lnTo>
                    <a:pt x="997579" y="495869"/>
                  </a:lnTo>
                  <a:lnTo>
                    <a:pt x="992961" y="547258"/>
                  </a:lnTo>
                  <a:lnTo>
                    <a:pt x="979105" y="593714"/>
                  </a:lnTo>
                  <a:lnTo>
                    <a:pt x="956007" y="635239"/>
                  </a:lnTo>
                  <a:lnTo>
                    <a:pt x="923665" y="671834"/>
                  </a:lnTo>
                  <a:lnTo>
                    <a:pt x="883400" y="701683"/>
                  </a:lnTo>
                  <a:lnTo>
                    <a:pt x="836546" y="723007"/>
                  </a:lnTo>
                  <a:lnTo>
                    <a:pt x="783119" y="735803"/>
                  </a:lnTo>
                  <a:lnTo>
                    <a:pt x="723137" y="740069"/>
                  </a:lnTo>
                  <a:lnTo>
                    <a:pt x="673821" y="738146"/>
                  </a:lnTo>
                  <a:lnTo>
                    <a:pt x="628577" y="732377"/>
                  </a:lnTo>
                  <a:lnTo>
                    <a:pt x="587431" y="722759"/>
                  </a:lnTo>
                  <a:lnTo>
                    <a:pt x="550407" y="709290"/>
                  </a:lnTo>
                  <a:lnTo>
                    <a:pt x="550407" y="575285"/>
                  </a:lnTo>
                  <a:lnTo>
                    <a:pt x="587484" y="594828"/>
                  </a:lnTo>
                  <a:lnTo>
                    <a:pt x="625739" y="608788"/>
                  </a:lnTo>
                  <a:lnTo>
                    <a:pt x="665159" y="617164"/>
                  </a:lnTo>
                  <a:lnTo>
                    <a:pt x="705733" y="619957"/>
                  </a:lnTo>
                  <a:lnTo>
                    <a:pt x="735089" y="618111"/>
                  </a:lnTo>
                  <a:lnTo>
                    <a:pt x="783615" y="603342"/>
                  </a:lnTo>
                  <a:lnTo>
                    <a:pt x="818091" y="574338"/>
                  </a:lnTo>
                  <a:lnTo>
                    <a:pt x="835614" y="534261"/>
                  </a:lnTo>
                  <a:lnTo>
                    <a:pt x="837803" y="510265"/>
                  </a:lnTo>
                  <a:lnTo>
                    <a:pt x="831829" y="472209"/>
                  </a:lnTo>
                  <a:lnTo>
                    <a:pt x="813902" y="442610"/>
                  </a:lnTo>
                  <a:lnTo>
                    <a:pt x="784015" y="421466"/>
                  </a:lnTo>
                  <a:lnTo>
                    <a:pt x="742159" y="408780"/>
                  </a:lnTo>
                  <a:lnTo>
                    <a:pt x="688329" y="404551"/>
                  </a:lnTo>
                  <a:lnTo>
                    <a:pt x="659758" y="405077"/>
                  </a:lnTo>
                  <a:lnTo>
                    <a:pt x="629080" y="406654"/>
                  </a:lnTo>
                  <a:lnTo>
                    <a:pt x="596282" y="409287"/>
                  </a:lnTo>
                  <a:lnTo>
                    <a:pt x="561350" y="412979"/>
                  </a:lnTo>
                  <a:lnTo>
                    <a:pt x="588142" y="15870"/>
                  </a:lnTo>
                  <a:close/>
                </a:path>
                <a:path w="997584" h="740410">
                  <a:moveTo>
                    <a:pt x="212841" y="0"/>
                  </a:moveTo>
                  <a:lnTo>
                    <a:pt x="307726" y="0"/>
                  </a:lnTo>
                  <a:lnTo>
                    <a:pt x="307726" y="727661"/>
                  </a:lnTo>
                  <a:lnTo>
                    <a:pt x="151394" y="727661"/>
                  </a:lnTo>
                  <a:lnTo>
                    <a:pt x="151394" y="176723"/>
                  </a:lnTo>
                  <a:lnTo>
                    <a:pt x="144619" y="182356"/>
                  </a:lnTo>
                  <a:lnTo>
                    <a:pt x="111843" y="203281"/>
                  </a:lnTo>
                  <a:lnTo>
                    <a:pt x="73306" y="220612"/>
                  </a:lnTo>
                  <a:lnTo>
                    <a:pt x="31521" y="233226"/>
                  </a:lnTo>
                  <a:lnTo>
                    <a:pt x="0" y="238768"/>
                  </a:lnTo>
                  <a:lnTo>
                    <a:pt x="0" y="106740"/>
                  </a:lnTo>
                  <a:lnTo>
                    <a:pt x="30048" y="97187"/>
                  </a:lnTo>
                  <a:lnTo>
                    <a:pt x="59245" y="86392"/>
                  </a:lnTo>
                  <a:lnTo>
                    <a:pt x="115061" y="61091"/>
                  </a:lnTo>
                  <a:lnTo>
                    <a:pt x="166569" y="31925"/>
                  </a:lnTo>
                  <a:lnTo>
                    <a:pt x="190367" y="16314"/>
                  </a:lnTo>
                  <a:lnTo>
                    <a:pt x="212841" y="0"/>
                  </a:lnTo>
                  <a:close/>
                </a:path>
              </a:pathLst>
            </a:custGeom>
            <a:ln w="12191">
              <a:solidFill>
                <a:srgbClr val="000000"/>
              </a:solidFill>
            </a:ln>
          </p:spPr>
          <p:txBody>
            <a:bodyPr wrap="square" lIns="0" tIns="0" rIns="0" bIns="0" rtlCol="0"/>
            <a:lstStyle/>
            <a:p>
              <a:endParaRPr/>
            </a:p>
          </p:txBody>
        </p:sp>
        <p:sp>
          <p:nvSpPr>
            <p:cNvPr id="137" name="object 137"/>
            <p:cNvSpPr/>
            <p:nvPr/>
          </p:nvSpPr>
          <p:spPr>
            <a:xfrm>
              <a:off x="6739128" y="5209032"/>
              <a:ext cx="2218944" cy="1345692"/>
            </a:xfrm>
            <a:prstGeom prst="rect">
              <a:avLst/>
            </a:prstGeom>
            <a:blipFill>
              <a:blip r:embed="rId56" cstate="print"/>
              <a:stretch>
                <a:fillRect/>
              </a:stretch>
            </a:blipFill>
          </p:spPr>
          <p:txBody>
            <a:bodyPr wrap="square" lIns="0" tIns="0" rIns="0" bIns="0" rtlCol="0"/>
            <a:lstStyle/>
            <a:p>
              <a:endParaRPr/>
            </a:p>
          </p:txBody>
        </p:sp>
        <p:sp>
          <p:nvSpPr>
            <p:cNvPr id="138" name="object 138"/>
            <p:cNvSpPr/>
            <p:nvPr/>
          </p:nvSpPr>
          <p:spPr>
            <a:xfrm>
              <a:off x="6585204" y="4892039"/>
              <a:ext cx="2558795" cy="1965959"/>
            </a:xfrm>
            <a:prstGeom prst="rect">
              <a:avLst/>
            </a:prstGeom>
            <a:blipFill>
              <a:blip r:embed="rId57" cstate="print"/>
              <a:stretch>
                <a:fillRect/>
              </a:stretch>
            </a:blipFill>
          </p:spPr>
          <p:txBody>
            <a:bodyPr wrap="square" lIns="0" tIns="0" rIns="0" bIns="0" rtlCol="0"/>
            <a:lstStyle/>
            <a:p>
              <a:endParaRPr/>
            </a:p>
          </p:txBody>
        </p:sp>
        <p:sp>
          <p:nvSpPr>
            <p:cNvPr id="139" name="object 139"/>
            <p:cNvSpPr/>
            <p:nvPr/>
          </p:nvSpPr>
          <p:spPr>
            <a:xfrm>
              <a:off x="6819899" y="5269991"/>
              <a:ext cx="2057400" cy="1184275"/>
            </a:xfrm>
            <a:custGeom>
              <a:avLst/>
              <a:gdLst/>
              <a:ahLst/>
              <a:cxnLst/>
              <a:rect l="l" t="t" r="r" b="b"/>
              <a:pathLst>
                <a:path w="2057400" h="1184275">
                  <a:moveTo>
                    <a:pt x="1824868"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1"/>
                  </a:lnTo>
                  <a:lnTo>
                    <a:pt x="18279" y="1041965"/>
                  </a:lnTo>
                  <a:lnTo>
                    <a:pt x="39723" y="1081459"/>
                  </a:lnTo>
                  <a:lnTo>
                    <a:pt x="68122" y="1115869"/>
                  </a:lnTo>
                  <a:lnTo>
                    <a:pt x="102539" y="1144260"/>
                  </a:lnTo>
                  <a:lnTo>
                    <a:pt x="142037" y="1165696"/>
                  </a:lnTo>
                  <a:lnTo>
                    <a:pt x="185680" y="1179244"/>
                  </a:lnTo>
                  <a:lnTo>
                    <a:pt x="232531" y="1183968"/>
                  </a:lnTo>
                  <a:lnTo>
                    <a:pt x="1824868" y="1183968"/>
                  </a:lnTo>
                  <a:lnTo>
                    <a:pt x="1871719" y="1179244"/>
                  </a:lnTo>
                  <a:lnTo>
                    <a:pt x="1915362" y="1165696"/>
                  </a:lnTo>
                  <a:lnTo>
                    <a:pt x="1954860" y="1144260"/>
                  </a:lnTo>
                  <a:lnTo>
                    <a:pt x="1989277" y="1115869"/>
                  </a:lnTo>
                  <a:lnTo>
                    <a:pt x="2017676" y="1081459"/>
                  </a:lnTo>
                  <a:lnTo>
                    <a:pt x="2039120" y="1041965"/>
                  </a:lnTo>
                  <a:lnTo>
                    <a:pt x="2052674" y="998321"/>
                  </a:lnTo>
                  <a:lnTo>
                    <a:pt x="2057399" y="951463"/>
                  </a:lnTo>
                  <a:lnTo>
                    <a:pt x="2057399" y="232409"/>
                  </a:lnTo>
                  <a:lnTo>
                    <a:pt x="2052674" y="185559"/>
                  </a:lnTo>
                  <a:lnTo>
                    <a:pt x="2039120" y="141928"/>
                  </a:lnTo>
                  <a:lnTo>
                    <a:pt x="2017676" y="102449"/>
                  </a:lnTo>
                  <a:lnTo>
                    <a:pt x="1989277" y="68056"/>
                  </a:lnTo>
                  <a:lnTo>
                    <a:pt x="1954860" y="39681"/>
                  </a:lnTo>
                  <a:lnTo>
                    <a:pt x="1915362" y="18258"/>
                  </a:lnTo>
                  <a:lnTo>
                    <a:pt x="1871719" y="4720"/>
                  </a:lnTo>
                  <a:lnTo>
                    <a:pt x="1824868" y="0"/>
                  </a:lnTo>
                  <a:close/>
                </a:path>
              </a:pathLst>
            </a:custGeom>
            <a:solidFill>
              <a:srgbClr val="252525"/>
            </a:solidFill>
          </p:spPr>
          <p:txBody>
            <a:bodyPr wrap="square" lIns="0" tIns="0" rIns="0" bIns="0" rtlCol="0"/>
            <a:lstStyle/>
            <a:p>
              <a:endParaRPr/>
            </a:p>
          </p:txBody>
        </p:sp>
        <p:sp>
          <p:nvSpPr>
            <p:cNvPr id="140" name="object 140"/>
            <p:cNvSpPr/>
            <p:nvPr/>
          </p:nvSpPr>
          <p:spPr>
            <a:xfrm>
              <a:off x="6819899" y="5269991"/>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868" y="0"/>
                  </a:lnTo>
                  <a:lnTo>
                    <a:pt x="1871719" y="4720"/>
                  </a:lnTo>
                  <a:lnTo>
                    <a:pt x="1915362" y="18258"/>
                  </a:lnTo>
                  <a:lnTo>
                    <a:pt x="1954860" y="39681"/>
                  </a:lnTo>
                  <a:lnTo>
                    <a:pt x="1989277" y="68056"/>
                  </a:lnTo>
                  <a:lnTo>
                    <a:pt x="2017676" y="102449"/>
                  </a:lnTo>
                  <a:lnTo>
                    <a:pt x="2039120" y="141928"/>
                  </a:lnTo>
                  <a:lnTo>
                    <a:pt x="2052674" y="185559"/>
                  </a:lnTo>
                  <a:lnTo>
                    <a:pt x="2057399" y="232409"/>
                  </a:lnTo>
                  <a:lnTo>
                    <a:pt x="2057399" y="951463"/>
                  </a:lnTo>
                  <a:lnTo>
                    <a:pt x="2052674" y="998321"/>
                  </a:lnTo>
                  <a:lnTo>
                    <a:pt x="2039120" y="1041965"/>
                  </a:lnTo>
                  <a:lnTo>
                    <a:pt x="2017676" y="1081459"/>
                  </a:lnTo>
                  <a:lnTo>
                    <a:pt x="1989277" y="1115869"/>
                  </a:lnTo>
                  <a:lnTo>
                    <a:pt x="1954860" y="1144260"/>
                  </a:lnTo>
                  <a:lnTo>
                    <a:pt x="1915362" y="1165696"/>
                  </a:lnTo>
                  <a:lnTo>
                    <a:pt x="1871719" y="1179244"/>
                  </a:lnTo>
                  <a:lnTo>
                    <a:pt x="1824868" y="1183968"/>
                  </a:lnTo>
                  <a:lnTo>
                    <a:pt x="232531" y="1183968"/>
                  </a:lnTo>
                  <a:lnTo>
                    <a:pt x="185680" y="1179244"/>
                  </a:lnTo>
                  <a:lnTo>
                    <a:pt x="142037" y="1165696"/>
                  </a:lnTo>
                  <a:lnTo>
                    <a:pt x="102539" y="1144260"/>
                  </a:lnTo>
                  <a:lnTo>
                    <a:pt x="68122" y="1115869"/>
                  </a:lnTo>
                  <a:lnTo>
                    <a:pt x="39723" y="1081459"/>
                  </a:lnTo>
                  <a:lnTo>
                    <a:pt x="18279" y="1041965"/>
                  </a:lnTo>
                  <a:lnTo>
                    <a:pt x="4725"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41" name="object 141"/>
            <p:cNvSpPr/>
            <p:nvPr/>
          </p:nvSpPr>
          <p:spPr>
            <a:xfrm>
              <a:off x="6626352" y="4911850"/>
              <a:ext cx="2481072" cy="1946147"/>
            </a:xfrm>
            <a:prstGeom prst="rect">
              <a:avLst/>
            </a:prstGeom>
            <a:blipFill>
              <a:blip r:embed="rId58" cstate="print"/>
              <a:stretch>
                <a:fillRect/>
              </a:stretch>
            </a:blipFill>
          </p:spPr>
          <p:txBody>
            <a:bodyPr wrap="square" lIns="0" tIns="0" rIns="0" bIns="0" rtlCol="0"/>
            <a:lstStyle/>
            <a:p>
              <a:endParaRPr/>
            </a:p>
          </p:txBody>
        </p:sp>
        <p:sp>
          <p:nvSpPr>
            <p:cNvPr id="142" name="object 142"/>
            <p:cNvSpPr/>
            <p:nvPr/>
          </p:nvSpPr>
          <p:spPr>
            <a:xfrm>
              <a:off x="7368022" y="5506211"/>
              <a:ext cx="1031240" cy="740410"/>
            </a:xfrm>
            <a:custGeom>
              <a:avLst/>
              <a:gdLst/>
              <a:ahLst/>
              <a:cxnLst/>
              <a:rect l="l" t="t" r="r" b="b"/>
              <a:pathLst>
                <a:path w="1031240" h="740410">
                  <a:moveTo>
                    <a:pt x="852190" y="3941"/>
                  </a:moveTo>
                  <a:lnTo>
                    <a:pt x="781480" y="11191"/>
                  </a:lnTo>
                  <a:lnTo>
                    <a:pt x="718200" y="33015"/>
                  </a:lnTo>
                  <a:lnTo>
                    <a:pt x="663031" y="68048"/>
                  </a:lnTo>
                  <a:lnTo>
                    <a:pt x="616732" y="115110"/>
                  </a:lnTo>
                  <a:lnTo>
                    <a:pt x="579611" y="173612"/>
                  </a:lnTo>
                  <a:lnTo>
                    <a:pt x="552206" y="242910"/>
                  </a:lnTo>
                  <a:lnTo>
                    <a:pt x="542294" y="281332"/>
                  </a:lnTo>
                  <a:lnTo>
                    <a:pt x="535228" y="321893"/>
                  </a:lnTo>
                  <a:lnTo>
                    <a:pt x="530997" y="364593"/>
                  </a:lnTo>
                  <a:lnTo>
                    <a:pt x="529594" y="409591"/>
                  </a:lnTo>
                  <a:lnTo>
                    <a:pt x="530667" y="447374"/>
                  </a:lnTo>
                  <a:lnTo>
                    <a:pt x="539349" y="517107"/>
                  </a:lnTo>
                  <a:lnTo>
                    <a:pt x="556614" y="578486"/>
                  </a:lnTo>
                  <a:lnTo>
                    <a:pt x="581626" y="630479"/>
                  </a:lnTo>
                  <a:lnTo>
                    <a:pt x="614356" y="672857"/>
                  </a:lnTo>
                  <a:lnTo>
                    <a:pt x="654495" y="705241"/>
                  </a:lnTo>
                  <a:lnTo>
                    <a:pt x="701739" y="727436"/>
                  </a:lnTo>
                  <a:lnTo>
                    <a:pt x="755460" y="738611"/>
                  </a:lnTo>
                  <a:lnTo>
                    <a:pt x="784738" y="740008"/>
                  </a:lnTo>
                  <a:lnTo>
                    <a:pt x="810981" y="738812"/>
                  </a:lnTo>
                  <a:lnTo>
                    <a:pt x="860326" y="729249"/>
                  </a:lnTo>
                  <a:lnTo>
                    <a:pt x="905233" y="710433"/>
                  </a:lnTo>
                  <a:lnTo>
                    <a:pt x="944228" y="684126"/>
                  </a:lnTo>
                  <a:lnTo>
                    <a:pt x="976884" y="650768"/>
                  </a:lnTo>
                  <a:lnTo>
                    <a:pt x="997422" y="619887"/>
                  </a:lnTo>
                  <a:lnTo>
                    <a:pt x="784738" y="619887"/>
                  </a:lnTo>
                  <a:lnTo>
                    <a:pt x="774321" y="619266"/>
                  </a:lnTo>
                  <a:lnTo>
                    <a:pt x="737619" y="604542"/>
                  </a:lnTo>
                  <a:lnTo>
                    <a:pt x="709963" y="573992"/>
                  </a:lnTo>
                  <a:lnTo>
                    <a:pt x="693326" y="531318"/>
                  </a:lnTo>
                  <a:lnTo>
                    <a:pt x="689366" y="493812"/>
                  </a:lnTo>
                  <a:lnTo>
                    <a:pt x="689792" y="482170"/>
                  </a:lnTo>
                  <a:lnTo>
                    <a:pt x="699794" y="440906"/>
                  </a:lnTo>
                  <a:lnTo>
                    <a:pt x="721726" y="409591"/>
                  </a:lnTo>
                  <a:lnTo>
                    <a:pt x="763356" y="388098"/>
                  </a:lnTo>
                  <a:lnTo>
                    <a:pt x="783732" y="386108"/>
                  </a:lnTo>
                  <a:lnTo>
                    <a:pt x="1011404" y="386108"/>
                  </a:lnTo>
                  <a:lnTo>
                    <a:pt x="1009362" y="380880"/>
                  </a:lnTo>
                  <a:lnTo>
                    <a:pt x="1000269" y="362719"/>
                  </a:lnTo>
                  <a:lnTo>
                    <a:pt x="989748" y="346015"/>
                  </a:lnTo>
                  <a:lnTo>
                    <a:pt x="985001" y="339958"/>
                  </a:lnTo>
                  <a:lnTo>
                    <a:pt x="684428" y="339958"/>
                  </a:lnTo>
                  <a:lnTo>
                    <a:pt x="685674" y="315959"/>
                  </a:lnTo>
                  <a:lnTo>
                    <a:pt x="692808" y="271409"/>
                  </a:lnTo>
                  <a:lnTo>
                    <a:pt x="705833" y="231606"/>
                  </a:lnTo>
                  <a:lnTo>
                    <a:pt x="723938" y="197490"/>
                  </a:lnTo>
                  <a:lnTo>
                    <a:pt x="760186" y="157548"/>
                  </a:lnTo>
                  <a:lnTo>
                    <a:pt x="806778" y="132200"/>
                  </a:lnTo>
                  <a:lnTo>
                    <a:pt x="862096" y="123550"/>
                  </a:lnTo>
                  <a:lnTo>
                    <a:pt x="980206" y="123550"/>
                  </a:lnTo>
                  <a:lnTo>
                    <a:pt x="980206" y="23241"/>
                  </a:lnTo>
                  <a:lnTo>
                    <a:pt x="955128" y="14815"/>
                  </a:lnTo>
                  <a:lnTo>
                    <a:pt x="925433" y="8782"/>
                  </a:lnTo>
                  <a:lnTo>
                    <a:pt x="891120" y="5153"/>
                  </a:lnTo>
                  <a:lnTo>
                    <a:pt x="852190" y="3941"/>
                  </a:lnTo>
                  <a:close/>
                </a:path>
                <a:path w="1031240" h="740410">
                  <a:moveTo>
                    <a:pt x="1011404" y="386108"/>
                  </a:moveTo>
                  <a:lnTo>
                    <a:pt x="783732" y="386108"/>
                  </a:lnTo>
                  <a:lnTo>
                    <a:pt x="824737" y="393274"/>
                  </a:lnTo>
                  <a:lnTo>
                    <a:pt x="854026" y="414772"/>
                  </a:lnTo>
                  <a:lnTo>
                    <a:pt x="871600" y="450602"/>
                  </a:lnTo>
                  <a:lnTo>
                    <a:pt x="877458" y="500765"/>
                  </a:lnTo>
                  <a:lnTo>
                    <a:pt x="877072" y="513653"/>
                  </a:lnTo>
                  <a:lnTo>
                    <a:pt x="867517" y="559799"/>
                  </a:lnTo>
                  <a:lnTo>
                    <a:pt x="846028" y="594263"/>
                  </a:lnTo>
                  <a:lnTo>
                    <a:pt x="805037" y="617715"/>
                  </a:lnTo>
                  <a:lnTo>
                    <a:pt x="784738" y="619887"/>
                  </a:lnTo>
                  <a:lnTo>
                    <a:pt x="997422" y="619887"/>
                  </a:lnTo>
                  <a:lnTo>
                    <a:pt x="1020577" y="565847"/>
                  </a:lnTo>
                  <a:lnTo>
                    <a:pt x="1029721" y="516713"/>
                  </a:lnTo>
                  <a:lnTo>
                    <a:pt x="1030864" y="490846"/>
                  </a:lnTo>
                  <a:lnTo>
                    <a:pt x="1030004" y="466583"/>
                  </a:lnTo>
                  <a:lnTo>
                    <a:pt x="1027419" y="443438"/>
                  </a:lnTo>
                  <a:lnTo>
                    <a:pt x="1023097" y="421411"/>
                  </a:lnTo>
                  <a:lnTo>
                    <a:pt x="1017026" y="400501"/>
                  </a:lnTo>
                  <a:lnTo>
                    <a:pt x="1011404" y="386108"/>
                  </a:lnTo>
                  <a:close/>
                </a:path>
                <a:path w="1031240" h="740410">
                  <a:moveTo>
                    <a:pt x="836828" y="269961"/>
                  </a:moveTo>
                  <a:lnTo>
                    <a:pt x="790462" y="274337"/>
                  </a:lnTo>
                  <a:lnTo>
                    <a:pt x="750093" y="287462"/>
                  </a:lnTo>
                  <a:lnTo>
                    <a:pt x="715754" y="309337"/>
                  </a:lnTo>
                  <a:lnTo>
                    <a:pt x="687476" y="339958"/>
                  </a:lnTo>
                  <a:lnTo>
                    <a:pt x="985001" y="339958"/>
                  </a:lnTo>
                  <a:lnTo>
                    <a:pt x="949859" y="305026"/>
                  </a:lnTo>
                  <a:lnTo>
                    <a:pt x="916686" y="285856"/>
                  </a:lnTo>
                  <a:lnTo>
                    <a:pt x="878894" y="273935"/>
                  </a:lnTo>
                  <a:lnTo>
                    <a:pt x="836828" y="269961"/>
                  </a:lnTo>
                  <a:close/>
                </a:path>
                <a:path w="1031240" h="740410">
                  <a:moveTo>
                    <a:pt x="980206" y="123550"/>
                  </a:moveTo>
                  <a:lnTo>
                    <a:pt x="862096" y="123550"/>
                  </a:lnTo>
                  <a:lnTo>
                    <a:pt x="893478" y="125472"/>
                  </a:lnTo>
                  <a:lnTo>
                    <a:pt x="923620" y="131240"/>
                  </a:lnTo>
                  <a:lnTo>
                    <a:pt x="952527" y="140854"/>
                  </a:lnTo>
                  <a:lnTo>
                    <a:pt x="980206" y="154317"/>
                  </a:lnTo>
                  <a:lnTo>
                    <a:pt x="980206" y="123550"/>
                  </a:lnTo>
                  <a:close/>
                </a:path>
                <a:path w="1031240" h="740410">
                  <a:moveTo>
                    <a:pt x="307726" y="176652"/>
                  </a:moveTo>
                  <a:lnTo>
                    <a:pt x="151394" y="176652"/>
                  </a:lnTo>
                  <a:lnTo>
                    <a:pt x="151394" y="727591"/>
                  </a:lnTo>
                  <a:lnTo>
                    <a:pt x="307726" y="727591"/>
                  </a:lnTo>
                  <a:lnTo>
                    <a:pt x="307726" y="176652"/>
                  </a:lnTo>
                  <a:close/>
                </a:path>
                <a:path w="1031240" h="740410">
                  <a:moveTo>
                    <a:pt x="307726" y="0"/>
                  </a:moveTo>
                  <a:lnTo>
                    <a:pt x="212872" y="0"/>
                  </a:lnTo>
                  <a:lnTo>
                    <a:pt x="190397" y="16240"/>
                  </a:lnTo>
                  <a:lnTo>
                    <a:pt x="166596" y="31815"/>
                  </a:lnTo>
                  <a:lnTo>
                    <a:pt x="115062" y="60960"/>
                  </a:lnTo>
                  <a:lnTo>
                    <a:pt x="59256" y="86296"/>
                  </a:lnTo>
                  <a:lnTo>
                    <a:pt x="0" y="106667"/>
                  </a:lnTo>
                  <a:lnTo>
                    <a:pt x="0" y="238694"/>
                  </a:lnTo>
                  <a:lnTo>
                    <a:pt x="42184" y="230505"/>
                  </a:lnTo>
                  <a:lnTo>
                    <a:pt x="83332" y="216609"/>
                  </a:lnTo>
                  <a:lnTo>
                    <a:pt x="120792" y="198251"/>
                  </a:lnTo>
                  <a:lnTo>
                    <a:pt x="151394" y="176652"/>
                  </a:lnTo>
                  <a:lnTo>
                    <a:pt x="307726" y="176652"/>
                  </a:lnTo>
                  <a:lnTo>
                    <a:pt x="307726" y="0"/>
                  </a:lnTo>
                  <a:close/>
                </a:path>
              </a:pathLst>
            </a:custGeom>
            <a:solidFill>
              <a:srgbClr val="FFFF00"/>
            </a:solidFill>
          </p:spPr>
          <p:txBody>
            <a:bodyPr wrap="square" lIns="0" tIns="0" rIns="0" bIns="0" rtlCol="0"/>
            <a:lstStyle/>
            <a:p>
              <a:endParaRPr/>
            </a:p>
          </p:txBody>
        </p:sp>
        <p:sp>
          <p:nvSpPr>
            <p:cNvPr id="143" name="object 143"/>
            <p:cNvSpPr/>
            <p:nvPr/>
          </p:nvSpPr>
          <p:spPr>
            <a:xfrm>
              <a:off x="8051291" y="5886224"/>
              <a:ext cx="200284" cy="245970"/>
            </a:xfrm>
            <a:prstGeom prst="rect">
              <a:avLst/>
            </a:prstGeom>
            <a:blipFill>
              <a:blip r:embed="rId59" cstate="print"/>
              <a:stretch>
                <a:fillRect/>
              </a:stretch>
            </a:blipFill>
          </p:spPr>
          <p:txBody>
            <a:bodyPr wrap="square" lIns="0" tIns="0" rIns="0" bIns="0" rtlCol="0"/>
            <a:lstStyle/>
            <a:p>
              <a:endParaRPr/>
            </a:p>
          </p:txBody>
        </p:sp>
        <p:sp>
          <p:nvSpPr>
            <p:cNvPr id="144" name="object 144"/>
            <p:cNvSpPr/>
            <p:nvPr/>
          </p:nvSpPr>
          <p:spPr>
            <a:xfrm>
              <a:off x="7368021" y="5506211"/>
              <a:ext cx="1031240" cy="740410"/>
            </a:xfrm>
            <a:custGeom>
              <a:avLst/>
              <a:gdLst/>
              <a:ahLst/>
              <a:cxnLst/>
              <a:rect l="l" t="t" r="r" b="b"/>
              <a:pathLst>
                <a:path w="1031240" h="740410">
                  <a:moveTo>
                    <a:pt x="852190" y="3941"/>
                  </a:moveTo>
                  <a:lnTo>
                    <a:pt x="891120" y="5153"/>
                  </a:lnTo>
                  <a:lnTo>
                    <a:pt x="925433" y="8782"/>
                  </a:lnTo>
                  <a:lnTo>
                    <a:pt x="955128" y="14815"/>
                  </a:lnTo>
                  <a:lnTo>
                    <a:pt x="980206" y="23240"/>
                  </a:lnTo>
                  <a:lnTo>
                    <a:pt x="980206" y="154317"/>
                  </a:lnTo>
                  <a:lnTo>
                    <a:pt x="952527" y="140854"/>
                  </a:lnTo>
                  <a:lnTo>
                    <a:pt x="923620" y="131240"/>
                  </a:lnTo>
                  <a:lnTo>
                    <a:pt x="893478" y="125472"/>
                  </a:lnTo>
                  <a:lnTo>
                    <a:pt x="862096" y="123550"/>
                  </a:lnTo>
                  <a:lnTo>
                    <a:pt x="842734" y="124511"/>
                  </a:lnTo>
                  <a:lnTo>
                    <a:pt x="790193" y="138933"/>
                  </a:lnTo>
                  <a:lnTo>
                    <a:pt x="746937" y="169278"/>
                  </a:lnTo>
                  <a:lnTo>
                    <a:pt x="714268" y="213819"/>
                  </a:lnTo>
                  <a:lnTo>
                    <a:pt x="698632" y="250853"/>
                  </a:lnTo>
                  <a:lnTo>
                    <a:pt x="688478" y="293110"/>
                  </a:lnTo>
                  <a:lnTo>
                    <a:pt x="684428" y="339958"/>
                  </a:lnTo>
                  <a:lnTo>
                    <a:pt x="687476" y="339958"/>
                  </a:lnTo>
                  <a:lnTo>
                    <a:pt x="715754" y="309337"/>
                  </a:lnTo>
                  <a:lnTo>
                    <a:pt x="750093" y="287462"/>
                  </a:lnTo>
                  <a:lnTo>
                    <a:pt x="790462" y="274337"/>
                  </a:lnTo>
                  <a:lnTo>
                    <a:pt x="836828" y="269961"/>
                  </a:lnTo>
                  <a:lnTo>
                    <a:pt x="878894" y="273935"/>
                  </a:lnTo>
                  <a:lnTo>
                    <a:pt x="916685" y="285856"/>
                  </a:lnTo>
                  <a:lnTo>
                    <a:pt x="949859" y="305026"/>
                  </a:lnTo>
                  <a:lnTo>
                    <a:pt x="989748" y="346015"/>
                  </a:lnTo>
                  <a:lnTo>
                    <a:pt x="1009362" y="380880"/>
                  </a:lnTo>
                  <a:lnTo>
                    <a:pt x="1023097" y="421411"/>
                  </a:lnTo>
                  <a:lnTo>
                    <a:pt x="1030004" y="466583"/>
                  </a:lnTo>
                  <a:lnTo>
                    <a:pt x="1030864" y="490846"/>
                  </a:lnTo>
                  <a:lnTo>
                    <a:pt x="1029721" y="516713"/>
                  </a:lnTo>
                  <a:lnTo>
                    <a:pt x="1020577" y="565847"/>
                  </a:lnTo>
                  <a:lnTo>
                    <a:pt x="1002458" y="611183"/>
                  </a:lnTo>
                  <a:lnTo>
                    <a:pt x="976884" y="650768"/>
                  </a:lnTo>
                  <a:lnTo>
                    <a:pt x="944228" y="684126"/>
                  </a:lnTo>
                  <a:lnTo>
                    <a:pt x="905233" y="710433"/>
                  </a:lnTo>
                  <a:lnTo>
                    <a:pt x="860326" y="729249"/>
                  </a:lnTo>
                  <a:lnTo>
                    <a:pt x="810981" y="738812"/>
                  </a:lnTo>
                  <a:lnTo>
                    <a:pt x="784738" y="740008"/>
                  </a:lnTo>
                  <a:lnTo>
                    <a:pt x="755460" y="738611"/>
                  </a:lnTo>
                  <a:lnTo>
                    <a:pt x="701739" y="727436"/>
                  </a:lnTo>
                  <a:lnTo>
                    <a:pt x="654495" y="705241"/>
                  </a:lnTo>
                  <a:lnTo>
                    <a:pt x="614356" y="672857"/>
                  </a:lnTo>
                  <a:lnTo>
                    <a:pt x="581626" y="630479"/>
                  </a:lnTo>
                  <a:lnTo>
                    <a:pt x="556614" y="578486"/>
                  </a:lnTo>
                  <a:lnTo>
                    <a:pt x="539349" y="517107"/>
                  </a:lnTo>
                  <a:lnTo>
                    <a:pt x="530667" y="447374"/>
                  </a:lnTo>
                  <a:lnTo>
                    <a:pt x="529589" y="409431"/>
                  </a:lnTo>
                  <a:lnTo>
                    <a:pt x="530997" y="364593"/>
                  </a:lnTo>
                  <a:lnTo>
                    <a:pt x="535228" y="321893"/>
                  </a:lnTo>
                  <a:lnTo>
                    <a:pt x="542294" y="281332"/>
                  </a:lnTo>
                  <a:lnTo>
                    <a:pt x="552206" y="242910"/>
                  </a:lnTo>
                  <a:lnTo>
                    <a:pt x="579611" y="173612"/>
                  </a:lnTo>
                  <a:lnTo>
                    <a:pt x="616732" y="115110"/>
                  </a:lnTo>
                  <a:lnTo>
                    <a:pt x="663031" y="68048"/>
                  </a:lnTo>
                  <a:lnTo>
                    <a:pt x="718200" y="33015"/>
                  </a:lnTo>
                  <a:lnTo>
                    <a:pt x="781480" y="11191"/>
                  </a:lnTo>
                  <a:lnTo>
                    <a:pt x="815896" y="5751"/>
                  </a:lnTo>
                  <a:lnTo>
                    <a:pt x="852190" y="3941"/>
                  </a:lnTo>
                  <a:close/>
                </a:path>
                <a:path w="1031240" h="740410">
                  <a:moveTo>
                    <a:pt x="212872" y="0"/>
                  </a:moveTo>
                  <a:lnTo>
                    <a:pt x="307726" y="0"/>
                  </a:lnTo>
                  <a:lnTo>
                    <a:pt x="307726" y="727591"/>
                  </a:lnTo>
                  <a:lnTo>
                    <a:pt x="151394" y="727591"/>
                  </a:lnTo>
                  <a:lnTo>
                    <a:pt x="151394" y="176652"/>
                  </a:lnTo>
                  <a:lnTo>
                    <a:pt x="144632" y="182282"/>
                  </a:lnTo>
                  <a:lnTo>
                    <a:pt x="111870" y="203209"/>
                  </a:lnTo>
                  <a:lnTo>
                    <a:pt x="73319" y="220551"/>
                  </a:lnTo>
                  <a:lnTo>
                    <a:pt x="31538" y="233159"/>
                  </a:lnTo>
                  <a:lnTo>
                    <a:pt x="0" y="238694"/>
                  </a:lnTo>
                  <a:lnTo>
                    <a:pt x="0" y="106667"/>
                  </a:lnTo>
                  <a:lnTo>
                    <a:pt x="30061" y="97105"/>
                  </a:lnTo>
                  <a:lnTo>
                    <a:pt x="59256" y="86296"/>
                  </a:lnTo>
                  <a:lnTo>
                    <a:pt x="115061" y="60959"/>
                  </a:lnTo>
                  <a:lnTo>
                    <a:pt x="166596" y="31815"/>
                  </a:lnTo>
                  <a:lnTo>
                    <a:pt x="190397" y="16240"/>
                  </a:lnTo>
                  <a:lnTo>
                    <a:pt x="212872" y="0"/>
                  </a:lnTo>
                  <a:close/>
                </a:path>
              </a:pathLst>
            </a:custGeom>
            <a:ln w="12191">
              <a:solidFill>
                <a:srgbClr val="000000"/>
              </a:solidFill>
            </a:ln>
          </p:spPr>
          <p:txBody>
            <a:bodyPr wrap="square" lIns="0" tIns="0" rIns="0" bIns="0" rtlCol="0"/>
            <a:lstStyle/>
            <a:p>
              <a:endParaRPr/>
            </a:p>
          </p:txBody>
        </p:sp>
        <p:sp>
          <p:nvSpPr>
            <p:cNvPr id="145" name="object 145"/>
            <p:cNvSpPr/>
            <p:nvPr/>
          </p:nvSpPr>
          <p:spPr>
            <a:xfrm>
              <a:off x="6748272" y="5234939"/>
              <a:ext cx="2218944" cy="1345692"/>
            </a:xfrm>
            <a:prstGeom prst="rect">
              <a:avLst/>
            </a:prstGeom>
            <a:blipFill>
              <a:blip r:embed="rId60" cstate="print"/>
              <a:stretch>
                <a:fillRect/>
              </a:stretch>
            </a:blipFill>
          </p:spPr>
          <p:txBody>
            <a:bodyPr wrap="square" lIns="0" tIns="0" rIns="0" bIns="0" rtlCol="0"/>
            <a:lstStyle/>
            <a:p>
              <a:endParaRPr/>
            </a:p>
          </p:txBody>
        </p:sp>
        <p:sp>
          <p:nvSpPr>
            <p:cNvPr id="146" name="object 146"/>
            <p:cNvSpPr/>
            <p:nvPr/>
          </p:nvSpPr>
          <p:spPr>
            <a:xfrm>
              <a:off x="6594348" y="4916422"/>
              <a:ext cx="2549651" cy="1941576"/>
            </a:xfrm>
            <a:prstGeom prst="rect">
              <a:avLst/>
            </a:prstGeom>
            <a:blipFill>
              <a:blip r:embed="rId61" cstate="print"/>
              <a:stretch>
                <a:fillRect/>
              </a:stretch>
            </a:blipFill>
          </p:spPr>
          <p:txBody>
            <a:bodyPr wrap="square" lIns="0" tIns="0" rIns="0" bIns="0" rtlCol="0"/>
            <a:lstStyle/>
            <a:p>
              <a:endParaRPr/>
            </a:p>
          </p:txBody>
        </p:sp>
        <p:sp>
          <p:nvSpPr>
            <p:cNvPr id="147" name="object 147"/>
            <p:cNvSpPr/>
            <p:nvPr/>
          </p:nvSpPr>
          <p:spPr>
            <a:xfrm>
              <a:off x="6829440" y="5295388"/>
              <a:ext cx="2057400" cy="1184275"/>
            </a:xfrm>
            <a:custGeom>
              <a:avLst/>
              <a:gdLst/>
              <a:ahLst/>
              <a:cxnLst/>
              <a:rect l="l" t="t" r="r" b="b"/>
              <a:pathLst>
                <a:path w="2057400" h="1184275">
                  <a:moveTo>
                    <a:pt x="1824837" y="0"/>
                  </a:moveTo>
                  <a:lnTo>
                    <a:pt x="232531" y="0"/>
                  </a:lnTo>
                  <a:lnTo>
                    <a:pt x="185671" y="4720"/>
                  </a:lnTo>
                  <a:lnTo>
                    <a:pt x="142024" y="18258"/>
                  </a:lnTo>
                  <a:lnTo>
                    <a:pt x="102526" y="39681"/>
                  </a:lnTo>
                  <a:lnTo>
                    <a:pt x="68111" y="68056"/>
                  </a:lnTo>
                  <a:lnTo>
                    <a:pt x="39715" y="102449"/>
                  </a:lnTo>
                  <a:lnTo>
                    <a:pt x="18275" y="141928"/>
                  </a:lnTo>
                  <a:lnTo>
                    <a:pt x="4724" y="185559"/>
                  </a:lnTo>
                  <a:lnTo>
                    <a:pt x="0" y="232409"/>
                  </a:lnTo>
                  <a:lnTo>
                    <a:pt x="0" y="951463"/>
                  </a:lnTo>
                  <a:lnTo>
                    <a:pt x="4724" y="998321"/>
                  </a:lnTo>
                  <a:lnTo>
                    <a:pt x="18275" y="1041965"/>
                  </a:lnTo>
                  <a:lnTo>
                    <a:pt x="39715" y="1081459"/>
                  </a:lnTo>
                  <a:lnTo>
                    <a:pt x="68111" y="1115869"/>
                  </a:lnTo>
                  <a:lnTo>
                    <a:pt x="102526" y="1144260"/>
                  </a:lnTo>
                  <a:lnTo>
                    <a:pt x="142024" y="1165696"/>
                  </a:lnTo>
                  <a:lnTo>
                    <a:pt x="185671" y="1179244"/>
                  </a:lnTo>
                  <a:lnTo>
                    <a:pt x="232531" y="1183968"/>
                  </a:lnTo>
                  <a:lnTo>
                    <a:pt x="1824837" y="1183968"/>
                  </a:lnTo>
                  <a:lnTo>
                    <a:pt x="1871698" y="1179244"/>
                  </a:lnTo>
                  <a:lnTo>
                    <a:pt x="1915349" y="1165696"/>
                  </a:lnTo>
                  <a:lnTo>
                    <a:pt x="1954852" y="1144260"/>
                  </a:lnTo>
                  <a:lnTo>
                    <a:pt x="1989273" y="1115869"/>
                  </a:lnTo>
                  <a:lnTo>
                    <a:pt x="2017674" y="1081459"/>
                  </a:lnTo>
                  <a:lnTo>
                    <a:pt x="2039120" y="1041965"/>
                  </a:lnTo>
                  <a:lnTo>
                    <a:pt x="2052673" y="998321"/>
                  </a:lnTo>
                  <a:lnTo>
                    <a:pt x="2057399" y="951463"/>
                  </a:lnTo>
                  <a:lnTo>
                    <a:pt x="2057399" y="232409"/>
                  </a:lnTo>
                  <a:lnTo>
                    <a:pt x="2052673" y="185559"/>
                  </a:lnTo>
                  <a:lnTo>
                    <a:pt x="2039120" y="141928"/>
                  </a:lnTo>
                  <a:lnTo>
                    <a:pt x="2017674" y="102449"/>
                  </a:lnTo>
                  <a:lnTo>
                    <a:pt x="1989273" y="68056"/>
                  </a:lnTo>
                  <a:lnTo>
                    <a:pt x="1954852" y="39681"/>
                  </a:lnTo>
                  <a:lnTo>
                    <a:pt x="1915349" y="18258"/>
                  </a:lnTo>
                  <a:lnTo>
                    <a:pt x="1871698" y="4720"/>
                  </a:lnTo>
                  <a:lnTo>
                    <a:pt x="1824837" y="0"/>
                  </a:lnTo>
                  <a:close/>
                </a:path>
              </a:pathLst>
            </a:custGeom>
            <a:solidFill>
              <a:srgbClr val="252525"/>
            </a:solidFill>
          </p:spPr>
          <p:txBody>
            <a:bodyPr wrap="square" lIns="0" tIns="0" rIns="0" bIns="0" rtlCol="0"/>
            <a:lstStyle/>
            <a:p>
              <a:endParaRPr/>
            </a:p>
          </p:txBody>
        </p:sp>
        <p:sp>
          <p:nvSpPr>
            <p:cNvPr id="148" name="object 148"/>
            <p:cNvSpPr/>
            <p:nvPr/>
          </p:nvSpPr>
          <p:spPr>
            <a:xfrm>
              <a:off x="6829440" y="5295388"/>
              <a:ext cx="2057400" cy="1184275"/>
            </a:xfrm>
            <a:custGeom>
              <a:avLst/>
              <a:gdLst/>
              <a:ahLst/>
              <a:cxnLst/>
              <a:rect l="l" t="t" r="r" b="b"/>
              <a:pathLst>
                <a:path w="2057400" h="1184275">
                  <a:moveTo>
                    <a:pt x="0" y="232409"/>
                  </a:moveTo>
                  <a:lnTo>
                    <a:pt x="4724" y="185559"/>
                  </a:lnTo>
                  <a:lnTo>
                    <a:pt x="18275" y="141928"/>
                  </a:lnTo>
                  <a:lnTo>
                    <a:pt x="39715" y="102449"/>
                  </a:lnTo>
                  <a:lnTo>
                    <a:pt x="68111" y="68056"/>
                  </a:lnTo>
                  <a:lnTo>
                    <a:pt x="102526" y="39681"/>
                  </a:lnTo>
                  <a:lnTo>
                    <a:pt x="142024" y="18258"/>
                  </a:lnTo>
                  <a:lnTo>
                    <a:pt x="185671" y="4720"/>
                  </a:lnTo>
                  <a:lnTo>
                    <a:pt x="232531" y="0"/>
                  </a:lnTo>
                  <a:lnTo>
                    <a:pt x="1824837" y="0"/>
                  </a:lnTo>
                  <a:lnTo>
                    <a:pt x="1871698" y="4720"/>
                  </a:lnTo>
                  <a:lnTo>
                    <a:pt x="1915349" y="18258"/>
                  </a:lnTo>
                  <a:lnTo>
                    <a:pt x="1954852" y="39681"/>
                  </a:lnTo>
                  <a:lnTo>
                    <a:pt x="1989273" y="68056"/>
                  </a:lnTo>
                  <a:lnTo>
                    <a:pt x="2017674" y="102449"/>
                  </a:lnTo>
                  <a:lnTo>
                    <a:pt x="2039120" y="141928"/>
                  </a:lnTo>
                  <a:lnTo>
                    <a:pt x="2052673" y="185559"/>
                  </a:lnTo>
                  <a:lnTo>
                    <a:pt x="2057399" y="232409"/>
                  </a:lnTo>
                  <a:lnTo>
                    <a:pt x="2057399" y="951463"/>
                  </a:lnTo>
                  <a:lnTo>
                    <a:pt x="2052673" y="998321"/>
                  </a:lnTo>
                  <a:lnTo>
                    <a:pt x="2039120" y="1041965"/>
                  </a:lnTo>
                  <a:lnTo>
                    <a:pt x="2017674" y="1081459"/>
                  </a:lnTo>
                  <a:lnTo>
                    <a:pt x="1989273" y="1115869"/>
                  </a:lnTo>
                  <a:lnTo>
                    <a:pt x="1954852" y="1144260"/>
                  </a:lnTo>
                  <a:lnTo>
                    <a:pt x="1915349" y="1165696"/>
                  </a:lnTo>
                  <a:lnTo>
                    <a:pt x="1871698" y="1179244"/>
                  </a:lnTo>
                  <a:lnTo>
                    <a:pt x="1824837" y="1183968"/>
                  </a:lnTo>
                  <a:lnTo>
                    <a:pt x="232531" y="1183968"/>
                  </a:lnTo>
                  <a:lnTo>
                    <a:pt x="185671" y="1179244"/>
                  </a:lnTo>
                  <a:lnTo>
                    <a:pt x="142024" y="1165696"/>
                  </a:lnTo>
                  <a:lnTo>
                    <a:pt x="102526" y="1144260"/>
                  </a:lnTo>
                  <a:lnTo>
                    <a:pt x="68111" y="1115869"/>
                  </a:lnTo>
                  <a:lnTo>
                    <a:pt x="39715" y="1081459"/>
                  </a:lnTo>
                  <a:lnTo>
                    <a:pt x="18275" y="1041965"/>
                  </a:lnTo>
                  <a:lnTo>
                    <a:pt x="4724"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49" name="object 149"/>
            <p:cNvSpPr/>
            <p:nvPr/>
          </p:nvSpPr>
          <p:spPr>
            <a:xfrm>
              <a:off x="6635496" y="4937759"/>
              <a:ext cx="2481072" cy="1920239"/>
            </a:xfrm>
            <a:prstGeom prst="rect">
              <a:avLst/>
            </a:prstGeom>
            <a:blipFill>
              <a:blip r:embed="rId62" cstate="print"/>
              <a:stretch>
                <a:fillRect/>
              </a:stretch>
            </a:blipFill>
          </p:spPr>
          <p:txBody>
            <a:bodyPr wrap="square" lIns="0" tIns="0" rIns="0" bIns="0" rtlCol="0"/>
            <a:lstStyle/>
            <a:p>
              <a:endParaRPr/>
            </a:p>
          </p:txBody>
        </p:sp>
        <p:sp>
          <p:nvSpPr>
            <p:cNvPr id="150" name="object 150"/>
            <p:cNvSpPr/>
            <p:nvPr/>
          </p:nvSpPr>
          <p:spPr>
            <a:xfrm>
              <a:off x="7377562" y="5531607"/>
              <a:ext cx="1022985" cy="727710"/>
            </a:xfrm>
            <a:custGeom>
              <a:avLst/>
              <a:gdLst/>
              <a:ahLst/>
              <a:cxnLst/>
              <a:rect l="l" t="t" r="r" b="b"/>
              <a:pathLst>
                <a:path w="1022984" h="727710">
                  <a:moveTo>
                    <a:pt x="1022969" y="15883"/>
                  </a:moveTo>
                  <a:lnTo>
                    <a:pt x="527547" y="15883"/>
                  </a:lnTo>
                  <a:lnTo>
                    <a:pt x="527547" y="143899"/>
                  </a:lnTo>
                  <a:lnTo>
                    <a:pt x="858133" y="143899"/>
                  </a:lnTo>
                  <a:lnTo>
                    <a:pt x="838029" y="176845"/>
                  </a:lnTo>
                  <a:lnTo>
                    <a:pt x="818479" y="210159"/>
                  </a:lnTo>
                  <a:lnTo>
                    <a:pt x="799455" y="243845"/>
                  </a:lnTo>
                  <a:lnTo>
                    <a:pt x="780928" y="277904"/>
                  </a:lnTo>
                  <a:lnTo>
                    <a:pt x="763118" y="312388"/>
                  </a:lnTo>
                  <a:lnTo>
                    <a:pt x="746097" y="347335"/>
                  </a:lnTo>
                  <a:lnTo>
                    <a:pt x="729887" y="382746"/>
                  </a:lnTo>
                  <a:lnTo>
                    <a:pt x="714512" y="418624"/>
                  </a:lnTo>
                  <a:lnTo>
                    <a:pt x="699904" y="455030"/>
                  </a:lnTo>
                  <a:lnTo>
                    <a:pt x="686207" y="492024"/>
                  </a:lnTo>
                  <a:lnTo>
                    <a:pt x="673419" y="529605"/>
                  </a:lnTo>
                  <a:lnTo>
                    <a:pt x="661537" y="567772"/>
                  </a:lnTo>
                  <a:lnTo>
                    <a:pt x="650728" y="606614"/>
                  </a:lnTo>
                  <a:lnTo>
                    <a:pt x="640994" y="646200"/>
                  </a:lnTo>
                  <a:lnTo>
                    <a:pt x="632357" y="686531"/>
                  </a:lnTo>
                  <a:lnTo>
                    <a:pt x="624840" y="727603"/>
                  </a:lnTo>
                  <a:lnTo>
                    <a:pt x="788670" y="727603"/>
                  </a:lnTo>
                  <a:lnTo>
                    <a:pt x="795598" y="684649"/>
                  </a:lnTo>
                  <a:lnTo>
                    <a:pt x="803449" y="643158"/>
                  </a:lnTo>
                  <a:lnTo>
                    <a:pt x="812231" y="603125"/>
                  </a:lnTo>
                  <a:lnTo>
                    <a:pt x="821954" y="564547"/>
                  </a:lnTo>
                  <a:lnTo>
                    <a:pt x="832657" y="526857"/>
                  </a:lnTo>
                  <a:lnTo>
                    <a:pt x="844417" y="489476"/>
                  </a:lnTo>
                  <a:lnTo>
                    <a:pt x="857230" y="452405"/>
                  </a:lnTo>
                  <a:lnTo>
                    <a:pt x="871087" y="415646"/>
                  </a:lnTo>
                  <a:lnTo>
                    <a:pt x="886017" y="378916"/>
                  </a:lnTo>
                  <a:lnTo>
                    <a:pt x="902055" y="341936"/>
                  </a:lnTo>
                  <a:lnTo>
                    <a:pt x="919213" y="304708"/>
                  </a:lnTo>
                  <a:lnTo>
                    <a:pt x="937503" y="267236"/>
                  </a:lnTo>
                  <a:lnTo>
                    <a:pt x="956987" y="228973"/>
                  </a:lnTo>
                  <a:lnTo>
                    <a:pt x="977722" y="189377"/>
                  </a:lnTo>
                  <a:lnTo>
                    <a:pt x="999714" y="148446"/>
                  </a:lnTo>
                  <a:lnTo>
                    <a:pt x="1022969" y="106180"/>
                  </a:lnTo>
                  <a:lnTo>
                    <a:pt x="1022969" y="15883"/>
                  </a:lnTo>
                  <a:close/>
                </a:path>
                <a:path w="1022984" h="727710">
                  <a:moveTo>
                    <a:pt x="307726" y="176665"/>
                  </a:moveTo>
                  <a:lnTo>
                    <a:pt x="151394" y="176665"/>
                  </a:lnTo>
                  <a:lnTo>
                    <a:pt x="151394" y="727603"/>
                  </a:lnTo>
                  <a:lnTo>
                    <a:pt x="307726" y="727603"/>
                  </a:lnTo>
                  <a:lnTo>
                    <a:pt x="307726" y="176665"/>
                  </a:lnTo>
                  <a:close/>
                </a:path>
                <a:path w="1022984" h="727710">
                  <a:moveTo>
                    <a:pt x="307726" y="0"/>
                  </a:moveTo>
                  <a:lnTo>
                    <a:pt x="212841" y="0"/>
                  </a:lnTo>
                  <a:lnTo>
                    <a:pt x="190367" y="16241"/>
                  </a:lnTo>
                  <a:lnTo>
                    <a:pt x="166569" y="31822"/>
                  </a:lnTo>
                  <a:lnTo>
                    <a:pt x="115062" y="61020"/>
                  </a:lnTo>
                  <a:lnTo>
                    <a:pt x="59245" y="86326"/>
                  </a:lnTo>
                  <a:lnTo>
                    <a:pt x="0" y="106667"/>
                  </a:lnTo>
                  <a:lnTo>
                    <a:pt x="0" y="238698"/>
                  </a:lnTo>
                  <a:lnTo>
                    <a:pt x="42153" y="230505"/>
                  </a:lnTo>
                  <a:lnTo>
                    <a:pt x="83301" y="216609"/>
                  </a:lnTo>
                  <a:lnTo>
                    <a:pt x="120761" y="198251"/>
                  </a:lnTo>
                  <a:lnTo>
                    <a:pt x="151394" y="176665"/>
                  </a:lnTo>
                  <a:lnTo>
                    <a:pt x="307726" y="176665"/>
                  </a:lnTo>
                  <a:lnTo>
                    <a:pt x="307726" y="0"/>
                  </a:lnTo>
                  <a:close/>
                </a:path>
              </a:pathLst>
            </a:custGeom>
            <a:solidFill>
              <a:srgbClr val="FFFF00"/>
            </a:solidFill>
          </p:spPr>
          <p:txBody>
            <a:bodyPr wrap="square" lIns="0" tIns="0" rIns="0" bIns="0" rtlCol="0"/>
            <a:lstStyle/>
            <a:p>
              <a:endParaRPr/>
            </a:p>
          </p:txBody>
        </p:sp>
        <p:sp>
          <p:nvSpPr>
            <p:cNvPr id="151" name="object 151"/>
            <p:cNvSpPr/>
            <p:nvPr/>
          </p:nvSpPr>
          <p:spPr>
            <a:xfrm>
              <a:off x="7377561" y="5531607"/>
              <a:ext cx="1022985" cy="727710"/>
            </a:xfrm>
            <a:custGeom>
              <a:avLst/>
              <a:gdLst/>
              <a:ahLst/>
              <a:cxnLst/>
              <a:rect l="l" t="t" r="r" b="b"/>
              <a:pathLst>
                <a:path w="1022984" h="727710">
                  <a:moveTo>
                    <a:pt x="527547" y="15883"/>
                  </a:moveTo>
                  <a:lnTo>
                    <a:pt x="1022969" y="15883"/>
                  </a:lnTo>
                  <a:lnTo>
                    <a:pt x="1022969" y="106180"/>
                  </a:lnTo>
                  <a:lnTo>
                    <a:pt x="999714" y="148446"/>
                  </a:lnTo>
                  <a:lnTo>
                    <a:pt x="977722" y="189377"/>
                  </a:lnTo>
                  <a:lnTo>
                    <a:pt x="956987" y="228973"/>
                  </a:lnTo>
                  <a:lnTo>
                    <a:pt x="937503" y="267236"/>
                  </a:lnTo>
                  <a:lnTo>
                    <a:pt x="919213" y="304708"/>
                  </a:lnTo>
                  <a:lnTo>
                    <a:pt x="902055" y="341936"/>
                  </a:lnTo>
                  <a:lnTo>
                    <a:pt x="886017" y="378916"/>
                  </a:lnTo>
                  <a:lnTo>
                    <a:pt x="871087" y="415646"/>
                  </a:lnTo>
                  <a:lnTo>
                    <a:pt x="857229" y="452405"/>
                  </a:lnTo>
                  <a:lnTo>
                    <a:pt x="844417" y="489476"/>
                  </a:lnTo>
                  <a:lnTo>
                    <a:pt x="832657" y="526857"/>
                  </a:lnTo>
                  <a:lnTo>
                    <a:pt x="821954" y="564547"/>
                  </a:lnTo>
                  <a:lnTo>
                    <a:pt x="812231" y="603125"/>
                  </a:lnTo>
                  <a:lnTo>
                    <a:pt x="803448" y="643158"/>
                  </a:lnTo>
                  <a:lnTo>
                    <a:pt x="795597" y="684649"/>
                  </a:lnTo>
                  <a:lnTo>
                    <a:pt x="788669" y="727603"/>
                  </a:lnTo>
                  <a:lnTo>
                    <a:pt x="624839" y="727603"/>
                  </a:lnTo>
                  <a:lnTo>
                    <a:pt x="632357" y="686530"/>
                  </a:lnTo>
                  <a:lnTo>
                    <a:pt x="640994" y="646200"/>
                  </a:lnTo>
                  <a:lnTo>
                    <a:pt x="650728" y="606614"/>
                  </a:lnTo>
                  <a:lnTo>
                    <a:pt x="661537" y="567772"/>
                  </a:lnTo>
                  <a:lnTo>
                    <a:pt x="673419" y="529605"/>
                  </a:lnTo>
                  <a:lnTo>
                    <a:pt x="686207" y="492024"/>
                  </a:lnTo>
                  <a:lnTo>
                    <a:pt x="699904" y="455030"/>
                  </a:lnTo>
                  <a:lnTo>
                    <a:pt x="714512" y="418624"/>
                  </a:lnTo>
                  <a:lnTo>
                    <a:pt x="729887" y="382746"/>
                  </a:lnTo>
                  <a:lnTo>
                    <a:pt x="746097" y="347335"/>
                  </a:lnTo>
                  <a:lnTo>
                    <a:pt x="763118" y="312388"/>
                  </a:lnTo>
                  <a:lnTo>
                    <a:pt x="780928" y="277904"/>
                  </a:lnTo>
                  <a:lnTo>
                    <a:pt x="799455" y="243845"/>
                  </a:lnTo>
                  <a:lnTo>
                    <a:pt x="818479" y="210159"/>
                  </a:lnTo>
                  <a:lnTo>
                    <a:pt x="838029" y="176845"/>
                  </a:lnTo>
                  <a:lnTo>
                    <a:pt x="858133" y="143899"/>
                  </a:lnTo>
                  <a:lnTo>
                    <a:pt x="527547" y="143899"/>
                  </a:lnTo>
                  <a:lnTo>
                    <a:pt x="527547" y="15883"/>
                  </a:lnTo>
                  <a:close/>
                </a:path>
                <a:path w="1022984" h="727710">
                  <a:moveTo>
                    <a:pt x="212841" y="0"/>
                  </a:moveTo>
                  <a:lnTo>
                    <a:pt x="307726" y="0"/>
                  </a:lnTo>
                  <a:lnTo>
                    <a:pt x="307726" y="727603"/>
                  </a:lnTo>
                  <a:lnTo>
                    <a:pt x="151394" y="727603"/>
                  </a:lnTo>
                  <a:lnTo>
                    <a:pt x="151394" y="176665"/>
                  </a:lnTo>
                  <a:lnTo>
                    <a:pt x="144619" y="182292"/>
                  </a:lnTo>
                  <a:lnTo>
                    <a:pt x="111843" y="203216"/>
                  </a:lnTo>
                  <a:lnTo>
                    <a:pt x="73306" y="220551"/>
                  </a:lnTo>
                  <a:lnTo>
                    <a:pt x="31521" y="233161"/>
                  </a:lnTo>
                  <a:lnTo>
                    <a:pt x="0" y="238698"/>
                  </a:lnTo>
                  <a:lnTo>
                    <a:pt x="0" y="106667"/>
                  </a:lnTo>
                  <a:lnTo>
                    <a:pt x="30048" y="97118"/>
                  </a:lnTo>
                  <a:lnTo>
                    <a:pt x="59245" y="86326"/>
                  </a:lnTo>
                  <a:lnTo>
                    <a:pt x="115061" y="61020"/>
                  </a:lnTo>
                  <a:lnTo>
                    <a:pt x="166569" y="31822"/>
                  </a:lnTo>
                  <a:lnTo>
                    <a:pt x="190367" y="16241"/>
                  </a:lnTo>
                  <a:lnTo>
                    <a:pt x="212841" y="0"/>
                  </a:lnTo>
                  <a:close/>
                </a:path>
              </a:pathLst>
            </a:custGeom>
            <a:ln w="12191">
              <a:solidFill>
                <a:srgbClr val="000000"/>
              </a:solidFill>
            </a:ln>
          </p:spPr>
          <p:txBody>
            <a:bodyPr wrap="square" lIns="0" tIns="0" rIns="0" bIns="0" rtlCol="0"/>
            <a:lstStyle/>
            <a:p>
              <a:endParaRPr/>
            </a:p>
          </p:txBody>
        </p:sp>
        <p:sp>
          <p:nvSpPr>
            <p:cNvPr id="152" name="object 152"/>
            <p:cNvSpPr/>
            <p:nvPr/>
          </p:nvSpPr>
          <p:spPr>
            <a:xfrm>
              <a:off x="6751320" y="5213603"/>
              <a:ext cx="2218944" cy="1345692"/>
            </a:xfrm>
            <a:prstGeom prst="rect">
              <a:avLst/>
            </a:prstGeom>
            <a:blipFill>
              <a:blip r:embed="rId63" cstate="print"/>
              <a:stretch>
                <a:fillRect/>
              </a:stretch>
            </a:blipFill>
          </p:spPr>
          <p:txBody>
            <a:bodyPr wrap="square" lIns="0" tIns="0" rIns="0" bIns="0" rtlCol="0"/>
            <a:lstStyle/>
            <a:p>
              <a:endParaRPr/>
            </a:p>
          </p:txBody>
        </p:sp>
        <p:sp>
          <p:nvSpPr>
            <p:cNvPr id="153" name="object 153"/>
            <p:cNvSpPr/>
            <p:nvPr/>
          </p:nvSpPr>
          <p:spPr>
            <a:xfrm>
              <a:off x="6597396" y="4895086"/>
              <a:ext cx="2546603" cy="1962912"/>
            </a:xfrm>
            <a:prstGeom prst="rect">
              <a:avLst/>
            </a:prstGeom>
            <a:blipFill>
              <a:blip r:embed="rId64" cstate="print"/>
              <a:stretch>
                <a:fillRect/>
              </a:stretch>
            </a:blipFill>
          </p:spPr>
          <p:txBody>
            <a:bodyPr wrap="square" lIns="0" tIns="0" rIns="0" bIns="0" rtlCol="0"/>
            <a:lstStyle/>
            <a:p>
              <a:endParaRPr/>
            </a:p>
          </p:txBody>
        </p:sp>
        <p:sp>
          <p:nvSpPr>
            <p:cNvPr id="154" name="object 154"/>
            <p:cNvSpPr/>
            <p:nvPr/>
          </p:nvSpPr>
          <p:spPr>
            <a:xfrm>
              <a:off x="6832488" y="5274051"/>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7"/>
                  </a:lnTo>
                  <a:lnTo>
                    <a:pt x="18275" y="1042035"/>
                  </a:lnTo>
                  <a:lnTo>
                    <a:pt x="39715" y="1081533"/>
                  </a:lnTo>
                  <a:lnTo>
                    <a:pt x="68111" y="1115947"/>
                  </a:lnTo>
                  <a:lnTo>
                    <a:pt x="102526" y="1144341"/>
                  </a:lnTo>
                  <a:lnTo>
                    <a:pt x="142024" y="1165780"/>
                  </a:lnTo>
                  <a:lnTo>
                    <a:pt x="185671" y="1179329"/>
                  </a:lnTo>
                  <a:lnTo>
                    <a:pt x="232531" y="1184053"/>
                  </a:lnTo>
                  <a:lnTo>
                    <a:pt x="1824989" y="1184053"/>
                  </a:lnTo>
                  <a:lnTo>
                    <a:pt x="1871835" y="1179329"/>
                  </a:lnTo>
                  <a:lnTo>
                    <a:pt x="1915465" y="1165780"/>
                  </a:lnTo>
                  <a:lnTo>
                    <a:pt x="1954943" y="1144341"/>
                  </a:lnTo>
                  <a:lnTo>
                    <a:pt x="1989338" y="1115947"/>
                  </a:lnTo>
                  <a:lnTo>
                    <a:pt x="2017714" y="1081533"/>
                  </a:lnTo>
                  <a:lnTo>
                    <a:pt x="2039139" y="1042035"/>
                  </a:lnTo>
                  <a:lnTo>
                    <a:pt x="2052679" y="998387"/>
                  </a:lnTo>
                  <a:lnTo>
                    <a:pt x="2057399" y="951524"/>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55" name="object 155"/>
            <p:cNvSpPr/>
            <p:nvPr/>
          </p:nvSpPr>
          <p:spPr>
            <a:xfrm>
              <a:off x="6832488" y="5274051"/>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24"/>
                  </a:lnTo>
                  <a:lnTo>
                    <a:pt x="2052679" y="998387"/>
                  </a:lnTo>
                  <a:lnTo>
                    <a:pt x="2039139" y="1042035"/>
                  </a:lnTo>
                  <a:lnTo>
                    <a:pt x="2017714" y="1081533"/>
                  </a:lnTo>
                  <a:lnTo>
                    <a:pt x="1989338" y="1115947"/>
                  </a:lnTo>
                  <a:lnTo>
                    <a:pt x="1954943" y="1144341"/>
                  </a:lnTo>
                  <a:lnTo>
                    <a:pt x="1915465" y="1165780"/>
                  </a:lnTo>
                  <a:lnTo>
                    <a:pt x="1871835" y="1179329"/>
                  </a:lnTo>
                  <a:lnTo>
                    <a:pt x="1824989" y="1184053"/>
                  </a:lnTo>
                  <a:lnTo>
                    <a:pt x="232531" y="1184053"/>
                  </a:lnTo>
                  <a:lnTo>
                    <a:pt x="185671" y="1179329"/>
                  </a:lnTo>
                  <a:lnTo>
                    <a:pt x="142024" y="1165780"/>
                  </a:lnTo>
                  <a:lnTo>
                    <a:pt x="102526" y="1144341"/>
                  </a:lnTo>
                  <a:lnTo>
                    <a:pt x="68111" y="1115947"/>
                  </a:lnTo>
                  <a:lnTo>
                    <a:pt x="39715" y="1081533"/>
                  </a:lnTo>
                  <a:lnTo>
                    <a:pt x="18275" y="1042035"/>
                  </a:lnTo>
                  <a:lnTo>
                    <a:pt x="4724" y="998387"/>
                  </a:lnTo>
                  <a:lnTo>
                    <a:pt x="0" y="951524"/>
                  </a:lnTo>
                  <a:lnTo>
                    <a:pt x="0" y="232541"/>
                  </a:lnTo>
                  <a:close/>
                </a:path>
              </a:pathLst>
            </a:custGeom>
            <a:ln w="76199">
              <a:solidFill>
                <a:srgbClr val="00AF50"/>
              </a:solidFill>
            </a:ln>
          </p:spPr>
          <p:txBody>
            <a:bodyPr wrap="square" lIns="0" tIns="0" rIns="0" bIns="0" rtlCol="0"/>
            <a:lstStyle/>
            <a:p>
              <a:endParaRPr/>
            </a:p>
          </p:txBody>
        </p:sp>
        <p:sp>
          <p:nvSpPr>
            <p:cNvPr id="156" name="object 156"/>
            <p:cNvSpPr/>
            <p:nvPr/>
          </p:nvSpPr>
          <p:spPr>
            <a:xfrm>
              <a:off x="6638544" y="4916422"/>
              <a:ext cx="2481072" cy="1941576"/>
            </a:xfrm>
            <a:prstGeom prst="rect">
              <a:avLst/>
            </a:prstGeom>
            <a:blipFill>
              <a:blip r:embed="rId65" cstate="print"/>
              <a:stretch>
                <a:fillRect/>
              </a:stretch>
            </a:blipFill>
          </p:spPr>
          <p:txBody>
            <a:bodyPr wrap="square" lIns="0" tIns="0" rIns="0" bIns="0" rtlCol="0"/>
            <a:lstStyle/>
            <a:p>
              <a:endParaRPr/>
            </a:p>
          </p:txBody>
        </p:sp>
        <p:sp>
          <p:nvSpPr>
            <p:cNvPr id="157" name="object 157"/>
            <p:cNvSpPr/>
            <p:nvPr/>
          </p:nvSpPr>
          <p:spPr>
            <a:xfrm>
              <a:off x="7380610" y="5510271"/>
              <a:ext cx="1025525" cy="739140"/>
            </a:xfrm>
            <a:custGeom>
              <a:avLst/>
              <a:gdLst/>
              <a:ahLst/>
              <a:cxnLst/>
              <a:rect l="l" t="t" r="r" b="b"/>
              <a:pathLst>
                <a:path w="1025525" h="739139">
                  <a:moveTo>
                    <a:pt x="773795" y="3941"/>
                  </a:moveTo>
                  <a:lnTo>
                    <a:pt x="726117" y="7527"/>
                  </a:lnTo>
                  <a:lnTo>
                    <a:pt x="682233" y="18169"/>
                  </a:lnTo>
                  <a:lnTo>
                    <a:pt x="643208" y="35102"/>
                  </a:lnTo>
                  <a:lnTo>
                    <a:pt x="609965" y="57662"/>
                  </a:lnTo>
                  <a:lnTo>
                    <a:pt x="583002" y="85262"/>
                  </a:lnTo>
                  <a:lnTo>
                    <a:pt x="562599" y="117658"/>
                  </a:lnTo>
                  <a:lnTo>
                    <a:pt x="549748" y="153895"/>
                  </a:lnTo>
                  <a:lnTo>
                    <a:pt x="545470" y="193106"/>
                  </a:lnTo>
                  <a:lnTo>
                    <a:pt x="547329" y="218096"/>
                  </a:lnTo>
                  <a:lnTo>
                    <a:pt x="562237" y="264631"/>
                  </a:lnTo>
                  <a:lnTo>
                    <a:pt x="591694" y="306196"/>
                  </a:lnTo>
                  <a:lnTo>
                    <a:pt x="633607" y="340568"/>
                  </a:lnTo>
                  <a:lnTo>
                    <a:pt x="659130" y="354912"/>
                  </a:lnTo>
                  <a:lnTo>
                    <a:pt x="642078" y="361287"/>
                  </a:lnTo>
                  <a:lnTo>
                    <a:pt x="597926" y="385440"/>
                  </a:lnTo>
                  <a:lnTo>
                    <a:pt x="563704" y="416153"/>
                  </a:lnTo>
                  <a:lnTo>
                    <a:pt x="539206" y="452200"/>
                  </a:lnTo>
                  <a:lnTo>
                    <a:pt x="524557" y="492665"/>
                  </a:lnTo>
                  <a:lnTo>
                    <a:pt x="519684" y="536079"/>
                  </a:lnTo>
                  <a:lnTo>
                    <a:pt x="520871" y="558182"/>
                  </a:lnTo>
                  <a:lnTo>
                    <a:pt x="530343" y="599503"/>
                  </a:lnTo>
                  <a:lnTo>
                    <a:pt x="548940" y="636789"/>
                  </a:lnTo>
                  <a:lnTo>
                    <a:pt x="575083" y="668931"/>
                  </a:lnTo>
                  <a:lnTo>
                    <a:pt x="608498" y="695638"/>
                  </a:lnTo>
                  <a:lnTo>
                    <a:pt x="648454" y="716360"/>
                  </a:lnTo>
                  <a:lnTo>
                    <a:pt x="694574" y="730843"/>
                  </a:lnTo>
                  <a:lnTo>
                    <a:pt x="745294" y="738164"/>
                  </a:lnTo>
                  <a:lnTo>
                    <a:pt x="772271" y="739079"/>
                  </a:lnTo>
                  <a:lnTo>
                    <a:pt x="799762" y="738148"/>
                  </a:lnTo>
                  <a:lnTo>
                    <a:pt x="851005" y="730708"/>
                  </a:lnTo>
                  <a:lnTo>
                    <a:pt x="897213" y="715990"/>
                  </a:lnTo>
                  <a:lnTo>
                    <a:pt x="937218" y="695014"/>
                  </a:lnTo>
                  <a:lnTo>
                    <a:pt x="970541" y="668073"/>
                  </a:lnTo>
                  <a:lnTo>
                    <a:pt x="996486" y="635814"/>
                  </a:lnTo>
                  <a:lnTo>
                    <a:pt x="1001466" y="626912"/>
                  </a:lnTo>
                  <a:lnTo>
                    <a:pt x="772789" y="626912"/>
                  </a:lnTo>
                  <a:lnTo>
                    <a:pt x="761189" y="626463"/>
                  </a:lnTo>
                  <a:lnTo>
                    <a:pt x="720656" y="615722"/>
                  </a:lnTo>
                  <a:lnTo>
                    <a:pt x="690289" y="592041"/>
                  </a:lnTo>
                  <a:lnTo>
                    <a:pt x="672266" y="556372"/>
                  </a:lnTo>
                  <a:lnTo>
                    <a:pt x="668152" y="522671"/>
                  </a:lnTo>
                  <a:lnTo>
                    <a:pt x="668630" y="511475"/>
                  </a:lnTo>
                  <a:lnTo>
                    <a:pt x="680377" y="471134"/>
                  </a:lnTo>
                  <a:lnTo>
                    <a:pt x="705153" y="440315"/>
                  </a:lnTo>
                  <a:lnTo>
                    <a:pt x="741011" y="421781"/>
                  </a:lnTo>
                  <a:lnTo>
                    <a:pt x="772789" y="417457"/>
                  </a:lnTo>
                  <a:lnTo>
                    <a:pt x="983514" y="417457"/>
                  </a:lnTo>
                  <a:lnTo>
                    <a:pt x="979716" y="412818"/>
                  </a:lnTo>
                  <a:lnTo>
                    <a:pt x="945001" y="381963"/>
                  </a:lnTo>
                  <a:lnTo>
                    <a:pt x="900849" y="357812"/>
                  </a:lnTo>
                  <a:lnTo>
                    <a:pt x="884041" y="351437"/>
                  </a:lnTo>
                  <a:lnTo>
                    <a:pt x="910543" y="337121"/>
                  </a:lnTo>
                  <a:lnTo>
                    <a:pt x="934021" y="320975"/>
                  </a:lnTo>
                  <a:lnTo>
                    <a:pt x="954447" y="302999"/>
                  </a:lnTo>
                  <a:lnTo>
                    <a:pt x="958969" y="297835"/>
                  </a:lnTo>
                  <a:lnTo>
                    <a:pt x="774832" y="297835"/>
                  </a:lnTo>
                  <a:lnTo>
                    <a:pt x="766261" y="297401"/>
                  </a:lnTo>
                  <a:lnTo>
                    <a:pt x="727150" y="282569"/>
                  </a:lnTo>
                  <a:lnTo>
                    <a:pt x="700285" y="251027"/>
                  </a:lnTo>
                  <a:lnTo>
                    <a:pt x="689975" y="207501"/>
                  </a:lnTo>
                  <a:lnTo>
                    <a:pt x="690358" y="198210"/>
                  </a:lnTo>
                  <a:lnTo>
                    <a:pt x="703596" y="156502"/>
                  </a:lnTo>
                  <a:lnTo>
                    <a:pt x="732751" y="127782"/>
                  </a:lnTo>
                  <a:lnTo>
                    <a:pt x="774832" y="116668"/>
                  </a:lnTo>
                  <a:lnTo>
                    <a:pt x="986790" y="116668"/>
                  </a:lnTo>
                  <a:lnTo>
                    <a:pt x="977471" y="100119"/>
                  </a:lnTo>
                  <a:lnTo>
                    <a:pt x="939302" y="57412"/>
                  </a:lnTo>
                  <a:lnTo>
                    <a:pt x="905873" y="35026"/>
                  </a:lnTo>
                  <a:lnTo>
                    <a:pt x="866637" y="18169"/>
                  </a:lnTo>
                  <a:lnTo>
                    <a:pt x="822319" y="7527"/>
                  </a:lnTo>
                  <a:lnTo>
                    <a:pt x="798597" y="4841"/>
                  </a:lnTo>
                  <a:lnTo>
                    <a:pt x="773795" y="3941"/>
                  </a:lnTo>
                  <a:close/>
                </a:path>
                <a:path w="1025525" h="739139">
                  <a:moveTo>
                    <a:pt x="983514" y="417457"/>
                  </a:moveTo>
                  <a:lnTo>
                    <a:pt x="772789" y="417457"/>
                  </a:lnTo>
                  <a:lnTo>
                    <a:pt x="784411" y="417984"/>
                  </a:lnTo>
                  <a:lnTo>
                    <a:pt x="795448" y="419564"/>
                  </a:lnTo>
                  <a:lnTo>
                    <a:pt x="833563" y="435752"/>
                  </a:lnTo>
                  <a:lnTo>
                    <a:pt x="861025" y="463926"/>
                  </a:lnTo>
                  <a:lnTo>
                    <a:pt x="875682" y="501829"/>
                  </a:lnTo>
                  <a:lnTo>
                    <a:pt x="877580" y="522671"/>
                  </a:lnTo>
                  <a:lnTo>
                    <a:pt x="877077" y="534304"/>
                  </a:lnTo>
                  <a:lnTo>
                    <a:pt x="865257" y="575170"/>
                  </a:lnTo>
                  <a:lnTo>
                    <a:pt x="840447" y="604947"/>
                  </a:lnTo>
                  <a:lnTo>
                    <a:pt x="804932" y="622716"/>
                  </a:lnTo>
                  <a:lnTo>
                    <a:pt x="772789" y="626912"/>
                  </a:lnTo>
                  <a:lnTo>
                    <a:pt x="1001466" y="626912"/>
                  </a:lnTo>
                  <a:lnTo>
                    <a:pt x="1020378" y="578206"/>
                  </a:lnTo>
                  <a:lnTo>
                    <a:pt x="1024934" y="536079"/>
                  </a:lnTo>
                  <a:lnTo>
                    <a:pt x="1025001" y="534304"/>
                  </a:lnTo>
                  <a:lnTo>
                    <a:pt x="1024442" y="519594"/>
                  </a:lnTo>
                  <a:lnTo>
                    <a:pt x="1015989" y="476262"/>
                  </a:lnTo>
                  <a:lnTo>
                    <a:pt x="997584" y="436578"/>
                  </a:lnTo>
                  <a:lnTo>
                    <a:pt x="989197" y="424397"/>
                  </a:lnTo>
                  <a:lnTo>
                    <a:pt x="983514" y="417457"/>
                  </a:lnTo>
                  <a:close/>
                </a:path>
                <a:path w="1025525" h="739139">
                  <a:moveTo>
                    <a:pt x="986790" y="116668"/>
                  </a:moveTo>
                  <a:lnTo>
                    <a:pt x="774832" y="116668"/>
                  </a:lnTo>
                  <a:lnTo>
                    <a:pt x="783726" y="117117"/>
                  </a:lnTo>
                  <a:lnTo>
                    <a:pt x="792156" y="118407"/>
                  </a:lnTo>
                  <a:lnTo>
                    <a:pt x="829534" y="136976"/>
                  </a:lnTo>
                  <a:lnTo>
                    <a:pt x="853683" y="171520"/>
                  </a:lnTo>
                  <a:lnTo>
                    <a:pt x="860176" y="207501"/>
                  </a:lnTo>
                  <a:lnTo>
                    <a:pt x="859764" y="216793"/>
                  </a:lnTo>
                  <a:lnTo>
                    <a:pt x="845530" y="258130"/>
                  </a:lnTo>
                  <a:lnTo>
                    <a:pt x="815539" y="287084"/>
                  </a:lnTo>
                  <a:lnTo>
                    <a:pt x="774832" y="297835"/>
                  </a:lnTo>
                  <a:lnTo>
                    <a:pt x="958969" y="297835"/>
                  </a:lnTo>
                  <a:lnTo>
                    <a:pt x="985725" y="261897"/>
                  </a:lnTo>
                  <a:lnTo>
                    <a:pt x="1001677" y="215865"/>
                  </a:lnTo>
                  <a:lnTo>
                    <a:pt x="1003675" y="191130"/>
                  </a:lnTo>
                  <a:lnTo>
                    <a:pt x="1002610" y="171395"/>
                  </a:lnTo>
                  <a:lnTo>
                    <a:pt x="999427" y="152409"/>
                  </a:lnTo>
                  <a:lnTo>
                    <a:pt x="994147" y="134167"/>
                  </a:lnTo>
                  <a:lnTo>
                    <a:pt x="986790" y="116668"/>
                  </a:lnTo>
                  <a:close/>
                </a:path>
                <a:path w="1025525" h="739139">
                  <a:moveTo>
                    <a:pt x="307726" y="176723"/>
                  </a:moveTo>
                  <a:lnTo>
                    <a:pt x="151394" y="176723"/>
                  </a:lnTo>
                  <a:lnTo>
                    <a:pt x="151394" y="727661"/>
                  </a:lnTo>
                  <a:lnTo>
                    <a:pt x="307726" y="727661"/>
                  </a:lnTo>
                  <a:lnTo>
                    <a:pt x="307726" y="176723"/>
                  </a:lnTo>
                  <a:close/>
                </a:path>
                <a:path w="1025525" h="739139">
                  <a:moveTo>
                    <a:pt x="307726" y="0"/>
                  </a:moveTo>
                  <a:lnTo>
                    <a:pt x="212963" y="0"/>
                  </a:lnTo>
                  <a:lnTo>
                    <a:pt x="190437" y="16316"/>
                  </a:lnTo>
                  <a:lnTo>
                    <a:pt x="166645" y="31929"/>
                  </a:lnTo>
                  <a:lnTo>
                    <a:pt x="115183" y="61091"/>
                  </a:lnTo>
                  <a:lnTo>
                    <a:pt x="59306" y="86394"/>
                  </a:lnTo>
                  <a:lnTo>
                    <a:pt x="0" y="106750"/>
                  </a:lnTo>
                  <a:lnTo>
                    <a:pt x="0" y="238780"/>
                  </a:lnTo>
                  <a:lnTo>
                    <a:pt x="42153" y="230587"/>
                  </a:lnTo>
                  <a:lnTo>
                    <a:pt x="83423" y="216682"/>
                  </a:lnTo>
                  <a:lnTo>
                    <a:pt x="120914" y="198312"/>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58" name="object 158"/>
            <p:cNvSpPr/>
            <p:nvPr/>
          </p:nvSpPr>
          <p:spPr>
            <a:xfrm>
              <a:off x="8042666" y="5921633"/>
              <a:ext cx="221620" cy="221647"/>
            </a:xfrm>
            <a:prstGeom prst="rect">
              <a:avLst/>
            </a:prstGeom>
            <a:blipFill>
              <a:blip r:embed="rId66" cstate="print"/>
              <a:stretch>
                <a:fillRect/>
              </a:stretch>
            </a:blipFill>
          </p:spPr>
          <p:txBody>
            <a:bodyPr wrap="square" lIns="0" tIns="0" rIns="0" bIns="0" rtlCol="0"/>
            <a:lstStyle/>
            <a:p>
              <a:endParaRPr/>
            </a:p>
          </p:txBody>
        </p:sp>
        <p:sp>
          <p:nvSpPr>
            <p:cNvPr id="159" name="object 159"/>
            <p:cNvSpPr/>
            <p:nvPr/>
          </p:nvSpPr>
          <p:spPr>
            <a:xfrm>
              <a:off x="8064489" y="5620844"/>
              <a:ext cx="182392" cy="193359"/>
            </a:xfrm>
            <a:prstGeom prst="rect">
              <a:avLst/>
            </a:prstGeom>
            <a:blipFill>
              <a:blip r:embed="rId67" cstate="print"/>
              <a:stretch>
                <a:fillRect/>
              </a:stretch>
            </a:blipFill>
          </p:spPr>
          <p:txBody>
            <a:bodyPr wrap="square" lIns="0" tIns="0" rIns="0" bIns="0" rtlCol="0"/>
            <a:lstStyle/>
            <a:p>
              <a:endParaRPr/>
            </a:p>
          </p:txBody>
        </p:sp>
        <p:sp>
          <p:nvSpPr>
            <p:cNvPr id="160" name="object 160"/>
            <p:cNvSpPr/>
            <p:nvPr/>
          </p:nvSpPr>
          <p:spPr>
            <a:xfrm>
              <a:off x="7380609" y="5510271"/>
              <a:ext cx="1025525" cy="739140"/>
            </a:xfrm>
            <a:custGeom>
              <a:avLst/>
              <a:gdLst/>
              <a:ahLst/>
              <a:cxnLst/>
              <a:rect l="l" t="t" r="r" b="b"/>
              <a:pathLst>
                <a:path w="1025525" h="739139">
                  <a:moveTo>
                    <a:pt x="773795" y="3941"/>
                  </a:moveTo>
                  <a:lnTo>
                    <a:pt x="822319" y="7527"/>
                  </a:lnTo>
                  <a:lnTo>
                    <a:pt x="866637" y="18169"/>
                  </a:lnTo>
                  <a:lnTo>
                    <a:pt x="905873" y="35026"/>
                  </a:lnTo>
                  <a:lnTo>
                    <a:pt x="939302" y="57412"/>
                  </a:lnTo>
                  <a:lnTo>
                    <a:pt x="966463" y="84718"/>
                  </a:lnTo>
                  <a:lnTo>
                    <a:pt x="994147" y="134167"/>
                  </a:lnTo>
                  <a:lnTo>
                    <a:pt x="1002610" y="171395"/>
                  </a:lnTo>
                  <a:lnTo>
                    <a:pt x="1003675" y="191130"/>
                  </a:lnTo>
                  <a:lnTo>
                    <a:pt x="1001677" y="215865"/>
                  </a:lnTo>
                  <a:lnTo>
                    <a:pt x="985725" y="261897"/>
                  </a:lnTo>
                  <a:lnTo>
                    <a:pt x="954447" y="302999"/>
                  </a:lnTo>
                  <a:lnTo>
                    <a:pt x="910543" y="337120"/>
                  </a:lnTo>
                  <a:lnTo>
                    <a:pt x="884041" y="351437"/>
                  </a:lnTo>
                  <a:lnTo>
                    <a:pt x="900849" y="357812"/>
                  </a:lnTo>
                  <a:lnTo>
                    <a:pt x="945001" y="381963"/>
                  </a:lnTo>
                  <a:lnTo>
                    <a:pt x="979716" y="412818"/>
                  </a:lnTo>
                  <a:lnTo>
                    <a:pt x="1004834" y="449280"/>
                  </a:lnTo>
                  <a:lnTo>
                    <a:pt x="1019919" y="490429"/>
                  </a:lnTo>
                  <a:lnTo>
                    <a:pt x="1025011" y="534591"/>
                  </a:lnTo>
                  <a:lnTo>
                    <a:pt x="1023849" y="556908"/>
                  </a:lnTo>
                  <a:lnTo>
                    <a:pt x="1014622" y="598483"/>
                  </a:lnTo>
                  <a:lnTo>
                    <a:pt x="996486" y="635814"/>
                  </a:lnTo>
                  <a:lnTo>
                    <a:pt x="970541" y="668073"/>
                  </a:lnTo>
                  <a:lnTo>
                    <a:pt x="937218" y="695014"/>
                  </a:lnTo>
                  <a:lnTo>
                    <a:pt x="897213" y="715990"/>
                  </a:lnTo>
                  <a:lnTo>
                    <a:pt x="851005" y="730707"/>
                  </a:lnTo>
                  <a:lnTo>
                    <a:pt x="799762" y="738148"/>
                  </a:lnTo>
                  <a:lnTo>
                    <a:pt x="772271" y="739079"/>
                  </a:lnTo>
                  <a:lnTo>
                    <a:pt x="745294" y="738164"/>
                  </a:lnTo>
                  <a:lnTo>
                    <a:pt x="694574" y="730842"/>
                  </a:lnTo>
                  <a:lnTo>
                    <a:pt x="648454" y="716360"/>
                  </a:lnTo>
                  <a:lnTo>
                    <a:pt x="608498" y="695638"/>
                  </a:lnTo>
                  <a:lnTo>
                    <a:pt x="575083" y="668931"/>
                  </a:lnTo>
                  <a:lnTo>
                    <a:pt x="548940" y="636789"/>
                  </a:lnTo>
                  <a:lnTo>
                    <a:pt x="530343" y="599503"/>
                  </a:lnTo>
                  <a:lnTo>
                    <a:pt x="520871" y="558182"/>
                  </a:lnTo>
                  <a:lnTo>
                    <a:pt x="519683" y="536079"/>
                  </a:lnTo>
                  <a:lnTo>
                    <a:pt x="520230" y="521326"/>
                  </a:lnTo>
                  <a:lnTo>
                    <a:pt x="528309" y="478749"/>
                  </a:lnTo>
                  <a:lnTo>
                    <a:pt x="546286" y="439666"/>
                  </a:lnTo>
                  <a:lnTo>
                    <a:pt x="574014" y="405296"/>
                  </a:lnTo>
                  <a:lnTo>
                    <a:pt x="611462" y="376549"/>
                  </a:lnTo>
                  <a:lnTo>
                    <a:pt x="659129" y="354912"/>
                  </a:lnTo>
                  <a:lnTo>
                    <a:pt x="633607" y="340568"/>
                  </a:lnTo>
                  <a:lnTo>
                    <a:pt x="591694" y="306196"/>
                  </a:lnTo>
                  <a:lnTo>
                    <a:pt x="562237" y="264631"/>
                  </a:lnTo>
                  <a:lnTo>
                    <a:pt x="547329" y="218096"/>
                  </a:lnTo>
                  <a:lnTo>
                    <a:pt x="545470" y="193106"/>
                  </a:lnTo>
                  <a:lnTo>
                    <a:pt x="546539" y="173128"/>
                  </a:lnTo>
                  <a:lnTo>
                    <a:pt x="555101" y="135405"/>
                  </a:lnTo>
                  <a:lnTo>
                    <a:pt x="571985" y="100871"/>
                  </a:lnTo>
                  <a:lnTo>
                    <a:pt x="595659" y="70852"/>
                  </a:lnTo>
                  <a:lnTo>
                    <a:pt x="625856" y="45684"/>
                  </a:lnTo>
                  <a:lnTo>
                    <a:pt x="662005" y="25927"/>
                  </a:lnTo>
                  <a:lnTo>
                    <a:pt x="703689" y="11977"/>
                  </a:lnTo>
                  <a:lnTo>
                    <a:pt x="749493" y="4841"/>
                  </a:lnTo>
                  <a:lnTo>
                    <a:pt x="773795" y="3941"/>
                  </a:lnTo>
                  <a:close/>
                </a:path>
                <a:path w="1025525" h="739139">
                  <a:moveTo>
                    <a:pt x="212963" y="0"/>
                  </a:moveTo>
                  <a:lnTo>
                    <a:pt x="307726" y="0"/>
                  </a:lnTo>
                  <a:lnTo>
                    <a:pt x="307726" y="727661"/>
                  </a:lnTo>
                  <a:lnTo>
                    <a:pt x="151394" y="727661"/>
                  </a:lnTo>
                  <a:lnTo>
                    <a:pt x="151394" y="176723"/>
                  </a:lnTo>
                  <a:lnTo>
                    <a:pt x="144621" y="182358"/>
                  </a:lnTo>
                  <a:lnTo>
                    <a:pt x="111927" y="203276"/>
                  </a:lnTo>
                  <a:lnTo>
                    <a:pt x="73357" y="220619"/>
                  </a:lnTo>
                  <a:lnTo>
                    <a:pt x="31521" y="233235"/>
                  </a:lnTo>
                  <a:lnTo>
                    <a:pt x="0" y="238780"/>
                  </a:lnTo>
                  <a:lnTo>
                    <a:pt x="0" y="106750"/>
                  </a:lnTo>
                  <a:lnTo>
                    <a:pt x="30067" y="97191"/>
                  </a:lnTo>
                  <a:lnTo>
                    <a:pt x="59306" y="86394"/>
                  </a:lnTo>
                  <a:lnTo>
                    <a:pt x="115183" y="61091"/>
                  </a:lnTo>
                  <a:lnTo>
                    <a:pt x="166645" y="31929"/>
                  </a:lnTo>
                  <a:lnTo>
                    <a:pt x="190437" y="16316"/>
                  </a:lnTo>
                  <a:lnTo>
                    <a:pt x="212963" y="0"/>
                  </a:lnTo>
                  <a:close/>
                </a:path>
              </a:pathLst>
            </a:custGeom>
            <a:ln w="12191">
              <a:solidFill>
                <a:srgbClr val="000000"/>
              </a:solidFill>
            </a:ln>
          </p:spPr>
          <p:txBody>
            <a:bodyPr wrap="square" lIns="0" tIns="0" rIns="0" bIns="0" rtlCol="0"/>
            <a:lstStyle/>
            <a:p>
              <a:endParaRPr/>
            </a:p>
          </p:txBody>
        </p:sp>
        <p:sp>
          <p:nvSpPr>
            <p:cNvPr id="161" name="object 161"/>
            <p:cNvSpPr/>
            <p:nvPr/>
          </p:nvSpPr>
          <p:spPr>
            <a:xfrm>
              <a:off x="6768084" y="5218176"/>
              <a:ext cx="2218944" cy="1345692"/>
            </a:xfrm>
            <a:prstGeom prst="rect">
              <a:avLst/>
            </a:prstGeom>
            <a:blipFill>
              <a:blip r:embed="rId2" cstate="print"/>
              <a:stretch>
                <a:fillRect/>
              </a:stretch>
            </a:blipFill>
          </p:spPr>
          <p:txBody>
            <a:bodyPr wrap="square" lIns="0" tIns="0" rIns="0" bIns="0" rtlCol="0"/>
            <a:lstStyle/>
            <a:p>
              <a:endParaRPr/>
            </a:p>
          </p:txBody>
        </p:sp>
        <p:sp>
          <p:nvSpPr>
            <p:cNvPr id="162" name="object 162"/>
            <p:cNvSpPr/>
            <p:nvPr/>
          </p:nvSpPr>
          <p:spPr>
            <a:xfrm>
              <a:off x="6612636" y="4899658"/>
              <a:ext cx="2531363" cy="1958339"/>
            </a:xfrm>
            <a:prstGeom prst="rect">
              <a:avLst/>
            </a:prstGeom>
            <a:blipFill>
              <a:blip r:embed="rId68" cstate="print"/>
              <a:stretch>
                <a:fillRect/>
              </a:stretch>
            </a:blipFill>
          </p:spPr>
          <p:txBody>
            <a:bodyPr wrap="square" lIns="0" tIns="0" rIns="0" bIns="0" rtlCol="0"/>
            <a:lstStyle/>
            <a:p>
              <a:endParaRPr/>
            </a:p>
          </p:txBody>
        </p:sp>
        <p:sp>
          <p:nvSpPr>
            <p:cNvPr id="163" name="object 163"/>
            <p:cNvSpPr/>
            <p:nvPr/>
          </p:nvSpPr>
          <p:spPr>
            <a:xfrm>
              <a:off x="6848215" y="5278504"/>
              <a:ext cx="2057400" cy="1184275"/>
            </a:xfrm>
            <a:custGeom>
              <a:avLst/>
              <a:gdLst/>
              <a:ahLst/>
              <a:cxnLst/>
              <a:rect l="l" t="t" r="r" b="b"/>
              <a:pathLst>
                <a:path w="2057400" h="1184275">
                  <a:moveTo>
                    <a:pt x="1824868"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63" y="1179304"/>
                  </a:lnTo>
                  <a:lnTo>
                    <a:pt x="1915426" y="1165755"/>
                  </a:lnTo>
                  <a:lnTo>
                    <a:pt x="1954927" y="1144316"/>
                  </a:lnTo>
                  <a:lnTo>
                    <a:pt x="1989334" y="1115922"/>
                  </a:lnTo>
                  <a:lnTo>
                    <a:pt x="2017716" y="1081508"/>
                  </a:lnTo>
                  <a:lnTo>
                    <a:pt x="2039141" y="1042010"/>
                  </a:lnTo>
                  <a:lnTo>
                    <a:pt x="2052680" y="998362"/>
                  </a:lnTo>
                  <a:lnTo>
                    <a:pt x="2057399" y="951500"/>
                  </a:lnTo>
                  <a:lnTo>
                    <a:pt x="2057399" y="232528"/>
                  </a:lnTo>
                  <a:lnTo>
                    <a:pt x="2052680" y="185673"/>
                  </a:lnTo>
                  <a:lnTo>
                    <a:pt x="2039141" y="142028"/>
                  </a:lnTo>
                  <a:lnTo>
                    <a:pt x="2017716" y="102530"/>
                  </a:lnTo>
                  <a:lnTo>
                    <a:pt x="1989334" y="68115"/>
                  </a:lnTo>
                  <a:lnTo>
                    <a:pt x="1954927" y="39718"/>
                  </a:lnTo>
                  <a:lnTo>
                    <a:pt x="1915426" y="18276"/>
                  </a:lnTo>
                  <a:lnTo>
                    <a:pt x="1871763" y="4725"/>
                  </a:lnTo>
                  <a:lnTo>
                    <a:pt x="1824868" y="0"/>
                  </a:lnTo>
                  <a:close/>
                </a:path>
              </a:pathLst>
            </a:custGeom>
            <a:solidFill>
              <a:srgbClr val="252525"/>
            </a:solidFill>
          </p:spPr>
          <p:txBody>
            <a:bodyPr wrap="square" lIns="0" tIns="0" rIns="0" bIns="0" rtlCol="0"/>
            <a:lstStyle/>
            <a:p>
              <a:endParaRPr/>
            </a:p>
          </p:txBody>
        </p:sp>
        <p:sp>
          <p:nvSpPr>
            <p:cNvPr id="164" name="object 164"/>
            <p:cNvSpPr/>
            <p:nvPr/>
          </p:nvSpPr>
          <p:spPr>
            <a:xfrm>
              <a:off x="6848215" y="5278504"/>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868" y="0"/>
                  </a:lnTo>
                  <a:lnTo>
                    <a:pt x="1871763" y="4725"/>
                  </a:lnTo>
                  <a:lnTo>
                    <a:pt x="1915426" y="18276"/>
                  </a:lnTo>
                  <a:lnTo>
                    <a:pt x="1954927" y="39718"/>
                  </a:lnTo>
                  <a:lnTo>
                    <a:pt x="1989334" y="68115"/>
                  </a:lnTo>
                  <a:lnTo>
                    <a:pt x="2017716" y="102530"/>
                  </a:lnTo>
                  <a:lnTo>
                    <a:pt x="2039141" y="142028"/>
                  </a:lnTo>
                  <a:lnTo>
                    <a:pt x="2052680" y="185673"/>
                  </a:lnTo>
                  <a:lnTo>
                    <a:pt x="2057399" y="232528"/>
                  </a:lnTo>
                  <a:lnTo>
                    <a:pt x="2057399" y="951500"/>
                  </a:lnTo>
                  <a:lnTo>
                    <a:pt x="2052680" y="998362"/>
                  </a:lnTo>
                  <a:lnTo>
                    <a:pt x="2039141" y="1042010"/>
                  </a:lnTo>
                  <a:lnTo>
                    <a:pt x="2017716" y="1081508"/>
                  </a:lnTo>
                  <a:lnTo>
                    <a:pt x="1989334" y="1115922"/>
                  </a:lnTo>
                  <a:lnTo>
                    <a:pt x="1954927" y="1144316"/>
                  </a:lnTo>
                  <a:lnTo>
                    <a:pt x="1915426" y="1165755"/>
                  </a:lnTo>
                  <a:lnTo>
                    <a:pt x="1871763"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28"/>
                  </a:lnTo>
                  <a:close/>
                </a:path>
              </a:pathLst>
            </a:custGeom>
            <a:ln w="76199">
              <a:solidFill>
                <a:srgbClr val="00AF50"/>
              </a:solidFill>
            </a:ln>
          </p:spPr>
          <p:txBody>
            <a:bodyPr wrap="square" lIns="0" tIns="0" rIns="0" bIns="0" rtlCol="0"/>
            <a:lstStyle/>
            <a:p>
              <a:endParaRPr/>
            </a:p>
          </p:txBody>
        </p:sp>
        <p:sp>
          <p:nvSpPr>
            <p:cNvPr id="165" name="object 165"/>
            <p:cNvSpPr/>
            <p:nvPr/>
          </p:nvSpPr>
          <p:spPr>
            <a:xfrm>
              <a:off x="6653784" y="4920994"/>
              <a:ext cx="2481072" cy="1937003"/>
            </a:xfrm>
            <a:prstGeom prst="rect">
              <a:avLst/>
            </a:prstGeom>
            <a:blipFill>
              <a:blip r:embed="rId69" cstate="print"/>
              <a:stretch>
                <a:fillRect/>
              </a:stretch>
            </a:blipFill>
          </p:spPr>
          <p:txBody>
            <a:bodyPr wrap="square" lIns="0" tIns="0" rIns="0" bIns="0" rtlCol="0"/>
            <a:lstStyle/>
            <a:p>
              <a:endParaRPr/>
            </a:p>
          </p:txBody>
        </p:sp>
        <p:sp>
          <p:nvSpPr>
            <p:cNvPr id="166" name="object 166"/>
            <p:cNvSpPr/>
            <p:nvPr/>
          </p:nvSpPr>
          <p:spPr>
            <a:xfrm>
              <a:off x="7396368" y="5514725"/>
              <a:ext cx="1019810" cy="740410"/>
            </a:xfrm>
            <a:custGeom>
              <a:avLst/>
              <a:gdLst/>
              <a:ahLst/>
              <a:cxnLst/>
              <a:rect l="l" t="t" r="r" b="b"/>
              <a:pathLst>
                <a:path w="1019809" h="740410">
                  <a:moveTo>
                    <a:pt x="559429" y="583204"/>
                  </a:moveTo>
                  <a:lnTo>
                    <a:pt x="559429" y="712268"/>
                  </a:lnTo>
                  <a:lnTo>
                    <a:pt x="592408" y="724424"/>
                  </a:lnTo>
                  <a:lnTo>
                    <a:pt x="628470" y="733104"/>
                  </a:lnTo>
                  <a:lnTo>
                    <a:pt x="667602" y="738310"/>
                  </a:lnTo>
                  <a:lnTo>
                    <a:pt x="709787" y="740045"/>
                  </a:lnTo>
                  <a:lnTo>
                    <a:pt x="745387" y="738310"/>
                  </a:lnTo>
                  <a:lnTo>
                    <a:pt x="810548" y="724554"/>
                  </a:lnTo>
                  <a:lnTo>
                    <a:pt x="868012" y="697224"/>
                  </a:lnTo>
                  <a:lnTo>
                    <a:pt x="916774" y="657643"/>
                  </a:lnTo>
                  <a:lnTo>
                    <a:pt x="947088" y="619935"/>
                  </a:lnTo>
                  <a:lnTo>
                    <a:pt x="694425" y="619935"/>
                  </a:lnTo>
                  <a:lnTo>
                    <a:pt x="656350" y="617640"/>
                  </a:lnTo>
                  <a:lnTo>
                    <a:pt x="621167" y="610754"/>
                  </a:lnTo>
                  <a:lnTo>
                    <a:pt x="588864" y="599275"/>
                  </a:lnTo>
                  <a:lnTo>
                    <a:pt x="559429" y="583204"/>
                  </a:lnTo>
                  <a:close/>
                </a:path>
                <a:path w="1019809" h="740410">
                  <a:moveTo>
                    <a:pt x="1016256" y="404527"/>
                  </a:moveTo>
                  <a:lnTo>
                    <a:pt x="864108" y="404527"/>
                  </a:lnTo>
                  <a:lnTo>
                    <a:pt x="867156" y="405515"/>
                  </a:lnTo>
                  <a:lnTo>
                    <a:pt x="864050" y="454559"/>
                  </a:lnTo>
                  <a:lnTo>
                    <a:pt x="855318" y="497462"/>
                  </a:lnTo>
                  <a:lnTo>
                    <a:pt x="840945" y="534224"/>
                  </a:lnTo>
                  <a:lnTo>
                    <a:pt x="795868" y="588947"/>
                  </a:lnTo>
                  <a:lnTo>
                    <a:pt x="732625" y="616492"/>
                  </a:lnTo>
                  <a:lnTo>
                    <a:pt x="694425" y="619935"/>
                  </a:lnTo>
                  <a:lnTo>
                    <a:pt x="947088" y="619935"/>
                  </a:lnTo>
                  <a:lnTo>
                    <a:pt x="972994" y="575952"/>
                  </a:lnTo>
                  <a:lnTo>
                    <a:pt x="998585" y="507016"/>
                  </a:lnTo>
                  <a:lnTo>
                    <a:pt x="1007727" y="468413"/>
                  </a:lnTo>
                  <a:lnTo>
                    <a:pt x="1014229" y="427294"/>
                  </a:lnTo>
                  <a:lnTo>
                    <a:pt x="1016256" y="404527"/>
                  </a:lnTo>
                  <a:close/>
                </a:path>
                <a:path w="1019809" h="740410">
                  <a:moveTo>
                    <a:pt x="769863" y="3928"/>
                  </a:moveTo>
                  <a:lnTo>
                    <a:pt x="716222" y="8486"/>
                  </a:lnTo>
                  <a:lnTo>
                    <a:pt x="667633" y="22098"/>
                  </a:lnTo>
                  <a:lnTo>
                    <a:pt x="624672" y="43993"/>
                  </a:lnTo>
                  <a:lnTo>
                    <a:pt x="588385" y="73462"/>
                  </a:lnTo>
                  <a:lnTo>
                    <a:pt x="559052" y="109949"/>
                  </a:lnTo>
                  <a:lnTo>
                    <a:pt x="537057" y="152875"/>
                  </a:lnTo>
                  <a:lnTo>
                    <a:pt x="523234" y="201523"/>
                  </a:lnTo>
                  <a:lnTo>
                    <a:pt x="518652" y="255239"/>
                  </a:lnTo>
                  <a:lnTo>
                    <a:pt x="519599" y="278698"/>
                  </a:lnTo>
                  <a:lnTo>
                    <a:pt x="527173" y="322876"/>
                  </a:lnTo>
                  <a:lnTo>
                    <a:pt x="542101" y="362879"/>
                  </a:lnTo>
                  <a:lnTo>
                    <a:pt x="563160" y="397500"/>
                  </a:lnTo>
                  <a:lnTo>
                    <a:pt x="590089" y="426445"/>
                  </a:lnTo>
                  <a:lnTo>
                    <a:pt x="622189" y="449155"/>
                  </a:lnTo>
                  <a:lnTo>
                    <a:pt x="658960" y="465300"/>
                  </a:lnTo>
                  <a:lnTo>
                    <a:pt x="699247" y="473488"/>
                  </a:lnTo>
                  <a:lnTo>
                    <a:pt x="720699" y="474512"/>
                  </a:lnTo>
                  <a:lnTo>
                    <a:pt x="765760" y="470137"/>
                  </a:lnTo>
                  <a:lnTo>
                    <a:pt x="804691" y="457012"/>
                  </a:lnTo>
                  <a:lnTo>
                    <a:pt x="837478" y="435141"/>
                  </a:lnTo>
                  <a:lnTo>
                    <a:pt x="864108" y="404527"/>
                  </a:lnTo>
                  <a:lnTo>
                    <a:pt x="1016256" y="404527"/>
                  </a:lnTo>
                  <a:lnTo>
                    <a:pt x="1018113" y="383662"/>
                  </a:lnTo>
                  <a:lnTo>
                    <a:pt x="1018834" y="357865"/>
                  </a:lnTo>
                  <a:lnTo>
                    <a:pt x="768858" y="357865"/>
                  </a:lnTo>
                  <a:lnTo>
                    <a:pt x="758150" y="357385"/>
                  </a:lnTo>
                  <a:lnTo>
                    <a:pt x="720470" y="345877"/>
                  </a:lnTo>
                  <a:lnTo>
                    <a:pt x="692602" y="319724"/>
                  </a:lnTo>
                  <a:lnTo>
                    <a:pt x="675941" y="279925"/>
                  </a:lnTo>
                  <a:lnTo>
                    <a:pt x="672084" y="241733"/>
                  </a:lnTo>
                  <a:lnTo>
                    <a:pt x="672512" y="229286"/>
                  </a:lnTo>
                  <a:lnTo>
                    <a:pt x="682794" y="184043"/>
                  </a:lnTo>
                  <a:lnTo>
                    <a:pt x="704857" y="149701"/>
                  </a:lnTo>
                  <a:lnTo>
                    <a:pt x="736612" y="128618"/>
                  </a:lnTo>
                  <a:lnTo>
                    <a:pt x="765291" y="123587"/>
                  </a:lnTo>
                  <a:lnTo>
                    <a:pt x="972930" y="123587"/>
                  </a:lnTo>
                  <a:lnTo>
                    <a:pt x="967998" y="114383"/>
                  </a:lnTo>
                  <a:lnTo>
                    <a:pt x="935611" y="71745"/>
                  </a:lnTo>
                  <a:lnTo>
                    <a:pt x="896272" y="39111"/>
                  </a:lnTo>
                  <a:lnTo>
                    <a:pt x="850196" y="16682"/>
                  </a:lnTo>
                  <a:lnTo>
                    <a:pt x="798104" y="5353"/>
                  </a:lnTo>
                  <a:lnTo>
                    <a:pt x="769863" y="3928"/>
                  </a:lnTo>
                  <a:close/>
                </a:path>
                <a:path w="1019809" h="740410">
                  <a:moveTo>
                    <a:pt x="972930" y="123587"/>
                  </a:moveTo>
                  <a:lnTo>
                    <a:pt x="765291" y="123587"/>
                  </a:lnTo>
                  <a:lnTo>
                    <a:pt x="775750" y="124223"/>
                  </a:lnTo>
                  <a:lnTo>
                    <a:pt x="785774" y="126131"/>
                  </a:lnTo>
                  <a:lnTo>
                    <a:pt x="821035" y="145753"/>
                  </a:lnTo>
                  <a:lnTo>
                    <a:pt x="845922" y="180363"/>
                  </a:lnTo>
                  <a:lnTo>
                    <a:pt x="859452" y="227642"/>
                  </a:lnTo>
                  <a:lnTo>
                    <a:pt x="861181" y="254139"/>
                  </a:lnTo>
                  <a:lnTo>
                    <a:pt x="860755" y="264867"/>
                  </a:lnTo>
                  <a:lnTo>
                    <a:pt x="850755" y="303952"/>
                  </a:lnTo>
                  <a:lnTo>
                    <a:pt x="822239" y="340064"/>
                  </a:lnTo>
                  <a:lnTo>
                    <a:pt x="778996" y="357354"/>
                  </a:lnTo>
                  <a:lnTo>
                    <a:pt x="768858" y="357865"/>
                  </a:lnTo>
                  <a:lnTo>
                    <a:pt x="1018834" y="357865"/>
                  </a:lnTo>
                  <a:lnTo>
                    <a:pt x="1019332" y="340064"/>
                  </a:lnTo>
                  <a:lnTo>
                    <a:pt x="1019312" y="334185"/>
                  </a:lnTo>
                  <a:lnTo>
                    <a:pt x="1018353" y="299113"/>
                  </a:lnTo>
                  <a:lnTo>
                    <a:pt x="1009875" y="228631"/>
                  </a:lnTo>
                  <a:lnTo>
                    <a:pt x="992850" y="166737"/>
                  </a:lnTo>
                  <a:lnTo>
                    <a:pt x="981355" y="139312"/>
                  </a:lnTo>
                  <a:lnTo>
                    <a:pt x="972930" y="123587"/>
                  </a:lnTo>
                  <a:close/>
                </a:path>
                <a:path w="1019809" h="740410">
                  <a:moveTo>
                    <a:pt x="307695" y="176701"/>
                  </a:moveTo>
                  <a:lnTo>
                    <a:pt x="151363" y="176701"/>
                  </a:lnTo>
                  <a:lnTo>
                    <a:pt x="151363" y="727639"/>
                  </a:lnTo>
                  <a:lnTo>
                    <a:pt x="307695" y="727639"/>
                  </a:lnTo>
                  <a:lnTo>
                    <a:pt x="307695" y="176701"/>
                  </a:lnTo>
                  <a:close/>
                </a:path>
                <a:path w="1019809" h="740410">
                  <a:moveTo>
                    <a:pt x="307695" y="0"/>
                  </a:moveTo>
                  <a:lnTo>
                    <a:pt x="212841" y="0"/>
                  </a:lnTo>
                  <a:lnTo>
                    <a:pt x="190367" y="16309"/>
                  </a:lnTo>
                  <a:lnTo>
                    <a:pt x="166569" y="31919"/>
                  </a:lnTo>
                  <a:lnTo>
                    <a:pt x="115062" y="61078"/>
                  </a:lnTo>
                  <a:lnTo>
                    <a:pt x="59234" y="86370"/>
                  </a:lnTo>
                  <a:lnTo>
                    <a:pt x="0" y="106716"/>
                  </a:lnTo>
                  <a:lnTo>
                    <a:pt x="0" y="238743"/>
                  </a:lnTo>
                  <a:lnTo>
                    <a:pt x="42153" y="230553"/>
                  </a:lnTo>
                  <a:lnTo>
                    <a:pt x="83301" y="216657"/>
                  </a:lnTo>
                  <a:lnTo>
                    <a:pt x="120761" y="198299"/>
                  </a:lnTo>
                  <a:lnTo>
                    <a:pt x="151363" y="176701"/>
                  </a:lnTo>
                  <a:lnTo>
                    <a:pt x="307695" y="176701"/>
                  </a:lnTo>
                  <a:lnTo>
                    <a:pt x="307695" y="0"/>
                  </a:lnTo>
                  <a:close/>
                </a:path>
              </a:pathLst>
            </a:custGeom>
            <a:solidFill>
              <a:srgbClr val="FFFF00"/>
            </a:solidFill>
          </p:spPr>
          <p:txBody>
            <a:bodyPr wrap="square" lIns="0" tIns="0" rIns="0" bIns="0" rtlCol="0"/>
            <a:lstStyle/>
            <a:p>
              <a:endParaRPr/>
            </a:p>
          </p:txBody>
        </p:sp>
        <p:sp>
          <p:nvSpPr>
            <p:cNvPr id="167" name="object 167"/>
            <p:cNvSpPr/>
            <p:nvPr/>
          </p:nvSpPr>
          <p:spPr>
            <a:xfrm>
              <a:off x="8062356" y="5632216"/>
              <a:ext cx="201289" cy="246470"/>
            </a:xfrm>
            <a:prstGeom prst="rect">
              <a:avLst/>
            </a:prstGeom>
            <a:blipFill>
              <a:blip r:embed="rId70" cstate="print"/>
              <a:stretch>
                <a:fillRect/>
              </a:stretch>
            </a:blipFill>
          </p:spPr>
          <p:txBody>
            <a:bodyPr wrap="square" lIns="0" tIns="0" rIns="0" bIns="0" rtlCol="0"/>
            <a:lstStyle/>
            <a:p>
              <a:endParaRPr/>
            </a:p>
          </p:txBody>
        </p:sp>
        <p:sp>
          <p:nvSpPr>
            <p:cNvPr id="168" name="object 168"/>
            <p:cNvSpPr/>
            <p:nvPr/>
          </p:nvSpPr>
          <p:spPr>
            <a:xfrm>
              <a:off x="7396368" y="5514725"/>
              <a:ext cx="1019810" cy="740410"/>
            </a:xfrm>
            <a:custGeom>
              <a:avLst/>
              <a:gdLst/>
              <a:ahLst/>
              <a:cxnLst/>
              <a:rect l="l" t="t" r="r" b="b"/>
              <a:pathLst>
                <a:path w="1019809" h="740410">
                  <a:moveTo>
                    <a:pt x="769863" y="3928"/>
                  </a:moveTo>
                  <a:lnTo>
                    <a:pt x="824887" y="9612"/>
                  </a:lnTo>
                  <a:lnTo>
                    <a:pt x="874013" y="26538"/>
                  </a:lnTo>
                  <a:lnTo>
                    <a:pt x="916796" y="54176"/>
                  </a:lnTo>
                  <a:lnTo>
                    <a:pt x="952743" y="91833"/>
                  </a:lnTo>
                  <a:lnTo>
                    <a:pt x="981375" y="139350"/>
                  </a:lnTo>
                  <a:lnTo>
                    <a:pt x="1002395" y="196547"/>
                  </a:lnTo>
                  <a:lnTo>
                    <a:pt x="1015185" y="262819"/>
                  </a:lnTo>
                  <a:lnTo>
                    <a:pt x="1019403" y="337517"/>
                  </a:lnTo>
                  <a:lnTo>
                    <a:pt x="1018113" y="383662"/>
                  </a:lnTo>
                  <a:lnTo>
                    <a:pt x="1014229" y="427294"/>
                  </a:lnTo>
                  <a:lnTo>
                    <a:pt x="1007727" y="468413"/>
                  </a:lnTo>
                  <a:lnTo>
                    <a:pt x="998585" y="507016"/>
                  </a:lnTo>
                  <a:lnTo>
                    <a:pt x="972993" y="575951"/>
                  </a:lnTo>
                  <a:lnTo>
                    <a:pt x="937869" y="633340"/>
                  </a:lnTo>
                  <a:lnTo>
                    <a:pt x="893490" y="678937"/>
                  </a:lnTo>
                  <a:lnTo>
                    <a:pt x="840333" y="712506"/>
                  </a:lnTo>
                  <a:lnTo>
                    <a:pt x="778878" y="733160"/>
                  </a:lnTo>
                  <a:lnTo>
                    <a:pt x="709787" y="740045"/>
                  </a:lnTo>
                  <a:lnTo>
                    <a:pt x="667601" y="738310"/>
                  </a:lnTo>
                  <a:lnTo>
                    <a:pt x="628470" y="733104"/>
                  </a:lnTo>
                  <a:lnTo>
                    <a:pt x="592408" y="724424"/>
                  </a:lnTo>
                  <a:lnTo>
                    <a:pt x="559429" y="712268"/>
                  </a:lnTo>
                  <a:lnTo>
                    <a:pt x="559429" y="583204"/>
                  </a:lnTo>
                  <a:lnTo>
                    <a:pt x="588864" y="599275"/>
                  </a:lnTo>
                  <a:lnTo>
                    <a:pt x="621167" y="610754"/>
                  </a:lnTo>
                  <a:lnTo>
                    <a:pt x="656350" y="617640"/>
                  </a:lnTo>
                  <a:lnTo>
                    <a:pt x="694425" y="619935"/>
                  </a:lnTo>
                  <a:lnTo>
                    <a:pt x="732625" y="616492"/>
                  </a:lnTo>
                  <a:lnTo>
                    <a:pt x="795868" y="588947"/>
                  </a:lnTo>
                  <a:lnTo>
                    <a:pt x="840945" y="534224"/>
                  </a:lnTo>
                  <a:lnTo>
                    <a:pt x="855318" y="497462"/>
                  </a:lnTo>
                  <a:lnTo>
                    <a:pt x="864050" y="454559"/>
                  </a:lnTo>
                  <a:lnTo>
                    <a:pt x="867155" y="405515"/>
                  </a:lnTo>
                  <a:lnTo>
                    <a:pt x="864107" y="404527"/>
                  </a:lnTo>
                  <a:lnTo>
                    <a:pt x="837478" y="435141"/>
                  </a:lnTo>
                  <a:lnTo>
                    <a:pt x="804691" y="457012"/>
                  </a:lnTo>
                  <a:lnTo>
                    <a:pt x="765759" y="470137"/>
                  </a:lnTo>
                  <a:lnTo>
                    <a:pt x="720699" y="474512"/>
                  </a:lnTo>
                  <a:lnTo>
                    <a:pt x="699247" y="473488"/>
                  </a:lnTo>
                  <a:lnTo>
                    <a:pt x="658960" y="465300"/>
                  </a:lnTo>
                  <a:lnTo>
                    <a:pt x="622189" y="449155"/>
                  </a:lnTo>
                  <a:lnTo>
                    <a:pt x="590089" y="426445"/>
                  </a:lnTo>
                  <a:lnTo>
                    <a:pt x="563160" y="397500"/>
                  </a:lnTo>
                  <a:lnTo>
                    <a:pt x="542101" y="362879"/>
                  </a:lnTo>
                  <a:lnTo>
                    <a:pt x="527173" y="322876"/>
                  </a:lnTo>
                  <a:lnTo>
                    <a:pt x="519599" y="278698"/>
                  </a:lnTo>
                  <a:lnTo>
                    <a:pt x="518647" y="255126"/>
                  </a:lnTo>
                  <a:lnTo>
                    <a:pt x="519792" y="227705"/>
                  </a:lnTo>
                  <a:lnTo>
                    <a:pt x="528986" y="176579"/>
                  </a:lnTo>
                  <a:lnTo>
                    <a:pt x="547130" y="130606"/>
                  </a:lnTo>
                  <a:lnTo>
                    <a:pt x="572809" y="90901"/>
                  </a:lnTo>
                  <a:lnTo>
                    <a:pt x="605697" y="57784"/>
                  </a:lnTo>
                  <a:lnTo>
                    <a:pt x="645315" y="32095"/>
                  </a:lnTo>
                  <a:lnTo>
                    <a:pt x="691301" y="14165"/>
                  </a:lnTo>
                  <a:lnTo>
                    <a:pt x="742407" y="5070"/>
                  </a:lnTo>
                  <a:lnTo>
                    <a:pt x="769863" y="3928"/>
                  </a:lnTo>
                  <a:close/>
                </a:path>
                <a:path w="1019809" h="740410">
                  <a:moveTo>
                    <a:pt x="212841" y="0"/>
                  </a:moveTo>
                  <a:lnTo>
                    <a:pt x="307695" y="0"/>
                  </a:lnTo>
                  <a:lnTo>
                    <a:pt x="307695" y="727639"/>
                  </a:lnTo>
                  <a:lnTo>
                    <a:pt x="151363" y="727639"/>
                  </a:lnTo>
                  <a:lnTo>
                    <a:pt x="151363" y="176701"/>
                  </a:lnTo>
                  <a:lnTo>
                    <a:pt x="144606" y="182331"/>
                  </a:lnTo>
                  <a:lnTo>
                    <a:pt x="111856" y="203256"/>
                  </a:lnTo>
                  <a:lnTo>
                    <a:pt x="73306" y="220600"/>
                  </a:lnTo>
                  <a:lnTo>
                    <a:pt x="31508" y="233208"/>
                  </a:lnTo>
                  <a:lnTo>
                    <a:pt x="0" y="238743"/>
                  </a:lnTo>
                  <a:lnTo>
                    <a:pt x="0" y="106716"/>
                  </a:lnTo>
                  <a:lnTo>
                    <a:pt x="30044" y="97163"/>
                  </a:lnTo>
                  <a:lnTo>
                    <a:pt x="59234" y="86370"/>
                  </a:lnTo>
                  <a:lnTo>
                    <a:pt x="115061" y="61078"/>
                  </a:lnTo>
                  <a:lnTo>
                    <a:pt x="166569" y="31919"/>
                  </a:lnTo>
                  <a:lnTo>
                    <a:pt x="190367" y="16309"/>
                  </a:lnTo>
                  <a:lnTo>
                    <a:pt x="212841" y="0"/>
                  </a:lnTo>
                  <a:close/>
                </a:path>
              </a:pathLst>
            </a:custGeom>
            <a:ln w="12191">
              <a:solidFill>
                <a:srgbClr val="000000"/>
              </a:solidFill>
            </a:ln>
          </p:spPr>
          <p:txBody>
            <a:bodyPr wrap="square" lIns="0" tIns="0" rIns="0" bIns="0" rtlCol="0"/>
            <a:lstStyle/>
            <a:p>
              <a:endParaRPr/>
            </a:p>
          </p:txBody>
        </p:sp>
        <p:sp>
          <p:nvSpPr>
            <p:cNvPr id="169" name="object 169"/>
            <p:cNvSpPr/>
            <p:nvPr/>
          </p:nvSpPr>
          <p:spPr>
            <a:xfrm>
              <a:off x="6742176" y="5237988"/>
              <a:ext cx="2218944" cy="1345692"/>
            </a:xfrm>
            <a:prstGeom prst="rect">
              <a:avLst/>
            </a:prstGeom>
            <a:blipFill>
              <a:blip r:embed="rId71" cstate="print"/>
              <a:stretch>
                <a:fillRect/>
              </a:stretch>
            </a:blipFill>
          </p:spPr>
          <p:txBody>
            <a:bodyPr wrap="square" lIns="0" tIns="0" rIns="0" bIns="0" rtlCol="0"/>
            <a:lstStyle/>
            <a:p>
              <a:endParaRPr/>
            </a:p>
          </p:txBody>
        </p:sp>
        <p:sp>
          <p:nvSpPr>
            <p:cNvPr id="170" name="object 170"/>
            <p:cNvSpPr/>
            <p:nvPr/>
          </p:nvSpPr>
          <p:spPr>
            <a:xfrm>
              <a:off x="6588252" y="4920994"/>
              <a:ext cx="2555747" cy="1937003"/>
            </a:xfrm>
            <a:prstGeom prst="rect">
              <a:avLst/>
            </a:prstGeom>
            <a:blipFill>
              <a:blip r:embed="rId72" cstate="print"/>
              <a:stretch>
                <a:fillRect/>
              </a:stretch>
            </a:blipFill>
          </p:spPr>
          <p:txBody>
            <a:bodyPr wrap="square" lIns="0" tIns="0" rIns="0" bIns="0" rtlCol="0"/>
            <a:lstStyle/>
            <a:p>
              <a:endParaRPr/>
            </a:p>
          </p:txBody>
        </p:sp>
        <p:sp>
          <p:nvSpPr>
            <p:cNvPr id="171" name="object 171"/>
            <p:cNvSpPr/>
            <p:nvPr/>
          </p:nvSpPr>
          <p:spPr>
            <a:xfrm>
              <a:off x="6822947" y="5299197"/>
              <a:ext cx="2057400" cy="1184275"/>
            </a:xfrm>
            <a:custGeom>
              <a:avLst/>
              <a:gdLst/>
              <a:ahLst/>
              <a:cxnLst/>
              <a:rect l="l" t="t" r="r" b="b"/>
              <a:pathLst>
                <a:path w="2057400" h="1184275">
                  <a:moveTo>
                    <a:pt x="1824989"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5"/>
                  </a:lnTo>
                  <a:lnTo>
                    <a:pt x="18279" y="1041972"/>
                  </a:lnTo>
                  <a:lnTo>
                    <a:pt x="39723" y="1081468"/>
                  </a:lnTo>
                  <a:lnTo>
                    <a:pt x="68122" y="1115880"/>
                  </a:lnTo>
                  <a:lnTo>
                    <a:pt x="102539" y="1144271"/>
                  </a:lnTo>
                  <a:lnTo>
                    <a:pt x="142037" y="1165708"/>
                  </a:lnTo>
                  <a:lnTo>
                    <a:pt x="185680" y="1179256"/>
                  </a:lnTo>
                  <a:lnTo>
                    <a:pt x="232531" y="1183980"/>
                  </a:lnTo>
                  <a:lnTo>
                    <a:pt x="1824989" y="1183980"/>
                  </a:lnTo>
                  <a:lnTo>
                    <a:pt x="1871844" y="1179256"/>
                  </a:lnTo>
                  <a:lnTo>
                    <a:pt x="1915477" y="1165708"/>
                  </a:lnTo>
                  <a:lnTo>
                    <a:pt x="1954957" y="1144271"/>
                  </a:lnTo>
                  <a:lnTo>
                    <a:pt x="1989349" y="1115880"/>
                  </a:lnTo>
                  <a:lnTo>
                    <a:pt x="2017722" y="1081468"/>
                  </a:lnTo>
                  <a:lnTo>
                    <a:pt x="2039143" y="1041972"/>
                  </a:lnTo>
                  <a:lnTo>
                    <a:pt x="2052680" y="998325"/>
                  </a:lnTo>
                  <a:lnTo>
                    <a:pt x="2057399" y="951463"/>
                  </a:lnTo>
                  <a:lnTo>
                    <a:pt x="2057399" y="232409"/>
                  </a:lnTo>
                  <a:lnTo>
                    <a:pt x="2052680" y="185559"/>
                  </a:lnTo>
                  <a:lnTo>
                    <a:pt x="2039143" y="141928"/>
                  </a:lnTo>
                  <a:lnTo>
                    <a:pt x="2017722" y="102449"/>
                  </a:lnTo>
                  <a:lnTo>
                    <a:pt x="1989349" y="68056"/>
                  </a:lnTo>
                  <a:lnTo>
                    <a:pt x="1954957" y="39681"/>
                  </a:lnTo>
                  <a:lnTo>
                    <a:pt x="1915477" y="18258"/>
                  </a:lnTo>
                  <a:lnTo>
                    <a:pt x="1871844" y="4720"/>
                  </a:lnTo>
                  <a:lnTo>
                    <a:pt x="1824989" y="0"/>
                  </a:lnTo>
                  <a:close/>
                </a:path>
              </a:pathLst>
            </a:custGeom>
            <a:solidFill>
              <a:srgbClr val="252525"/>
            </a:solidFill>
          </p:spPr>
          <p:txBody>
            <a:bodyPr wrap="square" lIns="0" tIns="0" rIns="0" bIns="0" rtlCol="0"/>
            <a:lstStyle/>
            <a:p>
              <a:endParaRPr/>
            </a:p>
          </p:txBody>
        </p:sp>
        <p:sp>
          <p:nvSpPr>
            <p:cNvPr id="172" name="object 172"/>
            <p:cNvSpPr/>
            <p:nvPr/>
          </p:nvSpPr>
          <p:spPr>
            <a:xfrm>
              <a:off x="6822947" y="5299197"/>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989" y="0"/>
                  </a:lnTo>
                  <a:lnTo>
                    <a:pt x="1871844" y="4720"/>
                  </a:lnTo>
                  <a:lnTo>
                    <a:pt x="1915477" y="18258"/>
                  </a:lnTo>
                  <a:lnTo>
                    <a:pt x="1954957" y="39681"/>
                  </a:lnTo>
                  <a:lnTo>
                    <a:pt x="1989349" y="68056"/>
                  </a:lnTo>
                  <a:lnTo>
                    <a:pt x="2017722" y="102449"/>
                  </a:lnTo>
                  <a:lnTo>
                    <a:pt x="2039143" y="141928"/>
                  </a:lnTo>
                  <a:lnTo>
                    <a:pt x="2052680" y="185559"/>
                  </a:lnTo>
                  <a:lnTo>
                    <a:pt x="2057399" y="232409"/>
                  </a:lnTo>
                  <a:lnTo>
                    <a:pt x="2057399" y="951463"/>
                  </a:lnTo>
                  <a:lnTo>
                    <a:pt x="2052680" y="998325"/>
                  </a:lnTo>
                  <a:lnTo>
                    <a:pt x="2039143" y="1041972"/>
                  </a:lnTo>
                  <a:lnTo>
                    <a:pt x="2017722" y="1081468"/>
                  </a:lnTo>
                  <a:lnTo>
                    <a:pt x="1989349" y="1115880"/>
                  </a:lnTo>
                  <a:lnTo>
                    <a:pt x="1954957" y="1144271"/>
                  </a:lnTo>
                  <a:lnTo>
                    <a:pt x="1915477" y="1165708"/>
                  </a:lnTo>
                  <a:lnTo>
                    <a:pt x="1871844" y="1179256"/>
                  </a:lnTo>
                  <a:lnTo>
                    <a:pt x="1824989" y="1183980"/>
                  </a:lnTo>
                  <a:lnTo>
                    <a:pt x="232531" y="1183980"/>
                  </a:lnTo>
                  <a:lnTo>
                    <a:pt x="185680" y="1179256"/>
                  </a:lnTo>
                  <a:lnTo>
                    <a:pt x="142037" y="1165708"/>
                  </a:lnTo>
                  <a:lnTo>
                    <a:pt x="102539" y="1144271"/>
                  </a:lnTo>
                  <a:lnTo>
                    <a:pt x="68122" y="1115880"/>
                  </a:lnTo>
                  <a:lnTo>
                    <a:pt x="39723" y="1081468"/>
                  </a:lnTo>
                  <a:lnTo>
                    <a:pt x="18279" y="1041972"/>
                  </a:lnTo>
                  <a:lnTo>
                    <a:pt x="4725"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173" name="object 173"/>
            <p:cNvSpPr/>
            <p:nvPr/>
          </p:nvSpPr>
          <p:spPr>
            <a:xfrm>
              <a:off x="6629400" y="4942331"/>
              <a:ext cx="2481072" cy="1915668"/>
            </a:xfrm>
            <a:prstGeom prst="rect">
              <a:avLst/>
            </a:prstGeom>
            <a:blipFill>
              <a:blip r:embed="rId73" cstate="print"/>
              <a:stretch>
                <a:fillRect/>
              </a:stretch>
            </a:blipFill>
          </p:spPr>
          <p:txBody>
            <a:bodyPr wrap="square" lIns="0" tIns="0" rIns="0" bIns="0" rtlCol="0"/>
            <a:lstStyle/>
            <a:p>
              <a:endParaRPr/>
            </a:p>
          </p:txBody>
        </p:sp>
        <p:sp>
          <p:nvSpPr>
            <p:cNvPr id="174" name="object 174"/>
            <p:cNvSpPr/>
            <p:nvPr/>
          </p:nvSpPr>
          <p:spPr>
            <a:xfrm>
              <a:off x="7307062" y="5539358"/>
              <a:ext cx="1095375" cy="736600"/>
            </a:xfrm>
            <a:custGeom>
              <a:avLst/>
              <a:gdLst/>
              <a:ahLst/>
              <a:cxnLst/>
              <a:rect l="l" t="t" r="r" b="b"/>
              <a:pathLst>
                <a:path w="1095375" h="736600">
                  <a:moveTo>
                    <a:pt x="846734" y="0"/>
                  </a:moveTo>
                  <a:lnTo>
                    <a:pt x="796994" y="3885"/>
                  </a:lnTo>
                  <a:lnTo>
                    <a:pt x="752198" y="15536"/>
                  </a:lnTo>
                  <a:lnTo>
                    <a:pt x="712343" y="34947"/>
                  </a:lnTo>
                  <a:lnTo>
                    <a:pt x="677430" y="62112"/>
                  </a:lnTo>
                  <a:lnTo>
                    <a:pt x="647456" y="97023"/>
                  </a:lnTo>
                  <a:lnTo>
                    <a:pt x="626449" y="131820"/>
                  </a:lnTo>
                  <a:lnTo>
                    <a:pt x="609270" y="171510"/>
                  </a:lnTo>
                  <a:lnTo>
                    <a:pt x="595914" y="216092"/>
                  </a:lnTo>
                  <a:lnTo>
                    <a:pt x="586378" y="265569"/>
                  </a:lnTo>
                  <a:lnTo>
                    <a:pt x="580659" y="319938"/>
                  </a:lnTo>
                  <a:lnTo>
                    <a:pt x="578754" y="379201"/>
                  </a:lnTo>
                  <a:lnTo>
                    <a:pt x="580854" y="441137"/>
                  </a:lnTo>
                  <a:lnTo>
                    <a:pt x="587154" y="497174"/>
                  </a:lnTo>
                  <a:lnTo>
                    <a:pt x="597655" y="547312"/>
                  </a:lnTo>
                  <a:lnTo>
                    <a:pt x="612355" y="591552"/>
                  </a:lnTo>
                  <a:lnTo>
                    <a:pt x="631256" y="629893"/>
                  </a:lnTo>
                  <a:lnTo>
                    <a:pt x="654357" y="662335"/>
                  </a:lnTo>
                  <a:lnTo>
                    <a:pt x="713160" y="709524"/>
                  </a:lnTo>
                  <a:lnTo>
                    <a:pt x="748862" y="724270"/>
                  </a:lnTo>
                  <a:lnTo>
                    <a:pt x="788763" y="733118"/>
                  </a:lnTo>
                  <a:lnTo>
                    <a:pt x="832866" y="736067"/>
                  </a:lnTo>
                  <a:lnTo>
                    <a:pt x="881120" y="732215"/>
                  </a:lnTo>
                  <a:lnTo>
                    <a:pt x="924679" y="720660"/>
                  </a:lnTo>
                  <a:lnTo>
                    <a:pt x="963541" y="701400"/>
                  </a:lnTo>
                  <a:lnTo>
                    <a:pt x="997706" y="674436"/>
                  </a:lnTo>
                  <a:lnTo>
                    <a:pt x="1027176" y="639769"/>
                  </a:lnTo>
                  <a:lnTo>
                    <a:pt x="1041516" y="615945"/>
                  </a:lnTo>
                  <a:lnTo>
                    <a:pt x="837834" y="615945"/>
                  </a:lnTo>
                  <a:lnTo>
                    <a:pt x="807345" y="609259"/>
                  </a:lnTo>
                  <a:lnTo>
                    <a:pt x="763032" y="555768"/>
                  </a:lnTo>
                  <a:lnTo>
                    <a:pt x="749196" y="508964"/>
                  </a:lnTo>
                  <a:lnTo>
                    <a:pt x="740898" y="448786"/>
                  </a:lnTo>
                  <a:lnTo>
                    <a:pt x="738134" y="375236"/>
                  </a:lnTo>
                  <a:lnTo>
                    <a:pt x="740961" y="297129"/>
                  </a:lnTo>
                  <a:lnTo>
                    <a:pt x="749441" y="233223"/>
                  </a:lnTo>
                  <a:lnTo>
                    <a:pt x="763573" y="183517"/>
                  </a:lnTo>
                  <a:lnTo>
                    <a:pt x="783357" y="148013"/>
                  </a:lnTo>
                  <a:lnTo>
                    <a:pt x="839876" y="119609"/>
                  </a:lnTo>
                  <a:lnTo>
                    <a:pt x="1049214" y="119609"/>
                  </a:lnTo>
                  <a:lnTo>
                    <a:pt x="1043690" y="107950"/>
                  </a:lnTo>
                  <a:lnTo>
                    <a:pt x="1021119" y="74965"/>
                  </a:lnTo>
                  <a:lnTo>
                    <a:pt x="963669" y="26987"/>
                  </a:lnTo>
                  <a:lnTo>
                    <a:pt x="889813" y="2998"/>
                  </a:lnTo>
                  <a:lnTo>
                    <a:pt x="846734" y="0"/>
                  </a:lnTo>
                  <a:close/>
                </a:path>
                <a:path w="1095375" h="736600">
                  <a:moveTo>
                    <a:pt x="1049214" y="119609"/>
                  </a:moveTo>
                  <a:lnTo>
                    <a:pt x="839876" y="119609"/>
                  </a:lnTo>
                  <a:lnTo>
                    <a:pt x="868977" y="126503"/>
                  </a:lnTo>
                  <a:lnTo>
                    <a:pt x="892788" y="147184"/>
                  </a:lnTo>
                  <a:lnTo>
                    <a:pt x="911310" y="181653"/>
                  </a:lnTo>
                  <a:lnTo>
                    <a:pt x="924540" y="229909"/>
                  </a:lnTo>
                  <a:lnTo>
                    <a:pt x="932479" y="291953"/>
                  </a:lnTo>
                  <a:lnTo>
                    <a:pt x="935126" y="367783"/>
                  </a:lnTo>
                  <a:lnTo>
                    <a:pt x="932425" y="443613"/>
                  </a:lnTo>
                  <a:lnTo>
                    <a:pt x="924322" y="505654"/>
                  </a:lnTo>
                  <a:lnTo>
                    <a:pt x="910814" y="553908"/>
                  </a:lnTo>
                  <a:lnTo>
                    <a:pt x="891899" y="588373"/>
                  </a:lnTo>
                  <a:lnTo>
                    <a:pt x="837834" y="615945"/>
                  </a:lnTo>
                  <a:lnTo>
                    <a:pt x="1041516" y="615945"/>
                  </a:lnTo>
                  <a:lnTo>
                    <a:pt x="1064861" y="566209"/>
                  </a:lnTo>
                  <a:lnTo>
                    <a:pt x="1078047" y="522397"/>
                  </a:lnTo>
                  <a:lnTo>
                    <a:pt x="1087463" y="473897"/>
                  </a:lnTo>
                  <a:lnTo>
                    <a:pt x="1093111" y="420708"/>
                  </a:lnTo>
                  <a:lnTo>
                    <a:pt x="1094994" y="362830"/>
                  </a:lnTo>
                  <a:lnTo>
                    <a:pt x="1092941" y="299860"/>
                  </a:lnTo>
                  <a:lnTo>
                    <a:pt x="1086784" y="242887"/>
                  </a:lnTo>
                  <a:lnTo>
                    <a:pt x="1076523" y="191910"/>
                  </a:lnTo>
                  <a:lnTo>
                    <a:pt x="1062158" y="146931"/>
                  </a:lnTo>
                  <a:lnTo>
                    <a:pt x="1049214" y="119609"/>
                  </a:lnTo>
                  <a:close/>
                </a:path>
                <a:path w="1095375" h="736600">
                  <a:moveTo>
                    <a:pt x="461248" y="125074"/>
                  </a:moveTo>
                  <a:lnTo>
                    <a:pt x="209946" y="125074"/>
                  </a:lnTo>
                  <a:lnTo>
                    <a:pt x="234799" y="126532"/>
                  </a:lnTo>
                  <a:lnTo>
                    <a:pt x="256230" y="130905"/>
                  </a:lnTo>
                  <a:lnTo>
                    <a:pt x="300137" y="161463"/>
                  </a:lnTo>
                  <a:lnTo>
                    <a:pt x="314706" y="217395"/>
                  </a:lnTo>
                  <a:lnTo>
                    <a:pt x="314208" y="228888"/>
                  </a:lnTo>
                  <a:lnTo>
                    <a:pt x="302217" y="271589"/>
                  </a:lnTo>
                  <a:lnTo>
                    <a:pt x="274155" y="312083"/>
                  </a:lnTo>
                  <a:lnTo>
                    <a:pt x="242956" y="342470"/>
                  </a:lnTo>
                  <a:lnTo>
                    <a:pt x="203190" y="374156"/>
                  </a:lnTo>
                  <a:lnTo>
                    <a:pt x="173023" y="396156"/>
                  </a:lnTo>
                  <a:lnTo>
                    <a:pt x="157539" y="407805"/>
                  </a:lnTo>
                  <a:lnTo>
                    <a:pt x="125364" y="433053"/>
                  </a:lnTo>
                  <a:lnTo>
                    <a:pt x="93607" y="461594"/>
                  </a:lnTo>
                  <a:lnTo>
                    <a:pt x="64526" y="494108"/>
                  </a:lnTo>
                  <a:lnTo>
                    <a:pt x="39086" y="530835"/>
                  </a:lnTo>
                  <a:lnTo>
                    <a:pt x="18288" y="572036"/>
                  </a:lnTo>
                  <a:lnTo>
                    <a:pt x="4572" y="618252"/>
                  </a:lnTo>
                  <a:lnTo>
                    <a:pt x="0" y="670047"/>
                  </a:lnTo>
                  <a:lnTo>
                    <a:pt x="0" y="723662"/>
                  </a:lnTo>
                  <a:lnTo>
                    <a:pt x="473476" y="723662"/>
                  </a:lnTo>
                  <a:lnTo>
                    <a:pt x="473476" y="593622"/>
                  </a:lnTo>
                  <a:lnTo>
                    <a:pt x="171724" y="593622"/>
                  </a:lnTo>
                  <a:lnTo>
                    <a:pt x="172342" y="586576"/>
                  </a:lnTo>
                  <a:lnTo>
                    <a:pt x="193300" y="548761"/>
                  </a:lnTo>
                  <a:lnTo>
                    <a:pt x="226634" y="516559"/>
                  </a:lnTo>
                  <a:lnTo>
                    <a:pt x="258548" y="491733"/>
                  </a:lnTo>
                  <a:lnTo>
                    <a:pt x="310831" y="454288"/>
                  </a:lnTo>
                  <a:lnTo>
                    <a:pt x="327972" y="441803"/>
                  </a:lnTo>
                  <a:lnTo>
                    <a:pt x="361340" y="416183"/>
                  </a:lnTo>
                  <a:lnTo>
                    <a:pt x="392174" y="388813"/>
                  </a:lnTo>
                  <a:lnTo>
                    <a:pt x="419100" y="358853"/>
                  </a:lnTo>
                  <a:lnTo>
                    <a:pt x="441712" y="325847"/>
                  </a:lnTo>
                  <a:lnTo>
                    <a:pt x="459364" y="289358"/>
                  </a:lnTo>
                  <a:lnTo>
                    <a:pt x="470683" y="248407"/>
                  </a:lnTo>
                  <a:lnTo>
                    <a:pt x="474482" y="202000"/>
                  </a:lnTo>
                  <a:lnTo>
                    <a:pt x="473505" y="179469"/>
                  </a:lnTo>
                  <a:lnTo>
                    <a:pt x="470576" y="158021"/>
                  </a:lnTo>
                  <a:lnTo>
                    <a:pt x="465699" y="137655"/>
                  </a:lnTo>
                  <a:lnTo>
                    <a:pt x="461248" y="125074"/>
                  </a:lnTo>
                  <a:close/>
                </a:path>
                <a:path w="1095375" h="736600">
                  <a:moveTo>
                    <a:pt x="243718" y="0"/>
                  </a:moveTo>
                  <a:lnTo>
                    <a:pt x="186852" y="3759"/>
                  </a:lnTo>
                  <a:lnTo>
                    <a:pt x="132999" y="15030"/>
                  </a:lnTo>
                  <a:lnTo>
                    <a:pt x="82117" y="33799"/>
                  </a:lnTo>
                  <a:lnTo>
                    <a:pt x="34168" y="60054"/>
                  </a:lnTo>
                  <a:lnTo>
                    <a:pt x="34168" y="198037"/>
                  </a:lnTo>
                  <a:lnTo>
                    <a:pt x="76661" y="166113"/>
                  </a:lnTo>
                  <a:lnTo>
                    <a:pt x="120114" y="143312"/>
                  </a:lnTo>
                  <a:lnTo>
                    <a:pt x="164538" y="129633"/>
                  </a:lnTo>
                  <a:lnTo>
                    <a:pt x="209946" y="125074"/>
                  </a:lnTo>
                  <a:lnTo>
                    <a:pt x="461248" y="125074"/>
                  </a:lnTo>
                  <a:lnTo>
                    <a:pt x="458876" y="118372"/>
                  </a:lnTo>
                  <a:lnTo>
                    <a:pt x="439704" y="83696"/>
                  </a:lnTo>
                  <a:lnTo>
                    <a:pt x="413400" y="54601"/>
                  </a:lnTo>
                  <a:lnTo>
                    <a:pt x="380363" y="31353"/>
                  </a:lnTo>
                  <a:lnTo>
                    <a:pt x="340766" y="14097"/>
                  </a:lnTo>
                  <a:lnTo>
                    <a:pt x="295008" y="3525"/>
                  </a:lnTo>
                  <a:lnTo>
                    <a:pt x="270069" y="881"/>
                  </a:lnTo>
                  <a:lnTo>
                    <a:pt x="243718" y="0"/>
                  </a:lnTo>
                  <a:close/>
                </a:path>
              </a:pathLst>
            </a:custGeom>
            <a:solidFill>
              <a:srgbClr val="FFFF00"/>
            </a:solidFill>
          </p:spPr>
          <p:txBody>
            <a:bodyPr wrap="square" lIns="0" tIns="0" rIns="0" bIns="0" rtlCol="0"/>
            <a:lstStyle/>
            <a:p>
              <a:endParaRPr/>
            </a:p>
          </p:txBody>
        </p:sp>
        <p:sp>
          <p:nvSpPr>
            <p:cNvPr id="175" name="object 175"/>
            <p:cNvSpPr/>
            <p:nvPr/>
          </p:nvSpPr>
          <p:spPr>
            <a:xfrm>
              <a:off x="7307061" y="5539358"/>
              <a:ext cx="1095375" cy="736600"/>
            </a:xfrm>
            <a:custGeom>
              <a:avLst/>
              <a:gdLst/>
              <a:ahLst/>
              <a:cxnLst/>
              <a:rect l="l" t="t" r="r" b="b"/>
              <a:pathLst>
                <a:path w="1095375" h="736600">
                  <a:moveTo>
                    <a:pt x="839876" y="119609"/>
                  </a:moveTo>
                  <a:lnTo>
                    <a:pt x="783357" y="148013"/>
                  </a:lnTo>
                  <a:lnTo>
                    <a:pt x="763573" y="183517"/>
                  </a:lnTo>
                  <a:lnTo>
                    <a:pt x="749441" y="233223"/>
                  </a:lnTo>
                  <a:lnTo>
                    <a:pt x="740961" y="297129"/>
                  </a:lnTo>
                  <a:lnTo>
                    <a:pt x="738134" y="375236"/>
                  </a:lnTo>
                  <a:lnTo>
                    <a:pt x="740898" y="448786"/>
                  </a:lnTo>
                  <a:lnTo>
                    <a:pt x="749196" y="508964"/>
                  </a:lnTo>
                  <a:lnTo>
                    <a:pt x="763032" y="555768"/>
                  </a:lnTo>
                  <a:lnTo>
                    <a:pt x="782413" y="589200"/>
                  </a:lnTo>
                  <a:lnTo>
                    <a:pt x="837834" y="615945"/>
                  </a:lnTo>
                  <a:lnTo>
                    <a:pt x="867572" y="609053"/>
                  </a:lnTo>
                  <a:lnTo>
                    <a:pt x="910814" y="553908"/>
                  </a:lnTo>
                  <a:lnTo>
                    <a:pt x="924322" y="505654"/>
                  </a:lnTo>
                  <a:lnTo>
                    <a:pt x="932425" y="443613"/>
                  </a:lnTo>
                  <a:lnTo>
                    <a:pt x="935126" y="367783"/>
                  </a:lnTo>
                  <a:lnTo>
                    <a:pt x="932479" y="291953"/>
                  </a:lnTo>
                  <a:lnTo>
                    <a:pt x="924540" y="229909"/>
                  </a:lnTo>
                  <a:lnTo>
                    <a:pt x="911310" y="181653"/>
                  </a:lnTo>
                  <a:lnTo>
                    <a:pt x="892788" y="147184"/>
                  </a:lnTo>
                  <a:lnTo>
                    <a:pt x="839876" y="119609"/>
                  </a:lnTo>
                  <a:close/>
                </a:path>
                <a:path w="1095375" h="736600">
                  <a:moveTo>
                    <a:pt x="846734" y="0"/>
                  </a:moveTo>
                  <a:lnTo>
                    <a:pt x="889813" y="2998"/>
                  </a:lnTo>
                  <a:lnTo>
                    <a:pt x="928792" y="11994"/>
                  </a:lnTo>
                  <a:lnTo>
                    <a:pt x="994445" y="47977"/>
                  </a:lnTo>
                  <a:lnTo>
                    <a:pt x="1043690" y="107950"/>
                  </a:lnTo>
                  <a:lnTo>
                    <a:pt x="1062158" y="146931"/>
                  </a:lnTo>
                  <a:lnTo>
                    <a:pt x="1076523" y="191910"/>
                  </a:lnTo>
                  <a:lnTo>
                    <a:pt x="1086784" y="242887"/>
                  </a:lnTo>
                  <a:lnTo>
                    <a:pt x="1092941" y="299860"/>
                  </a:lnTo>
                  <a:lnTo>
                    <a:pt x="1094993" y="362830"/>
                  </a:lnTo>
                  <a:lnTo>
                    <a:pt x="1093111" y="420708"/>
                  </a:lnTo>
                  <a:lnTo>
                    <a:pt x="1087463" y="473897"/>
                  </a:lnTo>
                  <a:lnTo>
                    <a:pt x="1078047" y="522397"/>
                  </a:lnTo>
                  <a:lnTo>
                    <a:pt x="1064861" y="566209"/>
                  </a:lnTo>
                  <a:lnTo>
                    <a:pt x="1047905" y="605332"/>
                  </a:lnTo>
                  <a:lnTo>
                    <a:pt x="1027175" y="639769"/>
                  </a:lnTo>
                  <a:lnTo>
                    <a:pt x="997706" y="674436"/>
                  </a:lnTo>
                  <a:lnTo>
                    <a:pt x="963541" y="701400"/>
                  </a:lnTo>
                  <a:lnTo>
                    <a:pt x="924679" y="720660"/>
                  </a:lnTo>
                  <a:lnTo>
                    <a:pt x="881120" y="732215"/>
                  </a:lnTo>
                  <a:lnTo>
                    <a:pt x="832865" y="736067"/>
                  </a:lnTo>
                  <a:lnTo>
                    <a:pt x="788763" y="733118"/>
                  </a:lnTo>
                  <a:lnTo>
                    <a:pt x="748862" y="724270"/>
                  </a:lnTo>
                  <a:lnTo>
                    <a:pt x="713160" y="709524"/>
                  </a:lnTo>
                  <a:lnTo>
                    <a:pt x="654357" y="662335"/>
                  </a:lnTo>
                  <a:lnTo>
                    <a:pt x="631256" y="629893"/>
                  </a:lnTo>
                  <a:lnTo>
                    <a:pt x="612355" y="591552"/>
                  </a:lnTo>
                  <a:lnTo>
                    <a:pt x="597655" y="547312"/>
                  </a:lnTo>
                  <a:lnTo>
                    <a:pt x="587154" y="497174"/>
                  </a:lnTo>
                  <a:lnTo>
                    <a:pt x="580854" y="441137"/>
                  </a:lnTo>
                  <a:lnTo>
                    <a:pt x="578754" y="379201"/>
                  </a:lnTo>
                  <a:lnTo>
                    <a:pt x="580659" y="319938"/>
                  </a:lnTo>
                  <a:lnTo>
                    <a:pt x="586378" y="265569"/>
                  </a:lnTo>
                  <a:lnTo>
                    <a:pt x="595914" y="216092"/>
                  </a:lnTo>
                  <a:lnTo>
                    <a:pt x="609270" y="171510"/>
                  </a:lnTo>
                  <a:lnTo>
                    <a:pt x="626449" y="131820"/>
                  </a:lnTo>
                  <a:lnTo>
                    <a:pt x="647456" y="97023"/>
                  </a:lnTo>
                  <a:lnTo>
                    <a:pt x="677430" y="62112"/>
                  </a:lnTo>
                  <a:lnTo>
                    <a:pt x="712343" y="34947"/>
                  </a:lnTo>
                  <a:lnTo>
                    <a:pt x="752198" y="15536"/>
                  </a:lnTo>
                  <a:lnTo>
                    <a:pt x="796994" y="3885"/>
                  </a:lnTo>
                  <a:lnTo>
                    <a:pt x="846734" y="0"/>
                  </a:lnTo>
                  <a:close/>
                </a:path>
                <a:path w="1095375" h="736600">
                  <a:moveTo>
                    <a:pt x="243718" y="0"/>
                  </a:moveTo>
                  <a:lnTo>
                    <a:pt x="295008" y="3525"/>
                  </a:lnTo>
                  <a:lnTo>
                    <a:pt x="340766" y="14096"/>
                  </a:lnTo>
                  <a:lnTo>
                    <a:pt x="380363" y="31353"/>
                  </a:lnTo>
                  <a:lnTo>
                    <a:pt x="413400" y="54601"/>
                  </a:lnTo>
                  <a:lnTo>
                    <a:pt x="439704" y="83696"/>
                  </a:lnTo>
                  <a:lnTo>
                    <a:pt x="458876" y="118372"/>
                  </a:lnTo>
                  <a:lnTo>
                    <a:pt x="470576" y="158021"/>
                  </a:lnTo>
                  <a:lnTo>
                    <a:pt x="474482" y="202000"/>
                  </a:lnTo>
                  <a:lnTo>
                    <a:pt x="473530" y="225885"/>
                  </a:lnTo>
                  <a:lnTo>
                    <a:pt x="465956" y="269565"/>
                  </a:lnTo>
                  <a:lnTo>
                    <a:pt x="451148" y="308039"/>
                  </a:lnTo>
                  <a:lnTo>
                    <a:pt x="431036" y="342785"/>
                  </a:lnTo>
                  <a:lnTo>
                    <a:pt x="406135" y="374156"/>
                  </a:lnTo>
                  <a:lnTo>
                    <a:pt x="377236" y="402822"/>
                  </a:lnTo>
                  <a:lnTo>
                    <a:pt x="344804" y="429101"/>
                  </a:lnTo>
                  <a:lnTo>
                    <a:pt x="310831" y="454288"/>
                  </a:lnTo>
                  <a:lnTo>
                    <a:pt x="293369" y="466557"/>
                  </a:lnTo>
                  <a:lnTo>
                    <a:pt x="281507" y="474981"/>
                  </a:lnTo>
                  <a:lnTo>
                    <a:pt x="247406" y="500060"/>
                  </a:lnTo>
                  <a:lnTo>
                    <a:pt x="217213" y="524716"/>
                  </a:lnTo>
                  <a:lnTo>
                    <a:pt x="187020" y="556594"/>
                  </a:lnTo>
                  <a:lnTo>
                    <a:pt x="171724" y="593622"/>
                  </a:lnTo>
                  <a:lnTo>
                    <a:pt x="473476" y="593622"/>
                  </a:lnTo>
                  <a:lnTo>
                    <a:pt x="473476" y="723662"/>
                  </a:lnTo>
                  <a:lnTo>
                    <a:pt x="0" y="723662"/>
                  </a:lnTo>
                  <a:lnTo>
                    <a:pt x="0" y="670047"/>
                  </a:lnTo>
                  <a:lnTo>
                    <a:pt x="4571" y="618252"/>
                  </a:lnTo>
                  <a:lnTo>
                    <a:pt x="18287" y="572036"/>
                  </a:lnTo>
                  <a:lnTo>
                    <a:pt x="39086" y="530835"/>
                  </a:lnTo>
                  <a:lnTo>
                    <a:pt x="64526" y="494108"/>
                  </a:lnTo>
                  <a:lnTo>
                    <a:pt x="93607" y="461594"/>
                  </a:lnTo>
                  <a:lnTo>
                    <a:pt x="125364" y="433053"/>
                  </a:lnTo>
                  <a:lnTo>
                    <a:pt x="157539" y="407805"/>
                  </a:lnTo>
                  <a:lnTo>
                    <a:pt x="203248" y="374114"/>
                  </a:lnTo>
                  <a:lnTo>
                    <a:pt x="217444" y="363320"/>
                  </a:lnTo>
                  <a:lnTo>
                    <a:pt x="254297" y="332313"/>
                  </a:lnTo>
                  <a:lnTo>
                    <a:pt x="282701" y="302014"/>
                  </a:lnTo>
                  <a:lnTo>
                    <a:pt x="306720" y="261317"/>
                  </a:lnTo>
                  <a:lnTo>
                    <a:pt x="314705" y="217395"/>
                  </a:lnTo>
                  <a:lnTo>
                    <a:pt x="313088" y="195959"/>
                  </a:lnTo>
                  <a:lnTo>
                    <a:pt x="288797" y="148397"/>
                  </a:lnTo>
                  <a:lnTo>
                    <a:pt x="234799" y="126532"/>
                  </a:lnTo>
                  <a:lnTo>
                    <a:pt x="209946" y="125074"/>
                  </a:lnTo>
                  <a:lnTo>
                    <a:pt x="164538" y="129633"/>
                  </a:lnTo>
                  <a:lnTo>
                    <a:pt x="120114" y="143312"/>
                  </a:lnTo>
                  <a:lnTo>
                    <a:pt x="76661" y="166113"/>
                  </a:lnTo>
                  <a:lnTo>
                    <a:pt x="34168" y="198037"/>
                  </a:lnTo>
                  <a:lnTo>
                    <a:pt x="34168" y="60054"/>
                  </a:lnTo>
                  <a:lnTo>
                    <a:pt x="82117" y="33799"/>
                  </a:lnTo>
                  <a:lnTo>
                    <a:pt x="132999" y="15030"/>
                  </a:lnTo>
                  <a:lnTo>
                    <a:pt x="186852" y="3759"/>
                  </a:lnTo>
                  <a:lnTo>
                    <a:pt x="243718" y="0"/>
                  </a:lnTo>
                  <a:close/>
                </a:path>
              </a:pathLst>
            </a:custGeom>
            <a:ln w="12191">
              <a:solidFill>
                <a:srgbClr val="000000"/>
              </a:solidFill>
            </a:ln>
          </p:spPr>
          <p:txBody>
            <a:bodyPr wrap="square" lIns="0" tIns="0" rIns="0" bIns="0" rtlCol="0"/>
            <a:lstStyle/>
            <a:p>
              <a:endParaRPr/>
            </a:p>
          </p:txBody>
        </p:sp>
        <p:sp>
          <p:nvSpPr>
            <p:cNvPr id="176" name="object 176"/>
            <p:cNvSpPr/>
            <p:nvPr/>
          </p:nvSpPr>
          <p:spPr>
            <a:xfrm>
              <a:off x="6748272" y="5234939"/>
              <a:ext cx="2218944" cy="1345692"/>
            </a:xfrm>
            <a:prstGeom prst="rect">
              <a:avLst/>
            </a:prstGeom>
            <a:blipFill>
              <a:blip r:embed="rId74" cstate="print"/>
              <a:stretch>
                <a:fillRect/>
              </a:stretch>
            </a:blipFill>
          </p:spPr>
          <p:txBody>
            <a:bodyPr wrap="square" lIns="0" tIns="0" rIns="0" bIns="0" rtlCol="0"/>
            <a:lstStyle/>
            <a:p>
              <a:endParaRPr/>
            </a:p>
          </p:txBody>
        </p:sp>
        <p:sp>
          <p:nvSpPr>
            <p:cNvPr id="177" name="object 177"/>
            <p:cNvSpPr/>
            <p:nvPr/>
          </p:nvSpPr>
          <p:spPr>
            <a:xfrm>
              <a:off x="6594348" y="4917946"/>
              <a:ext cx="2549651" cy="1940052"/>
            </a:xfrm>
            <a:prstGeom prst="rect">
              <a:avLst/>
            </a:prstGeom>
            <a:blipFill>
              <a:blip r:embed="rId75" cstate="print"/>
              <a:stretch>
                <a:fillRect/>
              </a:stretch>
            </a:blipFill>
          </p:spPr>
          <p:txBody>
            <a:bodyPr wrap="square" lIns="0" tIns="0" rIns="0" bIns="0" rtlCol="0"/>
            <a:lstStyle/>
            <a:p>
              <a:endParaRPr/>
            </a:p>
          </p:txBody>
        </p:sp>
        <p:sp>
          <p:nvSpPr>
            <p:cNvPr id="178" name="object 178"/>
            <p:cNvSpPr/>
            <p:nvPr/>
          </p:nvSpPr>
          <p:spPr>
            <a:xfrm>
              <a:off x="6829440" y="5295900"/>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12"/>
                  </a:lnTo>
                  <a:lnTo>
                    <a:pt x="4724" y="998374"/>
                  </a:lnTo>
                  <a:lnTo>
                    <a:pt x="18275" y="1042020"/>
                  </a:lnTo>
                  <a:lnTo>
                    <a:pt x="39715" y="1081517"/>
                  </a:lnTo>
                  <a:lnTo>
                    <a:pt x="68111" y="1115928"/>
                  </a:lnTo>
                  <a:lnTo>
                    <a:pt x="102526" y="1144320"/>
                  </a:lnTo>
                  <a:lnTo>
                    <a:pt x="142024" y="1165757"/>
                  </a:lnTo>
                  <a:lnTo>
                    <a:pt x="185671" y="1179305"/>
                  </a:lnTo>
                  <a:lnTo>
                    <a:pt x="232531" y="1184029"/>
                  </a:lnTo>
                  <a:lnTo>
                    <a:pt x="1824837" y="1184029"/>
                  </a:lnTo>
                  <a:lnTo>
                    <a:pt x="1871698" y="1179305"/>
                  </a:lnTo>
                  <a:lnTo>
                    <a:pt x="1915349" y="1165757"/>
                  </a:lnTo>
                  <a:lnTo>
                    <a:pt x="1954852" y="1144320"/>
                  </a:lnTo>
                  <a:lnTo>
                    <a:pt x="1989273" y="1115928"/>
                  </a:lnTo>
                  <a:lnTo>
                    <a:pt x="2017674" y="1081517"/>
                  </a:lnTo>
                  <a:lnTo>
                    <a:pt x="2039120" y="1042020"/>
                  </a:lnTo>
                  <a:lnTo>
                    <a:pt x="2052673" y="998374"/>
                  </a:lnTo>
                  <a:lnTo>
                    <a:pt x="2057399" y="951512"/>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79" name="object 179"/>
            <p:cNvSpPr/>
            <p:nvPr/>
          </p:nvSpPr>
          <p:spPr>
            <a:xfrm>
              <a:off x="6829440" y="5295900"/>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12"/>
                  </a:lnTo>
                  <a:lnTo>
                    <a:pt x="2052673" y="998374"/>
                  </a:lnTo>
                  <a:lnTo>
                    <a:pt x="2039120" y="1042020"/>
                  </a:lnTo>
                  <a:lnTo>
                    <a:pt x="2017674" y="1081517"/>
                  </a:lnTo>
                  <a:lnTo>
                    <a:pt x="1989273" y="1115928"/>
                  </a:lnTo>
                  <a:lnTo>
                    <a:pt x="1954852" y="1144320"/>
                  </a:lnTo>
                  <a:lnTo>
                    <a:pt x="1915349" y="1165757"/>
                  </a:lnTo>
                  <a:lnTo>
                    <a:pt x="1871698" y="1179305"/>
                  </a:lnTo>
                  <a:lnTo>
                    <a:pt x="1824837" y="1184029"/>
                  </a:lnTo>
                  <a:lnTo>
                    <a:pt x="232531" y="1184029"/>
                  </a:lnTo>
                  <a:lnTo>
                    <a:pt x="185671" y="1179305"/>
                  </a:lnTo>
                  <a:lnTo>
                    <a:pt x="142024" y="1165757"/>
                  </a:lnTo>
                  <a:lnTo>
                    <a:pt x="102526" y="1144320"/>
                  </a:lnTo>
                  <a:lnTo>
                    <a:pt x="68111" y="1115928"/>
                  </a:lnTo>
                  <a:lnTo>
                    <a:pt x="39715" y="1081517"/>
                  </a:lnTo>
                  <a:lnTo>
                    <a:pt x="18275" y="1042020"/>
                  </a:lnTo>
                  <a:lnTo>
                    <a:pt x="4724" y="998374"/>
                  </a:lnTo>
                  <a:lnTo>
                    <a:pt x="0" y="951512"/>
                  </a:lnTo>
                  <a:lnTo>
                    <a:pt x="0" y="232541"/>
                  </a:lnTo>
                  <a:close/>
                </a:path>
              </a:pathLst>
            </a:custGeom>
            <a:ln w="76199">
              <a:solidFill>
                <a:srgbClr val="00AF50"/>
              </a:solidFill>
            </a:ln>
          </p:spPr>
          <p:txBody>
            <a:bodyPr wrap="square" lIns="0" tIns="0" rIns="0" bIns="0" rtlCol="0"/>
            <a:lstStyle/>
            <a:p>
              <a:endParaRPr/>
            </a:p>
          </p:txBody>
        </p:sp>
        <p:sp>
          <p:nvSpPr>
            <p:cNvPr id="180" name="object 180"/>
            <p:cNvSpPr/>
            <p:nvPr/>
          </p:nvSpPr>
          <p:spPr>
            <a:xfrm>
              <a:off x="6635496" y="4937759"/>
              <a:ext cx="2481072" cy="1920239"/>
            </a:xfrm>
            <a:prstGeom prst="rect">
              <a:avLst/>
            </a:prstGeom>
            <a:blipFill>
              <a:blip r:embed="rId76" cstate="print"/>
              <a:stretch>
                <a:fillRect/>
              </a:stretch>
            </a:blipFill>
          </p:spPr>
          <p:txBody>
            <a:bodyPr wrap="square" lIns="0" tIns="0" rIns="0" bIns="0" rtlCol="0"/>
            <a:lstStyle/>
            <a:p>
              <a:endParaRPr/>
            </a:p>
          </p:txBody>
        </p:sp>
        <p:sp>
          <p:nvSpPr>
            <p:cNvPr id="181" name="object 181"/>
            <p:cNvSpPr/>
            <p:nvPr/>
          </p:nvSpPr>
          <p:spPr>
            <a:xfrm>
              <a:off x="7313432" y="5532119"/>
              <a:ext cx="957580" cy="727710"/>
            </a:xfrm>
            <a:custGeom>
              <a:avLst/>
              <a:gdLst/>
              <a:ahLst/>
              <a:cxnLst/>
              <a:rect l="l" t="t" r="r" b="b"/>
              <a:pathLst>
                <a:path w="957579" h="727710">
                  <a:moveTo>
                    <a:pt x="461350" y="129076"/>
                  </a:moveTo>
                  <a:lnTo>
                    <a:pt x="210037" y="129076"/>
                  </a:lnTo>
                  <a:lnTo>
                    <a:pt x="234836" y="130532"/>
                  </a:lnTo>
                  <a:lnTo>
                    <a:pt x="256245" y="134901"/>
                  </a:lnTo>
                  <a:lnTo>
                    <a:pt x="300175" y="165453"/>
                  </a:lnTo>
                  <a:lnTo>
                    <a:pt x="314706" y="221385"/>
                  </a:lnTo>
                  <a:lnTo>
                    <a:pt x="314205" y="232877"/>
                  </a:lnTo>
                  <a:lnTo>
                    <a:pt x="302311" y="275584"/>
                  </a:lnTo>
                  <a:lnTo>
                    <a:pt x="274151" y="316071"/>
                  </a:lnTo>
                  <a:lnTo>
                    <a:pt x="242956" y="346460"/>
                  </a:lnTo>
                  <a:lnTo>
                    <a:pt x="203294" y="378151"/>
                  </a:lnTo>
                  <a:lnTo>
                    <a:pt x="173069" y="400146"/>
                  </a:lnTo>
                  <a:lnTo>
                    <a:pt x="157539" y="411791"/>
                  </a:lnTo>
                  <a:lnTo>
                    <a:pt x="125333" y="437043"/>
                  </a:lnTo>
                  <a:lnTo>
                    <a:pt x="93634" y="465583"/>
                  </a:lnTo>
                  <a:lnTo>
                    <a:pt x="64495" y="498098"/>
                  </a:lnTo>
                  <a:lnTo>
                    <a:pt x="39121" y="534823"/>
                  </a:lnTo>
                  <a:lnTo>
                    <a:pt x="18409" y="576023"/>
                  </a:lnTo>
                  <a:lnTo>
                    <a:pt x="4632" y="622245"/>
                  </a:lnTo>
                  <a:lnTo>
                    <a:pt x="0" y="674049"/>
                  </a:lnTo>
                  <a:lnTo>
                    <a:pt x="0" y="727649"/>
                  </a:lnTo>
                  <a:lnTo>
                    <a:pt x="473567" y="727649"/>
                  </a:lnTo>
                  <a:lnTo>
                    <a:pt x="473567" y="597609"/>
                  </a:lnTo>
                  <a:lnTo>
                    <a:pt x="171815" y="597609"/>
                  </a:lnTo>
                  <a:lnTo>
                    <a:pt x="172437" y="590563"/>
                  </a:lnTo>
                  <a:lnTo>
                    <a:pt x="193368" y="552746"/>
                  </a:lnTo>
                  <a:lnTo>
                    <a:pt x="226683" y="520553"/>
                  </a:lnTo>
                  <a:lnTo>
                    <a:pt x="258668" y="495721"/>
                  </a:lnTo>
                  <a:lnTo>
                    <a:pt x="293370" y="470547"/>
                  </a:lnTo>
                  <a:lnTo>
                    <a:pt x="310845" y="458278"/>
                  </a:lnTo>
                  <a:lnTo>
                    <a:pt x="328018" y="445793"/>
                  </a:lnTo>
                  <a:lnTo>
                    <a:pt x="361431" y="420172"/>
                  </a:lnTo>
                  <a:lnTo>
                    <a:pt x="392235" y="392806"/>
                  </a:lnTo>
                  <a:lnTo>
                    <a:pt x="419221" y="362843"/>
                  </a:lnTo>
                  <a:lnTo>
                    <a:pt x="441761" y="329836"/>
                  </a:lnTo>
                  <a:lnTo>
                    <a:pt x="459364" y="293357"/>
                  </a:lnTo>
                  <a:lnTo>
                    <a:pt x="470790" y="252402"/>
                  </a:lnTo>
                  <a:lnTo>
                    <a:pt x="474604" y="205989"/>
                  </a:lnTo>
                  <a:lnTo>
                    <a:pt x="473626" y="183456"/>
                  </a:lnTo>
                  <a:lnTo>
                    <a:pt x="470695" y="162005"/>
                  </a:lnTo>
                  <a:lnTo>
                    <a:pt x="465808" y="141640"/>
                  </a:lnTo>
                  <a:lnTo>
                    <a:pt x="461350" y="129076"/>
                  </a:lnTo>
                  <a:close/>
                </a:path>
                <a:path w="957579" h="727710">
                  <a:moveTo>
                    <a:pt x="243718" y="3941"/>
                  </a:moveTo>
                  <a:lnTo>
                    <a:pt x="186901" y="7701"/>
                  </a:lnTo>
                  <a:lnTo>
                    <a:pt x="133049" y="18977"/>
                  </a:lnTo>
                  <a:lnTo>
                    <a:pt x="82173" y="37760"/>
                  </a:lnTo>
                  <a:lnTo>
                    <a:pt x="34290" y="64044"/>
                  </a:lnTo>
                  <a:lnTo>
                    <a:pt x="34290" y="202036"/>
                  </a:lnTo>
                  <a:lnTo>
                    <a:pt x="76713" y="170112"/>
                  </a:lnTo>
                  <a:lnTo>
                    <a:pt x="120163" y="147313"/>
                  </a:lnTo>
                  <a:lnTo>
                    <a:pt x="164613" y="133635"/>
                  </a:lnTo>
                  <a:lnTo>
                    <a:pt x="210037" y="129076"/>
                  </a:lnTo>
                  <a:lnTo>
                    <a:pt x="461350" y="129076"/>
                  </a:lnTo>
                  <a:lnTo>
                    <a:pt x="458967" y="122361"/>
                  </a:lnTo>
                  <a:lnTo>
                    <a:pt x="439704" y="87685"/>
                  </a:lnTo>
                  <a:lnTo>
                    <a:pt x="413491" y="58591"/>
                  </a:lnTo>
                  <a:lnTo>
                    <a:pt x="380451" y="35311"/>
                  </a:lnTo>
                  <a:lnTo>
                    <a:pt x="340735" y="18156"/>
                  </a:lnTo>
                  <a:lnTo>
                    <a:pt x="295027" y="7526"/>
                  </a:lnTo>
                  <a:lnTo>
                    <a:pt x="270068" y="4841"/>
                  </a:lnTo>
                  <a:lnTo>
                    <a:pt x="243718" y="3941"/>
                  </a:lnTo>
                  <a:close/>
                </a:path>
                <a:path w="957579" h="727710">
                  <a:moveTo>
                    <a:pt x="957072" y="176713"/>
                  </a:moveTo>
                  <a:lnTo>
                    <a:pt x="800740" y="176713"/>
                  </a:lnTo>
                  <a:lnTo>
                    <a:pt x="800740" y="727649"/>
                  </a:lnTo>
                  <a:lnTo>
                    <a:pt x="957072" y="727649"/>
                  </a:lnTo>
                  <a:lnTo>
                    <a:pt x="957072" y="176713"/>
                  </a:lnTo>
                  <a:close/>
                </a:path>
                <a:path w="957579" h="727710">
                  <a:moveTo>
                    <a:pt x="957072" y="0"/>
                  </a:moveTo>
                  <a:lnTo>
                    <a:pt x="862187" y="0"/>
                  </a:lnTo>
                  <a:lnTo>
                    <a:pt x="839713" y="16314"/>
                  </a:lnTo>
                  <a:lnTo>
                    <a:pt x="815915" y="31922"/>
                  </a:lnTo>
                  <a:lnTo>
                    <a:pt x="764407" y="61066"/>
                  </a:lnTo>
                  <a:lnTo>
                    <a:pt x="708591" y="86379"/>
                  </a:lnTo>
                  <a:lnTo>
                    <a:pt x="649345" y="106728"/>
                  </a:lnTo>
                  <a:lnTo>
                    <a:pt x="649345" y="238755"/>
                  </a:lnTo>
                  <a:lnTo>
                    <a:pt x="691499" y="230565"/>
                  </a:lnTo>
                  <a:lnTo>
                    <a:pt x="732647" y="216657"/>
                  </a:lnTo>
                  <a:lnTo>
                    <a:pt x="770107" y="198299"/>
                  </a:lnTo>
                  <a:lnTo>
                    <a:pt x="800740" y="176713"/>
                  </a:lnTo>
                  <a:lnTo>
                    <a:pt x="957072" y="176713"/>
                  </a:lnTo>
                  <a:lnTo>
                    <a:pt x="957072" y="0"/>
                  </a:lnTo>
                  <a:close/>
                </a:path>
              </a:pathLst>
            </a:custGeom>
            <a:solidFill>
              <a:srgbClr val="FFFF00"/>
            </a:solidFill>
          </p:spPr>
          <p:txBody>
            <a:bodyPr wrap="square" lIns="0" tIns="0" rIns="0" bIns="0" rtlCol="0"/>
            <a:lstStyle/>
            <a:p>
              <a:endParaRPr/>
            </a:p>
          </p:txBody>
        </p:sp>
        <p:sp>
          <p:nvSpPr>
            <p:cNvPr id="182" name="object 182"/>
            <p:cNvSpPr/>
            <p:nvPr/>
          </p:nvSpPr>
          <p:spPr>
            <a:xfrm>
              <a:off x="7313432" y="5532120"/>
              <a:ext cx="957580" cy="727710"/>
            </a:xfrm>
            <a:custGeom>
              <a:avLst/>
              <a:gdLst/>
              <a:ahLst/>
              <a:cxnLst/>
              <a:rect l="l" t="t" r="r" b="b"/>
              <a:pathLst>
                <a:path w="957579" h="727710">
                  <a:moveTo>
                    <a:pt x="243718" y="3941"/>
                  </a:moveTo>
                  <a:lnTo>
                    <a:pt x="295027" y="7526"/>
                  </a:lnTo>
                  <a:lnTo>
                    <a:pt x="340735" y="18156"/>
                  </a:lnTo>
                  <a:lnTo>
                    <a:pt x="380451" y="35311"/>
                  </a:lnTo>
                  <a:lnTo>
                    <a:pt x="413491" y="58591"/>
                  </a:lnTo>
                  <a:lnTo>
                    <a:pt x="439704" y="87685"/>
                  </a:lnTo>
                  <a:lnTo>
                    <a:pt x="458967" y="122361"/>
                  </a:lnTo>
                  <a:lnTo>
                    <a:pt x="470695" y="162005"/>
                  </a:lnTo>
                  <a:lnTo>
                    <a:pt x="474604" y="205989"/>
                  </a:lnTo>
                  <a:lnTo>
                    <a:pt x="473650" y="229879"/>
                  </a:lnTo>
                  <a:lnTo>
                    <a:pt x="466027" y="273560"/>
                  </a:lnTo>
                  <a:lnTo>
                    <a:pt x="451188" y="312031"/>
                  </a:lnTo>
                  <a:lnTo>
                    <a:pt x="431100" y="346773"/>
                  </a:lnTo>
                  <a:lnTo>
                    <a:pt x="406193" y="378151"/>
                  </a:lnTo>
                  <a:lnTo>
                    <a:pt x="377323" y="406812"/>
                  </a:lnTo>
                  <a:lnTo>
                    <a:pt x="344882" y="433091"/>
                  </a:lnTo>
                  <a:lnTo>
                    <a:pt x="310845" y="458278"/>
                  </a:lnTo>
                  <a:lnTo>
                    <a:pt x="293369" y="470547"/>
                  </a:lnTo>
                  <a:lnTo>
                    <a:pt x="281578" y="478969"/>
                  </a:lnTo>
                  <a:lnTo>
                    <a:pt x="247528" y="504050"/>
                  </a:lnTo>
                  <a:lnTo>
                    <a:pt x="217254" y="528710"/>
                  </a:lnTo>
                  <a:lnTo>
                    <a:pt x="187112" y="560579"/>
                  </a:lnTo>
                  <a:lnTo>
                    <a:pt x="171815" y="597609"/>
                  </a:lnTo>
                  <a:lnTo>
                    <a:pt x="473567" y="597609"/>
                  </a:lnTo>
                  <a:lnTo>
                    <a:pt x="473567" y="727649"/>
                  </a:lnTo>
                  <a:lnTo>
                    <a:pt x="0" y="727649"/>
                  </a:lnTo>
                  <a:lnTo>
                    <a:pt x="0" y="674049"/>
                  </a:lnTo>
                  <a:lnTo>
                    <a:pt x="4632" y="622245"/>
                  </a:lnTo>
                  <a:lnTo>
                    <a:pt x="18409" y="576023"/>
                  </a:lnTo>
                  <a:lnTo>
                    <a:pt x="39121" y="534823"/>
                  </a:lnTo>
                  <a:lnTo>
                    <a:pt x="64495" y="498098"/>
                  </a:lnTo>
                  <a:lnTo>
                    <a:pt x="93634" y="465583"/>
                  </a:lnTo>
                  <a:lnTo>
                    <a:pt x="125333" y="437043"/>
                  </a:lnTo>
                  <a:lnTo>
                    <a:pt x="157539" y="411791"/>
                  </a:lnTo>
                  <a:lnTo>
                    <a:pt x="188213" y="389156"/>
                  </a:lnTo>
                  <a:lnTo>
                    <a:pt x="203351" y="378109"/>
                  </a:lnTo>
                  <a:lnTo>
                    <a:pt x="242956" y="346460"/>
                  </a:lnTo>
                  <a:lnTo>
                    <a:pt x="274151" y="316071"/>
                  </a:lnTo>
                  <a:lnTo>
                    <a:pt x="302311" y="275584"/>
                  </a:lnTo>
                  <a:lnTo>
                    <a:pt x="314205" y="232877"/>
                  </a:lnTo>
                  <a:lnTo>
                    <a:pt x="314705" y="221385"/>
                  </a:lnTo>
                  <a:lnTo>
                    <a:pt x="313085" y="199949"/>
                  </a:lnTo>
                  <a:lnTo>
                    <a:pt x="288919" y="152387"/>
                  </a:lnTo>
                  <a:lnTo>
                    <a:pt x="234836" y="130532"/>
                  </a:lnTo>
                  <a:lnTo>
                    <a:pt x="210037" y="129076"/>
                  </a:lnTo>
                  <a:lnTo>
                    <a:pt x="164613" y="133635"/>
                  </a:lnTo>
                  <a:lnTo>
                    <a:pt x="120163" y="147313"/>
                  </a:lnTo>
                  <a:lnTo>
                    <a:pt x="76713" y="170112"/>
                  </a:lnTo>
                  <a:lnTo>
                    <a:pt x="34289" y="202036"/>
                  </a:lnTo>
                  <a:lnTo>
                    <a:pt x="34289" y="64044"/>
                  </a:lnTo>
                  <a:lnTo>
                    <a:pt x="82173" y="37760"/>
                  </a:lnTo>
                  <a:lnTo>
                    <a:pt x="133049" y="18977"/>
                  </a:lnTo>
                  <a:lnTo>
                    <a:pt x="186901" y="7701"/>
                  </a:lnTo>
                  <a:lnTo>
                    <a:pt x="243718" y="3941"/>
                  </a:lnTo>
                  <a:close/>
                </a:path>
                <a:path w="957579" h="727710">
                  <a:moveTo>
                    <a:pt x="862187" y="0"/>
                  </a:moveTo>
                  <a:lnTo>
                    <a:pt x="957071" y="0"/>
                  </a:lnTo>
                  <a:lnTo>
                    <a:pt x="957071" y="727649"/>
                  </a:lnTo>
                  <a:lnTo>
                    <a:pt x="800740" y="727649"/>
                  </a:lnTo>
                  <a:lnTo>
                    <a:pt x="800740" y="176713"/>
                  </a:lnTo>
                  <a:lnTo>
                    <a:pt x="793964" y="182346"/>
                  </a:lnTo>
                  <a:lnTo>
                    <a:pt x="761189" y="203270"/>
                  </a:lnTo>
                  <a:lnTo>
                    <a:pt x="722652" y="220600"/>
                  </a:lnTo>
                  <a:lnTo>
                    <a:pt x="680866" y="233215"/>
                  </a:lnTo>
                  <a:lnTo>
                    <a:pt x="649345" y="238755"/>
                  </a:lnTo>
                  <a:lnTo>
                    <a:pt x="649345" y="106728"/>
                  </a:lnTo>
                  <a:lnTo>
                    <a:pt x="679394" y="97175"/>
                  </a:lnTo>
                  <a:lnTo>
                    <a:pt x="708591" y="86379"/>
                  </a:lnTo>
                  <a:lnTo>
                    <a:pt x="764407" y="61066"/>
                  </a:lnTo>
                  <a:lnTo>
                    <a:pt x="815915" y="31922"/>
                  </a:lnTo>
                  <a:lnTo>
                    <a:pt x="839713" y="16314"/>
                  </a:lnTo>
                  <a:lnTo>
                    <a:pt x="862187" y="0"/>
                  </a:lnTo>
                  <a:close/>
                </a:path>
              </a:pathLst>
            </a:custGeom>
            <a:ln w="12191">
              <a:solidFill>
                <a:srgbClr val="000000"/>
              </a:solidFill>
            </a:ln>
          </p:spPr>
          <p:txBody>
            <a:bodyPr wrap="square" lIns="0" tIns="0" rIns="0" bIns="0" rtlCol="0"/>
            <a:lstStyle/>
            <a:p>
              <a:endParaRPr/>
            </a:p>
          </p:txBody>
        </p:sp>
        <p:sp>
          <p:nvSpPr>
            <p:cNvPr id="183" name="object 183"/>
            <p:cNvSpPr/>
            <p:nvPr/>
          </p:nvSpPr>
          <p:spPr>
            <a:xfrm>
              <a:off x="6754368" y="5222747"/>
              <a:ext cx="2244852" cy="1351788"/>
            </a:xfrm>
            <a:prstGeom prst="rect">
              <a:avLst/>
            </a:prstGeom>
            <a:blipFill>
              <a:blip r:embed="rId77" cstate="print"/>
              <a:stretch>
                <a:fillRect/>
              </a:stretch>
            </a:blipFill>
          </p:spPr>
          <p:txBody>
            <a:bodyPr wrap="square" lIns="0" tIns="0" rIns="0" bIns="0" rtlCol="0"/>
            <a:lstStyle/>
            <a:p>
              <a:endParaRPr/>
            </a:p>
          </p:txBody>
        </p:sp>
        <p:sp>
          <p:nvSpPr>
            <p:cNvPr id="184" name="object 184"/>
            <p:cNvSpPr/>
            <p:nvPr/>
          </p:nvSpPr>
          <p:spPr>
            <a:xfrm>
              <a:off x="6614160" y="4907278"/>
              <a:ext cx="2529839" cy="1950720"/>
            </a:xfrm>
            <a:prstGeom prst="rect">
              <a:avLst/>
            </a:prstGeom>
            <a:blipFill>
              <a:blip r:embed="rId78" cstate="print"/>
              <a:stretch>
                <a:fillRect/>
              </a:stretch>
            </a:blipFill>
          </p:spPr>
          <p:txBody>
            <a:bodyPr wrap="square" lIns="0" tIns="0" rIns="0" bIns="0" rtlCol="0"/>
            <a:lstStyle/>
            <a:p>
              <a:endParaRPr/>
            </a:p>
          </p:txBody>
        </p:sp>
        <p:sp>
          <p:nvSpPr>
            <p:cNvPr id="185" name="object 185"/>
            <p:cNvSpPr/>
            <p:nvPr/>
          </p:nvSpPr>
          <p:spPr>
            <a:xfrm>
              <a:off x="6835261" y="5283195"/>
              <a:ext cx="2084070" cy="1191260"/>
            </a:xfrm>
            <a:custGeom>
              <a:avLst/>
              <a:gdLst/>
              <a:ahLst/>
              <a:cxnLst/>
              <a:rect l="l" t="t" r="r" b="b"/>
              <a:pathLst>
                <a:path w="2084070" h="1191260">
                  <a:moveTo>
                    <a:pt x="1849892" y="0"/>
                  </a:moveTo>
                  <a:lnTo>
                    <a:pt x="233933" y="0"/>
                  </a:lnTo>
                  <a:lnTo>
                    <a:pt x="186803" y="4749"/>
                  </a:lnTo>
                  <a:lnTo>
                    <a:pt x="142899" y="18370"/>
                  </a:lnTo>
                  <a:lnTo>
                    <a:pt x="103163" y="39924"/>
                  </a:lnTo>
                  <a:lnTo>
                    <a:pt x="68538" y="68472"/>
                  </a:lnTo>
                  <a:lnTo>
                    <a:pt x="39966" y="103075"/>
                  </a:lnTo>
                  <a:lnTo>
                    <a:pt x="18391" y="142792"/>
                  </a:lnTo>
                  <a:lnTo>
                    <a:pt x="4754" y="186685"/>
                  </a:lnTo>
                  <a:lnTo>
                    <a:pt x="0" y="233815"/>
                  </a:lnTo>
                  <a:lnTo>
                    <a:pt x="0" y="956989"/>
                  </a:lnTo>
                  <a:lnTo>
                    <a:pt x="4754" y="1004121"/>
                  </a:lnTo>
                  <a:lnTo>
                    <a:pt x="18391" y="1048021"/>
                  </a:lnTo>
                  <a:lnTo>
                    <a:pt x="39966" y="1087747"/>
                  </a:lnTo>
                  <a:lnTo>
                    <a:pt x="68538" y="1122360"/>
                  </a:lnTo>
                  <a:lnTo>
                    <a:pt x="103163" y="1150919"/>
                  </a:lnTo>
                  <a:lnTo>
                    <a:pt x="142899" y="1172483"/>
                  </a:lnTo>
                  <a:lnTo>
                    <a:pt x="186803" y="1186111"/>
                  </a:lnTo>
                  <a:lnTo>
                    <a:pt x="233933" y="1190862"/>
                  </a:lnTo>
                  <a:lnTo>
                    <a:pt x="1849892" y="1190862"/>
                  </a:lnTo>
                  <a:lnTo>
                    <a:pt x="1897022" y="1186111"/>
                  </a:lnTo>
                  <a:lnTo>
                    <a:pt x="1940926" y="1172483"/>
                  </a:lnTo>
                  <a:lnTo>
                    <a:pt x="1980662" y="1150919"/>
                  </a:lnTo>
                  <a:lnTo>
                    <a:pt x="2015288" y="1122360"/>
                  </a:lnTo>
                  <a:lnTo>
                    <a:pt x="2043859" y="1087747"/>
                  </a:lnTo>
                  <a:lnTo>
                    <a:pt x="2065434" y="1048021"/>
                  </a:lnTo>
                  <a:lnTo>
                    <a:pt x="2079071" y="1004121"/>
                  </a:lnTo>
                  <a:lnTo>
                    <a:pt x="2083826" y="956989"/>
                  </a:lnTo>
                  <a:lnTo>
                    <a:pt x="2083826" y="233815"/>
                  </a:lnTo>
                  <a:lnTo>
                    <a:pt x="2079071" y="186685"/>
                  </a:lnTo>
                  <a:lnTo>
                    <a:pt x="2065434" y="142792"/>
                  </a:lnTo>
                  <a:lnTo>
                    <a:pt x="2043859" y="103075"/>
                  </a:lnTo>
                  <a:lnTo>
                    <a:pt x="2015288" y="68472"/>
                  </a:lnTo>
                  <a:lnTo>
                    <a:pt x="1980662" y="39924"/>
                  </a:lnTo>
                  <a:lnTo>
                    <a:pt x="1940926" y="18370"/>
                  </a:lnTo>
                  <a:lnTo>
                    <a:pt x="1897022" y="4749"/>
                  </a:lnTo>
                  <a:lnTo>
                    <a:pt x="1849892" y="0"/>
                  </a:lnTo>
                  <a:close/>
                </a:path>
              </a:pathLst>
            </a:custGeom>
            <a:solidFill>
              <a:srgbClr val="252525"/>
            </a:solidFill>
          </p:spPr>
          <p:txBody>
            <a:bodyPr wrap="square" lIns="0" tIns="0" rIns="0" bIns="0" rtlCol="0"/>
            <a:lstStyle/>
            <a:p>
              <a:endParaRPr/>
            </a:p>
          </p:txBody>
        </p:sp>
        <p:sp>
          <p:nvSpPr>
            <p:cNvPr id="186" name="object 186"/>
            <p:cNvSpPr/>
            <p:nvPr/>
          </p:nvSpPr>
          <p:spPr>
            <a:xfrm>
              <a:off x="6835261" y="5283195"/>
              <a:ext cx="2084070" cy="1191260"/>
            </a:xfrm>
            <a:custGeom>
              <a:avLst/>
              <a:gdLst/>
              <a:ahLst/>
              <a:cxnLst/>
              <a:rect l="l" t="t" r="r" b="b"/>
              <a:pathLst>
                <a:path w="2084070" h="1191260">
                  <a:moveTo>
                    <a:pt x="0" y="233815"/>
                  </a:moveTo>
                  <a:lnTo>
                    <a:pt x="4754" y="186685"/>
                  </a:lnTo>
                  <a:lnTo>
                    <a:pt x="18391" y="142792"/>
                  </a:lnTo>
                  <a:lnTo>
                    <a:pt x="39966" y="103075"/>
                  </a:lnTo>
                  <a:lnTo>
                    <a:pt x="68538" y="68472"/>
                  </a:lnTo>
                  <a:lnTo>
                    <a:pt x="103163" y="39924"/>
                  </a:lnTo>
                  <a:lnTo>
                    <a:pt x="142899" y="18370"/>
                  </a:lnTo>
                  <a:lnTo>
                    <a:pt x="186803" y="4749"/>
                  </a:lnTo>
                  <a:lnTo>
                    <a:pt x="233933" y="0"/>
                  </a:lnTo>
                  <a:lnTo>
                    <a:pt x="1849892" y="0"/>
                  </a:lnTo>
                  <a:lnTo>
                    <a:pt x="1897022" y="4749"/>
                  </a:lnTo>
                  <a:lnTo>
                    <a:pt x="1940926" y="18370"/>
                  </a:lnTo>
                  <a:lnTo>
                    <a:pt x="1980662" y="39924"/>
                  </a:lnTo>
                  <a:lnTo>
                    <a:pt x="2015288" y="68472"/>
                  </a:lnTo>
                  <a:lnTo>
                    <a:pt x="2043859" y="103075"/>
                  </a:lnTo>
                  <a:lnTo>
                    <a:pt x="2065434" y="142792"/>
                  </a:lnTo>
                  <a:lnTo>
                    <a:pt x="2079071" y="186685"/>
                  </a:lnTo>
                  <a:lnTo>
                    <a:pt x="2083826" y="233815"/>
                  </a:lnTo>
                  <a:lnTo>
                    <a:pt x="2083826" y="956989"/>
                  </a:lnTo>
                  <a:lnTo>
                    <a:pt x="2079071" y="1004121"/>
                  </a:lnTo>
                  <a:lnTo>
                    <a:pt x="2065434" y="1048021"/>
                  </a:lnTo>
                  <a:lnTo>
                    <a:pt x="2043859" y="1087747"/>
                  </a:lnTo>
                  <a:lnTo>
                    <a:pt x="2015288" y="1122360"/>
                  </a:lnTo>
                  <a:lnTo>
                    <a:pt x="1980662" y="1150919"/>
                  </a:lnTo>
                  <a:lnTo>
                    <a:pt x="1940926" y="1172483"/>
                  </a:lnTo>
                  <a:lnTo>
                    <a:pt x="1897022" y="1186111"/>
                  </a:lnTo>
                  <a:lnTo>
                    <a:pt x="1849892" y="1190862"/>
                  </a:lnTo>
                  <a:lnTo>
                    <a:pt x="233933" y="1190862"/>
                  </a:lnTo>
                  <a:lnTo>
                    <a:pt x="186803" y="1186111"/>
                  </a:lnTo>
                  <a:lnTo>
                    <a:pt x="142899" y="1172483"/>
                  </a:lnTo>
                  <a:lnTo>
                    <a:pt x="103163" y="1150919"/>
                  </a:lnTo>
                  <a:lnTo>
                    <a:pt x="68538" y="1122360"/>
                  </a:lnTo>
                  <a:lnTo>
                    <a:pt x="39966" y="1087747"/>
                  </a:lnTo>
                  <a:lnTo>
                    <a:pt x="18391" y="1048021"/>
                  </a:lnTo>
                  <a:lnTo>
                    <a:pt x="4754" y="1004121"/>
                  </a:lnTo>
                  <a:lnTo>
                    <a:pt x="0" y="956989"/>
                  </a:lnTo>
                  <a:lnTo>
                    <a:pt x="0" y="233815"/>
                  </a:lnTo>
                  <a:close/>
                </a:path>
              </a:pathLst>
            </a:custGeom>
            <a:ln w="76199">
              <a:solidFill>
                <a:srgbClr val="00AF50"/>
              </a:solidFill>
            </a:ln>
          </p:spPr>
          <p:txBody>
            <a:bodyPr wrap="square" lIns="0" tIns="0" rIns="0" bIns="0" rtlCol="0"/>
            <a:lstStyle/>
            <a:p>
              <a:endParaRPr/>
            </a:p>
          </p:txBody>
        </p:sp>
        <p:sp>
          <p:nvSpPr>
            <p:cNvPr id="187" name="object 187"/>
            <p:cNvSpPr/>
            <p:nvPr/>
          </p:nvSpPr>
          <p:spPr>
            <a:xfrm>
              <a:off x="6655308" y="4928615"/>
              <a:ext cx="2481072" cy="1929383"/>
            </a:xfrm>
            <a:prstGeom prst="rect">
              <a:avLst/>
            </a:prstGeom>
            <a:blipFill>
              <a:blip r:embed="rId79" cstate="print"/>
              <a:stretch>
                <a:fillRect/>
              </a:stretch>
            </a:blipFill>
          </p:spPr>
          <p:txBody>
            <a:bodyPr wrap="square" lIns="0" tIns="0" rIns="0" bIns="0" rtlCol="0"/>
            <a:lstStyle/>
            <a:p>
              <a:endParaRPr/>
            </a:p>
          </p:txBody>
        </p:sp>
        <p:sp>
          <p:nvSpPr>
            <p:cNvPr id="188" name="object 188"/>
            <p:cNvSpPr/>
            <p:nvPr/>
          </p:nvSpPr>
          <p:spPr>
            <a:xfrm>
              <a:off x="7333488" y="5526785"/>
              <a:ext cx="1059815" cy="723900"/>
            </a:xfrm>
            <a:custGeom>
              <a:avLst/>
              <a:gdLst/>
              <a:ahLst/>
              <a:cxnLst/>
              <a:rect l="l" t="t" r="r" b="b"/>
              <a:pathLst>
                <a:path w="1059815" h="723900">
                  <a:moveTo>
                    <a:pt x="1046562" y="125111"/>
                  </a:moveTo>
                  <a:lnTo>
                    <a:pt x="795284" y="125111"/>
                  </a:lnTo>
                  <a:lnTo>
                    <a:pt x="820069" y="126569"/>
                  </a:lnTo>
                  <a:lnTo>
                    <a:pt x="841476" y="130942"/>
                  </a:lnTo>
                  <a:lnTo>
                    <a:pt x="885404" y="161494"/>
                  </a:lnTo>
                  <a:lnTo>
                    <a:pt x="899922" y="217419"/>
                  </a:lnTo>
                  <a:lnTo>
                    <a:pt x="899426" y="228918"/>
                  </a:lnTo>
                  <a:lnTo>
                    <a:pt x="887553" y="271618"/>
                  </a:lnTo>
                  <a:lnTo>
                    <a:pt x="859371" y="312125"/>
                  </a:lnTo>
                  <a:lnTo>
                    <a:pt x="828172" y="342506"/>
                  </a:lnTo>
                  <a:lnTo>
                    <a:pt x="788498" y="374194"/>
                  </a:lnTo>
                  <a:lnTo>
                    <a:pt x="758286" y="396185"/>
                  </a:lnTo>
                  <a:lnTo>
                    <a:pt x="742759" y="407830"/>
                  </a:lnTo>
                  <a:lnTo>
                    <a:pt x="710580" y="433078"/>
                  </a:lnTo>
                  <a:lnTo>
                    <a:pt x="678869" y="461623"/>
                  </a:lnTo>
                  <a:lnTo>
                    <a:pt x="649742" y="494132"/>
                  </a:lnTo>
                  <a:lnTo>
                    <a:pt x="624352" y="530864"/>
                  </a:lnTo>
                  <a:lnTo>
                    <a:pt x="603625" y="572060"/>
                  </a:lnTo>
                  <a:lnTo>
                    <a:pt x="589848" y="618283"/>
                  </a:lnTo>
                  <a:lnTo>
                    <a:pt x="585216" y="670096"/>
                  </a:lnTo>
                  <a:lnTo>
                    <a:pt x="585216" y="723698"/>
                  </a:lnTo>
                  <a:lnTo>
                    <a:pt x="1058814" y="723698"/>
                  </a:lnTo>
                  <a:lnTo>
                    <a:pt x="1058814" y="593646"/>
                  </a:lnTo>
                  <a:lnTo>
                    <a:pt x="757062" y="593646"/>
                  </a:lnTo>
                  <a:lnTo>
                    <a:pt x="757679" y="586609"/>
                  </a:lnTo>
                  <a:lnTo>
                    <a:pt x="778592" y="548802"/>
                  </a:lnTo>
                  <a:lnTo>
                    <a:pt x="811914" y="516594"/>
                  </a:lnTo>
                  <a:lnTo>
                    <a:pt x="843884" y="491761"/>
                  </a:lnTo>
                  <a:lnTo>
                    <a:pt x="878586" y="466581"/>
                  </a:lnTo>
                  <a:lnTo>
                    <a:pt x="896065" y="454317"/>
                  </a:lnTo>
                  <a:lnTo>
                    <a:pt x="913245" y="441832"/>
                  </a:lnTo>
                  <a:lnTo>
                    <a:pt x="946647" y="416207"/>
                  </a:lnTo>
                  <a:lnTo>
                    <a:pt x="977451" y="388851"/>
                  </a:lnTo>
                  <a:lnTo>
                    <a:pt x="1004437" y="358889"/>
                  </a:lnTo>
                  <a:lnTo>
                    <a:pt x="1026989" y="325873"/>
                  </a:lnTo>
                  <a:lnTo>
                    <a:pt x="1044580" y="289392"/>
                  </a:lnTo>
                  <a:lnTo>
                    <a:pt x="1056006" y="248448"/>
                  </a:lnTo>
                  <a:lnTo>
                    <a:pt x="1059820" y="202048"/>
                  </a:lnTo>
                  <a:lnTo>
                    <a:pt x="1058842" y="179502"/>
                  </a:lnTo>
                  <a:lnTo>
                    <a:pt x="1055911" y="158049"/>
                  </a:lnTo>
                  <a:lnTo>
                    <a:pt x="1051024" y="137685"/>
                  </a:lnTo>
                  <a:lnTo>
                    <a:pt x="1046562" y="125111"/>
                  </a:lnTo>
                  <a:close/>
                </a:path>
                <a:path w="1059815" h="723900">
                  <a:moveTo>
                    <a:pt x="828934" y="0"/>
                  </a:moveTo>
                  <a:lnTo>
                    <a:pt x="772117" y="3759"/>
                  </a:lnTo>
                  <a:lnTo>
                    <a:pt x="718265" y="15031"/>
                  </a:lnTo>
                  <a:lnTo>
                    <a:pt x="667389" y="33804"/>
                  </a:lnTo>
                  <a:lnTo>
                    <a:pt x="619506" y="60066"/>
                  </a:lnTo>
                  <a:lnTo>
                    <a:pt x="619506" y="198071"/>
                  </a:lnTo>
                  <a:lnTo>
                    <a:pt x="661930" y="166147"/>
                  </a:lnTo>
                  <a:lnTo>
                    <a:pt x="705383" y="143347"/>
                  </a:lnTo>
                  <a:lnTo>
                    <a:pt x="749842" y="129669"/>
                  </a:lnTo>
                  <a:lnTo>
                    <a:pt x="795284" y="125111"/>
                  </a:lnTo>
                  <a:lnTo>
                    <a:pt x="1046562" y="125111"/>
                  </a:lnTo>
                  <a:lnTo>
                    <a:pt x="1044183" y="118408"/>
                  </a:lnTo>
                  <a:lnTo>
                    <a:pt x="1024947" y="83720"/>
                  </a:lnTo>
                  <a:lnTo>
                    <a:pt x="998738" y="54614"/>
                  </a:lnTo>
                  <a:lnTo>
                    <a:pt x="965682" y="31371"/>
                  </a:lnTo>
                  <a:lnTo>
                    <a:pt x="925951" y="14228"/>
                  </a:lnTo>
                  <a:lnTo>
                    <a:pt x="880254" y="3542"/>
                  </a:lnTo>
                  <a:lnTo>
                    <a:pt x="855288" y="883"/>
                  </a:lnTo>
                  <a:lnTo>
                    <a:pt x="828934" y="0"/>
                  </a:lnTo>
                  <a:close/>
                </a:path>
                <a:path w="1059815" h="723900">
                  <a:moveTo>
                    <a:pt x="461346" y="125111"/>
                  </a:moveTo>
                  <a:lnTo>
                    <a:pt x="210068" y="125111"/>
                  </a:lnTo>
                  <a:lnTo>
                    <a:pt x="234853" y="126569"/>
                  </a:lnTo>
                  <a:lnTo>
                    <a:pt x="256260" y="130942"/>
                  </a:lnTo>
                  <a:lnTo>
                    <a:pt x="300188" y="161494"/>
                  </a:lnTo>
                  <a:lnTo>
                    <a:pt x="314706" y="217419"/>
                  </a:lnTo>
                  <a:lnTo>
                    <a:pt x="314210" y="228918"/>
                  </a:lnTo>
                  <a:lnTo>
                    <a:pt x="302337" y="271618"/>
                  </a:lnTo>
                  <a:lnTo>
                    <a:pt x="274155" y="312125"/>
                  </a:lnTo>
                  <a:lnTo>
                    <a:pt x="242956" y="342506"/>
                  </a:lnTo>
                  <a:lnTo>
                    <a:pt x="203282" y="374194"/>
                  </a:lnTo>
                  <a:lnTo>
                    <a:pt x="173070" y="396185"/>
                  </a:lnTo>
                  <a:lnTo>
                    <a:pt x="157543" y="407830"/>
                  </a:lnTo>
                  <a:lnTo>
                    <a:pt x="125364" y="433078"/>
                  </a:lnTo>
                  <a:lnTo>
                    <a:pt x="93653" y="461623"/>
                  </a:lnTo>
                  <a:lnTo>
                    <a:pt x="64526" y="494132"/>
                  </a:lnTo>
                  <a:lnTo>
                    <a:pt x="39136" y="530864"/>
                  </a:lnTo>
                  <a:lnTo>
                    <a:pt x="18409" y="572060"/>
                  </a:lnTo>
                  <a:lnTo>
                    <a:pt x="4632" y="618283"/>
                  </a:lnTo>
                  <a:lnTo>
                    <a:pt x="0" y="670096"/>
                  </a:lnTo>
                  <a:lnTo>
                    <a:pt x="0" y="723698"/>
                  </a:lnTo>
                  <a:lnTo>
                    <a:pt x="473598" y="723698"/>
                  </a:lnTo>
                  <a:lnTo>
                    <a:pt x="473598" y="593646"/>
                  </a:lnTo>
                  <a:lnTo>
                    <a:pt x="171846" y="593646"/>
                  </a:lnTo>
                  <a:lnTo>
                    <a:pt x="172463" y="586609"/>
                  </a:lnTo>
                  <a:lnTo>
                    <a:pt x="193376" y="548802"/>
                  </a:lnTo>
                  <a:lnTo>
                    <a:pt x="226698" y="516594"/>
                  </a:lnTo>
                  <a:lnTo>
                    <a:pt x="258668" y="491761"/>
                  </a:lnTo>
                  <a:lnTo>
                    <a:pt x="293370" y="466581"/>
                  </a:lnTo>
                  <a:lnTo>
                    <a:pt x="310849" y="454317"/>
                  </a:lnTo>
                  <a:lnTo>
                    <a:pt x="328029" y="441832"/>
                  </a:lnTo>
                  <a:lnTo>
                    <a:pt x="361431" y="416207"/>
                  </a:lnTo>
                  <a:lnTo>
                    <a:pt x="392235" y="388851"/>
                  </a:lnTo>
                  <a:lnTo>
                    <a:pt x="419221" y="358889"/>
                  </a:lnTo>
                  <a:lnTo>
                    <a:pt x="441773" y="325873"/>
                  </a:lnTo>
                  <a:lnTo>
                    <a:pt x="459364" y="289392"/>
                  </a:lnTo>
                  <a:lnTo>
                    <a:pt x="470790" y="248448"/>
                  </a:lnTo>
                  <a:lnTo>
                    <a:pt x="474604" y="202048"/>
                  </a:lnTo>
                  <a:lnTo>
                    <a:pt x="473626" y="179502"/>
                  </a:lnTo>
                  <a:lnTo>
                    <a:pt x="470695" y="158049"/>
                  </a:lnTo>
                  <a:lnTo>
                    <a:pt x="465808" y="137685"/>
                  </a:lnTo>
                  <a:lnTo>
                    <a:pt x="461346" y="125111"/>
                  </a:lnTo>
                  <a:close/>
                </a:path>
                <a:path w="1059815" h="723900">
                  <a:moveTo>
                    <a:pt x="243718" y="0"/>
                  </a:moveTo>
                  <a:lnTo>
                    <a:pt x="186901" y="3759"/>
                  </a:lnTo>
                  <a:lnTo>
                    <a:pt x="133049" y="15031"/>
                  </a:lnTo>
                  <a:lnTo>
                    <a:pt x="82173" y="33804"/>
                  </a:lnTo>
                  <a:lnTo>
                    <a:pt x="34290" y="60066"/>
                  </a:lnTo>
                  <a:lnTo>
                    <a:pt x="34290" y="198071"/>
                  </a:lnTo>
                  <a:lnTo>
                    <a:pt x="76714" y="166147"/>
                  </a:lnTo>
                  <a:lnTo>
                    <a:pt x="120167" y="143347"/>
                  </a:lnTo>
                  <a:lnTo>
                    <a:pt x="164626" y="129669"/>
                  </a:lnTo>
                  <a:lnTo>
                    <a:pt x="210068" y="125111"/>
                  </a:lnTo>
                  <a:lnTo>
                    <a:pt x="461346" y="125111"/>
                  </a:lnTo>
                  <a:lnTo>
                    <a:pt x="458967" y="118408"/>
                  </a:lnTo>
                  <a:lnTo>
                    <a:pt x="439731" y="83720"/>
                  </a:lnTo>
                  <a:lnTo>
                    <a:pt x="413522" y="54614"/>
                  </a:lnTo>
                  <a:lnTo>
                    <a:pt x="380466" y="31371"/>
                  </a:lnTo>
                  <a:lnTo>
                    <a:pt x="340735" y="14228"/>
                  </a:lnTo>
                  <a:lnTo>
                    <a:pt x="295038" y="3542"/>
                  </a:lnTo>
                  <a:lnTo>
                    <a:pt x="270072" y="883"/>
                  </a:lnTo>
                  <a:lnTo>
                    <a:pt x="243718" y="0"/>
                  </a:lnTo>
                  <a:close/>
                </a:path>
              </a:pathLst>
            </a:custGeom>
            <a:solidFill>
              <a:srgbClr val="FFFF00"/>
            </a:solidFill>
          </p:spPr>
          <p:txBody>
            <a:bodyPr wrap="square" lIns="0" tIns="0" rIns="0" bIns="0" rtlCol="0"/>
            <a:lstStyle/>
            <a:p>
              <a:endParaRPr/>
            </a:p>
          </p:txBody>
        </p:sp>
        <p:sp>
          <p:nvSpPr>
            <p:cNvPr id="189" name="object 189"/>
            <p:cNvSpPr/>
            <p:nvPr/>
          </p:nvSpPr>
          <p:spPr>
            <a:xfrm>
              <a:off x="7333487" y="5526785"/>
              <a:ext cx="1059815" cy="723900"/>
            </a:xfrm>
            <a:custGeom>
              <a:avLst/>
              <a:gdLst/>
              <a:ahLst/>
              <a:cxnLst/>
              <a:rect l="l" t="t" r="r" b="b"/>
              <a:pathLst>
                <a:path w="1059815" h="723900">
                  <a:moveTo>
                    <a:pt x="828934" y="0"/>
                  </a:moveTo>
                  <a:lnTo>
                    <a:pt x="880254" y="3542"/>
                  </a:lnTo>
                  <a:lnTo>
                    <a:pt x="925951" y="14228"/>
                  </a:lnTo>
                  <a:lnTo>
                    <a:pt x="965682" y="31371"/>
                  </a:lnTo>
                  <a:lnTo>
                    <a:pt x="998738" y="54614"/>
                  </a:lnTo>
                  <a:lnTo>
                    <a:pt x="1024947" y="83720"/>
                  </a:lnTo>
                  <a:lnTo>
                    <a:pt x="1044183" y="118408"/>
                  </a:lnTo>
                  <a:lnTo>
                    <a:pt x="1055910" y="158049"/>
                  </a:lnTo>
                  <a:lnTo>
                    <a:pt x="1059820" y="202048"/>
                  </a:lnTo>
                  <a:lnTo>
                    <a:pt x="1058866" y="225931"/>
                  </a:lnTo>
                  <a:lnTo>
                    <a:pt x="1051243" y="269602"/>
                  </a:lnTo>
                  <a:lnTo>
                    <a:pt x="1036417" y="308067"/>
                  </a:lnTo>
                  <a:lnTo>
                    <a:pt x="1016320" y="342813"/>
                  </a:lnTo>
                  <a:lnTo>
                    <a:pt x="991409" y="374194"/>
                  </a:lnTo>
                  <a:lnTo>
                    <a:pt x="962539" y="402857"/>
                  </a:lnTo>
                  <a:lnTo>
                    <a:pt x="930110" y="429128"/>
                  </a:lnTo>
                  <a:lnTo>
                    <a:pt x="896065" y="454317"/>
                  </a:lnTo>
                  <a:lnTo>
                    <a:pt x="878585" y="466581"/>
                  </a:lnTo>
                  <a:lnTo>
                    <a:pt x="866794" y="475006"/>
                  </a:lnTo>
                  <a:lnTo>
                    <a:pt x="832744" y="500085"/>
                  </a:lnTo>
                  <a:lnTo>
                    <a:pt x="802487" y="524755"/>
                  </a:lnTo>
                  <a:lnTo>
                    <a:pt x="772341" y="556632"/>
                  </a:lnTo>
                  <a:lnTo>
                    <a:pt x="757062" y="593646"/>
                  </a:lnTo>
                  <a:lnTo>
                    <a:pt x="1058814" y="593646"/>
                  </a:lnTo>
                  <a:lnTo>
                    <a:pt x="1058814" y="723698"/>
                  </a:lnTo>
                  <a:lnTo>
                    <a:pt x="585215" y="723698"/>
                  </a:lnTo>
                  <a:lnTo>
                    <a:pt x="585215" y="670096"/>
                  </a:lnTo>
                  <a:lnTo>
                    <a:pt x="589848" y="618282"/>
                  </a:lnTo>
                  <a:lnTo>
                    <a:pt x="603625" y="572060"/>
                  </a:lnTo>
                  <a:lnTo>
                    <a:pt x="624352" y="530864"/>
                  </a:lnTo>
                  <a:lnTo>
                    <a:pt x="649742" y="494132"/>
                  </a:lnTo>
                  <a:lnTo>
                    <a:pt x="678869" y="461623"/>
                  </a:lnTo>
                  <a:lnTo>
                    <a:pt x="710580" y="433078"/>
                  </a:lnTo>
                  <a:lnTo>
                    <a:pt x="742759" y="407830"/>
                  </a:lnTo>
                  <a:lnTo>
                    <a:pt x="773429" y="385190"/>
                  </a:lnTo>
                  <a:lnTo>
                    <a:pt x="788567" y="374144"/>
                  </a:lnTo>
                  <a:lnTo>
                    <a:pt x="828172" y="342506"/>
                  </a:lnTo>
                  <a:lnTo>
                    <a:pt x="859371" y="312125"/>
                  </a:lnTo>
                  <a:lnTo>
                    <a:pt x="887553" y="271618"/>
                  </a:lnTo>
                  <a:lnTo>
                    <a:pt x="899426" y="228918"/>
                  </a:lnTo>
                  <a:lnTo>
                    <a:pt x="899921" y="217419"/>
                  </a:lnTo>
                  <a:lnTo>
                    <a:pt x="898306" y="195989"/>
                  </a:lnTo>
                  <a:lnTo>
                    <a:pt x="874135" y="148434"/>
                  </a:lnTo>
                  <a:lnTo>
                    <a:pt x="820069" y="126569"/>
                  </a:lnTo>
                  <a:lnTo>
                    <a:pt x="795284" y="125111"/>
                  </a:lnTo>
                  <a:lnTo>
                    <a:pt x="749842" y="129669"/>
                  </a:lnTo>
                  <a:lnTo>
                    <a:pt x="705383" y="143347"/>
                  </a:lnTo>
                  <a:lnTo>
                    <a:pt x="661930" y="166147"/>
                  </a:lnTo>
                  <a:lnTo>
                    <a:pt x="619505" y="198071"/>
                  </a:lnTo>
                  <a:lnTo>
                    <a:pt x="619505" y="60066"/>
                  </a:lnTo>
                  <a:lnTo>
                    <a:pt x="667389" y="33804"/>
                  </a:lnTo>
                  <a:lnTo>
                    <a:pt x="718264" y="15031"/>
                  </a:lnTo>
                  <a:lnTo>
                    <a:pt x="772117" y="3759"/>
                  </a:lnTo>
                  <a:lnTo>
                    <a:pt x="828934" y="0"/>
                  </a:lnTo>
                  <a:close/>
                </a:path>
                <a:path w="1059815" h="723900">
                  <a:moveTo>
                    <a:pt x="243718" y="0"/>
                  </a:moveTo>
                  <a:lnTo>
                    <a:pt x="295038" y="3542"/>
                  </a:lnTo>
                  <a:lnTo>
                    <a:pt x="340735" y="14228"/>
                  </a:lnTo>
                  <a:lnTo>
                    <a:pt x="380466" y="31371"/>
                  </a:lnTo>
                  <a:lnTo>
                    <a:pt x="413522" y="54614"/>
                  </a:lnTo>
                  <a:lnTo>
                    <a:pt x="439731" y="83720"/>
                  </a:lnTo>
                  <a:lnTo>
                    <a:pt x="458967" y="118408"/>
                  </a:lnTo>
                  <a:lnTo>
                    <a:pt x="470695" y="158049"/>
                  </a:lnTo>
                  <a:lnTo>
                    <a:pt x="474604" y="202048"/>
                  </a:lnTo>
                  <a:lnTo>
                    <a:pt x="473650" y="225931"/>
                  </a:lnTo>
                  <a:lnTo>
                    <a:pt x="466027" y="269602"/>
                  </a:lnTo>
                  <a:lnTo>
                    <a:pt x="451201" y="308067"/>
                  </a:lnTo>
                  <a:lnTo>
                    <a:pt x="431104" y="342813"/>
                  </a:lnTo>
                  <a:lnTo>
                    <a:pt x="406193" y="374194"/>
                  </a:lnTo>
                  <a:lnTo>
                    <a:pt x="377323" y="402857"/>
                  </a:lnTo>
                  <a:lnTo>
                    <a:pt x="344895" y="429128"/>
                  </a:lnTo>
                  <a:lnTo>
                    <a:pt x="310849" y="454317"/>
                  </a:lnTo>
                  <a:lnTo>
                    <a:pt x="293369" y="466581"/>
                  </a:lnTo>
                  <a:lnTo>
                    <a:pt x="281578" y="475006"/>
                  </a:lnTo>
                  <a:lnTo>
                    <a:pt x="247528" y="500085"/>
                  </a:lnTo>
                  <a:lnTo>
                    <a:pt x="217271" y="524755"/>
                  </a:lnTo>
                  <a:lnTo>
                    <a:pt x="187125" y="556632"/>
                  </a:lnTo>
                  <a:lnTo>
                    <a:pt x="171846" y="593646"/>
                  </a:lnTo>
                  <a:lnTo>
                    <a:pt x="473598" y="593646"/>
                  </a:lnTo>
                  <a:lnTo>
                    <a:pt x="473598" y="723698"/>
                  </a:lnTo>
                  <a:lnTo>
                    <a:pt x="0" y="723698"/>
                  </a:lnTo>
                  <a:lnTo>
                    <a:pt x="0" y="670096"/>
                  </a:lnTo>
                  <a:lnTo>
                    <a:pt x="4632" y="618282"/>
                  </a:lnTo>
                  <a:lnTo>
                    <a:pt x="18409" y="572060"/>
                  </a:lnTo>
                  <a:lnTo>
                    <a:pt x="39136" y="530864"/>
                  </a:lnTo>
                  <a:lnTo>
                    <a:pt x="64526" y="494132"/>
                  </a:lnTo>
                  <a:lnTo>
                    <a:pt x="93653" y="461623"/>
                  </a:lnTo>
                  <a:lnTo>
                    <a:pt x="125364" y="433078"/>
                  </a:lnTo>
                  <a:lnTo>
                    <a:pt x="157543" y="407830"/>
                  </a:lnTo>
                  <a:lnTo>
                    <a:pt x="188213" y="385190"/>
                  </a:lnTo>
                  <a:lnTo>
                    <a:pt x="203351" y="374144"/>
                  </a:lnTo>
                  <a:lnTo>
                    <a:pt x="242956" y="342506"/>
                  </a:lnTo>
                  <a:lnTo>
                    <a:pt x="274155" y="312125"/>
                  </a:lnTo>
                  <a:lnTo>
                    <a:pt x="302337" y="271618"/>
                  </a:lnTo>
                  <a:lnTo>
                    <a:pt x="314210" y="228918"/>
                  </a:lnTo>
                  <a:lnTo>
                    <a:pt x="314705" y="217419"/>
                  </a:lnTo>
                  <a:lnTo>
                    <a:pt x="313090" y="195989"/>
                  </a:lnTo>
                  <a:lnTo>
                    <a:pt x="288919" y="148434"/>
                  </a:lnTo>
                  <a:lnTo>
                    <a:pt x="234853" y="126569"/>
                  </a:lnTo>
                  <a:lnTo>
                    <a:pt x="210068" y="125111"/>
                  </a:lnTo>
                  <a:lnTo>
                    <a:pt x="164626" y="129669"/>
                  </a:lnTo>
                  <a:lnTo>
                    <a:pt x="120167" y="143347"/>
                  </a:lnTo>
                  <a:lnTo>
                    <a:pt x="76714" y="166147"/>
                  </a:lnTo>
                  <a:lnTo>
                    <a:pt x="34289" y="198071"/>
                  </a:lnTo>
                  <a:lnTo>
                    <a:pt x="34289" y="60066"/>
                  </a:lnTo>
                  <a:lnTo>
                    <a:pt x="82173" y="33804"/>
                  </a:lnTo>
                  <a:lnTo>
                    <a:pt x="133049" y="15031"/>
                  </a:lnTo>
                  <a:lnTo>
                    <a:pt x="186901" y="3759"/>
                  </a:lnTo>
                  <a:lnTo>
                    <a:pt x="243718" y="0"/>
                  </a:lnTo>
                  <a:close/>
                </a:path>
              </a:pathLst>
            </a:custGeom>
            <a:ln w="12191">
              <a:solidFill>
                <a:srgbClr val="000000"/>
              </a:solidFill>
            </a:ln>
          </p:spPr>
          <p:txBody>
            <a:bodyPr wrap="square" lIns="0" tIns="0" rIns="0" bIns="0" rtlCol="0"/>
            <a:lstStyle/>
            <a:p>
              <a:endParaRPr/>
            </a:p>
          </p:txBody>
        </p:sp>
        <p:sp>
          <p:nvSpPr>
            <p:cNvPr id="190" name="object 190"/>
            <p:cNvSpPr/>
            <p:nvPr/>
          </p:nvSpPr>
          <p:spPr>
            <a:xfrm>
              <a:off x="6739128" y="5215127"/>
              <a:ext cx="2218944" cy="1345691"/>
            </a:xfrm>
            <a:prstGeom prst="rect">
              <a:avLst/>
            </a:prstGeom>
            <a:blipFill>
              <a:blip r:embed="rId80" cstate="print"/>
              <a:stretch>
                <a:fillRect/>
              </a:stretch>
            </a:blipFill>
          </p:spPr>
          <p:txBody>
            <a:bodyPr wrap="square" lIns="0" tIns="0" rIns="0" bIns="0" rtlCol="0"/>
            <a:lstStyle/>
            <a:p>
              <a:endParaRPr/>
            </a:p>
          </p:txBody>
        </p:sp>
        <p:sp>
          <p:nvSpPr>
            <p:cNvPr id="191" name="object 191"/>
            <p:cNvSpPr/>
            <p:nvPr/>
          </p:nvSpPr>
          <p:spPr>
            <a:xfrm>
              <a:off x="6585204" y="4896611"/>
              <a:ext cx="2558795" cy="1961388"/>
            </a:xfrm>
            <a:prstGeom prst="rect">
              <a:avLst/>
            </a:prstGeom>
            <a:blipFill>
              <a:blip r:embed="rId81" cstate="print"/>
              <a:stretch>
                <a:fillRect/>
              </a:stretch>
            </a:blipFill>
          </p:spPr>
          <p:txBody>
            <a:bodyPr wrap="square" lIns="0" tIns="0" rIns="0" bIns="0" rtlCol="0"/>
            <a:lstStyle/>
            <a:p>
              <a:endParaRPr/>
            </a:p>
          </p:txBody>
        </p:sp>
        <p:sp>
          <p:nvSpPr>
            <p:cNvPr id="192" name="object 192"/>
            <p:cNvSpPr/>
            <p:nvPr/>
          </p:nvSpPr>
          <p:spPr>
            <a:xfrm>
              <a:off x="6820296" y="5275326"/>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989" y="1184087"/>
                  </a:lnTo>
                  <a:lnTo>
                    <a:pt x="1871835" y="1179362"/>
                  </a:lnTo>
                  <a:lnTo>
                    <a:pt x="1915465" y="1165813"/>
                  </a:lnTo>
                  <a:lnTo>
                    <a:pt x="1954943" y="1144375"/>
                  </a:lnTo>
                  <a:lnTo>
                    <a:pt x="1989338" y="1115982"/>
                  </a:lnTo>
                  <a:lnTo>
                    <a:pt x="2017714" y="1081569"/>
                  </a:lnTo>
                  <a:lnTo>
                    <a:pt x="2039139" y="1042073"/>
                  </a:lnTo>
                  <a:lnTo>
                    <a:pt x="2052679" y="998428"/>
                  </a:lnTo>
                  <a:lnTo>
                    <a:pt x="2057399" y="951570"/>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93" name="object 193"/>
            <p:cNvSpPr/>
            <p:nvPr/>
          </p:nvSpPr>
          <p:spPr>
            <a:xfrm>
              <a:off x="6820296" y="52753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70"/>
                  </a:lnTo>
                  <a:lnTo>
                    <a:pt x="2052679" y="998428"/>
                  </a:lnTo>
                  <a:lnTo>
                    <a:pt x="2039139" y="1042073"/>
                  </a:lnTo>
                  <a:lnTo>
                    <a:pt x="2017714" y="1081569"/>
                  </a:lnTo>
                  <a:lnTo>
                    <a:pt x="1989338" y="1115982"/>
                  </a:lnTo>
                  <a:lnTo>
                    <a:pt x="1954943" y="1144375"/>
                  </a:lnTo>
                  <a:lnTo>
                    <a:pt x="1915465" y="1165813"/>
                  </a:lnTo>
                  <a:lnTo>
                    <a:pt x="1871835" y="1179362"/>
                  </a:lnTo>
                  <a:lnTo>
                    <a:pt x="1824989"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94" name="object 194"/>
            <p:cNvSpPr/>
            <p:nvPr/>
          </p:nvSpPr>
          <p:spPr>
            <a:xfrm>
              <a:off x="6626352" y="4917946"/>
              <a:ext cx="2481072" cy="1940052"/>
            </a:xfrm>
            <a:prstGeom prst="rect">
              <a:avLst/>
            </a:prstGeom>
            <a:blipFill>
              <a:blip r:embed="rId82" cstate="print"/>
              <a:stretch>
                <a:fillRect/>
              </a:stretch>
            </a:blipFill>
          </p:spPr>
          <p:txBody>
            <a:bodyPr wrap="square" lIns="0" tIns="0" rIns="0" bIns="0" rtlCol="0"/>
            <a:lstStyle/>
            <a:p>
              <a:endParaRPr/>
            </a:p>
          </p:txBody>
        </p:sp>
        <p:sp>
          <p:nvSpPr>
            <p:cNvPr id="195" name="object 195"/>
            <p:cNvSpPr/>
            <p:nvPr/>
          </p:nvSpPr>
          <p:spPr>
            <a:xfrm>
              <a:off x="7304410" y="5515605"/>
              <a:ext cx="1056005" cy="736600"/>
            </a:xfrm>
            <a:custGeom>
              <a:avLst/>
              <a:gdLst/>
              <a:ahLst/>
              <a:cxnLst/>
              <a:rect l="l" t="t" r="r" b="b"/>
              <a:pathLst>
                <a:path w="1056004" h="736600">
                  <a:moveTo>
                    <a:pt x="602101" y="563831"/>
                  </a:moveTo>
                  <a:lnTo>
                    <a:pt x="602101" y="700326"/>
                  </a:lnTo>
                  <a:lnTo>
                    <a:pt x="639153" y="715959"/>
                  </a:lnTo>
                  <a:lnTo>
                    <a:pt x="681365" y="727124"/>
                  </a:lnTo>
                  <a:lnTo>
                    <a:pt x="728743" y="733822"/>
                  </a:lnTo>
                  <a:lnTo>
                    <a:pt x="781293" y="736055"/>
                  </a:lnTo>
                  <a:lnTo>
                    <a:pt x="842048" y="732427"/>
                  </a:lnTo>
                  <a:lnTo>
                    <a:pt x="895879" y="721541"/>
                  </a:lnTo>
                  <a:lnTo>
                    <a:pt x="942778" y="703392"/>
                  </a:lnTo>
                  <a:lnTo>
                    <a:pt x="982736" y="677978"/>
                  </a:lnTo>
                  <a:lnTo>
                    <a:pt x="1014652" y="646340"/>
                  </a:lnTo>
                  <a:lnTo>
                    <a:pt x="1033468" y="615945"/>
                  </a:lnTo>
                  <a:lnTo>
                    <a:pt x="768858" y="615945"/>
                  </a:lnTo>
                  <a:lnTo>
                    <a:pt x="722717" y="612687"/>
                  </a:lnTo>
                  <a:lnTo>
                    <a:pt x="679536" y="602913"/>
                  </a:lnTo>
                  <a:lnTo>
                    <a:pt x="639327" y="586626"/>
                  </a:lnTo>
                  <a:lnTo>
                    <a:pt x="602101" y="563831"/>
                  </a:lnTo>
                  <a:close/>
                </a:path>
                <a:path w="1056004" h="736600">
                  <a:moveTo>
                    <a:pt x="1023927" y="119597"/>
                  </a:moveTo>
                  <a:lnTo>
                    <a:pt x="767852" y="119597"/>
                  </a:lnTo>
                  <a:lnTo>
                    <a:pt x="814520" y="125026"/>
                  </a:lnTo>
                  <a:lnTo>
                    <a:pt x="847858" y="141314"/>
                  </a:lnTo>
                  <a:lnTo>
                    <a:pt x="867863" y="168460"/>
                  </a:lnTo>
                  <a:lnTo>
                    <a:pt x="874532" y="206465"/>
                  </a:lnTo>
                  <a:lnTo>
                    <a:pt x="865858" y="246854"/>
                  </a:lnTo>
                  <a:lnTo>
                    <a:pt x="839823" y="275705"/>
                  </a:lnTo>
                  <a:lnTo>
                    <a:pt x="796402" y="293015"/>
                  </a:lnTo>
                  <a:lnTo>
                    <a:pt x="735573" y="298786"/>
                  </a:lnTo>
                  <a:lnTo>
                    <a:pt x="674491" y="298786"/>
                  </a:lnTo>
                  <a:lnTo>
                    <a:pt x="674491" y="418898"/>
                  </a:lnTo>
                  <a:lnTo>
                    <a:pt x="740542" y="418898"/>
                  </a:lnTo>
                  <a:lnTo>
                    <a:pt x="774871" y="420510"/>
                  </a:lnTo>
                  <a:lnTo>
                    <a:pt x="831826" y="433413"/>
                  </a:lnTo>
                  <a:lnTo>
                    <a:pt x="872606" y="458979"/>
                  </a:lnTo>
                  <a:lnTo>
                    <a:pt x="893292" y="495706"/>
                  </a:lnTo>
                  <a:lnTo>
                    <a:pt x="895868" y="518160"/>
                  </a:lnTo>
                  <a:lnTo>
                    <a:pt x="893773" y="539971"/>
                  </a:lnTo>
                  <a:lnTo>
                    <a:pt x="877055" y="575957"/>
                  </a:lnTo>
                  <a:lnTo>
                    <a:pt x="844021" y="601424"/>
                  </a:lnTo>
                  <a:lnTo>
                    <a:pt x="797208" y="614332"/>
                  </a:lnTo>
                  <a:lnTo>
                    <a:pt x="768858" y="615945"/>
                  </a:lnTo>
                  <a:lnTo>
                    <a:pt x="1033468" y="615945"/>
                  </a:lnTo>
                  <a:lnTo>
                    <a:pt x="1037466" y="609488"/>
                  </a:lnTo>
                  <a:lnTo>
                    <a:pt x="1051166" y="567424"/>
                  </a:lnTo>
                  <a:lnTo>
                    <a:pt x="1055735" y="520147"/>
                  </a:lnTo>
                  <a:lnTo>
                    <a:pt x="1053000" y="488429"/>
                  </a:lnTo>
                  <a:lnTo>
                    <a:pt x="1031149" y="432713"/>
                  </a:lnTo>
                  <a:lnTo>
                    <a:pt x="988251" y="388259"/>
                  </a:lnTo>
                  <a:lnTo>
                    <a:pt x="928681" y="360841"/>
                  </a:lnTo>
                  <a:lnTo>
                    <a:pt x="892942" y="353878"/>
                  </a:lnTo>
                  <a:lnTo>
                    <a:pt x="892942" y="351388"/>
                  </a:lnTo>
                  <a:lnTo>
                    <a:pt x="943890" y="333129"/>
                  </a:lnTo>
                  <a:lnTo>
                    <a:pt x="983501" y="306528"/>
                  </a:lnTo>
                  <a:lnTo>
                    <a:pt x="1011784" y="271587"/>
                  </a:lnTo>
                  <a:lnTo>
                    <a:pt x="1028747" y="228307"/>
                  </a:lnTo>
                  <a:lnTo>
                    <a:pt x="1034399" y="176689"/>
                  </a:lnTo>
                  <a:lnTo>
                    <a:pt x="1030595" y="139303"/>
                  </a:lnTo>
                  <a:lnTo>
                    <a:pt x="1023927" y="119597"/>
                  </a:lnTo>
                  <a:close/>
                </a:path>
                <a:path w="1056004" h="736600">
                  <a:moveTo>
                    <a:pt x="803513" y="0"/>
                  </a:moveTo>
                  <a:lnTo>
                    <a:pt x="755231" y="2357"/>
                  </a:lnTo>
                  <a:lnTo>
                    <a:pt x="710020" y="9429"/>
                  </a:lnTo>
                  <a:lnTo>
                    <a:pt x="667901" y="21216"/>
                  </a:lnTo>
                  <a:lnTo>
                    <a:pt x="628893" y="37719"/>
                  </a:lnTo>
                  <a:lnTo>
                    <a:pt x="628893" y="165759"/>
                  </a:lnTo>
                  <a:lnTo>
                    <a:pt x="662873" y="145566"/>
                  </a:lnTo>
                  <a:lnTo>
                    <a:pt x="697367" y="131140"/>
                  </a:lnTo>
                  <a:lnTo>
                    <a:pt x="732363" y="122483"/>
                  </a:lnTo>
                  <a:lnTo>
                    <a:pt x="767852" y="119597"/>
                  </a:lnTo>
                  <a:lnTo>
                    <a:pt x="1023927" y="119597"/>
                  </a:lnTo>
                  <a:lnTo>
                    <a:pt x="1019186" y="105583"/>
                  </a:lnTo>
                  <a:lnTo>
                    <a:pt x="973592" y="49149"/>
                  </a:lnTo>
                  <a:lnTo>
                    <a:pt x="940168" y="27646"/>
                  </a:lnTo>
                  <a:lnTo>
                    <a:pt x="900691" y="12287"/>
                  </a:lnTo>
                  <a:lnTo>
                    <a:pt x="855145" y="3071"/>
                  </a:lnTo>
                  <a:lnTo>
                    <a:pt x="803513" y="0"/>
                  </a:lnTo>
                  <a:close/>
                </a:path>
                <a:path w="1056004" h="736600">
                  <a:moveTo>
                    <a:pt x="461223" y="125062"/>
                  </a:moveTo>
                  <a:lnTo>
                    <a:pt x="209915" y="125062"/>
                  </a:lnTo>
                  <a:lnTo>
                    <a:pt x="234782" y="126520"/>
                  </a:lnTo>
                  <a:lnTo>
                    <a:pt x="256214" y="130894"/>
                  </a:lnTo>
                  <a:lnTo>
                    <a:pt x="300137" y="161447"/>
                  </a:lnTo>
                  <a:lnTo>
                    <a:pt x="314706" y="217371"/>
                  </a:lnTo>
                  <a:lnTo>
                    <a:pt x="314203" y="228871"/>
                  </a:lnTo>
                  <a:lnTo>
                    <a:pt x="302191" y="271572"/>
                  </a:lnTo>
                  <a:lnTo>
                    <a:pt x="274151" y="312076"/>
                  </a:lnTo>
                  <a:lnTo>
                    <a:pt x="242956" y="342458"/>
                  </a:lnTo>
                  <a:lnTo>
                    <a:pt x="203171" y="374146"/>
                  </a:lnTo>
                  <a:lnTo>
                    <a:pt x="173018" y="396141"/>
                  </a:lnTo>
                  <a:lnTo>
                    <a:pt x="157524" y="407791"/>
                  </a:lnTo>
                  <a:lnTo>
                    <a:pt x="125333" y="433029"/>
                  </a:lnTo>
                  <a:lnTo>
                    <a:pt x="93592" y="461577"/>
                  </a:lnTo>
                  <a:lnTo>
                    <a:pt x="64526" y="494096"/>
                  </a:lnTo>
                  <a:lnTo>
                    <a:pt x="39063" y="530821"/>
                  </a:lnTo>
                  <a:lnTo>
                    <a:pt x="18288" y="572012"/>
                  </a:lnTo>
                  <a:lnTo>
                    <a:pt x="4572" y="618239"/>
                  </a:lnTo>
                  <a:lnTo>
                    <a:pt x="0" y="670047"/>
                  </a:lnTo>
                  <a:lnTo>
                    <a:pt x="0" y="723650"/>
                  </a:lnTo>
                  <a:lnTo>
                    <a:pt x="473445" y="723650"/>
                  </a:lnTo>
                  <a:lnTo>
                    <a:pt x="473445" y="593598"/>
                  </a:lnTo>
                  <a:lnTo>
                    <a:pt x="171693" y="593598"/>
                  </a:lnTo>
                  <a:lnTo>
                    <a:pt x="172315" y="586562"/>
                  </a:lnTo>
                  <a:lnTo>
                    <a:pt x="193292" y="548755"/>
                  </a:lnTo>
                  <a:lnTo>
                    <a:pt x="226607" y="516547"/>
                  </a:lnTo>
                  <a:lnTo>
                    <a:pt x="258565" y="491720"/>
                  </a:lnTo>
                  <a:lnTo>
                    <a:pt x="310826" y="454276"/>
                  </a:lnTo>
                  <a:lnTo>
                    <a:pt x="327957" y="441791"/>
                  </a:lnTo>
                  <a:lnTo>
                    <a:pt x="361309" y="416170"/>
                  </a:lnTo>
                  <a:lnTo>
                    <a:pt x="392159" y="388805"/>
                  </a:lnTo>
                  <a:lnTo>
                    <a:pt x="419100" y="358841"/>
                  </a:lnTo>
                  <a:lnTo>
                    <a:pt x="441700" y="325831"/>
                  </a:lnTo>
                  <a:lnTo>
                    <a:pt x="459364" y="289346"/>
                  </a:lnTo>
                  <a:lnTo>
                    <a:pt x="470683" y="248401"/>
                  </a:lnTo>
                  <a:lnTo>
                    <a:pt x="474482" y="202000"/>
                  </a:lnTo>
                  <a:lnTo>
                    <a:pt x="473504" y="179462"/>
                  </a:lnTo>
                  <a:lnTo>
                    <a:pt x="470573" y="158010"/>
                  </a:lnTo>
                  <a:lnTo>
                    <a:pt x="465686" y="137643"/>
                  </a:lnTo>
                  <a:lnTo>
                    <a:pt x="461223" y="125062"/>
                  </a:lnTo>
                  <a:close/>
                </a:path>
                <a:path w="1056004" h="736600">
                  <a:moveTo>
                    <a:pt x="243718" y="0"/>
                  </a:moveTo>
                  <a:lnTo>
                    <a:pt x="186901" y="3743"/>
                  </a:lnTo>
                  <a:lnTo>
                    <a:pt x="133049" y="14988"/>
                  </a:lnTo>
                  <a:lnTo>
                    <a:pt x="82173" y="33759"/>
                  </a:lnTo>
                  <a:lnTo>
                    <a:pt x="34290" y="60079"/>
                  </a:lnTo>
                  <a:lnTo>
                    <a:pt x="34290" y="198025"/>
                  </a:lnTo>
                  <a:lnTo>
                    <a:pt x="76694" y="166101"/>
                  </a:lnTo>
                  <a:lnTo>
                    <a:pt x="120102" y="143300"/>
                  </a:lnTo>
                  <a:lnTo>
                    <a:pt x="164510" y="129621"/>
                  </a:lnTo>
                  <a:lnTo>
                    <a:pt x="209915" y="125062"/>
                  </a:lnTo>
                  <a:lnTo>
                    <a:pt x="461223" y="125062"/>
                  </a:lnTo>
                  <a:lnTo>
                    <a:pt x="458845" y="118359"/>
                  </a:lnTo>
                  <a:lnTo>
                    <a:pt x="439685" y="83687"/>
                  </a:lnTo>
                  <a:lnTo>
                    <a:pt x="413369" y="54614"/>
                  </a:lnTo>
                  <a:lnTo>
                    <a:pt x="380344" y="31310"/>
                  </a:lnTo>
                  <a:lnTo>
                    <a:pt x="340735" y="14097"/>
                  </a:lnTo>
                  <a:lnTo>
                    <a:pt x="294981" y="3525"/>
                  </a:lnTo>
                  <a:lnTo>
                    <a:pt x="270051" y="881"/>
                  </a:lnTo>
                  <a:lnTo>
                    <a:pt x="243718" y="0"/>
                  </a:lnTo>
                  <a:close/>
                </a:path>
              </a:pathLst>
            </a:custGeom>
            <a:solidFill>
              <a:srgbClr val="FFFF00"/>
            </a:solidFill>
          </p:spPr>
          <p:txBody>
            <a:bodyPr wrap="square" lIns="0" tIns="0" rIns="0" bIns="0" rtlCol="0"/>
            <a:lstStyle/>
            <a:p>
              <a:endParaRPr/>
            </a:p>
          </p:txBody>
        </p:sp>
        <p:sp>
          <p:nvSpPr>
            <p:cNvPr id="196" name="object 196"/>
            <p:cNvSpPr/>
            <p:nvPr/>
          </p:nvSpPr>
          <p:spPr>
            <a:xfrm>
              <a:off x="7304409" y="5515605"/>
              <a:ext cx="1056005" cy="736600"/>
            </a:xfrm>
            <a:custGeom>
              <a:avLst/>
              <a:gdLst/>
              <a:ahLst/>
              <a:cxnLst/>
              <a:rect l="l" t="t" r="r" b="b"/>
              <a:pathLst>
                <a:path w="1056004" h="736600">
                  <a:moveTo>
                    <a:pt x="803513" y="0"/>
                  </a:moveTo>
                  <a:lnTo>
                    <a:pt x="855145" y="3071"/>
                  </a:lnTo>
                  <a:lnTo>
                    <a:pt x="900691" y="12287"/>
                  </a:lnTo>
                  <a:lnTo>
                    <a:pt x="940167" y="27646"/>
                  </a:lnTo>
                  <a:lnTo>
                    <a:pt x="973592" y="49148"/>
                  </a:lnTo>
                  <a:lnTo>
                    <a:pt x="1019186" y="105583"/>
                  </a:lnTo>
                  <a:lnTo>
                    <a:pt x="1034399" y="176689"/>
                  </a:lnTo>
                  <a:lnTo>
                    <a:pt x="1028747" y="228307"/>
                  </a:lnTo>
                  <a:lnTo>
                    <a:pt x="1011784" y="271587"/>
                  </a:lnTo>
                  <a:lnTo>
                    <a:pt x="983501" y="306528"/>
                  </a:lnTo>
                  <a:lnTo>
                    <a:pt x="943890" y="333129"/>
                  </a:lnTo>
                  <a:lnTo>
                    <a:pt x="892942" y="351388"/>
                  </a:lnTo>
                  <a:lnTo>
                    <a:pt x="892942" y="353878"/>
                  </a:lnTo>
                  <a:lnTo>
                    <a:pt x="960455" y="372300"/>
                  </a:lnTo>
                  <a:lnTo>
                    <a:pt x="1012057" y="408718"/>
                  </a:lnTo>
                  <a:lnTo>
                    <a:pt x="1044801" y="459284"/>
                  </a:lnTo>
                  <a:lnTo>
                    <a:pt x="1055735" y="520147"/>
                  </a:lnTo>
                  <a:lnTo>
                    <a:pt x="1051166" y="567424"/>
                  </a:lnTo>
                  <a:lnTo>
                    <a:pt x="1037466" y="609488"/>
                  </a:lnTo>
                  <a:lnTo>
                    <a:pt x="1014652" y="646340"/>
                  </a:lnTo>
                  <a:lnTo>
                    <a:pt x="982736" y="677978"/>
                  </a:lnTo>
                  <a:lnTo>
                    <a:pt x="942778" y="703392"/>
                  </a:lnTo>
                  <a:lnTo>
                    <a:pt x="895879" y="721541"/>
                  </a:lnTo>
                  <a:lnTo>
                    <a:pt x="842048" y="732427"/>
                  </a:lnTo>
                  <a:lnTo>
                    <a:pt x="781293" y="736055"/>
                  </a:lnTo>
                  <a:lnTo>
                    <a:pt x="728743" y="733822"/>
                  </a:lnTo>
                  <a:lnTo>
                    <a:pt x="681365" y="727124"/>
                  </a:lnTo>
                  <a:lnTo>
                    <a:pt x="639153" y="715959"/>
                  </a:lnTo>
                  <a:lnTo>
                    <a:pt x="602101" y="700326"/>
                  </a:lnTo>
                  <a:lnTo>
                    <a:pt x="602101" y="563831"/>
                  </a:lnTo>
                  <a:lnTo>
                    <a:pt x="639327" y="586626"/>
                  </a:lnTo>
                  <a:lnTo>
                    <a:pt x="679536" y="602913"/>
                  </a:lnTo>
                  <a:lnTo>
                    <a:pt x="722716" y="612687"/>
                  </a:lnTo>
                  <a:lnTo>
                    <a:pt x="768857" y="615945"/>
                  </a:lnTo>
                  <a:lnTo>
                    <a:pt x="797208" y="614332"/>
                  </a:lnTo>
                  <a:lnTo>
                    <a:pt x="844021" y="601424"/>
                  </a:lnTo>
                  <a:lnTo>
                    <a:pt x="877055" y="575957"/>
                  </a:lnTo>
                  <a:lnTo>
                    <a:pt x="893773" y="539971"/>
                  </a:lnTo>
                  <a:lnTo>
                    <a:pt x="895868" y="518159"/>
                  </a:lnTo>
                  <a:lnTo>
                    <a:pt x="893292" y="495706"/>
                  </a:lnTo>
                  <a:lnTo>
                    <a:pt x="872606" y="458979"/>
                  </a:lnTo>
                  <a:lnTo>
                    <a:pt x="831826" y="433413"/>
                  </a:lnTo>
                  <a:lnTo>
                    <a:pt x="774871" y="420510"/>
                  </a:lnTo>
                  <a:lnTo>
                    <a:pt x="740542" y="418898"/>
                  </a:lnTo>
                  <a:lnTo>
                    <a:pt x="674491" y="418898"/>
                  </a:lnTo>
                  <a:lnTo>
                    <a:pt x="674491" y="298786"/>
                  </a:lnTo>
                  <a:lnTo>
                    <a:pt x="735573" y="298786"/>
                  </a:lnTo>
                  <a:lnTo>
                    <a:pt x="796402" y="293015"/>
                  </a:lnTo>
                  <a:lnTo>
                    <a:pt x="839823" y="275705"/>
                  </a:lnTo>
                  <a:lnTo>
                    <a:pt x="865858" y="246854"/>
                  </a:lnTo>
                  <a:lnTo>
                    <a:pt x="874532" y="206465"/>
                  </a:lnTo>
                  <a:lnTo>
                    <a:pt x="867863" y="168460"/>
                  </a:lnTo>
                  <a:lnTo>
                    <a:pt x="847858" y="141314"/>
                  </a:lnTo>
                  <a:lnTo>
                    <a:pt x="814520" y="125026"/>
                  </a:lnTo>
                  <a:lnTo>
                    <a:pt x="767852" y="119597"/>
                  </a:lnTo>
                  <a:lnTo>
                    <a:pt x="732363" y="122483"/>
                  </a:lnTo>
                  <a:lnTo>
                    <a:pt x="697367" y="131140"/>
                  </a:lnTo>
                  <a:lnTo>
                    <a:pt x="662873" y="145566"/>
                  </a:lnTo>
                  <a:lnTo>
                    <a:pt x="628893" y="165759"/>
                  </a:lnTo>
                  <a:lnTo>
                    <a:pt x="628893" y="37718"/>
                  </a:lnTo>
                  <a:lnTo>
                    <a:pt x="667901" y="21216"/>
                  </a:lnTo>
                  <a:lnTo>
                    <a:pt x="710020" y="9429"/>
                  </a:lnTo>
                  <a:lnTo>
                    <a:pt x="755231" y="2357"/>
                  </a:lnTo>
                  <a:lnTo>
                    <a:pt x="803513" y="0"/>
                  </a:lnTo>
                  <a:close/>
                </a:path>
                <a:path w="1056004" h="736600">
                  <a:moveTo>
                    <a:pt x="243718" y="0"/>
                  </a:moveTo>
                  <a:lnTo>
                    <a:pt x="294981" y="3525"/>
                  </a:lnTo>
                  <a:lnTo>
                    <a:pt x="340735" y="14096"/>
                  </a:lnTo>
                  <a:lnTo>
                    <a:pt x="380344" y="31310"/>
                  </a:lnTo>
                  <a:lnTo>
                    <a:pt x="413369" y="54614"/>
                  </a:lnTo>
                  <a:lnTo>
                    <a:pt x="439685" y="83687"/>
                  </a:lnTo>
                  <a:lnTo>
                    <a:pt x="458845" y="118359"/>
                  </a:lnTo>
                  <a:lnTo>
                    <a:pt x="470573" y="158010"/>
                  </a:lnTo>
                  <a:lnTo>
                    <a:pt x="474482" y="202000"/>
                  </a:lnTo>
                  <a:lnTo>
                    <a:pt x="473530" y="225883"/>
                  </a:lnTo>
                  <a:lnTo>
                    <a:pt x="465956" y="269555"/>
                  </a:lnTo>
                  <a:lnTo>
                    <a:pt x="451135" y="308022"/>
                  </a:lnTo>
                  <a:lnTo>
                    <a:pt x="431031" y="342771"/>
                  </a:lnTo>
                  <a:lnTo>
                    <a:pt x="406122" y="374146"/>
                  </a:lnTo>
                  <a:lnTo>
                    <a:pt x="377219" y="402814"/>
                  </a:lnTo>
                  <a:lnTo>
                    <a:pt x="344779" y="429089"/>
                  </a:lnTo>
                  <a:lnTo>
                    <a:pt x="310826" y="454276"/>
                  </a:lnTo>
                  <a:lnTo>
                    <a:pt x="293369" y="466545"/>
                  </a:lnTo>
                  <a:lnTo>
                    <a:pt x="281558" y="474963"/>
                  </a:lnTo>
                  <a:lnTo>
                    <a:pt x="247406" y="500051"/>
                  </a:lnTo>
                  <a:lnTo>
                    <a:pt x="217183" y="524708"/>
                  </a:lnTo>
                  <a:lnTo>
                    <a:pt x="187007" y="556589"/>
                  </a:lnTo>
                  <a:lnTo>
                    <a:pt x="171693" y="593597"/>
                  </a:lnTo>
                  <a:lnTo>
                    <a:pt x="473445" y="593597"/>
                  </a:lnTo>
                  <a:lnTo>
                    <a:pt x="473445" y="723650"/>
                  </a:lnTo>
                  <a:lnTo>
                    <a:pt x="0" y="723650"/>
                  </a:lnTo>
                  <a:lnTo>
                    <a:pt x="0" y="670047"/>
                  </a:lnTo>
                  <a:lnTo>
                    <a:pt x="4571" y="618239"/>
                  </a:lnTo>
                  <a:lnTo>
                    <a:pt x="18287" y="572012"/>
                  </a:lnTo>
                  <a:lnTo>
                    <a:pt x="39063" y="530821"/>
                  </a:lnTo>
                  <a:lnTo>
                    <a:pt x="64526" y="494096"/>
                  </a:lnTo>
                  <a:lnTo>
                    <a:pt x="93592" y="461577"/>
                  </a:lnTo>
                  <a:lnTo>
                    <a:pt x="125333" y="433029"/>
                  </a:lnTo>
                  <a:lnTo>
                    <a:pt x="157524" y="407791"/>
                  </a:lnTo>
                  <a:lnTo>
                    <a:pt x="203231" y="374102"/>
                  </a:lnTo>
                  <a:lnTo>
                    <a:pt x="217421" y="363306"/>
                  </a:lnTo>
                  <a:lnTo>
                    <a:pt x="254284" y="332301"/>
                  </a:lnTo>
                  <a:lnTo>
                    <a:pt x="282701" y="302014"/>
                  </a:lnTo>
                  <a:lnTo>
                    <a:pt x="306689" y="261305"/>
                  </a:lnTo>
                  <a:lnTo>
                    <a:pt x="314705" y="217371"/>
                  </a:lnTo>
                  <a:lnTo>
                    <a:pt x="313088" y="195940"/>
                  </a:lnTo>
                  <a:lnTo>
                    <a:pt x="288797" y="148388"/>
                  </a:lnTo>
                  <a:lnTo>
                    <a:pt x="234782" y="126520"/>
                  </a:lnTo>
                  <a:lnTo>
                    <a:pt x="209915" y="125062"/>
                  </a:lnTo>
                  <a:lnTo>
                    <a:pt x="164510" y="129621"/>
                  </a:lnTo>
                  <a:lnTo>
                    <a:pt x="120102" y="143300"/>
                  </a:lnTo>
                  <a:lnTo>
                    <a:pt x="76694" y="166101"/>
                  </a:lnTo>
                  <a:lnTo>
                    <a:pt x="34289" y="198025"/>
                  </a:lnTo>
                  <a:lnTo>
                    <a:pt x="34289" y="60079"/>
                  </a:lnTo>
                  <a:lnTo>
                    <a:pt x="82173" y="33759"/>
                  </a:lnTo>
                  <a:lnTo>
                    <a:pt x="133049" y="14988"/>
                  </a:lnTo>
                  <a:lnTo>
                    <a:pt x="186901" y="3743"/>
                  </a:lnTo>
                  <a:lnTo>
                    <a:pt x="243718" y="0"/>
                  </a:lnTo>
                  <a:close/>
                </a:path>
              </a:pathLst>
            </a:custGeom>
            <a:ln w="12191">
              <a:solidFill>
                <a:srgbClr val="000000"/>
              </a:solidFill>
            </a:ln>
          </p:spPr>
          <p:txBody>
            <a:bodyPr wrap="square" lIns="0" tIns="0" rIns="0" bIns="0" rtlCol="0"/>
            <a:lstStyle/>
            <a:p>
              <a:endParaRPr/>
            </a:p>
          </p:txBody>
        </p:sp>
        <p:sp>
          <p:nvSpPr>
            <p:cNvPr id="197" name="object 197"/>
            <p:cNvSpPr/>
            <p:nvPr/>
          </p:nvSpPr>
          <p:spPr>
            <a:xfrm>
              <a:off x="6780276" y="5244083"/>
              <a:ext cx="2218944" cy="1345691"/>
            </a:xfrm>
            <a:prstGeom prst="rect">
              <a:avLst/>
            </a:prstGeom>
            <a:blipFill>
              <a:blip r:embed="rId83" cstate="print"/>
              <a:stretch>
                <a:fillRect/>
              </a:stretch>
            </a:blipFill>
          </p:spPr>
          <p:txBody>
            <a:bodyPr wrap="square" lIns="0" tIns="0" rIns="0" bIns="0" rtlCol="0"/>
            <a:lstStyle/>
            <a:p>
              <a:endParaRPr/>
            </a:p>
          </p:txBody>
        </p:sp>
        <p:sp>
          <p:nvSpPr>
            <p:cNvPr id="198" name="object 198"/>
            <p:cNvSpPr/>
            <p:nvPr/>
          </p:nvSpPr>
          <p:spPr>
            <a:xfrm>
              <a:off x="6626352" y="4927090"/>
              <a:ext cx="2517647" cy="1930908"/>
            </a:xfrm>
            <a:prstGeom prst="rect">
              <a:avLst/>
            </a:prstGeom>
            <a:blipFill>
              <a:blip r:embed="rId84" cstate="print"/>
              <a:stretch>
                <a:fillRect/>
              </a:stretch>
            </a:blipFill>
          </p:spPr>
          <p:txBody>
            <a:bodyPr wrap="square" lIns="0" tIns="0" rIns="0" bIns="0" rtlCol="0"/>
            <a:lstStyle/>
            <a:p>
              <a:endParaRPr/>
            </a:p>
          </p:txBody>
        </p:sp>
        <p:sp>
          <p:nvSpPr>
            <p:cNvPr id="199" name="object 199"/>
            <p:cNvSpPr/>
            <p:nvPr/>
          </p:nvSpPr>
          <p:spPr>
            <a:xfrm>
              <a:off x="6861809" y="5305294"/>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58"/>
                  </a:lnTo>
                  <a:lnTo>
                    <a:pt x="4720" y="998424"/>
                  </a:lnTo>
                  <a:lnTo>
                    <a:pt x="18262" y="1042073"/>
                  </a:lnTo>
                  <a:lnTo>
                    <a:pt x="39691" y="1081572"/>
                  </a:lnTo>
                  <a:lnTo>
                    <a:pt x="68077" y="1115985"/>
                  </a:lnTo>
                  <a:lnTo>
                    <a:pt x="102486" y="1144377"/>
                  </a:lnTo>
                  <a:lnTo>
                    <a:pt x="141986" y="1165815"/>
                  </a:lnTo>
                  <a:lnTo>
                    <a:pt x="185645" y="1179363"/>
                  </a:lnTo>
                  <a:lnTo>
                    <a:pt x="232531"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0" name="object 200"/>
            <p:cNvSpPr/>
            <p:nvPr/>
          </p:nvSpPr>
          <p:spPr>
            <a:xfrm>
              <a:off x="6861809" y="5305294"/>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531" y="1184087"/>
                  </a:lnTo>
                  <a:lnTo>
                    <a:pt x="185645" y="1179363"/>
                  </a:lnTo>
                  <a:lnTo>
                    <a:pt x="141986" y="1165815"/>
                  </a:lnTo>
                  <a:lnTo>
                    <a:pt x="102486" y="1144377"/>
                  </a:lnTo>
                  <a:lnTo>
                    <a:pt x="68077" y="1115985"/>
                  </a:lnTo>
                  <a:lnTo>
                    <a:pt x="39691" y="1081572"/>
                  </a:lnTo>
                  <a:lnTo>
                    <a:pt x="18262" y="1042073"/>
                  </a:lnTo>
                  <a:lnTo>
                    <a:pt x="4720"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201" name="object 201"/>
            <p:cNvSpPr/>
            <p:nvPr/>
          </p:nvSpPr>
          <p:spPr>
            <a:xfrm>
              <a:off x="6667500" y="4948426"/>
              <a:ext cx="2476500" cy="1909571"/>
            </a:xfrm>
            <a:prstGeom prst="rect">
              <a:avLst/>
            </a:prstGeom>
            <a:blipFill>
              <a:blip r:embed="rId85" cstate="print"/>
              <a:stretch>
                <a:fillRect/>
              </a:stretch>
            </a:blipFill>
          </p:spPr>
          <p:txBody>
            <a:bodyPr wrap="square" lIns="0" tIns="0" rIns="0" bIns="0" rtlCol="0"/>
            <a:lstStyle/>
            <a:p>
              <a:endParaRPr/>
            </a:p>
          </p:txBody>
        </p:sp>
        <p:sp>
          <p:nvSpPr>
            <p:cNvPr id="202" name="object 202"/>
            <p:cNvSpPr/>
            <p:nvPr/>
          </p:nvSpPr>
          <p:spPr>
            <a:xfrm>
              <a:off x="7345802" y="5545585"/>
              <a:ext cx="1102360" cy="723900"/>
            </a:xfrm>
            <a:custGeom>
              <a:avLst/>
              <a:gdLst/>
              <a:ahLst/>
              <a:cxnLst/>
              <a:rect l="l" t="t" r="r" b="b"/>
              <a:pathLst>
                <a:path w="1102359" h="723900">
                  <a:moveTo>
                    <a:pt x="1016508" y="577714"/>
                  </a:moveTo>
                  <a:lnTo>
                    <a:pt x="873648" y="577714"/>
                  </a:lnTo>
                  <a:lnTo>
                    <a:pt x="873648" y="723637"/>
                  </a:lnTo>
                  <a:lnTo>
                    <a:pt x="1016508" y="723637"/>
                  </a:lnTo>
                  <a:lnTo>
                    <a:pt x="1016508" y="577714"/>
                  </a:lnTo>
                  <a:close/>
                </a:path>
                <a:path w="1102359" h="723900">
                  <a:moveTo>
                    <a:pt x="1016508" y="11929"/>
                  </a:moveTo>
                  <a:lnTo>
                    <a:pt x="871087" y="11929"/>
                  </a:lnTo>
                  <a:lnTo>
                    <a:pt x="858045" y="39033"/>
                  </a:lnTo>
                  <a:lnTo>
                    <a:pt x="843648" y="66798"/>
                  </a:lnTo>
                  <a:lnTo>
                    <a:pt x="810768" y="124300"/>
                  </a:lnTo>
                  <a:lnTo>
                    <a:pt x="773898" y="182936"/>
                  </a:lnTo>
                  <a:lnTo>
                    <a:pt x="734080" y="241197"/>
                  </a:lnTo>
                  <a:lnTo>
                    <a:pt x="692162" y="298460"/>
                  </a:lnTo>
                  <a:lnTo>
                    <a:pt x="648736" y="354116"/>
                  </a:lnTo>
                  <a:lnTo>
                    <a:pt x="605298" y="406781"/>
                  </a:lnTo>
                  <a:lnTo>
                    <a:pt x="563392" y="455115"/>
                  </a:lnTo>
                  <a:lnTo>
                    <a:pt x="563392" y="577714"/>
                  </a:lnTo>
                  <a:lnTo>
                    <a:pt x="1101852" y="577714"/>
                  </a:lnTo>
                  <a:lnTo>
                    <a:pt x="1101852" y="460568"/>
                  </a:lnTo>
                  <a:lnTo>
                    <a:pt x="703844" y="460568"/>
                  </a:lnTo>
                  <a:lnTo>
                    <a:pt x="714611" y="447185"/>
                  </a:lnTo>
                  <a:lnTo>
                    <a:pt x="748040" y="404241"/>
                  </a:lnTo>
                  <a:lnTo>
                    <a:pt x="782008" y="358082"/>
                  </a:lnTo>
                  <a:lnTo>
                    <a:pt x="804272" y="326129"/>
                  </a:lnTo>
                  <a:lnTo>
                    <a:pt x="825603" y="293617"/>
                  </a:lnTo>
                  <a:lnTo>
                    <a:pt x="845869" y="260721"/>
                  </a:lnTo>
                  <a:lnTo>
                    <a:pt x="873648" y="211906"/>
                  </a:lnTo>
                  <a:lnTo>
                    <a:pt x="1016508" y="211906"/>
                  </a:lnTo>
                  <a:lnTo>
                    <a:pt x="1016508" y="11929"/>
                  </a:lnTo>
                  <a:close/>
                </a:path>
                <a:path w="1102359" h="723900">
                  <a:moveTo>
                    <a:pt x="1016508" y="211906"/>
                  </a:moveTo>
                  <a:lnTo>
                    <a:pt x="873648" y="211906"/>
                  </a:lnTo>
                  <a:lnTo>
                    <a:pt x="873648" y="460568"/>
                  </a:lnTo>
                  <a:lnTo>
                    <a:pt x="1016508" y="460568"/>
                  </a:lnTo>
                  <a:lnTo>
                    <a:pt x="1016508" y="211906"/>
                  </a:lnTo>
                  <a:close/>
                </a:path>
                <a:path w="1102359" h="723900">
                  <a:moveTo>
                    <a:pt x="461224" y="125050"/>
                  </a:moveTo>
                  <a:lnTo>
                    <a:pt x="209946" y="125050"/>
                  </a:lnTo>
                  <a:lnTo>
                    <a:pt x="234801" y="126508"/>
                  </a:lnTo>
                  <a:lnTo>
                    <a:pt x="256245" y="130883"/>
                  </a:lnTo>
                  <a:lnTo>
                    <a:pt x="300188" y="161440"/>
                  </a:lnTo>
                  <a:lnTo>
                    <a:pt x="314706" y="217371"/>
                  </a:lnTo>
                  <a:lnTo>
                    <a:pt x="314208" y="228862"/>
                  </a:lnTo>
                  <a:lnTo>
                    <a:pt x="302268" y="271561"/>
                  </a:lnTo>
                  <a:lnTo>
                    <a:pt x="274155" y="312058"/>
                  </a:lnTo>
                  <a:lnTo>
                    <a:pt x="242956" y="342448"/>
                  </a:lnTo>
                  <a:lnTo>
                    <a:pt x="203167" y="374133"/>
                  </a:lnTo>
                  <a:lnTo>
                    <a:pt x="173023" y="396127"/>
                  </a:lnTo>
                  <a:lnTo>
                    <a:pt x="157539" y="407776"/>
                  </a:lnTo>
                  <a:lnTo>
                    <a:pt x="125364" y="433029"/>
                  </a:lnTo>
                  <a:lnTo>
                    <a:pt x="93653" y="461570"/>
                  </a:lnTo>
                  <a:lnTo>
                    <a:pt x="64526" y="494074"/>
                  </a:lnTo>
                  <a:lnTo>
                    <a:pt x="39090" y="530803"/>
                  </a:lnTo>
                  <a:lnTo>
                    <a:pt x="18409" y="571999"/>
                  </a:lnTo>
                  <a:lnTo>
                    <a:pt x="4587" y="618227"/>
                  </a:lnTo>
                  <a:lnTo>
                    <a:pt x="0" y="670035"/>
                  </a:lnTo>
                  <a:lnTo>
                    <a:pt x="0" y="723637"/>
                  </a:lnTo>
                  <a:lnTo>
                    <a:pt x="473476" y="723637"/>
                  </a:lnTo>
                  <a:lnTo>
                    <a:pt x="473476" y="593598"/>
                  </a:lnTo>
                  <a:lnTo>
                    <a:pt x="171724" y="593598"/>
                  </a:lnTo>
                  <a:lnTo>
                    <a:pt x="172342" y="586557"/>
                  </a:lnTo>
                  <a:lnTo>
                    <a:pt x="193346" y="548739"/>
                  </a:lnTo>
                  <a:lnTo>
                    <a:pt x="226634" y="516541"/>
                  </a:lnTo>
                  <a:lnTo>
                    <a:pt x="258565" y="491704"/>
                  </a:lnTo>
                  <a:lnTo>
                    <a:pt x="293370" y="466532"/>
                  </a:lnTo>
                  <a:lnTo>
                    <a:pt x="310830" y="454261"/>
                  </a:lnTo>
                  <a:lnTo>
                    <a:pt x="327968" y="441772"/>
                  </a:lnTo>
                  <a:lnTo>
                    <a:pt x="361309" y="416146"/>
                  </a:lnTo>
                  <a:lnTo>
                    <a:pt x="392174" y="388790"/>
                  </a:lnTo>
                  <a:lnTo>
                    <a:pt x="419221" y="358819"/>
                  </a:lnTo>
                  <a:lnTo>
                    <a:pt x="441773" y="325819"/>
                  </a:lnTo>
                  <a:lnTo>
                    <a:pt x="459364" y="289346"/>
                  </a:lnTo>
                  <a:lnTo>
                    <a:pt x="470729" y="248394"/>
                  </a:lnTo>
                  <a:lnTo>
                    <a:pt x="474482" y="201978"/>
                  </a:lnTo>
                  <a:lnTo>
                    <a:pt x="473504" y="179439"/>
                  </a:lnTo>
                  <a:lnTo>
                    <a:pt x="470573" y="157988"/>
                  </a:lnTo>
                  <a:lnTo>
                    <a:pt x="465686" y="137624"/>
                  </a:lnTo>
                  <a:lnTo>
                    <a:pt x="461224" y="125050"/>
                  </a:lnTo>
                  <a:close/>
                </a:path>
                <a:path w="1102359" h="723900">
                  <a:moveTo>
                    <a:pt x="243718" y="0"/>
                  </a:moveTo>
                  <a:lnTo>
                    <a:pt x="186901" y="3740"/>
                  </a:lnTo>
                  <a:lnTo>
                    <a:pt x="133049" y="14977"/>
                  </a:lnTo>
                  <a:lnTo>
                    <a:pt x="82173" y="33733"/>
                  </a:lnTo>
                  <a:lnTo>
                    <a:pt x="34290" y="60030"/>
                  </a:lnTo>
                  <a:lnTo>
                    <a:pt x="34290" y="198013"/>
                  </a:lnTo>
                  <a:lnTo>
                    <a:pt x="76708" y="166094"/>
                  </a:lnTo>
                  <a:lnTo>
                    <a:pt x="120117" y="143292"/>
                  </a:lnTo>
                  <a:lnTo>
                    <a:pt x="164527" y="129611"/>
                  </a:lnTo>
                  <a:lnTo>
                    <a:pt x="209946" y="125050"/>
                  </a:lnTo>
                  <a:lnTo>
                    <a:pt x="461224" y="125050"/>
                  </a:lnTo>
                  <a:lnTo>
                    <a:pt x="458845" y="118347"/>
                  </a:lnTo>
                  <a:lnTo>
                    <a:pt x="439715" y="83666"/>
                  </a:lnTo>
                  <a:lnTo>
                    <a:pt x="413522" y="54565"/>
                  </a:lnTo>
                  <a:lnTo>
                    <a:pt x="380375" y="3129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03" name="object 203"/>
            <p:cNvSpPr/>
            <p:nvPr/>
          </p:nvSpPr>
          <p:spPr>
            <a:xfrm>
              <a:off x="7345801" y="5545585"/>
              <a:ext cx="1102360" cy="723900"/>
            </a:xfrm>
            <a:custGeom>
              <a:avLst/>
              <a:gdLst/>
              <a:ahLst/>
              <a:cxnLst/>
              <a:rect l="l" t="t" r="r" b="b"/>
              <a:pathLst>
                <a:path w="1102359" h="723900">
                  <a:moveTo>
                    <a:pt x="873648" y="211906"/>
                  </a:moveTo>
                  <a:lnTo>
                    <a:pt x="845869" y="260721"/>
                  </a:lnTo>
                  <a:lnTo>
                    <a:pt x="825603" y="293617"/>
                  </a:lnTo>
                  <a:lnTo>
                    <a:pt x="804272" y="326129"/>
                  </a:lnTo>
                  <a:lnTo>
                    <a:pt x="782008" y="358082"/>
                  </a:lnTo>
                  <a:lnTo>
                    <a:pt x="759427" y="389105"/>
                  </a:lnTo>
                  <a:lnTo>
                    <a:pt x="725564" y="433338"/>
                  </a:lnTo>
                  <a:lnTo>
                    <a:pt x="703844" y="460568"/>
                  </a:lnTo>
                  <a:lnTo>
                    <a:pt x="873648" y="460568"/>
                  </a:lnTo>
                  <a:lnTo>
                    <a:pt x="873648" y="211906"/>
                  </a:lnTo>
                  <a:close/>
                </a:path>
                <a:path w="1102359" h="723900">
                  <a:moveTo>
                    <a:pt x="871087" y="11929"/>
                  </a:moveTo>
                  <a:lnTo>
                    <a:pt x="1016507" y="11929"/>
                  </a:lnTo>
                  <a:lnTo>
                    <a:pt x="1016507" y="460568"/>
                  </a:lnTo>
                  <a:lnTo>
                    <a:pt x="1101851" y="460568"/>
                  </a:lnTo>
                  <a:lnTo>
                    <a:pt x="1101851" y="577714"/>
                  </a:lnTo>
                  <a:lnTo>
                    <a:pt x="1016507" y="577714"/>
                  </a:lnTo>
                  <a:lnTo>
                    <a:pt x="1016507" y="723637"/>
                  </a:lnTo>
                  <a:lnTo>
                    <a:pt x="873648" y="723637"/>
                  </a:lnTo>
                  <a:lnTo>
                    <a:pt x="873648" y="577714"/>
                  </a:lnTo>
                  <a:lnTo>
                    <a:pt x="563392" y="577714"/>
                  </a:lnTo>
                  <a:lnTo>
                    <a:pt x="563392" y="455115"/>
                  </a:lnTo>
                  <a:lnTo>
                    <a:pt x="584155" y="431490"/>
                  </a:lnTo>
                  <a:lnTo>
                    <a:pt x="605298" y="406781"/>
                  </a:lnTo>
                  <a:lnTo>
                    <a:pt x="648736" y="354116"/>
                  </a:lnTo>
                  <a:lnTo>
                    <a:pt x="692162" y="298460"/>
                  </a:lnTo>
                  <a:lnTo>
                    <a:pt x="734080" y="241197"/>
                  </a:lnTo>
                  <a:lnTo>
                    <a:pt x="773898" y="182936"/>
                  </a:lnTo>
                  <a:lnTo>
                    <a:pt x="810767" y="124300"/>
                  </a:lnTo>
                  <a:lnTo>
                    <a:pt x="843648" y="66798"/>
                  </a:lnTo>
                  <a:lnTo>
                    <a:pt x="858045" y="39033"/>
                  </a:lnTo>
                  <a:lnTo>
                    <a:pt x="871087" y="11929"/>
                  </a:lnTo>
                  <a:close/>
                </a:path>
                <a:path w="1102359" h="723900">
                  <a:moveTo>
                    <a:pt x="243718" y="0"/>
                  </a:moveTo>
                  <a:lnTo>
                    <a:pt x="295038" y="3521"/>
                  </a:lnTo>
                  <a:lnTo>
                    <a:pt x="340735" y="14096"/>
                  </a:lnTo>
                  <a:lnTo>
                    <a:pt x="380375" y="31295"/>
                  </a:lnTo>
                  <a:lnTo>
                    <a:pt x="413522" y="54565"/>
                  </a:lnTo>
                  <a:lnTo>
                    <a:pt x="439715" y="83666"/>
                  </a:lnTo>
                  <a:lnTo>
                    <a:pt x="458845" y="118347"/>
                  </a:lnTo>
                  <a:lnTo>
                    <a:pt x="470573" y="157988"/>
                  </a:lnTo>
                  <a:lnTo>
                    <a:pt x="474482" y="201978"/>
                  </a:lnTo>
                  <a:lnTo>
                    <a:pt x="473547" y="225869"/>
                  </a:lnTo>
                  <a:lnTo>
                    <a:pt x="466008" y="269553"/>
                  </a:lnTo>
                  <a:lnTo>
                    <a:pt x="451201" y="308015"/>
                  </a:lnTo>
                  <a:lnTo>
                    <a:pt x="431104" y="342755"/>
                  </a:lnTo>
                  <a:lnTo>
                    <a:pt x="406174" y="374133"/>
                  </a:lnTo>
                  <a:lnTo>
                    <a:pt x="377220" y="402794"/>
                  </a:lnTo>
                  <a:lnTo>
                    <a:pt x="344792" y="429067"/>
                  </a:lnTo>
                  <a:lnTo>
                    <a:pt x="310830" y="454261"/>
                  </a:lnTo>
                  <a:lnTo>
                    <a:pt x="293369" y="466532"/>
                  </a:lnTo>
                  <a:lnTo>
                    <a:pt x="281558" y="474955"/>
                  </a:lnTo>
                  <a:lnTo>
                    <a:pt x="247406" y="500039"/>
                  </a:lnTo>
                  <a:lnTo>
                    <a:pt x="217213" y="524702"/>
                  </a:lnTo>
                  <a:lnTo>
                    <a:pt x="187072" y="556571"/>
                  </a:lnTo>
                  <a:lnTo>
                    <a:pt x="171724" y="593597"/>
                  </a:lnTo>
                  <a:lnTo>
                    <a:pt x="473476" y="593597"/>
                  </a:lnTo>
                  <a:lnTo>
                    <a:pt x="473476" y="723637"/>
                  </a:lnTo>
                  <a:lnTo>
                    <a:pt x="0" y="723637"/>
                  </a:lnTo>
                  <a:lnTo>
                    <a:pt x="0" y="670035"/>
                  </a:lnTo>
                  <a:lnTo>
                    <a:pt x="4587" y="618227"/>
                  </a:lnTo>
                  <a:lnTo>
                    <a:pt x="18409" y="571999"/>
                  </a:lnTo>
                  <a:lnTo>
                    <a:pt x="39090" y="530803"/>
                  </a:lnTo>
                  <a:lnTo>
                    <a:pt x="64526" y="494074"/>
                  </a:lnTo>
                  <a:lnTo>
                    <a:pt x="93653" y="461570"/>
                  </a:lnTo>
                  <a:lnTo>
                    <a:pt x="125364" y="433029"/>
                  </a:lnTo>
                  <a:lnTo>
                    <a:pt x="157539" y="407776"/>
                  </a:lnTo>
                  <a:lnTo>
                    <a:pt x="203231" y="374086"/>
                  </a:lnTo>
                  <a:lnTo>
                    <a:pt x="217421" y="363294"/>
                  </a:lnTo>
                  <a:lnTo>
                    <a:pt x="254297" y="332285"/>
                  </a:lnTo>
                  <a:lnTo>
                    <a:pt x="282701" y="301989"/>
                  </a:lnTo>
                  <a:lnTo>
                    <a:pt x="306720" y="261295"/>
                  </a:lnTo>
                  <a:lnTo>
                    <a:pt x="314705" y="217371"/>
                  </a:lnTo>
                  <a:lnTo>
                    <a:pt x="313090" y="195934"/>
                  </a:lnTo>
                  <a:lnTo>
                    <a:pt x="288919" y="148388"/>
                  </a:lnTo>
                  <a:lnTo>
                    <a:pt x="234801" y="126508"/>
                  </a:lnTo>
                  <a:lnTo>
                    <a:pt x="209946" y="125050"/>
                  </a:lnTo>
                  <a:lnTo>
                    <a:pt x="164527" y="129611"/>
                  </a:lnTo>
                  <a:lnTo>
                    <a:pt x="120117" y="143292"/>
                  </a:lnTo>
                  <a:lnTo>
                    <a:pt x="76708" y="166094"/>
                  </a:lnTo>
                  <a:lnTo>
                    <a:pt x="34289" y="198013"/>
                  </a:lnTo>
                  <a:lnTo>
                    <a:pt x="34289" y="60030"/>
                  </a:lnTo>
                  <a:lnTo>
                    <a:pt x="82173" y="33733"/>
                  </a:lnTo>
                  <a:lnTo>
                    <a:pt x="133049" y="14977"/>
                  </a:lnTo>
                  <a:lnTo>
                    <a:pt x="186901" y="3740"/>
                  </a:lnTo>
                  <a:lnTo>
                    <a:pt x="243718" y="0"/>
                  </a:lnTo>
                  <a:close/>
                </a:path>
              </a:pathLst>
            </a:custGeom>
            <a:ln w="12191">
              <a:solidFill>
                <a:srgbClr val="000000"/>
              </a:solidFill>
            </a:ln>
          </p:spPr>
          <p:txBody>
            <a:bodyPr wrap="square" lIns="0" tIns="0" rIns="0" bIns="0" rtlCol="0"/>
            <a:lstStyle/>
            <a:p>
              <a:endParaRPr/>
            </a:p>
          </p:txBody>
        </p:sp>
        <p:sp>
          <p:nvSpPr>
            <p:cNvPr id="204" name="object 204"/>
            <p:cNvSpPr/>
            <p:nvPr/>
          </p:nvSpPr>
          <p:spPr>
            <a:xfrm>
              <a:off x="6774180"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05" name="object 205"/>
            <p:cNvSpPr/>
            <p:nvPr/>
          </p:nvSpPr>
          <p:spPr>
            <a:xfrm>
              <a:off x="6620256" y="4905755"/>
              <a:ext cx="2523743" cy="1952244"/>
            </a:xfrm>
            <a:prstGeom prst="rect">
              <a:avLst/>
            </a:prstGeom>
            <a:blipFill>
              <a:blip r:embed="rId87" cstate="print"/>
              <a:stretch>
                <a:fillRect/>
              </a:stretch>
            </a:blipFill>
          </p:spPr>
          <p:txBody>
            <a:bodyPr wrap="square" lIns="0" tIns="0" rIns="0" bIns="0" rtlCol="0"/>
            <a:lstStyle/>
            <a:p>
              <a:endParaRPr/>
            </a:p>
          </p:txBody>
        </p:sp>
        <p:sp>
          <p:nvSpPr>
            <p:cNvPr id="206" name="object 206"/>
            <p:cNvSpPr/>
            <p:nvPr/>
          </p:nvSpPr>
          <p:spPr>
            <a:xfrm>
              <a:off x="6855592"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7" name="object 207"/>
            <p:cNvSpPr/>
            <p:nvPr/>
          </p:nvSpPr>
          <p:spPr>
            <a:xfrm>
              <a:off x="6855592"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08" name="object 208"/>
            <p:cNvSpPr/>
            <p:nvPr/>
          </p:nvSpPr>
          <p:spPr>
            <a:xfrm>
              <a:off x="6661404" y="4927090"/>
              <a:ext cx="2481072" cy="1930908"/>
            </a:xfrm>
            <a:prstGeom prst="rect">
              <a:avLst/>
            </a:prstGeom>
            <a:blipFill>
              <a:blip r:embed="rId88" cstate="print"/>
              <a:stretch>
                <a:fillRect/>
              </a:stretch>
            </a:blipFill>
          </p:spPr>
          <p:txBody>
            <a:bodyPr wrap="square" lIns="0" tIns="0" rIns="0" bIns="0" rtlCol="0"/>
            <a:lstStyle/>
            <a:p>
              <a:endParaRPr/>
            </a:p>
          </p:txBody>
        </p:sp>
        <p:sp>
          <p:nvSpPr>
            <p:cNvPr id="209" name="object 209"/>
            <p:cNvSpPr/>
            <p:nvPr/>
          </p:nvSpPr>
          <p:spPr>
            <a:xfrm>
              <a:off x="7339584" y="5524630"/>
              <a:ext cx="1061720" cy="736600"/>
            </a:xfrm>
            <a:custGeom>
              <a:avLst/>
              <a:gdLst/>
              <a:ahLst/>
              <a:cxnLst/>
              <a:rect l="l" t="t" r="r" b="b"/>
              <a:pathLst>
                <a:path w="1061720" h="736600">
                  <a:moveTo>
                    <a:pt x="614568" y="571237"/>
                  </a:moveTo>
                  <a:lnTo>
                    <a:pt x="614568" y="705255"/>
                  </a:lnTo>
                  <a:lnTo>
                    <a:pt x="651569" y="718721"/>
                  </a:lnTo>
                  <a:lnTo>
                    <a:pt x="692677" y="728335"/>
                  </a:lnTo>
                  <a:lnTo>
                    <a:pt x="737905" y="734101"/>
                  </a:lnTo>
                  <a:lnTo>
                    <a:pt x="787267" y="736021"/>
                  </a:lnTo>
                  <a:lnTo>
                    <a:pt x="847254" y="731757"/>
                  </a:lnTo>
                  <a:lnTo>
                    <a:pt x="900687" y="718964"/>
                  </a:lnTo>
                  <a:lnTo>
                    <a:pt x="947543" y="697641"/>
                  </a:lnTo>
                  <a:lnTo>
                    <a:pt x="987795" y="667786"/>
                  </a:lnTo>
                  <a:lnTo>
                    <a:pt x="1020137" y="631191"/>
                  </a:lnTo>
                  <a:lnTo>
                    <a:pt x="1028631" y="615921"/>
                  </a:lnTo>
                  <a:lnTo>
                    <a:pt x="769863" y="615921"/>
                  </a:lnTo>
                  <a:lnTo>
                    <a:pt x="729289" y="613128"/>
                  </a:lnTo>
                  <a:lnTo>
                    <a:pt x="689872" y="604750"/>
                  </a:lnTo>
                  <a:lnTo>
                    <a:pt x="651627" y="590786"/>
                  </a:lnTo>
                  <a:lnTo>
                    <a:pt x="614568" y="571237"/>
                  </a:lnTo>
                  <a:close/>
                </a:path>
                <a:path w="1061720" h="736600">
                  <a:moveTo>
                    <a:pt x="1044080" y="400501"/>
                  </a:moveTo>
                  <a:lnTo>
                    <a:pt x="752490" y="400501"/>
                  </a:lnTo>
                  <a:lnTo>
                    <a:pt x="806308" y="404730"/>
                  </a:lnTo>
                  <a:lnTo>
                    <a:pt x="848162" y="417418"/>
                  </a:lnTo>
                  <a:lnTo>
                    <a:pt x="878054" y="438564"/>
                  </a:lnTo>
                  <a:lnTo>
                    <a:pt x="895987" y="468168"/>
                  </a:lnTo>
                  <a:lnTo>
                    <a:pt x="901964" y="506230"/>
                  </a:lnTo>
                  <a:lnTo>
                    <a:pt x="899770" y="530219"/>
                  </a:lnTo>
                  <a:lnTo>
                    <a:pt x="882238" y="570296"/>
                  </a:lnTo>
                  <a:lnTo>
                    <a:pt x="847710" y="599306"/>
                  </a:lnTo>
                  <a:lnTo>
                    <a:pt x="799215" y="614075"/>
                  </a:lnTo>
                  <a:lnTo>
                    <a:pt x="769863" y="615921"/>
                  </a:lnTo>
                  <a:lnTo>
                    <a:pt x="1028631" y="615921"/>
                  </a:lnTo>
                  <a:lnTo>
                    <a:pt x="1043235" y="589667"/>
                  </a:lnTo>
                  <a:lnTo>
                    <a:pt x="1057091" y="543211"/>
                  </a:lnTo>
                  <a:lnTo>
                    <a:pt x="1061709" y="491822"/>
                  </a:lnTo>
                  <a:lnTo>
                    <a:pt x="1057831" y="445665"/>
                  </a:lnTo>
                  <a:lnTo>
                    <a:pt x="1046203" y="404472"/>
                  </a:lnTo>
                  <a:lnTo>
                    <a:pt x="1044080" y="400501"/>
                  </a:lnTo>
                  <a:close/>
                </a:path>
                <a:path w="1061720" h="736600">
                  <a:moveTo>
                    <a:pt x="1028943" y="11811"/>
                  </a:moveTo>
                  <a:lnTo>
                    <a:pt x="652272" y="11811"/>
                  </a:lnTo>
                  <a:lnTo>
                    <a:pt x="625480" y="408931"/>
                  </a:lnTo>
                  <a:lnTo>
                    <a:pt x="660413" y="405243"/>
                  </a:lnTo>
                  <a:lnTo>
                    <a:pt x="693214" y="402608"/>
                  </a:lnTo>
                  <a:lnTo>
                    <a:pt x="723900" y="401028"/>
                  </a:lnTo>
                  <a:lnTo>
                    <a:pt x="752490" y="400501"/>
                  </a:lnTo>
                  <a:lnTo>
                    <a:pt x="1044080" y="400501"/>
                  </a:lnTo>
                  <a:lnTo>
                    <a:pt x="1026836" y="368245"/>
                  </a:lnTo>
                  <a:lnTo>
                    <a:pt x="999744" y="336983"/>
                  </a:lnTo>
                  <a:lnTo>
                    <a:pt x="965722" y="311785"/>
                  </a:lnTo>
                  <a:lnTo>
                    <a:pt x="925746" y="293788"/>
                  </a:lnTo>
                  <a:lnTo>
                    <a:pt x="879814" y="282990"/>
                  </a:lnTo>
                  <a:lnTo>
                    <a:pt x="870993" y="282378"/>
                  </a:lnTo>
                  <a:lnTo>
                    <a:pt x="762000" y="282378"/>
                  </a:lnTo>
                  <a:lnTo>
                    <a:pt x="771906" y="139921"/>
                  </a:lnTo>
                  <a:lnTo>
                    <a:pt x="1028943" y="139921"/>
                  </a:lnTo>
                  <a:lnTo>
                    <a:pt x="1028943" y="11811"/>
                  </a:lnTo>
                  <a:close/>
                </a:path>
                <a:path w="1061720" h="736600">
                  <a:moveTo>
                    <a:pt x="827928" y="279391"/>
                  </a:moveTo>
                  <a:lnTo>
                    <a:pt x="813366" y="279579"/>
                  </a:lnTo>
                  <a:lnTo>
                    <a:pt x="797524" y="280140"/>
                  </a:lnTo>
                  <a:lnTo>
                    <a:pt x="780402" y="281073"/>
                  </a:lnTo>
                  <a:lnTo>
                    <a:pt x="762000" y="282378"/>
                  </a:lnTo>
                  <a:lnTo>
                    <a:pt x="870993" y="282378"/>
                  </a:lnTo>
                  <a:lnTo>
                    <a:pt x="827928" y="279391"/>
                  </a:lnTo>
                  <a:close/>
                </a:path>
                <a:path w="1061720" h="736600">
                  <a:moveTo>
                    <a:pt x="461220" y="125025"/>
                  </a:moveTo>
                  <a:lnTo>
                    <a:pt x="209946" y="125025"/>
                  </a:lnTo>
                  <a:lnTo>
                    <a:pt x="234801" y="126485"/>
                  </a:lnTo>
                  <a:lnTo>
                    <a:pt x="256245" y="130862"/>
                  </a:lnTo>
                  <a:lnTo>
                    <a:pt x="300188" y="161417"/>
                  </a:lnTo>
                  <a:lnTo>
                    <a:pt x="314706" y="217358"/>
                  </a:lnTo>
                  <a:lnTo>
                    <a:pt x="314208" y="228845"/>
                  </a:lnTo>
                  <a:lnTo>
                    <a:pt x="302285" y="271550"/>
                  </a:lnTo>
                  <a:lnTo>
                    <a:pt x="274155" y="312041"/>
                  </a:lnTo>
                  <a:lnTo>
                    <a:pt x="242956" y="342424"/>
                  </a:lnTo>
                  <a:lnTo>
                    <a:pt x="203210" y="374121"/>
                  </a:lnTo>
                  <a:lnTo>
                    <a:pt x="173018" y="396111"/>
                  </a:lnTo>
                  <a:lnTo>
                    <a:pt x="157528" y="407763"/>
                  </a:lnTo>
                  <a:lnTo>
                    <a:pt x="125364" y="433017"/>
                  </a:lnTo>
                  <a:lnTo>
                    <a:pt x="93653" y="461553"/>
                  </a:lnTo>
                  <a:lnTo>
                    <a:pt x="64526" y="494062"/>
                  </a:lnTo>
                  <a:lnTo>
                    <a:pt x="39079" y="530792"/>
                  </a:lnTo>
                  <a:lnTo>
                    <a:pt x="18409" y="571987"/>
                  </a:lnTo>
                  <a:lnTo>
                    <a:pt x="4587" y="618215"/>
                  </a:lnTo>
                  <a:lnTo>
                    <a:pt x="0" y="670023"/>
                  </a:lnTo>
                  <a:lnTo>
                    <a:pt x="0" y="723613"/>
                  </a:lnTo>
                  <a:lnTo>
                    <a:pt x="473598" y="723613"/>
                  </a:lnTo>
                  <a:lnTo>
                    <a:pt x="473598" y="593585"/>
                  </a:lnTo>
                  <a:lnTo>
                    <a:pt x="171693" y="593585"/>
                  </a:lnTo>
                  <a:lnTo>
                    <a:pt x="172318" y="586539"/>
                  </a:lnTo>
                  <a:lnTo>
                    <a:pt x="193376" y="548719"/>
                  </a:lnTo>
                  <a:lnTo>
                    <a:pt x="226626" y="516524"/>
                  </a:lnTo>
                  <a:lnTo>
                    <a:pt x="258565" y="491687"/>
                  </a:lnTo>
                  <a:lnTo>
                    <a:pt x="293370" y="466523"/>
                  </a:lnTo>
                  <a:lnTo>
                    <a:pt x="310830" y="454246"/>
                  </a:lnTo>
                  <a:lnTo>
                    <a:pt x="327968" y="441757"/>
                  </a:lnTo>
                  <a:lnTo>
                    <a:pt x="361309" y="416134"/>
                  </a:lnTo>
                  <a:lnTo>
                    <a:pt x="392174" y="388778"/>
                  </a:lnTo>
                  <a:lnTo>
                    <a:pt x="419221" y="358807"/>
                  </a:lnTo>
                  <a:lnTo>
                    <a:pt x="441773" y="325805"/>
                  </a:lnTo>
                  <a:lnTo>
                    <a:pt x="459364" y="289322"/>
                  </a:lnTo>
                  <a:lnTo>
                    <a:pt x="470729" y="248376"/>
                  </a:lnTo>
                  <a:lnTo>
                    <a:pt x="474482" y="201966"/>
                  </a:lnTo>
                  <a:lnTo>
                    <a:pt x="473504" y="179427"/>
                  </a:lnTo>
                  <a:lnTo>
                    <a:pt x="470573" y="157975"/>
                  </a:lnTo>
                  <a:lnTo>
                    <a:pt x="465686" y="137612"/>
                  </a:lnTo>
                  <a:lnTo>
                    <a:pt x="461220" y="125025"/>
                  </a:lnTo>
                  <a:close/>
                </a:path>
                <a:path w="1061720" h="736600">
                  <a:moveTo>
                    <a:pt x="243718" y="0"/>
                  </a:moveTo>
                  <a:lnTo>
                    <a:pt x="186901" y="3741"/>
                  </a:lnTo>
                  <a:lnTo>
                    <a:pt x="133049" y="14982"/>
                  </a:lnTo>
                  <a:lnTo>
                    <a:pt x="82173" y="33749"/>
                  </a:lnTo>
                  <a:lnTo>
                    <a:pt x="34290" y="60066"/>
                  </a:lnTo>
                  <a:lnTo>
                    <a:pt x="34290" y="198001"/>
                  </a:lnTo>
                  <a:lnTo>
                    <a:pt x="76695" y="166080"/>
                  </a:lnTo>
                  <a:lnTo>
                    <a:pt x="120106" y="143274"/>
                  </a:lnTo>
                  <a:lnTo>
                    <a:pt x="164523" y="129588"/>
                  </a:lnTo>
                  <a:lnTo>
                    <a:pt x="209946" y="125025"/>
                  </a:lnTo>
                  <a:lnTo>
                    <a:pt x="461220" y="125025"/>
                  </a:lnTo>
                  <a:lnTo>
                    <a:pt x="458845" y="118335"/>
                  </a:lnTo>
                  <a:lnTo>
                    <a:pt x="439715" y="83660"/>
                  </a:lnTo>
                  <a:lnTo>
                    <a:pt x="413522" y="54601"/>
                  </a:lnTo>
                  <a:lnTo>
                    <a:pt x="380420"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10" name="object 210"/>
            <p:cNvSpPr/>
            <p:nvPr/>
          </p:nvSpPr>
          <p:spPr>
            <a:xfrm>
              <a:off x="7339583" y="5524630"/>
              <a:ext cx="1061720" cy="736600"/>
            </a:xfrm>
            <a:custGeom>
              <a:avLst/>
              <a:gdLst/>
              <a:ahLst/>
              <a:cxnLst/>
              <a:rect l="l" t="t" r="r" b="b"/>
              <a:pathLst>
                <a:path w="1061720" h="736600">
                  <a:moveTo>
                    <a:pt x="652271" y="11810"/>
                  </a:moveTo>
                  <a:lnTo>
                    <a:pt x="1028943" y="11810"/>
                  </a:lnTo>
                  <a:lnTo>
                    <a:pt x="1028943" y="139921"/>
                  </a:lnTo>
                  <a:lnTo>
                    <a:pt x="771905" y="139921"/>
                  </a:lnTo>
                  <a:lnTo>
                    <a:pt x="761999" y="282378"/>
                  </a:lnTo>
                  <a:lnTo>
                    <a:pt x="780402" y="281073"/>
                  </a:lnTo>
                  <a:lnTo>
                    <a:pt x="797524" y="280140"/>
                  </a:lnTo>
                  <a:lnTo>
                    <a:pt x="813366" y="279579"/>
                  </a:lnTo>
                  <a:lnTo>
                    <a:pt x="827928" y="279391"/>
                  </a:lnTo>
                  <a:lnTo>
                    <a:pt x="879814" y="282990"/>
                  </a:lnTo>
                  <a:lnTo>
                    <a:pt x="925746" y="293788"/>
                  </a:lnTo>
                  <a:lnTo>
                    <a:pt x="965722" y="311785"/>
                  </a:lnTo>
                  <a:lnTo>
                    <a:pt x="999743" y="336983"/>
                  </a:lnTo>
                  <a:lnTo>
                    <a:pt x="1026836" y="368245"/>
                  </a:lnTo>
                  <a:lnTo>
                    <a:pt x="1046203" y="404472"/>
                  </a:lnTo>
                  <a:lnTo>
                    <a:pt x="1057831" y="445665"/>
                  </a:lnTo>
                  <a:lnTo>
                    <a:pt x="1061709" y="491822"/>
                  </a:lnTo>
                  <a:lnTo>
                    <a:pt x="1057091" y="543211"/>
                  </a:lnTo>
                  <a:lnTo>
                    <a:pt x="1043235" y="589667"/>
                  </a:lnTo>
                  <a:lnTo>
                    <a:pt x="1020137" y="631191"/>
                  </a:lnTo>
                  <a:lnTo>
                    <a:pt x="987795" y="667786"/>
                  </a:lnTo>
                  <a:lnTo>
                    <a:pt x="947543" y="697641"/>
                  </a:lnTo>
                  <a:lnTo>
                    <a:pt x="900687" y="718964"/>
                  </a:lnTo>
                  <a:lnTo>
                    <a:pt x="847253" y="731757"/>
                  </a:lnTo>
                  <a:lnTo>
                    <a:pt x="787267" y="736021"/>
                  </a:lnTo>
                  <a:lnTo>
                    <a:pt x="737905" y="734100"/>
                  </a:lnTo>
                  <a:lnTo>
                    <a:pt x="692677" y="728335"/>
                  </a:lnTo>
                  <a:lnTo>
                    <a:pt x="651569" y="718721"/>
                  </a:lnTo>
                  <a:lnTo>
                    <a:pt x="614568" y="705255"/>
                  </a:lnTo>
                  <a:lnTo>
                    <a:pt x="614568" y="571237"/>
                  </a:lnTo>
                  <a:lnTo>
                    <a:pt x="651627" y="590786"/>
                  </a:lnTo>
                  <a:lnTo>
                    <a:pt x="689872" y="604750"/>
                  </a:lnTo>
                  <a:lnTo>
                    <a:pt x="729289" y="613128"/>
                  </a:lnTo>
                  <a:lnTo>
                    <a:pt x="769863" y="615921"/>
                  </a:lnTo>
                  <a:lnTo>
                    <a:pt x="799215" y="614075"/>
                  </a:lnTo>
                  <a:lnTo>
                    <a:pt x="847710" y="599306"/>
                  </a:lnTo>
                  <a:lnTo>
                    <a:pt x="882238" y="570296"/>
                  </a:lnTo>
                  <a:lnTo>
                    <a:pt x="899770" y="530219"/>
                  </a:lnTo>
                  <a:lnTo>
                    <a:pt x="901964" y="506230"/>
                  </a:lnTo>
                  <a:lnTo>
                    <a:pt x="895987" y="468168"/>
                  </a:lnTo>
                  <a:lnTo>
                    <a:pt x="878054" y="438563"/>
                  </a:lnTo>
                  <a:lnTo>
                    <a:pt x="848162" y="417418"/>
                  </a:lnTo>
                  <a:lnTo>
                    <a:pt x="806308" y="404730"/>
                  </a:lnTo>
                  <a:lnTo>
                    <a:pt x="752490" y="400501"/>
                  </a:lnTo>
                  <a:lnTo>
                    <a:pt x="723900" y="401028"/>
                  </a:lnTo>
                  <a:lnTo>
                    <a:pt x="693214" y="402608"/>
                  </a:lnTo>
                  <a:lnTo>
                    <a:pt x="660413" y="405243"/>
                  </a:lnTo>
                  <a:lnTo>
                    <a:pt x="625480" y="408931"/>
                  </a:lnTo>
                  <a:lnTo>
                    <a:pt x="652271" y="11810"/>
                  </a:lnTo>
                  <a:close/>
                </a:path>
                <a:path w="1061720" h="736600">
                  <a:moveTo>
                    <a:pt x="243718" y="0"/>
                  </a:moveTo>
                  <a:lnTo>
                    <a:pt x="295038" y="3521"/>
                  </a:lnTo>
                  <a:lnTo>
                    <a:pt x="340735" y="14096"/>
                  </a:lnTo>
                  <a:lnTo>
                    <a:pt x="380420" y="31255"/>
                  </a:lnTo>
                  <a:lnTo>
                    <a:pt x="413522" y="54601"/>
                  </a:lnTo>
                  <a:lnTo>
                    <a:pt x="439715" y="83660"/>
                  </a:lnTo>
                  <a:lnTo>
                    <a:pt x="458845" y="118335"/>
                  </a:lnTo>
                  <a:lnTo>
                    <a:pt x="470573" y="157975"/>
                  </a:lnTo>
                  <a:lnTo>
                    <a:pt x="474482" y="201966"/>
                  </a:lnTo>
                  <a:lnTo>
                    <a:pt x="473547" y="225855"/>
                  </a:lnTo>
                  <a:lnTo>
                    <a:pt x="466008" y="269530"/>
                  </a:lnTo>
                  <a:lnTo>
                    <a:pt x="451201" y="307997"/>
                  </a:lnTo>
                  <a:lnTo>
                    <a:pt x="431104" y="342743"/>
                  </a:lnTo>
                  <a:lnTo>
                    <a:pt x="406174" y="374121"/>
                  </a:lnTo>
                  <a:lnTo>
                    <a:pt x="377220" y="402781"/>
                  </a:lnTo>
                  <a:lnTo>
                    <a:pt x="344792" y="429054"/>
                  </a:lnTo>
                  <a:lnTo>
                    <a:pt x="310830" y="454246"/>
                  </a:lnTo>
                  <a:lnTo>
                    <a:pt x="293369" y="466523"/>
                  </a:lnTo>
                  <a:lnTo>
                    <a:pt x="281558" y="474944"/>
                  </a:lnTo>
                  <a:lnTo>
                    <a:pt x="247406" y="500015"/>
                  </a:lnTo>
                  <a:lnTo>
                    <a:pt x="217248" y="524680"/>
                  </a:lnTo>
                  <a:lnTo>
                    <a:pt x="187125" y="556553"/>
                  </a:lnTo>
                  <a:lnTo>
                    <a:pt x="171693" y="593585"/>
                  </a:lnTo>
                  <a:lnTo>
                    <a:pt x="473598" y="593585"/>
                  </a:lnTo>
                  <a:lnTo>
                    <a:pt x="473598" y="723613"/>
                  </a:lnTo>
                  <a:lnTo>
                    <a:pt x="0" y="723613"/>
                  </a:lnTo>
                  <a:lnTo>
                    <a:pt x="0" y="670023"/>
                  </a:lnTo>
                  <a:lnTo>
                    <a:pt x="4587" y="618215"/>
                  </a:lnTo>
                  <a:lnTo>
                    <a:pt x="18409" y="571987"/>
                  </a:lnTo>
                  <a:lnTo>
                    <a:pt x="39079" y="530792"/>
                  </a:lnTo>
                  <a:lnTo>
                    <a:pt x="64526" y="494062"/>
                  </a:lnTo>
                  <a:lnTo>
                    <a:pt x="93653" y="461553"/>
                  </a:lnTo>
                  <a:lnTo>
                    <a:pt x="125364" y="433017"/>
                  </a:lnTo>
                  <a:lnTo>
                    <a:pt x="157528" y="407763"/>
                  </a:lnTo>
                  <a:lnTo>
                    <a:pt x="203282" y="374069"/>
                  </a:lnTo>
                  <a:lnTo>
                    <a:pt x="217467" y="363275"/>
                  </a:lnTo>
                  <a:lnTo>
                    <a:pt x="254297" y="332266"/>
                  </a:lnTo>
                  <a:lnTo>
                    <a:pt x="282701" y="301977"/>
                  </a:lnTo>
                  <a:lnTo>
                    <a:pt x="306720" y="261283"/>
                  </a:lnTo>
                  <a:lnTo>
                    <a:pt x="314705" y="217358"/>
                  </a:lnTo>
                  <a:lnTo>
                    <a:pt x="313090" y="195921"/>
                  </a:lnTo>
                  <a:lnTo>
                    <a:pt x="288919" y="148352"/>
                  </a:lnTo>
                  <a:lnTo>
                    <a:pt x="234801" y="126485"/>
                  </a:lnTo>
                  <a:lnTo>
                    <a:pt x="209946" y="125025"/>
                  </a:lnTo>
                  <a:lnTo>
                    <a:pt x="164523" y="129588"/>
                  </a:lnTo>
                  <a:lnTo>
                    <a:pt x="120106" y="143274"/>
                  </a:lnTo>
                  <a:lnTo>
                    <a:pt x="76695"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11" name="object 211"/>
            <p:cNvSpPr/>
            <p:nvPr/>
          </p:nvSpPr>
          <p:spPr>
            <a:xfrm>
              <a:off x="6778752" y="5230367"/>
              <a:ext cx="2218944" cy="1345692"/>
            </a:xfrm>
            <a:prstGeom prst="rect">
              <a:avLst/>
            </a:prstGeom>
            <a:blipFill>
              <a:blip r:embed="rId89" cstate="print"/>
              <a:stretch>
                <a:fillRect/>
              </a:stretch>
            </a:blipFill>
          </p:spPr>
          <p:txBody>
            <a:bodyPr wrap="square" lIns="0" tIns="0" rIns="0" bIns="0" rtlCol="0"/>
            <a:lstStyle/>
            <a:p>
              <a:endParaRPr/>
            </a:p>
          </p:txBody>
        </p:sp>
        <p:sp>
          <p:nvSpPr>
            <p:cNvPr id="212" name="object 212"/>
            <p:cNvSpPr/>
            <p:nvPr/>
          </p:nvSpPr>
          <p:spPr>
            <a:xfrm>
              <a:off x="6624828" y="4911850"/>
              <a:ext cx="2519171" cy="1946147"/>
            </a:xfrm>
            <a:prstGeom prst="rect">
              <a:avLst/>
            </a:prstGeom>
            <a:blipFill>
              <a:blip r:embed="rId90" cstate="print"/>
              <a:stretch>
                <a:fillRect/>
              </a:stretch>
            </a:blipFill>
          </p:spPr>
          <p:txBody>
            <a:bodyPr wrap="square" lIns="0" tIns="0" rIns="0" bIns="0" rtlCol="0"/>
            <a:lstStyle/>
            <a:p>
              <a:endParaRPr/>
            </a:p>
          </p:txBody>
        </p:sp>
        <p:sp>
          <p:nvSpPr>
            <p:cNvPr id="213" name="object 213"/>
            <p:cNvSpPr/>
            <p:nvPr/>
          </p:nvSpPr>
          <p:spPr>
            <a:xfrm>
              <a:off x="6860042" y="5290565"/>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36"/>
                  </a:lnTo>
                  <a:lnTo>
                    <a:pt x="4719" y="998393"/>
                  </a:lnTo>
                  <a:lnTo>
                    <a:pt x="18257" y="1042036"/>
                  </a:lnTo>
                  <a:lnTo>
                    <a:pt x="39683" y="1081531"/>
                  </a:lnTo>
                  <a:lnTo>
                    <a:pt x="68065" y="1115941"/>
                  </a:lnTo>
                  <a:lnTo>
                    <a:pt x="102472" y="1144332"/>
                  </a:lnTo>
                  <a:lnTo>
                    <a:pt x="141973" y="1165769"/>
                  </a:lnTo>
                  <a:lnTo>
                    <a:pt x="185636" y="1179317"/>
                  </a:lnTo>
                  <a:lnTo>
                    <a:pt x="232531" y="1184041"/>
                  </a:lnTo>
                  <a:lnTo>
                    <a:pt x="1824868" y="1184041"/>
                  </a:lnTo>
                  <a:lnTo>
                    <a:pt x="1871719" y="1179317"/>
                  </a:lnTo>
                  <a:lnTo>
                    <a:pt x="1915362" y="1165769"/>
                  </a:lnTo>
                  <a:lnTo>
                    <a:pt x="1954860" y="1144332"/>
                  </a:lnTo>
                  <a:lnTo>
                    <a:pt x="1989277" y="1115941"/>
                  </a:lnTo>
                  <a:lnTo>
                    <a:pt x="2017676" y="1081531"/>
                  </a:lnTo>
                  <a:lnTo>
                    <a:pt x="2039120" y="1042036"/>
                  </a:lnTo>
                  <a:lnTo>
                    <a:pt x="2052674" y="998393"/>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14" name="object 214"/>
            <p:cNvSpPr/>
            <p:nvPr/>
          </p:nvSpPr>
          <p:spPr>
            <a:xfrm>
              <a:off x="6860042" y="5290565"/>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3"/>
                  </a:lnTo>
                  <a:lnTo>
                    <a:pt x="2039120" y="1042036"/>
                  </a:lnTo>
                  <a:lnTo>
                    <a:pt x="2017676" y="1081531"/>
                  </a:lnTo>
                  <a:lnTo>
                    <a:pt x="1989277" y="1115941"/>
                  </a:lnTo>
                  <a:lnTo>
                    <a:pt x="1954860" y="1144332"/>
                  </a:lnTo>
                  <a:lnTo>
                    <a:pt x="1915362" y="1165769"/>
                  </a:lnTo>
                  <a:lnTo>
                    <a:pt x="1871719" y="1179317"/>
                  </a:lnTo>
                  <a:lnTo>
                    <a:pt x="1824868" y="1184041"/>
                  </a:lnTo>
                  <a:lnTo>
                    <a:pt x="232531" y="1184041"/>
                  </a:lnTo>
                  <a:lnTo>
                    <a:pt x="185636" y="1179317"/>
                  </a:lnTo>
                  <a:lnTo>
                    <a:pt x="141973" y="1165769"/>
                  </a:lnTo>
                  <a:lnTo>
                    <a:pt x="102472" y="1144332"/>
                  </a:lnTo>
                  <a:lnTo>
                    <a:pt x="68065" y="1115941"/>
                  </a:lnTo>
                  <a:lnTo>
                    <a:pt x="39683" y="1081531"/>
                  </a:lnTo>
                  <a:lnTo>
                    <a:pt x="18257" y="1042036"/>
                  </a:lnTo>
                  <a:lnTo>
                    <a:pt x="4719" y="998393"/>
                  </a:lnTo>
                  <a:lnTo>
                    <a:pt x="0" y="951536"/>
                  </a:lnTo>
                  <a:lnTo>
                    <a:pt x="0" y="232541"/>
                  </a:lnTo>
                  <a:close/>
                </a:path>
              </a:pathLst>
            </a:custGeom>
            <a:ln w="76199">
              <a:solidFill>
                <a:srgbClr val="00AF50"/>
              </a:solidFill>
            </a:ln>
          </p:spPr>
          <p:txBody>
            <a:bodyPr wrap="square" lIns="0" tIns="0" rIns="0" bIns="0" rtlCol="0"/>
            <a:lstStyle/>
            <a:p>
              <a:endParaRPr/>
            </a:p>
          </p:txBody>
        </p:sp>
        <p:sp>
          <p:nvSpPr>
            <p:cNvPr id="215" name="object 215"/>
            <p:cNvSpPr/>
            <p:nvPr/>
          </p:nvSpPr>
          <p:spPr>
            <a:xfrm>
              <a:off x="6665976" y="4933187"/>
              <a:ext cx="2478024" cy="1924811"/>
            </a:xfrm>
            <a:prstGeom prst="rect">
              <a:avLst/>
            </a:prstGeom>
            <a:blipFill>
              <a:blip r:embed="rId91" cstate="print"/>
              <a:stretch>
                <a:fillRect/>
              </a:stretch>
            </a:blipFill>
          </p:spPr>
          <p:txBody>
            <a:bodyPr wrap="square" lIns="0" tIns="0" rIns="0" bIns="0" rtlCol="0"/>
            <a:lstStyle/>
            <a:p>
              <a:endParaRPr/>
            </a:p>
          </p:txBody>
        </p:sp>
        <p:sp>
          <p:nvSpPr>
            <p:cNvPr id="216" name="object 216"/>
            <p:cNvSpPr/>
            <p:nvPr/>
          </p:nvSpPr>
          <p:spPr>
            <a:xfrm>
              <a:off x="7344034" y="5530845"/>
              <a:ext cx="1095375" cy="736600"/>
            </a:xfrm>
            <a:custGeom>
              <a:avLst/>
              <a:gdLst/>
              <a:ahLst/>
              <a:cxnLst/>
              <a:rect l="l" t="t" r="r" b="b"/>
              <a:pathLst>
                <a:path w="1095375" h="736600">
                  <a:moveTo>
                    <a:pt x="916289" y="0"/>
                  </a:moveTo>
                  <a:lnTo>
                    <a:pt x="845549" y="7240"/>
                  </a:lnTo>
                  <a:lnTo>
                    <a:pt x="782330" y="28956"/>
                  </a:lnTo>
                  <a:lnTo>
                    <a:pt x="727130" y="64052"/>
                  </a:lnTo>
                  <a:lnTo>
                    <a:pt x="680709" y="111133"/>
                  </a:lnTo>
                  <a:lnTo>
                    <a:pt x="643649" y="169636"/>
                  </a:lnTo>
                  <a:lnTo>
                    <a:pt x="616214" y="238935"/>
                  </a:lnTo>
                  <a:lnTo>
                    <a:pt x="606372" y="277351"/>
                  </a:lnTo>
                  <a:lnTo>
                    <a:pt x="599343" y="317909"/>
                  </a:lnTo>
                  <a:lnTo>
                    <a:pt x="595125" y="360610"/>
                  </a:lnTo>
                  <a:lnTo>
                    <a:pt x="593724" y="405610"/>
                  </a:lnTo>
                  <a:lnTo>
                    <a:pt x="594795" y="443391"/>
                  </a:lnTo>
                  <a:lnTo>
                    <a:pt x="603428" y="513128"/>
                  </a:lnTo>
                  <a:lnTo>
                    <a:pt x="620641" y="574502"/>
                  </a:lnTo>
                  <a:lnTo>
                    <a:pt x="645737" y="626495"/>
                  </a:lnTo>
                  <a:lnTo>
                    <a:pt x="678450" y="668876"/>
                  </a:lnTo>
                  <a:lnTo>
                    <a:pt x="718505" y="701263"/>
                  </a:lnTo>
                  <a:lnTo>
                    <a:pt x="765798" y="723457"/>
                  </a:lnTo>
                  <a:lnTo>
                    <a:pt x="819519" y="734626"/>
                  </a:lnTo>
                  <a:lnTo>
                    <a:pt x="848746" y="736021"/>
                  </a:lnTo>
                  <a:lnTo>
                    <a:pt x="875059" y="734825"/>
                  </a:lnTo>
                  <a:lnTo>
                    <a:pt x="924441" y="725266"/>
                  </a:lnTo>
                  <a:lnTo>
                    <a:pt x="969350" y="706455"/>
                  </a:lnTo>
                  <a:lnTo>
                    <a:pt x="1008357" y="680148"/>
                  </a:lnTo>
                  <a:lnTo>
                    <a:pt x="1040999" y="646785"/>
                  </a:lnTo>
                  <a:lnTo>
                    <a:pt x="1061514" y="615897"/>
                  </a:lnTo>
                  <a:lnTo>
                    <a:pt x="848746" y="615897"/>
                  </a:lnTo>
                  <a:lnTo>
                    <a:pt x="838329" y="615278"/>
                  </a:lnTo>
                  <a:lnTo>
                    <a:pt x="801629" y="600560"/>
                  </a:lnTo>
                  <a:lnTo>
                    <a:pt x="774093" y="570003"/>
                  </a:lnTo>
                  <a:lnTo>
                    <a:pt x="757405" y="527341"/>
                  </a:lnTo>
                  <a:lnTo>
                    <a:pt x="753496" y="489834"/>
                  </a:lnTo>
                  <a:lnTo>
                    <a:pt x="753922" y="478186"/>
                  </a:lnTo>
                  <a:lnTo>
                    <a:pt x="763911" y="436928"/>
                  </a:lnTo>
                  <a:lnTo>
                    <a:pt x="785770" y="405610"/>
                  </a:lnTo>
                  <a:lnTo>
                    <a:pt x="827440" y="384108"/>
                  </a:lnTo>
                  <a:lnTo>
                    <a:pt x="847862" y="382118"/>
                  </a:lnTo>
                  <a:lnTo>
                    <a:pt x="1075409" y="382118"/>
                  </a:lnTo>
                  <a:lnTo>
                    <a:pt x="1073371" y="376899"/>
                  </a:lnTo>
                  <a:lnTo>
                    <a:pt x="1064312" y="358735"/>
                  </a:lnTo>
                  <a:lnTo>
                    <a:pt x="1053829" y="342032"/>
                  </a:lnTo>
                  <a:lnTo>
                    <a:pt x="1049084" y="335971"/>
                  </a:lnTo>
                  <a:lnTo>
                    <a:pt x="748527" y="335971"/>
                  </a:lnTo>
                  <a:lnTo>
                    <a:pt x="749768" y="311972"/>
                  </a:lnTo>
                  <a:lnTo>
                    <a:pt x="756821" y="267425"/>
                  </a:lnTo>
                  <a:lnTo>
                    <a:pt x="769825" y="227623"/>
                  </a:lnTo>
                  <a:lnTo>
                    <a:pt x="787967" y="193501"/>
                  </a:lnTo>
                  <a:lnTo>
                    <a:pt x="824297" y="153565"/>
                  </a:lnTo>
                  <a:lnTo>
                    <a:pt x="870843" y="128221"/>
                  </a:lnTo>
                  <a:lnTo>
                    <a:pt x="926195" y="119563"/>
                  </a:lnTo>
                  <a:lnTo>
                    <a:pt x="1044305" y="119563"/>
                  </a:lnTo>
                  <a:lnTo>
                    <a:pt x="1044305" y="19312"/>
                  </a:lnTo>
                  <a:lnTo>
                    <a:pt x="1019159" y="10829"/>
                  </a:lnTo>
                  <a:lnTo>
                    <a:pt x="989441" y="4798"/>
                  </a:lnTo>
                  <a:lnTo>
                    <a:pt x="955151" y="1195"/>
                  </a:lnTo>
                  <a:lnTo>
                    <a:pt x="916289" y="0"/>
                  </a:lnTo>
                  <a:close/>
                </a:path>
                <a:path w="1095375" h="736600">
                  <a:moveTo>
                    <a:pt x="1075409" y="382118"/>
                  </a:moveTo>
                  <a:lnTo>
                    <a:pt x="847862" y="382118"/>
                  </a:lnTo>
                  <a:lnTo>
                    <a:pt x="888867" y="389286"/>
                  </a:lnTo>
                  <a:lnTo>
                    <a:pt x="918156" y="410787"/>
                  </a:lnTo>
                  <a:lnTo>
                    <a:pt x="935730" y="446618"/>
                  </a:lnTo>
                  <a:lnTo>
                    <a:pt x="941588" y="496775"/>
                  </a:lnTo>
                  <a:lnTo>
                    <a:pt x="941182" y="509665"/>
                  </a:lnTo>
                  <a:lnTo>
                    <a:pt x="931514" y="555809"/>
                  </a:lnTo>
                  <a:lnTo>
                    <a:pt x="910151" y="590278"/>
                  </a:lnTo>
                  <a:lnTo>
                    <a:pt x="869019" y="613727"/>
                  </a:lnTo>
                  <a:lnTo>
                    <a:pt x="848746" y="615897"/>
                  </a:lnTo>
                  <a:lnTo>
                    <a:pt x="1061514" y="615897"/>
                  </a:lnTo>
                  <a:lnTo>
                    <a:pt x="1084655" y="561866"/>
                  </a:lnTo>
                  <a:lnTo>
                    <a:pt x="1093849" y="512729"/>
                  </a:lnTo>
                  <a:lnTo>
                    <a:pt x="1094994" y="486857"/>
                  </a:lnTo>
                  <a:lnTo>
                    <a:pt x="1094115" y="462593"/>
                  </a:lnTo>
                  <a:lnTo>
                    <a:pt x="1091488" y="439450"/>
                  </a:lnTo>
                  <a:lnTo>
                    <a:pt x="1087124" y="417427"/>
                  </a:lnTo>
                  <a:lnTo>
                    <a:pt x="1081034" y="396526"/>
                  </a:lnTo>
                  <a:lnTo>
                    <a:pt x="1075409" y="382118"/>
                  </a:lnTo>
                  <a:close/>
                </a:path>
                <a:path w="1095375" h="736600">
                  <a:moveTo>
                    <a:pt x="900927" y="265986"/>
                  </a:moveTo>
                  <a:lnTo>
                    <a:pt x="854521" y="270360"/>
                  </a:lnTo>
                  <a:lnTo>
                    <a:pt x="814143" y="283481"/>
                  </a:lnTo>
                  <a:lnTo>
                    <a:pt x="779789" y="305351"/>
                  </a:lnTo>
                  <a:lnTo>
                    <a:pt x="751453" y="335971"/>
                  </a:lnTo>
                  <a:lnTo>
                    <a:pt x="1049084" y="335971"/>
                  </a:lnTo>
                  <a:lnTo>
                    <a:pt x="1013974" y="301043"/>
                  </a:lnTo>
                  <a:lnTo>
                    <a:pt x="980815" y="281869"/>
                  </a:lnTo>
                  <a:lnTo>
                    <a:pt x="942975" y="269954"/>
                  </a:lnTo>
                  <a:lnTo>
                    <a:pt x="900927" y="265986"/>
                  </a:lnTo>
                  <a:close/>
                </a:path>
                <a:path w="1095375" h="736600">
                  <a:moveTo>
                    <a:pt x="1044305" y="119563"/>
                  </a:moveTo>
                  <a:lnTo>
                    <a:pt x="926195" y="119563"/>
                  </a:lnTo>
                  <a:lnTo>
                    <a:pt x="957582" y="121487"/>
                  </a:lnTo>
                  <a:lnTo>
                    <a:pt x="987731" y="127257"/>
                  </a:lnTo>
                  <a:lnTo>
                    <a:pt x="1016639" y="136871"/>
                  </a:lnTo>
                  <a:lnTo>
                    <a:pt x="1044305" y="150327"/>
                  </a:lnTo>
                  <a:lnTo>
                    <a:pt x="1044305" y="119563"/>
                  </a:lnTo>
                  <a:close/>
                </a:path>
                <a:path w="1095375" h="736600">
                  <a:moveTo>
                    <a:pt x="461228" y="125028"/>
                  </a:moveTo>
                  <a:lnTo>
                    <a:pt x="209915" y="125028"/>
                  </a:lnTo>
                  <a:lnTo>
                    <a:pt x="234784" y="126484"/>
                  </a:lnTo>
                  <a:lnTo>
                    <a:pt x="256230" y="130854"/>
                  </a:lnTo>
                  <a:lnTo>
                    <a:pt x="300188" y="161408"/>
                  </a:lnTo>
                  <a:lnTo>
                    <a:pt x="314706" y="217337"/>
                  </a:lnTo>
                  <a:lnTo>
                    <a:pt x="314203" y="228836"/>
                  </a:lnTo>
                  <a:lnTo>
                    <a:pt x="302255" y="271536"/>
                  </a:lnTo>
                  <a:lnTo>
                    <a:pt x="274151" y="312036"/>
                  </a:lnTo>
                  <a:lnTo>
                    <a:pt x="242956" y="342424"/>
                  </a:lnTo>
                  <a:lnTo>
                    <a:pt x="203162" y="374112"/>
                  </a:lnTo>
                  <a:lnTo>
                    <a:pt x="173018" y="396103"/>
                  </a:lnTo>
                  <a:lnTo>
                    <a:pt x="157524" y="407748"/>
                  </a:lnTo>
                  <a:lnTo>
                    <a:pt x="125333" y="432995"/>
                  </a:lnTo>
                  <a:lnTo>
                    <a:pt x="93649" y="461539"/>
                  </a:lnTo>
                  <a:lnTo>
                    <a:pt x="64526" y="494050"/>
                  </a:lnTo>
                  <a:lnTo>
                    <a:pt x="39079" y="530780"/>
                  </a:lnTo>
                  <a:lnTo>
                    <a:pt x="18409" y="571975"/>
                  </a:lnTo>
                  <a:lnTo>
                    <a:pt x="4587" y="618197"/>
                  </a:lnTo>
                  <a:lnTo>
                    <a:pt x="0" y="669999"/>
                  </a:lnTo>
                  <a:lnTo>
                    <a:pt x="0" y="723613"/>
                  </a:lnTo>
                  <a:lnTo>
                    <a:pt x="473567" y="723613"/>
                  </a:lnTo>
                  <a:lnTo>
                    <a:pt x="473567" y="593561"/>
                  </a:lnTo>
                  <a:lnTo>
                    <a:pt x="171693" y="593561"/>
                  </a:lnTo>
                  <a:lnTo>
                    <a:pt x="172315" y="586525"/>
                  </a:lnTo>
                  <a:lnTo>
                    <a:pt x="193357" y="548714"/>
                  </a:lnTo>
                  <a:lnTo>
                    <a:pt x="226626" y="516511"/>
                  </a:lnTo>
                  <a:lnTo>
                    <a:pt x="258565" y="491678"/>
                  </a:lnTo>
                  <a:lnTo>
                    <a:pt x="293370" y="466499"/>
                  </a:lnTo>
                  <a:lnTo>
                    <a:pt x="310826" y="454234"/>
                  </a:lnTo>
                  <a:lnTo>
                    <a:pt x="327957" y="441750"/>
                  </a:lnTo>
                  <a:lnTo>
                    <a:pt x="361309" y="416134"/>
                  </a:lnTo>
                  <a:lnTo>
                    <a:pt x="392174" y="388770"/>
                  </a:lnTo>
                  <a:lnTo>
                    <a:pt x="419221" y="358807"/>
                  </a:lnTo>
                  <a:lnTo>
                    <a:pt x="441773" y="325790"/>
                  </a:lnTo>
                  <a:lnTo>
                    <a:pt x="459364" y="289310"/>
                  </a:lnTo>
                  <a:lnTo>
                    <a:pt x="470729" y="248360"/>
                  </a:lnTo>
                  <a:lnTo>
                    <a:pt x="474482" y="201954"/>
                  </a:lnTo>
                  <a:lnTo>
                    <a:pt x="473504" y="179420"/>
                  </a:lnTo>
                  <a:lnTo>
                    <a:pt x="470573" y="157967"/>
                  </a:lnTo>
                  <a:lnTo>
                    <a:pt x="465686" y="137598"/>
                  </a:lnTo>
                  <a:lnTo>
                    <a:pt x="461228" y="125028"/>
                  </a:lnTo>
                  <a:close/>
                </a:path>
                <a:path w="1095375" h="736600">
                  <a:moveTo>
                    <a:pt x="243718" y="0"/>
                  </a:moveTo>
                  <a:lnTo>
                    <a:pt x="186901" y="3741"/>
                  </a:lnTo>
                  <a:lnTo>
                    <a:pt x="133049" y="14978"/>
                  </a:lnTo>
                  <a:lnTo>
                    <a:pt x="82173" y="33724"/>
                  </a:lnTo>
                  <a:lnTo>
                    <a:pt x="34290" y="59996"/>
                  </a:lnTo>
                  <a:lnTo>
                    <a:pt x="34290" y="197988"/>
                  </a:lnTo>
                  <a:lnTo>
                    <a:pt x="76694" y="166065"/>
                  </a:lnTo>
                  <a:lnTo>
                    <a:pt x="120102" y="143265"/>
                  </a:lnTo>
                  <a:lnTo>
                    <a:pt x="164510" y="129587"/>
                  </a:lnTo>
                  <a:lnTo>
                    <a:pt x="209915" y="125028"/>
                  </a:lnTo>
                  <a:lnTo>
                    <a:pt x="461228" y="125028"/>
                  </a:lnTo>
                  <a:lnTo>
                    <a:pt x="458845" y="118311"/>
                  </a:lnTo>
                  <a:lnTo>
                    <a:pt x="439704" y="83628"/>
                  </a:lnTo>
                  <a:lnTo>
                    <a:pt x="413522" y="54483"/>
                  </a:lnTo>
                  <a:lnTo>
                    <a:pt x="380363" y="31245"/>
                  </a:lnTo>
                  <a:lnTo>
                    <a:pt x="340735" y="14097"/>
                  </a:lnTo>
                  <a:lnTo>
                    <a:pt x="295038" y="3525"/>
                  </a:lnTo>
                  <a:lnTo>
                    <a:pt x="270072" y="881"/>
                  </a:lnTo>
                  <a:lnTo>
                    <a:pt x="243718" y="0"/>
                  </a:lnTo>
                  <a:close/>
                </a:path>
              </a:pathLst>
            </a:custGeom>
            <a:solidFill>
              <a:srgbClr val="FFFF00"/>
            </a:solidFill>
          </p:spPr>
          <p:txBody>
            <a:bodyPr wrap="square" lIns="0" tIns="0" rIns="0" bIns="0" rtlCol="0"/>
            <a:lstStyle/>
            <a:p>
              <a:endParaRPr/>
            </a:p>
          </p:txBody>
        </p:sp>
        <p:sp>
          <p:nvSpPr>
            <p:cNvPr id="217" name="object 217"/>
            <p:cNvSpPr/>
            <p:nvPr/>
          </p:nvSpPr>
          <p:spPr>
            <a:xfrm>
              <a:off x="8091434" y="5906868"/>
              <a:ext cx="200284" cy="245970"/>
            </a:xfrm>
            <a:prstGeom prst="rect">
              <a:avLst/>
            </a:prstGeom>
            <a:blipFill>
              <a:blip r:embed="rId92" cstate="print"/>
              <a:stretch>
                <a:fillRect/>
              </a:stretch>
            </a:blipFill>
          </p:spPr>
          <p:txBody>
            <a:bodyPr wrap="square" lIns="0" tIns="0" rIns="0" bIns="0" rtlCol="0"/>
            <a:lstStyle/>
            <a:p>
              <a:endParaRPr/>
            </a:p>
          </p:txBody>
        </p:sp>
        <p:sp>
          <p:nvSpPr>
            <p:cNvPr id="218" name="object 218"/>
            <p:cNvSpPr/>
            <p:nvPr/>
          </p:nvSpPr>
          <p:spPr>
            <a:xfrm>
              <a:off x="7344033" y="5530845"/>
              <a:ext cx="1095375" cy="736600"/>
            </a:xfrm>
            <a:custGeom>
              <a:avLst/>
              <a:gdLst/>
              <a:ahLst/>
              <a:cxnLst/>
              <a:rect l="l" t="t" r="r" b="b"/>
              <a:pathLst>
                <a:path w="1095375" h="736600">
                  <a:moveTo>
                    <a:pt x="916289" y="0"/>
                  </a:moveTo>
                  <a:lnTo>
                    <a:pt x="955151" y="1195"/>
                  </a:lnTo>
                  <a:lnTo>
                    <a:pt x="989441" y="4798"/>
                  </a:lnTo>
                  <a:lnTo>
                    <a:pt x="1019159" y="10829"/>
                  </a:lnTo>
                  <a:lnTo>
                    <a:pt x="1044305" y="19312"/>
                  </a:lnTo>
                  <a:lnTo>
                    <a:pt x="1044305" y="150327"/>
                  </a:lnTo>
                  <a:lnTo>
                    <a:pt x="1016639" y="136871"/>
                  </a:lnTo>
                  <a:lnTo>
                    <a:pt x="987731" y="127257"/>
                  </a:lnTo>
                  <a:lnTo>
                    <a:pt x="957582" y="121487"/>
                  </a:lnTo>
                  <a:lnTo>
                    <a:pt x="926195" y="119563"/>
                  </a:lnTo>
                  <a:lnTo>
                    <a:pt x="906845" y="120525"/>
                  </a:lnTo>
                  <a:lnTo>
                    <a:pt x="854201" y="134956"/>
                  </a:lnTo>
                  <a:lnTo>
                    <a:pt x="811052" y="165290"/>
                  </a:lnTo>
                  <a:lnTo>
                    <a:pt x="778264" y="209832"/>
                  </a:lnTo>
                  <a:lnTo>
                    <a:pt x="762640" y="246875"/>
                  </a:lnTo>
                  <a:lnTo>
                    <a:pt x="752532" y="289124"/>
                  </a:lnTo>
                  <a:lnTo>
                    <a:pt x="748527" y="335971"/>
                  </a:lnTo>
                  <a:lnTo>
                    <a:pt x="751453" y="335971"/>
                  </a:lnTo>
                  <a:lnTo>
                    <a:pt x="779789" y="305351"/>
                  </a:lnTo>
                  <a:lnTo>
                    <a:pt x="814143" y="283481"/>
                  </a:lnTo>
                  <a:lnTo>
                    <a:pt x="854521" y="270360"/>
                  </a:lnTo>
                  <a:lnTo>
                    <a:pt x="900927" y="265986"/>
                  </a:lnTo>
                  <a:lnTo>
                    <a:pt x="942974" y="269954"/>
                  </a:lnTo>
                  <a:lnTo>
                    <a:pt x="980815" y="281869"/>
                  </a:lnTo>
                  <a:lnTo>
                    <a:pt x="1013974" y="301043"/>
                  </a:lnTo>
                  <a:lnTo>
                    <a:pt x="1053829" y="342032"/>
                  </a:lnTo>
                  <a:lnTo>
                    <a:pt x="1073371" y="376899"/>
                  </a:lnTo>
                  <a:lnTo>
                    <a:pt x="1087124" y="417427"/>
                  </a:lnTo>
                  <a:lnTo>
                    <a:pt x="1094115" y="462593"/>
                  </a:lnTo>
                  <a:lnTo>
                    <a:pt x="1094993" y="486857"/>
                  </a:lnTo>
                  <a:lnTo>
                    <a:pt x="1093849" y="512729"/>
                  </a:lnTo>
                  <a:lnTo>
                    <a:pt x="1084655" y="561865"/>
                  </a:lnTo>
                  <a:lnTo>
                    <a:pt x="1066532" y="607205"/>
                  </a:lnTo>
                  <a:lnTo>
                    <a:pt x="1040999" y="646785"/>
                  </a:lnTo>
                  <a:lnTo>
                    <a:pt x="1008357" y="680148"/>
                  </a:lnTo>
                  <a:lnTo>
                    <a:pt x="969350" y="706455"/>
                  </a:lnTo>
                  <a:lnTo>
                    <a:pt x="924441" y="725266"/>
                  </a:lnTo>
                  <a:lnTo>
                    <a:pt x="875059" y="734825"/>
                  </a:lnTo>
                  <a:lnTo>
                    <a:pt x="848746" y="736021"/>
                  </a:lnTo>
                  <a:lnTo>
                    <a:pt x="819519" y="734626"/>
                  </a:lnTo>
                  <a:lnTo>
                    <a:pt x="765798" y="723457"/>
                  </a:lnTo>
                  <a:lnTo>
                    <a:pt x="718505" y="701263"/>
                  </a:lnTo>
                  <a:lnTo>
                    <a:pt x="678450" y="668876"/>
                  </a:lnTo>
                  <a:lnTo>
                    <a:pt x="645737" y="626495"/>
                  </a:lnTo>
                  <a:lnTo>
                    <a:pt x="620641" y="574502"/>
                  </a:lnTo>
                  <a:lnTo>
                    <a:pt x="603428" y="513128"/>
                  </a:lnTo>
                  <a:lnTo>
                    <a:pt x="594795" y="443391"/>
                  </a:lnTo>
                  <a:lnTo>
                    <a:pt x="593719" y="405454"/>
                  </a:lnTo>
                  <a:lnTo>
                    <a:pt x="595125" y="360610"/>
                  </a:lnTo>
                  <a:lnTo>
                    <a:pt x="599343" y="317909"/>
                  </a:lnTo>
                  <a:lnTo>
                    <a:pt x="606372" y="277351"/>
                  </a:lnTo>
                  <a:lnTo>
                    <a:pt x="616214" y="238935"/>
                  </a:lnTo>
                  <a:lnTo>
                    <a:pt x="628730" y="202934"/>
                  </a:lnTo>
                  <a:lnTo>
                    <a:pt x="660975" y="139036"/>
                  </a:lnTo>
                  <a:lnTo>
                    <a:pt x="702837" y="86087"/>
                  </a:lnTo>
                  <a:lnTo>
                    <a:pt x="753618" y="45014"/>
                  </a:lnTo>
                  <a:lnTo>
                    <a:pt x="812995" y="16289"/>
                  </a:lnTo>
                  <a:lnTo>
                    <a:pt x="879983" y="1810"/>
                  </a:lnTo>
                  <a:lnTo>
                    <a:pt x="916289" y="0"/>
                  </a:lnTo>
                  <a:close/>
                </a:path>
                <a:path w="1095375" h="736600">
                  <a:moveTo>
                    <a:pt x="243718" y="0"/>
                  </a:moveTo>
                  <a:lnTo>
                    <a:pt x="295038" y="3525"/>
                  </a:lnTo>
                  <a:lnTo>
                    <a:pt x="340735" y="14096"/>
                  </a:lnTo>
                  <a:lnTo>
                    <a:pt x="380363" y="31245"/>
                  </a:lnTo>
                  <a:lnTo>
                    <a:pt x="413522" y="54482"/>
                  </a:lnTo>
                  <a:lnTo>
                    <a:pt x="439704" y="83628"/>
                  </a:lnTo>
                  <a:lnTo>
                    <a:pt x="458845" y="118311"/>
                  </a:lnTo>
                  <a:lnTo>
                    <a:pt x="470573" y="157967"/>
                  </a:lnTo>
                  <a:lnTo>
                    <a:pt x="474482" y="201954"/>
                  </a:lnTo>
                  <a:lnTo>
                    <a:pt x="473547" y="225838"/>
                  </a:lnTo>
                  <a:lnTo>
                    <a:pt x="466008" y="269518"/>
                  </a:lnTo>
                  <a:lnTo>
                    <a:pt x="451201" y="307984"/>
                  </a:lnTo>
                  <a:lnTo>
                    <a:pt x="431104" y="342730"/>
                  </a:lnTo>
                  <a:lnTo>
                    <a:pt x="406174" y="374112"/>
                  </a:lnTo>
                  <a:lnTo>
                    <a:pt x="377220" y="402778"/>
                  </a:lnTo>
                  <a:lnTo>
                    <a:pt x="344779" y="429049"/>
                  </a:lnTo>
                  <a:lnTo>
                    <a:pt x="310826" y="454234"/>
                  </a:lnTo>
                  <a:lnTo>
                    <a:pt x="293369" y="466499"/>
                  </a:lnTo>
                  <a:lnTo>
                    <a:pt x="281558" y="474923"/>
                  </a:lnTo>
                  <a:lnTo>
                    <a:pt x="247406" y="500003"/>
                  </a:lnTo>
                  <a:lnTo>
                    <a:pt x="217248" y="524672"/>
                  </a:lnTo>
                  <a:lnTo>
                    <a:pt x="187061" y="556548"/>
                  </a:lnTo>
                  <a:lnTo>
                    <a:pt x="171693" y="593561"/>
                  </a:lnTo>
                  <a:lnTo>
                    <a:pt x="473567" y="593561"/>
                  </a:lnTo>
                  <a:lnTo>
                    <a:pt x="473567" y="723613"/>
                  </a:lnTo>
                  <a:lnTo>
                    <a:pt x="0" y="723613"/>
                  </a:lnTo>
                  <a:lnTo>
                    <a:pt x="0" y="669999"/>
                  </a:lnTo>
                  <a:lnTo>
                    <a:pt x="4587" y="618197"/>
                  </a:lnTo>
                  <a:lnTo>
                    <a:pt x="18409" y="571975"/>
                  </a:lnTo>
                  <a:lnTo>
                    <a:pt x="39079" y="530780"/>
                  </a:lnTo>
                  <a:lnTo>
                    <a:pt x="64526" y="494050"/>
                  </a:lnTo>
                  <a:lnTo>
                    <a:pt x="93649" y="461539"/>
                  </a:lnTo>
                  <a:lnTo>
                    <a:pt x="125333" y="432995"/>
                  </a:lnTo>
                  <a:lnTo>
                    <a:pt x="157524" y="407748"/>
                  </a:lnTo>
                  <a:lnTo>
                    <a:pt x="188092" y="385108"/>
                  </a:lnTo>
                  <a:lnTo>
                    <a:pt x="203231" y="374062"/>
                  </a:lnTo>
                  <a:lnTo>
                    <a:pt x="242956" y="342424"/>
                  </a:lnTo>
                  <a:lnTo>
                    <a:pt x="274151" y="312036"/>
                  </a:lnTo>
                  <a:lnTo>
                    <a:pt x="302255" y="271536"/>
                  </a:lnTo>
                  <a:lnTo>
                    <a:pt x="314203" y="228836"/>
                  </a:lnTo>
                  <a:lnTo>
                    <a:pt x="314705" y="217337"/>
                  </a:lnTo>
                  <a:lnTo>
                    <a:pt x="313090" y="195900"/>
                  </a:lnTo>
                  <a:lnTo>
                    <a:pt x="288919" y="148352"/>
                  </a:lnTo>
                  <a:lnTo>
                    <a:pt x="234784" y="126484"/>
                  </a:lnTo>
                  <a:lnTo>
                    <a:pt x="209915" y="125028"/>
                  </a:lnTo>
                  <a:lnTo>
                    <a:pt x="164510" y="129587"/>
                  </a:lnTo>
                  <a:lnTo>
                    <a:pt x="120102" y="143265"/>
                  </a:lnTo>
                  <a:lnTo>
                    <a:pt x="76694" y="166065"/>
                  </a:lnTo>
                  <a:lnTo>
                    <a:pt x="34289" y="197988"/>
                  </a:lnTo>
                  <a:lnTo>
                    <a:pt x="34289" y="59996"/>
                  </a:lnTo>
                  <a:lnTo>
                    <a:pt x="82173" y="33724"/>
                  </a:lnTo>
                  <a:lnTo>
                    <a:pt x="133049" y="14978"/>
                  </a:lnTo>
                  <a:lnTo>
                    <a:pt x="186901" y="3741"/>
                  </a:lnTo>
                  <a:lnTo>
                    <a:pt x="243718" y="0"/>
                  </a:lnTo>
                  <a:close/>
                </a:path>
              </a:pathLst>
            </a:custGeom>
            <a:ln w="12191">
              <a:solidFill>
                <a:srgbClr val="000000"/>
              </a:solidFill>
            </a:ln>
          </p:spPr>
          <p:txBody>
            <a:bodyPr wrap="square" lIns="0" tIns="0" rIns="0" bIns="0" rtlCol="0"/>
            <a:lstStyle/>
            <a:p>
              <a:endParaRPr/>
            </a:p>
          </p:txBody>
        </p:sp>
        <p:sp>
          <p:nvSpPr>
            <p:cNvPr id="219" name="object 219"/>
            <p:cNvSpPr/>
            <p:nvPr/>
          </p:nvSpPr>
          <p:spPr>
            <a:xfrm>
              <a:off x="6749796"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20" name="object 220"/>
            <p:cNvSpPr/>
            <p:nvPr/>
          </p:nvSpPr>
          <p:spPr>
            <a:xfrm>
              <a:off x="6595872" y="4905755"/>
              <a:ext cx="2548127" cy="1952244"/>
            </a:xfrm>
            <a:prstGeom prst="rect">
              <a:avLst/>
            </a:prstGeom>
            <a:blipFill>
              <a:blip r:embed="rId93" cstate="print"/>
              <a:stretch>
                <a:fillRect/>
              </a:stretch>
            </a:blipFill>
          </p:spPr>
          <p:txBody>
            <a:bodyPr wrap="square" lIns="0" tIns="0" rIns="0" bIns="0" rtlCol="0"/>
            <a:lstStyle/>
            <a:p>
              <a:endParaRPr/>
            </a:p>
          </p:txBody>
        </p:sp>
        <p:sp>
          <p:nvSpPr>
            <p:cNvPr id="221" name="object 221"/>
            <p:cNvSpPr/>
            <p:nvPr/>
          </p:nvSpPr>
          <p:spPr>
            <a:xfrm>
              <a:off x="6831208"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22" name="object 222"/>
            <p:cNvSpPr/>
            <p:nvPr/>
          </p:nvSpPr>
          <p:spPr>
            <a:xfrm>
              <a:off x="6831208"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23" name="object 223"/>
            <p:cNvSpPr/>
            <p:nvPr/>
          </p:nvSpPr>
          <p:spPr>
            <a:xfrm>
              <a:off x="6637020" y="4927090"/>
              <a:ext cx="2481072" cy="1930908"/>
            </a:xfrm>
            <a:prstGeom prst="rect">
              <a:avLst/>
            </a:prstGeom>
            <a:blipFill>
              <a:blip r:embed="rId94" cstate="print"/>
              <a:stretch>
                <a:fillRect/>
              </a:stretch>
            </a:blipFill>
          </p:spPr>
          <p:txBody>
            <a:bodyPr wrap="square" lIns="0" tIns="0" rIns="0" bIns="0" rtlCol="0"/>
            <a:lstStyle/>
            <a:p>
              <a:endParaRPr/>
            </a:p>
          </p:txBody>
        </p:sp>
        <p:sp>
          <p:nvSpPr>
            <p:cNvPr id="224" name="object 224"/>
            <p:cNvSpPr/>
            <p:nvPr/>
          </p:nvSpPr>
          <p:spPr>
            <a:xfrm>
              <a:off x="7315200" y="5524630"/>
              <a:ext cx="1087755" cy="723900"/>
            </a:xfrm>
            <a:custGeom>
              <a:avLst/>
              <a:gdLst/>
              <a:ahLst/>
              <a:cxnLst/>
              <a:rect l="l" t="t" r="r" b="b"/>
              <a:pathLst>
                <a:path w="1087754" h="723900">
                  <a:moveTo>
                    <a:pt x="1087130" y="11811"/>
                  </a:moveTo>
                  <a:lnTo>
                    <a:pt x="591708" y="11811"/>
                  </a:lnTo>
                  <a:lnTo>
                    <a:pt x="591708" y="139921"/>
                  </a:lnTo>
                  <a:lnTo>
                    <a:pt x="922263" y="139921"/>
                  </a:lnTo>
                  <a:lnTo>
                    <a:pt x="902172" y="172864"/>
                  </a:lnTo>
                  <a:lnTo>
                    <a:pt x="882620" y="206183"/>
                  </a:lnTo>
                  <a:lnTo>
                    <a:pt x="863589" y="239876"/>
                  </a:lnTo>
                  <a:lnTo>
                    <a:pt x="845058" y="273939"/>
                  </a:lnTo>
                  <a:lnTo>
                    <a:pt x="827248" y="308417"/>
                  </a:lnTo>
                  <a:lnTo>
                    <a:pt x="810227" y="343363"/>
                  </a:lnTo>
                  <a:lnTo>
                    <a:pt x="794017" y="378774"/>
                  </a:lnTo>
                  <a:lnTo>
                    <a:pt x="778642" y="414646"/>
                  </a:lnTo>
                  <a:lnTo>
                    <a:pt x="764046" y="451053"/>
                  </a:lnTo>
                  <a:lnTo>
                    <a:pt x="750349" y="488047"/>
                  </a:lnTo>
                  <a:lnTo>
                    <a:pt x="737554" y="525629"/>
                  </a:lnTo>
                  <a:lnTo>
                    <a:pt x="725667" y="563797"/>
                  </a:lnTo>
                  <a:lnTo>
                    <a:pt x="714871" y="602642"/>
                  </a:lnTo>
                  <a:lnTo>
                    <a:pt x="705135" y="642223"/>
                  </a:lnTo>
                  <a:lnTo>
                    <a:pt x="696491" y="682545"/>
                  </a:lnTo>
                  <a:lnTo>
                    <a:pt x="688969" y="723613"/>
                  </a:lnTo>
                  <a:lnTo>
                    <a:pt x="852799" y="723613"/>
                  </a:lnTo>
                  <a:lnTo>
                    <a:pt x="859740" y="680672"/>
                  </a:lnTo>
                  <a:lnTo>
                    <a:pt x="867590" y="639181"/>
                  </a:lnTo>
                  <a:lnTo>
                    <a:pt x="876365" y="599145"/>
                  </a:lnTo>
                  <a:lnTo>
                    <a:pt x="886084" y="560569"/>
                  </a:lnTo>
                  <a:lnTo>
                    <a:pt x="896800" y="522879"/>
                  </a:lnTo>
                  <a:lnTo>
                    <a:pt x="908559" y="485498"/>
                  </a:lnTo>
                  <a:lnTo>
                    <a:pt x="921364" y="448428"/>
                  </a:lnTo>
                  <a:lnTo>
                    <a:pt x="935217" y="411668"/>
                  </a:lnTo>
                  <a:lnTo>
                    <a:pt x="950164" y="374937"/>
                  </a:lnTo>
                  <a:lnTo>
                    <a:pt x="966212" y="337961"/>
                  </a:lnTo>
                  <a:lnTo>
                    <a:pt x="983373" y="300739"/>
                  </a:lnTo>
                  <a:lnTo>
                    <a:pt x="1001664" y="263271"/>
                  </a:lnTo>
                  <a:lnTo>
                    <a:pt x="1021143" y="225007"/>
                  </a:lnTo>
                  <a:lnTo>
                    <a:pt x="1041871" y="185406"/>
                  </a:lnTo>
                  <a:lnTo>
                    <a:pt x="1063862" y="144470"/>
                  </a:lnTo>
                  <a:lnTo>
                    <a:pt x="1087130" y="102202"/>
                  </a:lnTo>
                  <a:lnTo>
                    <a:pt x="1087130" y="11811"/>
                  </a:lnTo>
                  <a:close/>
                </a:path>
                <a:path w="1087754" h="723900">
                  <a:moveTo>
                    <a:pt x="461244" y="125025"/>
                  </a:moveTo>
                  <a:lnTo>
                    <a:pt x="210068" y="125025"/>
                  </a:lnTo>
                  <a:lnTo>
                    <a:pt x="234853" y="126485"/>
                  </a:lnTo>
                  <a:lnTo>
                    <a:pt x="256260" y="130862"/>
                  </a:lnTo>
                  <a:lnTo>
                    <a:pt x="300188" y="161417"/>
                  </a:lnTo>
                  <a:lnTo>
                    <a:pt x="314706" y="217358"/>
                  </a:lnTo>
                  <a:lnTo>
                    <a:pt x="314210" y="228845"/>
                  </a:lnTo>
                  <a:lnTo>
                    <a:pt x="302337" y="271550"/>
                  </a:lnTo>
                  <a:lnTo>
                    <a:pt x="274155" y="312041"/>
                  </a:lnTo>
                  <a:lnTo>
                    <a:pt x="242956" y="342424"/>
                  </a:lnTo>
                  <a:lnTo>
                    <a:pt x="203279" y="374121"/>
                  </a:lnTo>
                  <a:lnTo>
                    <a:pt x="173070" y="396111"/>
                  </a:lnTo>
                  <a:lnTo>
                    <a:pt x="157543" y="407763"/>
                  </a:lnTo>
                  <a:lnTo>
                    <a:pt x="125364" y="433017"/>
                  </a:lnTo>
                  <a:lnTo>
                    <a:pt x="93653" y="461553"/>
                  </a:lnTo>
                  <a:lnTo>
                    <a:pt x="64526" y="494062"/>
                  </a:lnTo>
                  <a:lnTo>
                    <a:pt x="39079" y="530792"/>
                  </a:lnTo>
                  <a:lnTo>
                    <a:pt x="18409" y="571987"/>
                  </a:lnTo>
                  <a:lnTo>
                    <a:pt x="4632" y="618215"/>
                  </a:lnTo>
                  <a:lnTo>
                    <a:pt x="0" y="670023"/>
                  </a:lnTo>
                  <a:lnTo>
                    <a:pt x="0" y="723613"/>
                  </a:lnTo>
                  <a:lnTo>
                    <a:pt x="473598" y="723613"/>
                  </a:lnTo>
                  <a:lnTo>
                    <a:pt x="473598" y="593585"/>
                  </a:lnTo>
                  <a:lnTo>
                    <a:pt x="171846" y="593585"/>
                  </a:lnTo>
                  <a:lnTo>
                    <a:pt x="172463" y="586539"/>
                  </a:lnTo>
                  <a:lnTo>
                    <a:pt x="193376" y="548719"/>
                  </a:lnTo>
                  <a:lnTo>
                    <a:pt x="226698" y="516524"/>
                  </a:lnTo>
                  <a:lnTo>
                    <a:pt x="258668" y="491687"/>
                  </a:lnTo>
                  <a:lnTo>
                    <a:pt x="293370" y="466523"/>
                  </a:lnTo>
                  <a:lnTo>
                    <a:pt x="310849" y="454246"/>
                  </a:lnTo>
                  <a:lnTo>
                    <a:pt x="328029" y="441757"/>
                  </a:lnTo>
                  <a:lnTo>
                    <a:pt x="361431" y="416134"/>
                  </a:lnTo>
                  <a:lnTo>
                    <a:pt x="392189" y="388778"/>
                  </a:lnTo>
                  <a:lnTo>
                    <a:pt x="419221" y="358807"/>
                  </a:lnTo>
                  <a:lnTo>
                    <a:pt x="441773" y="325805"/>
                  </a:lnTo>
                  <a:lnTo>
                    <a:pt x="459364" y="289322"/>
                  </a:lnTo>
                  <a:lnTo>
                    <a:pt x="470790" y="248376"/>
                  </a:lnTo>
                  <a:lnTo>
                    <a:pt x="474604" y="201966"/>
                  </a:lnTo>
                  <a:lnTo>
                    <a:pt x="473624" y="179427"/>
                  </a:lnTo>
                  <a:lnTo>
                    <a:pt x="470679" y="157975"/>
                  </a:lnTo>
                  <a:lnTo>
                    <a:pt x="465757" y="137612"/>
                  </a:lnTo>
                  <a:lnTo>
                    <a:pt x="461244" y="125025"/>
                  </a:lnTo>
                  <a:close/>
                </a:path>
                <a:path w="1087754" h="723900">
                  <a:moveTo>
                    <a:pt x="243718" y="0"/>
                  </a:moveTo>
                  <a:lnTo>
                    <a:pt x="186901" y="3741"/>
                  </a:lnTo>
                  <a:lnTo>
                    <a:pt x="133049" y="14982"/>
                  </a:lnTo>
                  <a:lnTo>
                    <a:pt x="82173" y="33749"/>
                  </a:lnTo>
                  <a:lnTo>
                    <a:pt x="34290" y="60066"/>
                  </a:lnTo>
                  <a:lnTo>
                    <a:pt x="34290" y="198001"/>
                  </a:lnTo>
                  <a:lnTo>
                    <a:pt x="76697" y="166080"/>
                  </a:lnTo>
                  <a:lnTo>
                    <a:pt x="120121" y="143274"/>
                  </a:lnTo>
                  <a:lnTo>
                    <a:pt x="164574" y="129588"/>
                  </a:lnTo>
                  <a:lnTo>
                    <a:pt x="210068" y="125025"/>
                  </a:lnTo>
                  <a:lnTo>
                    <a:pt x="461244" y="125025"/>
                  </a:lnTo>
                  <a:lnTo>
                    <a:pt x="458845" y="118335"/>
                  </a:lnTo>
                  <a:lnTo>
                    <a:pt x="439715" y="83660"/>
                  </a:lnTo>
                  <a:lnTo>
                    <a:pt x="413522" y="54601"/>
                  </a:lnTo>
                  <a:lnTo>
                    <a:pt x="380466"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25" name="object 225"/>
            <p:cNvSpPr/>
            <p:nvPr/>
          </p:nvSpPr>
          <p:spPr>
            <a:xfrm>
              <a:off x="7315199" y="5524630"/>
              <a:ext cx="1087755" cy="723900"/>
            </a:xfrm>
            <a:custGeom>
              <a:avLst/>
              <a:gdLst/>
              <a:ahLst/>
              <a:cxnLst/>
              <a:rect l="l" t="t" r="r" b="b"/>
              <a:pathLst>
                <a:path w="1087754" h="723900">
                  <a:moveTo>
                    <a:pt x="591708" y="11810"/>
                  </a:moveTo>
                  <a:lnTo>
                    <a:pt x="1087130" y="11810"/>
                  </a:lnTo>
                  <a:lnTo>
                    <a:pt x="1087130" y="102202"/>
                  </a:lnTo>
                  <a:lnTo>
                    <a:pt x="1063861" y="144470"/>
                  </a:lnTo>
                  <a:lnTo>
                    <a:pt x="1041871" y="185406"/>
                  </a:lnTo>
                  <a:lnTo>
                    <a:pt x="1021143" y="225007"/>
                  </a:lnTo>
                  <a:lnTo>
                    <a:pt x="1001664" y="263270"/>
                  </a:lnTo>
                  <a:lnTo>
                    <a:pt x="983373" y="300739"/>
                  </a:lnTo>
                  <a:lnTo>
                    <a:pt x="966212" y="337961"/>
                  </a:lnTo>
                  <a:lnTo>
                    <a:pt x="950164" y="374937"/>
                  </a:lnTo>
                  <a:lnTo>
                    <a:pt x="935217" y="411668"/>
                  </a:lnTo>
                  <a:lnTo>
                    <a:pt x="921364" y="448428"/>
                  </a:lnTo>
                  <a:lnTo>
                    <a:pt x="908559" y="485498"/>
                  </a:lnTo>
                  <a:lnTo>
                    <a:pt x="896800" y="522879"/>
                  </a:lnTo>
                  <a:lnTo>
                    <a:pt x="886084" y="560569"/>
                  </a:lnTo>
                  <a:lnTo>
                    <a:pt x="876365" y="599145"/>
                  </a:lnTo>
                  <a:lnTo>
                    <a:pt x="867590" y="639181"/>
                  </a:lnTo>
                  <a:lnTo>
                    <a:pt x="859740" y="680672"/>
                  </a:lnTo>
                  <a:lnTo>
                    <a:pt x="852799" y="723613"/>
                  </a:lnTo>
                  <a:lnTo>
                    <a:pt x="688969" y="723613"/>
                  </a:lnTo>
                  <a:lnTo>
                    <a:pt x="696491" y="682545"/>
                  </a:lnTo>
                  <a:lnTo>
                    <a:pt x="705135" y="642223"/>
                  </a:lnTo>
                  <a:lnTo>
                    <a:pt x="714871" y="602642"/>
                  </a:lnTo>
                  <a:lnTo>
                    <a:pt x="725667" y="563797"/>
                  </a:lnTo>
                  <a:lnTo>
                    <a:pt x="737554" y="525629"/>
                  </a:lnTo>
                  <a:lnTo>
                    <a:pt x="750349" y="488047"/>
                  </a:lnTo>
                  <a:lnTo>
                    <a:pt x="764046" y="451053"/>
                  </a:lnTo>
                  <a:lnTo>
                    <a:pt x="778642" y="414646"/>
                  </a:lnTo>
                  <a:lnTo>
                    <a:pt x="794017" y="378774"/>
                  </a:lnTo>
                  <a:lnTo>
                    <a:pt x="810226" y="343363"/>
                  </a:lnTo>
                  <a:lnTo>
                    <a:pt x="827248" y="308417"/>
                  </a:lnTo>
                  <a:lnTo>
                    <a:pt x="845057" y="273938"/>
                  </a:lnTo>
                  <a:lnTo>
                    <a:pt x="863589" y="239876"/>
                  </a:lnTo>
                  <a:lnTo>
                    <a:pt x="882620" y="206183"/>
                  </a:lnTo>
                  <a:lnTo>
                    <a:pt x="902172" y="172864"/>
                  </a:lnTo>
                  <a:lnTo>
                    <a:pt x="922263" y="139921"/>
                  </a:lnTo>
                  <a:lnTo>
                    <a:pt x="591708" y="139921"/>
                  </a:lnTo>
                  <a:lnTo>
                    <a:pt x="591708" y="11810"/>
                  </a:lnTo>
                  <a:close/>
                </a:path>
                <a:path w="1087754" h="723900">
                  <a:moveTo>
                    <a:pt x="243718" y="0"/>
                  </a:moveTo>
                  <a:lnTo>
                    <a:pt x="295038" y="3521"/>
                  </a:lnTo>
                  <a:lnTo>
                    <a:pt x="340735" y="14096"/>
                  </a:lnTo>
                  <a:lnTo>
                    <a:pt x="380466" y="31255"/>
                  </a:lnTo>
                  <a:lnTo>
                    <a:pt x="413522" y="54601"/>
                  </a:lnTo>
                  <a:lnTo>
                    <a:pt x="439715" y="83660"/>
                  </a:lnTo>
                  <a:lnTo>
                    <a:pt x="458845" y="118335"/>
                  </a:lnTo>
                  <a:lnTo>
                    <a:pt x="470679" y="157975"/>
                  </a:lnTo>
                  <a:lnTo>
                    <a:pt x="474604" y="201966"/>
                  </a:lnTo>
                  <a:lnTo>
                    <a:pt x="473650" y="225855"/>
                  </a:lnTo>
                  <a:lnTo>
                    <a:pt x="466027" y="269530"/>
                  </a:lnTo>
                  <a:lnTo>
                    <a:pt x="451201" y="307997"/>
                  </a:lnTo>
                  <a:lnTo>
                    <a:pt x="431104" y="342743"/>
                  </a:lnTo>
                  <a:lnTo>
                    <a:pt x="406175" y="374121"/>
                  </a:lnTo>
                  <a:lnTo>
                    <a:pt x="377272" y="402781"/>
                  </a:lnTo>
                  <a:lnTo>
                    <a:pt x="344895" y="429054"/>
                  </a:lnTo>
                  <a:lnTo>
                    <a:pt x="310849" y="454246"/>
                  </a:lnTo>
                  <a:lnTo>
                    <a:pt x="293369" y="466523"/>
                  </a:lnTo>
                  <a:lnTo>
                    <a:pt x="281578" y="474944"/>
                  </a:lnTo>
                  <a:lnTo>
                    <a:pt x="247528" y="500015"/>
                  </a:lnTo>
                  <a:lnTo>
                    <a:pt x="217271" y="524680"/>
                  </a:lnTo>
                  <a:lnTo>
                    <a:pt x="187125" y="556553"/>
                  </a:lnTo>
                  <a:lnTo>
                    <a:pt x="171846" y="593585"/>
                  </a:lnTo>
                  <a:lnTo>
                    <a:pt x="473598" y="593585"/>
                  </a:lnTo>
                  <a:lnTo>
                    <a:pt x="473598" y="723613"/>
                  </a:lnTo>
                  <a:lnTo>
                    <a:pt x="0" y="723613"/>
                  </a:lnTo>
                  <a:lnTo>
                    <a:pt x="0" y="670023"/>
                  </a:lnTo>
                  <a:lnTo>
                    <a:pt x="4632" y="618215"/>
                  </a:lnTo>
                  <a:lnTo>
                    <a:pt x="18409" y="571987"/>
                  </a:lnTo>
                  <a:lnTo>
                    <a:pt x="39079" y="530792"/>
                  </a:lnTo>
                  <a:lnTo>
                    <a:pt x="64526" y="494062"/>
                  </a:lnTo>
                  <a:lnTo>
                    <a:pt x="93653" y="461553"/>
                  </a:lnTo>
                  <a:lnTo>
                    <a:pt x="125364" y="433017"/>
                  </a:lnTo>
                  <a:lnTo>
                    <a:pt x="157543" y="407763"/>
                  </a:lnTo>
                  <a:lnTo>
                    <a:pt x="188213" y="385108"/>
                  </a:lnTo>
                  <a:lnTo>
                    <a:pt x="203351" y="374069"/>
                  </a:lnTo>
                  <a:lnTo>
                    <a:pt x="242956" y="342424"/>
                  </a:lnTo>
                  <a:lnTo>
                    <a:pt x="274155" y="312041"/>
                  </a:lnTo>
                  <a:lnTo>
                    <a:pt x="302337" y="271550"/>
                  </a:lnTo>
                  <a:lnTo>
                    <a:pt x="314210" y="228845"/>
                  </a:lnTo>
                  <a:lnTo>
                    <a:pt x="314705" y="217358"/>
                  </a:lnTo>
                  <a:lnTo>
                    <a:pt x="313090" y="195921"/>
                  </a:lnTo>
                  <a:lnTo>
                    <a:pt x="288919" y="148352"/>
                  </a:lnTo>
                  <a:lnTo>
                    <a:pt x="234853" y="126485"/>
                  </a:lnTo>
                  <a:lnTo>
                    <a:pt x="210068" y="125025"/>
                  </a:lnTo>
                  <a:lnTo>
                    <a:pt x="164574" y="129588"/>
                  </a:lnTo>
                  <a:lnTo>
                    <a:pt x="120121" y="143274"/>
                  </a:lnTo>
                  <a:lnTo>
                    <a:pt x="76697"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6" name="object 226"/>
            <p:cNvSpPr/>
            <p:nvPr/>
          </p:nvSpPr>
          <p:spPr>
            <a:xfrm>
              <a:off x="6781800" y="5227320"/>
              <a:ext cx="2218944" cy="1345691"/>
            </a:xfrm>
            <a:prstGeom prst="rect">
              <a:avLst/>
            </a:prstGeom>
            <a:blipFill>
              <a:blip r:embed="rId10" cstate="print"/>
              <a:stretch>
                <a:fillRect/>
              </a:stretch>
            </a:blipFill>
          </p:spPr>
          <p:txBody>
            <a:bodyPr wrap="square" lIns="0" tIns="0" rIns="0" bIns="0" rtlCol="0"/>
            <a:lstStyle/>
            <a:p>
              <a:endParaRPr/>
            </a:p>
          </p:txBody>
        </p:sp>
        <p:sp>
          <p:nvSpPr>
            <p:cNvPr id="227" name="object 227"/>
            <p:cNvSpPr/>
            <p:nvPr/>
          </p:nvSpPr>
          <p:spPr>
            <a:xfrm>
              <a:off x="6627876" y="4910327"/>
              <a:ext cx="2516123" cy="1947671"/>
            </a:xfrm>
            <a:prstGeom prst="rect">
              <a:avLst/>
            </a:prstGeom>
            <a:blipFill>
              <a:blip r:embed="rId95" cstate="print"/>
              <a:stretch>
                <a:fillRect/>
              </a:stretch>
            </a:blipFill>
          </p:spPr>
          <p:txBody>
            <a:bodyPr wrap="square" lIns="0" tIns="0" rIns="0" bIns="0" rtlCol="0"/>
            <a:lstStyle/>
            <a:p>
              <a:endParaRPr/>
            </a:p>
          </p:txBody>
        </p:sp>
        <p:sp>
          <p:nvSpPr>
            <p:cNvPr id="228" name="object 228"/>
            <p:cNvSpPr/>
            <p:nvPr/>
          </p:nvSpPr>
          <p:spPr>
            <a:xfrm>
              <a:off x="6862815" y="5288529"/>
              <a:ext cx="2057400" cy="1184275"/>
            </a:xfrm>
            <a:custGeom>
              <a:avLst/>
              <a:gdLst/>
              <a:ahLst/>
              <a:cxnLst/>
              <a:rect l="l" t="t" r="r" b="b"/>
              <a:pathLst>
                <a:path w="2057400" h="1184275">
                  <a:moveTo>
                    <a:pt x="1824989" y="0"/>
                  </a:moveTo>
                  <a:lnTo>
                    <a:pt x="232562" y="0"/>
                  </a:lnTo>
                  <a:lnTo>
                    <a:pt x="185701" y="4725"/>
                  </a:lnTo>
                  <a:lnTo>
                    <a:pt x="142050" y="18278"/>
                  </a:lnTo>
                  <a:lnTo>
                    <a:pt x="102547" y="39722"/>
                  </a:lnTo>
                  <a:lnTo>
                    <a:pt x="68126" y="68121"/>
                  </a:lnTo>
                  <a:lnTo>
                    <a:pt x="39725" y="102539"/>
                  </a:lnTo>
                  <a:lnTo>
                    <a:pt x="18279" y="142039"/>
                  </a:lnTo>
                  <a:lnTo>
                    <a:pt x="4726" y="185685"/>
                  </a:lnTo>
                  <a:lnTo>
                    <a:pt x="0" y="232541"/>
                  </a:lnTo>
                  <a:lnTo>
                    <a:pt x="0" y="951500"/>
                  </a:lnTo>
                  <a:lnTo>
                    <a:pt x="4726" y="998359"/>
                  </a:lnTo>
                  <a:lnTo>
                    <a:pt x="18279" y="1042005"/>
                  </a:lnTo>
                  <a:lnTo>
                    <a:pt x="39725" y="1081503"/>
                  </a:lnTo>
                  <a:lnTo>
                    <a:pt x="68126" y="1115918"/>
                  </a:lnTo>
                  <a:lnTo>
                    <a:pt x="102547" y="1144313"/>
                  </a:lnTo>
                  <a:lnTo>
                    <a:pt x="142050" y="1165754"/>
                  </a:lnTo>
                  <a:lnTo>
                    <a:pt x="185701" y="1179304"/>
                  </a:lnTo>
                  <a:lnTo>
                    <a:pt x="232562" y="1184029"/>
                  </a:lnTo>
                  <a:lnTo>
                    <a:pt x="1824989" y="1184029"/>
                  </a:lnTo>
                  <a:lnTo>
                    <a:pt x="1871844" y="1179304"/>
                  </a:lnTo>
                  <a:lnTo>
                    <a:pt x="1915477" y="1165754"/>
                  </a:lnTo>
                  <a:lnTo>
                    <a:pt x="1954957" y="1144313"/>
                  </a:lnTo>
                  <a:lnTo>
                    <a:pt x="1989349" y="1115918"/>
                  </a:lnTo>
                  <a:lnTo>
                    <a:pt x="2017722" y="1081503"/>
                  </a:lnTo>
                  <a:lnTo>
                    <a:pt x="2039143" y="1042005"/>
                  </a:lnTo>
                  <a:lnTo>
                    <a:pt x="2052680" y="998359"/>
                  </a:lnTo>
                  <a:lnTo>
                    <a:pt x="2057399" y="951500"/>
                  </a:lnTo>
                  <a:lnTo>
                    <a:pt x="2057399" y="232541"/>
                  </a:lnTo>
                  <a:lnTo>
                    <a:pt x="2052680" y="185685"/>
                  </a:lnTo>
                  <a:lnTo>
                    <a:pt x="2039143" y="142039"/>
                  </a:lnTo>
                  <a:lnTo>
                    <a:pt x="2017722" y="102539"/>
                  </a:lnTo>
                  <a:lnTo>
                    <a:pt x="1989349" y="68121"/>
                  </a:lnTo>
                  <a:lnTo>
                    <a:pt x="1954957" y="39722"/>
                  </a:lnTo>
                  <a:lnTo>
                    <a:pt x="1915477" y="18278"/>
                  </a:lnTo>
                  <a:lnTo>
                    <a:pt x="1871844" y="4725"/>
                  </a:lnTo>
                  <a:lnTo>
                    <a:pt x="1824989" y="0"/>
                  </a:lnTo>
                  <a:close/>
                </a:path>
              </a:pathLst>
            </a:custGeom>
            <a:solidFill>
              <a:srgbClr val="252525"/>
            </a:solidFill>
          </p:spPr>
          <p:txBody>
            <a:bodyPr wrap="square" lIns="0" tIns="0" rIns="0" bIns="0" rtlCol="0"/>
            <a:lstStyle/>
            <a:p>
              <a:endParaRPr/>
            </a:p>
          </p:txBody>
        </p:sp>
        <p:sp>
          <p:nvSpPr>
            <p:cNvPr id="229" name="object 229"/>
            <p:cNvSpPr/>
            <p:nvPr/>
          </p:nvSpPr>
          <p:spPr>
            <a:xfrm>
              <a:off x="6862815" y="5288529"/>
              <a:ext cx="2057400" cy="1184275"/>
            </a:xfrm>
            <a:custGeom>
              <a:avLst/>
              <a:gdLst/>
              <a:ahLst/>
              <a:cxnLst/>
              <a:rect l="l" t="t" r="r" b="b"/>
              <a:pathLst>
                <a:path w="2057400" h="1184275">
                  <a:moveTo>
                    <a:pt x="0" y="232541"/>
                  </a:moveTo>
                  <a:lnTo>
                    <a:pt x="4726" y="185685"/>
                  </a:lnTo>
                  <a:lnTo>
                    <a:pt x="18279" y="142039"/>
                  </a:lnTo>
                  <a:lnTo>
                    <a:pt x="39725" y="102539"/>
                  </a:lnTo>
                  <a:lnTo>
                    <a:pt x="68126" y="68121"/>
                  </a:lnTo>
                  <a:lnTo>
                    <a:pt x="102547" y="39722"/>
                  </a:lnTo>
                  <a:lnTo>
                    <a:pt x="142050" y="18278"/>
                  </a:lnTo>
                  <a:lnTo>
                    <a:pt x="185701" y="4725"/>
                  </a:lnTo>
                  <a:lnTo>
                    <a:pt x="232562" y="0"/>
                  </a:lnTo>
                  <a:lnTo>
                    <a:pt x="1824989" y="0"/>
                  </a:lnTo>
                  <a:lnTo>
                    <a:pt x="1871844" y="4725"/>
                  </a:lnTo>
                  <a:lnTo>
                    <a:pt x="1915477" y="18278"/>
                  </a:lnTo>
                  <a:lnTo>
                    <a:pt x="1954957" y="39722"/>
                  </a:lnTo>
                  <a:lnTo>
                    <a:pt x="1989349" y="68121"/>
                  </a:lnTo>
                  <a:lnTo>
                    <a:pt x="2017722" y="102539"/>
                  </a:lnTo>
                  <a:lnTo>
                    <a:pt x="2039143" y="142039"/>
                  </a:lnTo>
                  <a:lnTo>
                    <a:pt x="2052680" y="185685"/>
                  </a:lnTo>
                  <a:lnTo>
                    <a:pt x="2057399" y="232541"/>
                  </a:lnTo>
                  <a:lnTo>
                    <a:pt x="2057399" y="951500"/>
                  </a:lnTo>
                  <a:lnTo>
                    <a:pt x="2052680" y="998359"/>
                  </a:lnTo>
                  <a:lnTo>
                    <a:pt x="2039143" y="1042005"/>
                  </a:lnTo>
                  <a:lnTo>
                    <a:pt x="2017722" y="1081503"/>
                  </a:lnTo>
                  <a:lnTo>
                    <a:pt x="1989349" y="1115918"/>
                  </a:lnTo>
                  <a:lnTo>
                    <a:pt x="1954957" y="1144313"/>
                  </a:lnTo>
                  <a:lnTo>
                    <a:pt x="1915477" y="1165754"/>
                  </a:lnTo>
                  <a:lnTo>
                    <a:pt x="1871844" y="1179304"/>
                  </a:lnTo>
                  <a:lnTo>
                    <a:pt x="1824989" y="1184029"/>
                  </a:lnTo>
                  <a:lnTo>
                    <a:pt x="232562" y="1184029"/>
                  </a:lnTo>
                  <a:lnTo>
                    <a:pt x="185701" y="1179304"/>
                  </a:lnTo>
                  <a:lnTo>
                    <a:pt x="142050" y="1165754"/>
                  </a:lnTo>
                  <a:lnTo>
                    <a:pt x="102547" y="1144313"/>
                  </a:lnTo>
                  <a:lnTo>
                    <a:pt x="68126" y="1115918"/>
                  </a:lnTo>
                  <a:lnTo>
                    <a:pt x="39725" y="1081503"/>
                  </a:lnTo>
                  <a:lnTo>
                    <a:pt x="18279" y="1042005"/>
                  </a:lnTo>
                  <a:lnTo>
                    <a:pt x="4726" y="998359"/>
                  </a:lnTo>
                  <a:lnTo>
                    <a:pt x="0" y="951500"/>
                  </a:lnTo>
                  <a:lnTo>
                    <a:pt x="0" y="232541"/>
                  </a:lnTo>
                  <a:close/>
                </a:path>
              </a:pathLst>
            </a:custGeom>
            <a:ln w="76199">
              <a:solidFill>
                <a:srgbClr val="00AF50"/>
              </a:solidFill>
            </a:ln>
          </p:spPr>
          <p:txBody>
            <a:bodyPr wrap="square" lIns="0" tIns="0" rIns="0" bIns="0" rtlCol="0"/>
            <a:lstStyle/>
            <a:p>
              <a:endParaRPr/>
            </a:p>
          </p:txBody>
        </p:sp>
        <p:sp>
          <p:nvSpPr>
            <p:cNvPr id="230" name="object 230"/>
            <p:cNvSpPr/>
            <p:nvPr/>
          </p:nvSpPr>
          <p:spPr>
            <a:xfrm>
              <a:off x="6669024" y="4931662"/>
              <a:ext cx="2474976" cy="1926336"/>
            </a:xfrm>
            <a:prstGeom prst="rect">
              <a:avLst/>
            </a:prstGeom>
            <a:blipFill>
              <a:blip r:embed="rId96" cstate="print"/>
              <a:stretch>
                <a:fillRect/>
              </a:stretch>
            </a:blipFill>
          </p:spPr>
          <p:txBody>
            <a:bodyPr wrap="square" lIns="0" tIns="0" rIns="0" bIns="0" rtlCol="0"/>
            <a:lstStyle/>
            <a:p>
              <a:endParaRPr/>
            </a:p>
          </p:txBody>
        </p:sp>
        <p:sp>
          <p:nvSpPr>
            <p:cNvPr id="231" name="object 231"/>
            <p:cNvSpPr/>
            <p:nvPr/>
          </p:nvSpPr>
          <p:spPr>
            <a:xfrm>
              <a:off x="7340864" y="5522595"/>
              <a:ext cx="1101211" cy="747308"/>
            </a:xfrm>
            <a:prstGeom prst="rect">
              <a:avLst/>
            </a:prstGeom>
            <a:blipFill>
              <a:blip r:embed="rId97" cstate="print"/>
              <a:stretch>
                <a:fillRect/>
              </a:stretch>
            </a:blipFill>
          </p:spPr>
          <p:txBody>
            <a:bodyPr wrap="square" lIns="0" tIns="0" rIns="0" bIns="0" rtlCol="0"/>
            <a:lstStyle/>
            <a:p>
              <a:endParaRPr/>
            </a:p>
          </p:txBody>
        </p:sp>
        <p:sp>
          <p:nvSpPr>
            <p:cNvPr id="232" name="object 232"/>
            <p:cNvSpPr/>
            <p:nvPr/>
          </p:nvSpPr>
          <p:spPr>
            <a:xfrm>
              <a:off x="6777228" y="5245608"/>
              <a:ext cx="2218944" cy="1345692"/>
            </a:xfrm>
            <a:prstGeom prst="rect">
              <a:avLst/>
            </a:prstGeom>
            <a:blipFill>
              <a:blip r:embed="rId71" cstate="print"/>
              <a:stretch>
                <a:fillRect/>
              </a:stretch>
            </a:blipFill>
          </p:spPr>
          <p:txBody>
            <a:bodyPr wrap="square" lIns="0" tIns="0" rIns="0" bIns="0" rtlCol="0"/>
            <a:lstStyle/>
            <a:p>
              <a:endParaRPr/>
            </a:p>
          </p:txBody>
        </p:sp>
        <p:sp>
          <p:nvSpPr>
            <p:cNvPr id="233" name="object 233"/>
            <p:cNvSpPr/>
            <p:nvPr/>
          </p:nvSpPr>
          <p:spPr>
            <a:xfrm>
              <a:off x="6623304" y="4928615"/>
              <a:ext cx="2520695" cy="1929383"/>
            </a:xfrm>
            <a:prstGeom prst="rect">
              <a:avLst/>
            </a:prstGeom>
            <a:blipFill>
              <a:blip r:embed="rId98" cstate="print"/>
              <a:stretch>
                <a:fillRect/>
              </a:stretch>
            </a:blipFill>
          </p:spPr>
          <p:txBody>
            <a:bodyPr wrap="square" lIns="0" tIns="0" rIns="0" bIns="0" rtlCol="0"/>
            <a:lstStyle/>
            <a:p>
              <a:endParaRPr/>
            </a:p>
          </p:txBody>
        </p:sp>
        <p:sp>
          <p:nvSpPr>
            <p:cNvPr id="234" name="object 234"/>
            <p:cNvSpPr/>
            <p:nvPr/>
          </p:nvSpPr>
          <p:spPr>
            <a:xfrm>
              <a:off x="6857999" y="530681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24"/>
                  </a:lnTo>
                  <a:lnTo>
                    <a:pt x="4725" y="998383"/>
                  </a:lnTo>
                  <a:lnTo>
                    <a:pt x="18279" y="1042027"/>
                  </a:lnTo>
                  <a:lnTo>
                    <a:pt x="39723" y="1081524"/>
                  </a:lnTo>
                  <a:lnTo>
                    <a:pt x="68122" y="1115936"/>
                  </a:lnTo>
                  <a:lnTo>
                    <a:pt x="102539" y="1144329"/>
                  </a:lnTo>
                  <a:lnTo>
                    <a:pt x="142037" y="1165768"/>
                  </a:lnTo>
                  <a:lnTo>
                    <a:pt x="185680" y="1179317"/>
                  </a:lnTo>
                  <a:lnTo>
                    <a:pt x="232531" y="1184041"/>
                  </a:lnTo>
                  <a:lnTo>
                    <a:pt x="1824868" y="1184041"/>
                  </a:lnTo>
                  <a:lnTo>
                    <a:pt x="1871719" y="1179317"/>
                  </a:lnTo>
                  <a:lnTo>
                    <a:pt x="1915362" y="1165768"/>
                  </a:lnTo>
                  <a:lnTo>
                    <a:pt x="1954860" y="1144329"/>
                  </a:lnTo>
                  <a:lnTo>
                    <a:pt x="1989277" y="1115936"/>
                  </a:lnTo>
                  <a:lnTo>
                    <a:pt x="2017676" y="1081524"/>
                  </a:lnTo>
                  <a:lnTo>
                    <a:pt x="2039120" y="1042027"/>
                  </a:lnTo>
                  <a:lnTo>
                    <a:pt x="2052674" y="998383"/>
                  </a:lnTo>
                  <a:lnTo>
                    <a:pt x="2057399" y="951524"/>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35" name="object 235"/>
            <p:cNvSpPr/>
            <p:nvPr/>
          </p:nvSpPr>
          <p:spPr>
            <a:xfrm>
              <a:off x="6857999" y="530681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24"/>
                  </a:lnTo>
                  <a:lnTo>
                    <a:pt x="2052674" y="998383"/>
                  </a:lnTo>
                  <a:lnTo>
                    <a:pt x="2039120" y="1042027"/>
                  </a:lnTo>
                  <a:lnTo>
                    <a:pt x="2017676" y="1081524"/>
                  </a:lnTo>
                  <a:lnTo>
                    <a:pt x="1989277" y="1115936"/>
                  </a:lnTo>
                  <a:lnTo>
                    <a:pt x="1954860" y="1144329"/>
                  </a:lnTo>
                  <a:lnTo>
                    <a:pt x="1915362" y="1165768"/>
                  </a:lnTo>
                  <a:lnTo>
                    <a:pt x="1871719" y="1179317"/>
                  </a:lnTo>
                  <a:lnTo>
                    <a:pt x="1824868" y="1184041"/>
                  </a:lnTo>
                  <a:lnTo>
                    <a:pt x="232531" y="1184041"/>
                  </a:lnTo>
                  <a:lnTo>
                    <a:pt x="185680" y="1179317"/>
                  </a:lnTo>
                  <a:lnTo>
                    <a:pt x="142037" y="1165768"/>
                  </a:lnTo>
                  <a:lnTo>
                    <a:pt x="102539" y="1144329"/>
                  </a:lnTo>
                  <a:lnTo>
                    <a:pt x="68122" y="1115936"/>
                  </a:lnTo>
                  <a:lnTo>
                    <a:pt x="39723" y="1081524"/>
                  </a:lnTo>
                  <a:lnTo>
                    <a:pt x="18279" y="1042027"/>
                  </a:lnTo>
                  <a:lnTo>
                    <a:pt x="4725" y="998383"/>
                  </a:lnTo>
                  <a:lnTo>
                    <a:pt x="0" y="951524"/>
                  </a:lnTo>
                  <a:lnTo>
                    <a:pt x="0" y="232541"/>
                  </a:lnTo>
                  <a:close/>
                </a:path>
              </a:pathLst>
            </a:custGeom>
            <a:ln w="76199">
              <a:solidFill>
                <a:srgbClr val="00AF50"/>
              </a:solidFill>
            </a:ln>
          </p:spPr>
          <p:txBody>
            <a:bodyPr wrap="square" lIns="0" tIns="0" rIns="0" bIns="0" rtlCol="0"/>
            <a:lstStyle/>
            <a:p>
              <a:endParaRPr/>
            </a:p>
          </p:txBody>
        </p:sp>
        <p:sp>
          <p:nvSpPr>
            <p:cNvPr id="236" name="object 236"/>
            <p:cNvSpPr/>
            <p:nvPr/>
          </p:nvSpPr>
          <p:spPr>
            <a:xfrm>
              <a:off x="6664452" y="4949950"/>
              <a:ext cx="2479548" cy="1908047"/>
            </a:xfrm>
            <a:prstGeom prst="rect">
              <a:avLst/>
            </a:prstGeom>
            <a:blipFill>
              <a:blip r:embed="rId99" cstate="print"/>
              <a:stretch>
                <a:fillRect/>
              </a:stretch>
            </a:blipFill>
          </p:spPr>
          <p:txBody>
            <a:bodyPr wrap="square" lIns="0" tIns="0" rIns="0" bIns="0" rtlCol="0"/>
            <a:lstStyle/>
            <a:p>
              <a:endParaRPr/>
            </a:p>
          </p:txBody>
        </p:sp>
        <p:sp>
          <p:nvSpPr>
            <p:cNvPr id="237" name="object 237"/>
            <p:cNvSpPr/>
            <p:nvPr/>
          </p:nvSpPr>
          <p:spPr>
            <a:xfrm>
              <a:off x="7341992" y="5546978"/>
              <a:ext cx="1083945" cy="736600"/>
            </a:xfrm>
            <a:custGeom>
              <a:avLst/>
              <a:gdLst/>
              <a:ahLst/>
              <a:cxnLst/>
              <a:rect l="l" t="t" r="r" b="b"/>
              <a:pathLst>
                <a:path w="1083945" h="736600">
                  <a:moveTo>
                    <a:pt x="623437" y="579287"/>
                  </a:moveTo>
                  <a:lnTo>
                    <a:pt x="623437" y="708327"/>
                  </a:lnTo>
                  <a:lnTo>
                    <a:pt x="656498" y="720492"/>
                  </a:lnTo>
                  <a:lnTo>
                    <a:pt x="692585" y="729179"/>
                  </a:lnTo>
                  <a:lnTo>
                    <a:pt x="731695" y="734391"/>
                  </a:lnTo>
                  <a:lnTo>
                    <a:pt x="773826" y="736128"/>
                  </a:lnTo>
                  <a:lnTo>
                    <a:pt x="809456" y="734391"/>
                  </a:lnTo>
                  <a:lnTo>
                    <a:pt x="874638" y="720637"/>
                  </a:lnTo>
                  <a:lnTo>
                    <a:pt x="932119" y="693307"/>
                  </a:lnTo>
                  <a:lnTo>
                    <a:pt x="980881" y="653721"/>
                  </a:lnTo>
                  <a:lnTo>
                    <a:pt x="1011155" y="616016"/>
                  </a:lnTo>
                  <a:lnTo>
                    <a:pt x="758464" y="616016"/>
                  </a:lnTo>
                  <a:lnTo>
                    <a:pt x="720457" y="613719"/>
                  </a:lnTo>
                  <a:lnTo>
                    <a:pt x="685293" y="606831"/>
                  </a:lnTo>
                  <a:lnTo>
                    <a:pt x="652958" y="595353"/>
                  </a:lnTo>
                  <a:lnTo>
                    <a:pt x="623437" y="579287"/>
                  </a:lnTo>
                  <a:close/>
                </a:path>
                <a:path w="1083945" h="736600">
                  <a:moveTo>
                    <a:pt x="1080386" y="400598"/>
                  </a:moveTo>
                  <a:lnTo>
                    <a:pt x="928237" y="400598"/>
                  </a:lnTo>
                  <a:lnTo>
                    <a:pt x="931164" y="401598"/>
                  </a:lnTo>
                  <a:lnTo>
                    <a:pt x="928146" y="450641"/>
                  </a:lnTo>
                  <a:lnTo>
                    <a:pt x="919459" y="493543"/>
                  </a:lnTo>
                  <a:lnTo>
                    <a:pt x="905103" y="530301"/>
                  </a:lnTo>
                  <a:lnTo>
                    <a:pt x="860022" y="585020"/>
                  </a:lnTo>
                  <a:lnTo>
                    <a:pt x="796721" y="612571"/>
                  </a:lnTo>
                  <a:lnTo>
                    <a:pt x="758464" y="616016"/>
                  </a:lnTo>
                  <a:lnTo>
                    <a:pt x="1011155" y="616016"/>
                  </a:lnTo>
                  <a:lnTo>
                    <a:pt x="1037139" y="572024"/>
                  </a:lnTo>
                  <a:lnTo>
                    <a:pt x="1062746" y="503099"/>
                  </a:lnTo>
                  <a:lnTo>
                    <a:pt x="1071836" y="464496"/>
                  </a:lnTo>
                  <a:lnTo>
                    <a:pt x="1078344" y="423376"/>
                  </a:lnTo>
                  <a:lnTo>
                    <a:pt x="1080386" y="400598"/>
                  </a:lnTo>
                  <a:close/>
                </a:path>
                <a:path w="1083945" h="736600">
                  <a:moveTo>
                    <a:pt x="833902" y="0"/>
                  </a:moveTo>
                  <a:lnTo>
                    <a:pt x="780348" y="4555"/>
                  </a:lnTo>
                  <a:lnTo>
                    <a:pt x="731641" y="18156"/>
                  </a:lnTo>
                  <a:lnTo>
                    <a:pt x="688802" y="40064"/>
                  </a:lnTo>
                  <a:lnTo>
                    <a:pt x="652546" y="69543"/>
                  </a:lnTo>
                  <a:lnTo>
                    <a:pt x="623197" y="106018"/>
                  </a:lnTo>
                  <a:lnTo>
                    <a:pt x="601096" y="148958"/>
                  </a:lnTo>
                  <a:lnTo>
                    <a:pt x="587380" y="197597"/>
                  </a:lnTo>
                  <a:lnTo>
                    <a:pt x="582812" y="251317"/>
                  </a:lnTo>
                  <a:lnTo>
                    <a:pt x="583760" y="274781"/>
                  </a:lnTo>
                  <a:lnTo>
                    <a:pt x="591333" y="318949"/>
                  </a:lnTo>
                  <a:lnTo>
                    <a:pt x="606210" y="358950"/>
                  </a:lnTo>
                  <a:lnTo>
                    <a:pt x="627304" y="393572"/>
                  </a:lnTo>
                  <a:lnTo>
                    <a:pt x="654230" y="422521"/>
                  </a:lnTo>
                  <a:lnTo>
                    <a:pt x="686234" y="445223"/>
                  </a:lnTo>
                  <a:lnTo>
                    <a:pt x="723003" y="461371"/>
                  </a:lnTo>
                  <a:lnTo>
                    <a:pt x="763336" y="469560"/>
                  </a:lnTo>
                  <a:lnTo>
                    <a:pt x="784738" y="470583"/>
                  </a:lnTo>
                  <a:lnTo>
                    <a:pt x="829838" y="466209"/>
                  </a:lnTo>
                  <a:lnTo>
                    <a:pt x="868775" y="453088"/>
                  </a:lnTo>
                  <a:lnTo>
                    <a:pt x="901568" y="431218"/>
                  </a:lnTo>
                  <a:lnTo>
                    <a:pt x="928237" y="400598"/>
                  </a:lnTo>
                  <a:lnTo>
                    <a:pt x="1080386" y="400598"/>
                  </a:lnTo>
                  <a:lnTo>
                    <a:pt x="1082257" y="379740"/>
                  </a:lnTo>
                  <a:lnTo>
                    <a:pt x="1082987" y="353949"/>
                  </a:lnTo>
                  <a:lnTo>
                    <a:pt x="832987" y="353949"/>
                  </a:lnTo>
                  <a:lnTo>
                    <a:pt x="822298" y="353468"/>
                  </a:lnTo>
                  <a:lnTo>
                    <a:pt x="784630" y="341958"/>
                  </a:lnTo>
                  <a:lnTo>
                    <a:pt x="756762" y="315806"/>
                  </a:lnTo>
                  <a:lnTo>
                    <a:pt x="740052" y="276008"/>
                  </a:lnTo>
                  <a:lnTo>
                    <a:pt x="736092" y="237804"/>
                  </a:lnTo>
                  <a:lnTo>
                    <a:pt x="736539" y="225365"/>
                  </a:lnTo>
                  <a:lnTo>
                    <a:pt x="746924" y="180117"/>
                  </a:lnTo>
                  <a:lnTo>
                    <a:pt x="769000" y="145771"/>
                  </a:lnTo>
                  <a:lnTo>
                    <a:pt x="800755" y="124702"/>
                  </a:lnTo>
                  <a:lnTo>
                    <a:pt x="829452" y="119670"/>
                  </a:lnTo>
                  <a:lnTo>
                    <a:pt x="1037060" y="119670"/>
                  </a:lnTo>
                  <a:lnTo>
                    <a:pt x="1032139" y="110456"/>
                  </a:lnTo>
                  <a:lnTo>
                    <a:pt x="999754" y="67821"/>
                  </a:lnTo>
                  <a:lnTo>
                    <a:pt x="960368" y="35184"/>
                  </a:lnTo>
                  <a:lnTo>
                    <a:pt x="914338" y="12753"/>
                  </a:lnTo>
                  <a:lnTo>
                    <a:pt x="862200" y="1424"/>
                  </a:lnTo>
                  <a:lnTo>
                    <a:pt x="833902" y="0"/>
                  </a:lnTo>
                  <a:close/>
                </a:path>
                <a:path w="1083945" h="736600">
                  <a:moveTo>
                    <a:pt x="1037060" y="119670"/>
                  </a:moveTo>
                  <a:lnTo>
                    <a:pt x="829452" y="119670"/>
                  </a:lnTo>
                  <a:lnTo>
                    <a:pt x="839897" y="120306"/>
                  </a:lnTo>
                  <a:lnTo>
                    <a:pt x="849923" y="122215"/>
                  </a:lnTo>
                  <a:lnTo>
                    <a:pt x="885181" y="141815"/>
                  </a:lnTo>
                  <a:lnTo>
                    <a:pt x="909961" y="176443"/>
                  </a:lnTo>
                  <a:lnTo>
                    <a:pt x="923475" y="223719"/>
                  </a:lnTo>
                  <a:lnTo>
                    <a:pt x="925189" y="250210"/>
                  </a:lnTo>
                  <a:lnTo>
                    <a:pt x="924787" y="260943"/>
                  </a:lnTo>
                  <a:lnTo>
                    <a:pt x="914915" y="300023"/>
                  </a:lnTo>
                  <a:lnTo>
                    <a:pt x="886343" y="336138"/>
                  </a:lnTo>
                  <a:lnTo>
                    <a:pt x="843144" y="353437"/>
                  </a:lnTo>
                  <a:lnTo>
                    <a:pt x="832987" y="353949"/>
                  </a:lnTo>
                  <a:lnTo>
                    <a:pt x="1082987" y="353949"/>
                  </a:lnTo>
                  <a:lnTo>
                    <a:pt x="1083491" y="336138"/>
                  </a:lnTo>
                  <a:lnTo>
                    <a:pt x="1083471" y="330260"/>
                  </a:lnTo>
                  <a:lnTo>
                    <a:pt x="1082494" y="295188"/>
                  </a:lnTo>
                  <a:lnTo>
                    <a:pt x="1073932" y="224708"/>
                  </a:lnTo>
                  <a:lnTo>
                    <a:pt x="1056907" y="162819"/>
                  </a:lnTo>
                  <a:lnTo>
                    <a:pt x="1045450" y="135381"/>
                  </a:lnTo>
                  <a:lnTo>
                    <a:pt x="1037060" y="119670"/>
                  </a:lnTo>
                  <a:close/>
                </a:path>
                <a:path w="1083945" h="736600">
                  <a:moveTo>
                    <a:pt x="461371" y="125135"/>
                  </a:moveTo>
                  <a:lnTo>
                    <a:pt x="210068" y="125135"/>
                  </a:lnTo>
                  <a:lnTo>
                    <a:pt x="234853" y="126593"/>
                  </a:lnTo>
                  <a:lnTo>
                    <a:pt x="256260" y="130965"/>
                  </a:lnTo>
                  <a:lnTo>
                    <a:pt x="300188" y="161518"/>
                  </a:lnTo>
                  <a:lnTo>
                    <a:pt x="314706" y="217444"/>
                  </a:lnTo>
                  <a:lnTo>
                    <a:pt x="314210" y="228942"/>
                  </a:lnTo>
                  <a:lnTo>
                    <a:pt x="302337" y="271643"/>
                  </a:lnTo>
                  <a:lnTo>
                    <a:pt x="274155" y="312148"/>
                  </a:lnTo>
                  <a:lnTo>
                    <a:pt x="242956" y="342531"/>
                  </a:lnTo>
                  <a:lnTo>
                    <a:pt x="203299" y="374219"/>
                  </a:lnTo>
                  <a:lnTo>
                    <a:pt x="173074" y="396212"/>
                  </a:lnTo>
                  <a:lnTo>
                    <a:pt x="157554" y="407860"/>
                  </a:lnTo>
                  <a:lnTo>
                    <a:pt x="125364" y="433114"/>
                  </a:lnTo>
                  <a:lnTo>
                    <a:pt x="93653" y="461648"/>
                  </a:lnTo>
                  <a:lnTo>
                    <a:pt x="64526" y="494157"/>
                  </a:lnTo>
                  <a:lnTo>
                    <a:pt x="39136" y="530887"/>
                  </a:lnTo>
                  <a:lnTo>
                    <a:pt x="18409" y="572082"/>
                  </a:lnTo>
                  <a:lnTo>
                    <a:pt x="4632" y="618310"/>
                  </a:lnTo>
                  <a:lnTo>
                    <a:pt x="0" y="670118"/>
                  </a:lnTo>
                  <a:lnTo>
                    <a:pt x="0" y="723720"/>
                  </a:lnTo>
                  <a:lnTo>
                    <a:pt x="473598" y="723720"/>
                  </a:lnTo>
                  <a:lnTo>
                    <a:pt x="473598" y="593668"/>
                  </a:lnTo>
                  <a:lnTo>
                    <a:pt x="171846" y="593668"/>
                  </a:lnTo>
                  <a:lnTo>
                    <a:pt x="172463" y="586634"/>
                  </a:lnTo>
                  <a:lnTo>
                    <a:pt x="193376" y="548827"/>
                  </a:lnTo>
                  <a:lnTo>
                    <a:pt x="226710" y="516618"/>
                  </a:lnTo>
                  <a:lnTo>
                    <a:pt x="258668" y="491785"/>
                  </a:lnTo>
                  <a:lnTo>
                    <a:pt x="293370" y="466606"/>
                  </a:lnTo>
                  <a:lnTo>
                    <a:pt x="310850" y="454342"/>
                  </a:lnTo>
                  <a:lnTo>
                    <a:pt x="328033" y="441857"/>
                  </a:lnTo>
                  <a:lnTo>
                    <a:pt x="361462" y="416240"/>
                  </a:lnTo>
                  <a:lnTo>
                    <a:pt x="392193" y="388877"/>
                  </a:lnTo>
                  <a:lnTo>
                    <a:pt x="419221" y="358914"/>
                  </a:lnTo>
                  <a:lnTo>
                    <a:pt x="441773" y="325901"/>
                  </a:lnTo>
                  <a:lnTo>
                    <a:pt x="459364" y="289416"/>
                  </a:lnTo>
                  <a:lnTo>
                    <a:pt x="470790" y="248477"/>
                  </a:lnTo>
                  <a:lnTo>
                    <a:pt x="474604" y="202073"/>
                  </a:lnTo>
                  <a:lnTo>
                    <a:pt x="473627" y="179532"/>
                  </a:lnTo>
                  <a:lnTo>
                    <a:pt x="470698" y="158077"/>
                  </a:lnTo>
                  <a:lnTo>
                    <a:pt x="465821" y="137710"/>
                  </a:lnTo>
                  <a:lnTo>
                    <a:pt x="461371" y="125135"/>
                  </a:lnTo>
                  <a:close/>
                </a:path>
                <a:path w="1083945" h="736600">
                  <a:moveTo>
                    <a:pt x="243718" y="0"/>
                  </a:moveTo>
                  <a:lnTo>
                    <a:pt x="186901" y="3760"/>
                  </a:lnTo>
                  <a:lnTo>
                    <a:pt x="133049" y="15037"/>
                  </a:lnTo>
                  <a:lnTo>
                    <a:pt x="82173" y="33824"/>
                  </a:lnTo>
                  <a:lnTo>
                    <a:pt x="34290" y="60115"/>
                  </a:lnTo>
                  <a:lnTo>
                    <a:pt x="34290" y="198095"/>
                  </a:lnTo>
                  <a:lnTo>
                    <a:pt x="76731" y="166176"/>
                  </a:lnTo>
                  <a:lnTo>
                    <a:pt x="120190" y="143376"/>
                  </a:lnTo>
                  <a:lnTo>
                    <a:pt x="164643" y="129696"/>
                  </a:lnTo>
                  <a:lnTo>
                    <a:pt x="210068" y="125135"/>
                  </a:lnTo>
                  <a:lnTo>
                    <a:pt x="461371" y="125135"/>
                  </a:lnTo>
                  <a:lnTo>
                    <a:pt x="458998" y="118430"/>
                  </a:lnTo>
                  <a:lnTo>
                    <a:pt x="439734" y="83750"/>
                  </a:lnTo>
                  <a:lnTo>
                    <a:pt x="413522" y="54650"/>
                  </a:lnTo>
                  <a:lnTo>
                    <a:pt x="380466" y="31376"/>
                  </a:lnTo>
                  <a:lnTo>
                    <a:pt x="340735" y="14228"/>
                  </a:lnTo>
                  <a:lnTo>
                    <a:pt x="295038" y="3586"/>
                  </a:lnTo>
                  <a:lnTo>
                    <a:pt x="270072" y="900"/>
                  </a:lnTo>
                  <a:lnTo>
                    <a:pt x="243718" y="0"/>
                  </a:lnTo>
                  <a:close/>
                </a:path>
              </a:pathLst>
            </a:custGeom>
            <a:solidFill>
              <a:srgbClr val="FFFF00"/>
            </a:solidFill>
          </p:spPr>
          <p:txBody>
            <a:bodyPr wrap="square" lIns="0" tIns="0" rIns="0" bIns="0" rtlCol="0"/>
            <a:lstStyle/>
            <a:p>
              <a:endParaRPr/>
            </a:p>
          </p:txBody>
        </p:sp>
        <p:sp>
          <p:nvSpPr>
            <p:cNvPr id="238" name="object 238"/>
            <p:cNvSpPr/>
            <p:nvPr/>
          </p:nvSpPr>
          <p:spPr>
            <a:xfrm>
              <a:off x="8071987" y="5660553"/>
              <a:ext cx="201289" cy="246470"/>
            </a:xfrm>
            <a:prstGeom prst="rect">
              <a:avLst/>
            </a:prstGeom>
            <a:blipFill>
              <a:blip r:embed="rId100" cstate="print"/>
              <a:stretch>
                <a:fillRect/>
              </a:stretch>
            </a:blipFill>
          </p:spPr>
          <p:txBody>
            <a:bodyPr wrap="square" lIns="0" tIns="0" rIns="0" bIns="0" rtlCol="0"/>
            <a:lstStyle/>
            <a:p>
              <a:endParaRPr/>
            </a:p>
          </p:txBody>
        </p:sp>
        <p:sp>
          <p:nvSpPr>
            <p:cNvPr id="239" name="object 239"/>
            <p:cNvSpPr/>
            <p:nvPr/>
          </p:nvSpPr>
          <p:spPr>
            <a:xfrm>
              <a:off x="7341991" y="5546978"/>
              <a:ext cx="1083945" cy="736600"/>
            </a:xfrm>
            <a:custGeom>
              <a:avLst/>
              <a:gdLst/>
              <a:ahLst/>
              <a:cxnLst/>
              <a:rect l="l" t="t" r="r" b="b"/>
              <a:pathLst>
                <a:path w="1083945" h="736600">
                  <a:moveTo>
                    <a:pt x="833902" y="0"/>
                  </a:moveTo>
                  <a:lnTo>
                    <a:pt x="889017" y="5683"/>
                  </a:lnTo>
                  <a:lnTo>
                    <a:pt x="938143" y="22610"/>
                  </a:lnTo>
                  <a:lnTo>
                    <a:pt x="980907" y="50251"/>
                  </a:lnTo>
                  <a:lnTo>
                    <a:pt x="1016904" y="87904"/>
                  </a:lnTo>
                  <a:lnTo>
                    <a:pt x="1045475" y="135427"/>
                  </a:lnTo>
                  <a:lnTo>
                    <a:pt x="1066434" y="192630"/>
                  </a:lnTo>
                  <a:lnTo>
                    <a:pt x="1079285" y="258895"/>
                  </a:lnTo>
                  <a:lnTo>
                    <a:pt x="1083563" y="333588"/>
                  </a:lnTo>
                  <a:lnTo>
                    <a:pt x="1082257" y="379740"/>
                  </a:lnTo>
                  <a:lnTo>
                    <a:pt x="1078344" y="423376"/>
                  </a:lnTo>
                  <a:lnTo>
                    <a:pt x="1071836" y="464496"/>
                  </a:lnTo>
                  <a:lnTo>
                    <a:pt x="1062746" y="503099"/>
                  </a:lnTo>
                  <a:lnTo>
                    <a:pt x="1037139" y="572024"/>
                  </a:lnTo>
                  <a:lnTo>
                    <a:pt x="1001908" y="629411"/>
                  </a:lnTo>
                  <a:lnTo>
                    <a:pt x="957620" y="675018"/>
                  </a:lnTo>
                  <a:lnTo>
                    <a:pt x="904372" y="708589"/>
                  </a:lnTo>
                  <a:lnTo>
                    <a:pt x="842962" y="729243"/>
                  </a:lnTo>
                  <a:lnTo>
                    <a:pt x="773826" y="736128"/>
                  </a:lnTo>
                  <a:lnTo>
                    <a:pt x="731695" y="734391"/>
                  </a:lnTo>
                  <a:lnTo>
                    <a:pt x="692585" y="729179"/>
                  </a:lnTo>
                  <a:lnTo>
                    <a:pt x="656498" y="720492"/>
                  </a:lnTo>
                  <a:lnTo>
                    <a:pt x="623437" y="708327"/>
                  </a:lnTo>
                  <a:lnTo>
                    <a:pt x="623437" y="579287"/>
                  </a:lnTo>
                  <a:lnTo>
                    <a:pt x="652958" y="595353"/>
                  </a:lnTo>
                  <a:lnTo>
                    <a:pt x="685293" y="606831"/>
                  </a:lnTo>
                  <a:lnTo>
                    <a:pt x="720457" y="613719"/>
                  </a:lnTo>
                  <a:lnTo>
                    <a:pt x="758464" y="616016"/>
                  </a:lnTo>
                  <a:lnTo>
                    <a:pt x="796721" y="612571"/>
                  </a:lnTo>
                  <a:lnTo>
                    <a:pt x="860022" y="585020"/>
                  </a:lnTo>
                  <a:lnTo>
                    <a:pt x="905103" y="530301"/>
                  </a:lnTo>
                  <a:lnTo>
                    <a:pt x="919459" y="493543"/>
                  </a:lnTo>
                  <a:lnTo>
                    <a:pt x="928146" y="450641"/>
                  </a:lnTo>
                  <a:lnTo>
                    <a:pt x="931163" y="401598"/>
                  </a:lnTo>
                  <a:lnTo>
                    <a:pt x="928237" y="400598"/>
                  </a:lnTo>
                  <a:lnTo>
                    <a:pt x="901568" y="431217"/>
                  </a:lnTo>
                  <a:lnTo>
                    <a:pt x="868775" y="453088"/>
                  </a:lnTo>
                  <a:lnTo>
                    <a:pt x="829838" y="466209"/>
                  </a:lnTo>
                  <a:lnTo>
                    <a:pt x="784738" y="470583"/>
                  </a:lnTo>
                  <a:lnTo>
                    <a:pt x="763336" y="469560"/>
                  </a:lnTo>
                  <a:lnTo>
                    <a:pt x="723003" y="461371"/>
                  </a:lnTo>
                  <a:lnTo>
                    <a:pt x="686234" y="445223"/>
                  </a:lnTo>
                  <a:lnTo>
                    <a:pt x="654230" y="422521"/>
                  </a:lnTo>
                  <a:lnTo>
                    <a:pt x="627304" y="393572"/>
                  </a:lnTo>
                  <a:lnTo>
                    <a:pt x="606210" y="358950"/>
                  </a:lnTo>
                  <a:lnTo>
                    <a:pt x="591333" y="318949"/>
                  </a:lnTo>
                  <a:lnTo>
                    <a:pt x="583760" y="274781"/>
                  </a:lnTo>
                  <a:lnTo>
                    <a:pt x="582808" y="251210"/>
                  </a:lnTo>
                  <a:lnTo>
                    <a:pt x="583951" y="223782"/>
                  </a:lnTo>
                  <a:lnTo>
                    <a:pt x="593095" y="172655"/>
                  </a:lnTo>
                  <a:lnTo>
                    <a:pt x="611239" y="126681"/>
                  </a:lnTo>
                  <a:lnTo>
                    <a:pt x="636967" y="86971"/>
                  </a:lnTo>
                  <a:lnTo>
                    <a:pt x="669842" y="53859"/>
                  </a:lnTo>
                  <a:lnTo>
                    <a:pt x="709407" y="28161"/>
                  </a:lnTo>
                  <a:lnTo>
                    <a:pt x="755395" y="10231"/>
                  </a:lnTo>
                  <a:lnTo>
                    <a:pt x="806514" y="1140"/>
                  </a:lnTo>
                  <a:lnTo>
                    <a:pt x="833902" y="0"/>
                  </a:lnTo>
                  <a:close/>
                </a:path>
                <a:path w="1083945" h="736600">
                  <a:moveTo>
                    <a:pt x="243718" y="0"/>
                  </a:moveTo>
                  <a:lnTo>
                    <a:pt x="295038" y="3586"/>
                  </a:lnTo>
                  <a:lnTo>
                    <a:pt x="340735" y="14228"/>
                  </a:lnTo>
                  <a:lnTo>
                    <a:pt x="380466" y="31376"/>
                  </a:lnTo>
                  <a:lnTo>
                    <a:pt x="413522" y="54650"/>
                  </a:lnTo>
                  <a:lnTo>
                    <a:pt x="439734" y="83750"/>
                  </a:lnTo>
                  <a:lnTo>
                    <a:pt x="458998" y="118430"/>
                  </a:lnTo>
                  <a:lnTo>
                    <a:pt x="470698" y="158077"/>
                  </a:lnTo>
                  <a:lnTo>
                    <a:pt x="474604" y="202073"/>
                  </a:lnTo>
                  <a:lnTo>
                    <a:pt x="473650" y="225957"/>
                  </a:lnTo>
                  <a:lnTo>
                    <a:pt x="466027" y="269631"/>
                  </a:lnTo>
                  <a:lnTo>
                    <a:pt x="451201" y="308092"/>
                  </a:lnTo>
                  <a:lnTo>
                    <a:pt x="431104" y="342842"/>
                  </a:lnTo>
                  <a:lnTo>
                    <a:pt x="406176" y="374219"/>
                  </a:lnTo>
                  <a:lnTo>
                    <a:pt x="377285" y="402885"/>
                  </a:lnTo>
                  <a:lnTo>
                    <a:pt x="344907" y="429156"/>
                  </a:lnTo>
                  <a:lnTo>
                    <a:pt x="310850" y="454342"/>
                  </a:lnTo>
                  <a:lnTo>
                    <a:pt x="293369" y="466606"/>
                  </a:lnTo>
                  <a:lnTo>
                    <a:pt x="281578" y="475030"/>
                  </a:lnTo>
                  <a:lnTo>
                    <a:pt x="247528" y="500109"/>
                  </a:lnTo>
                  <a:lnTo>
                    <a:pt x="217284" y="524779"/>
                  </a:lnTo>
                  <a:lnTo>
                    <a:pt x="187125" y="556661"/>
                  </a:lnTo>
                  <a:lnTo>
                    <a:pt x="171846" y="593668"/>
                  </a:lnTo>
                  <a:lnTo>
                    <a:pt x="473598" y="593668"/>
                  </a:lnTo>
                  <a:lnTo>
                    <a:pt x="473598" y="723720"/>
                  </a:lnTo>
                  <a:lnTo>
                    <a:pt x="0" y="723720"/>
                  </a:lnTo>
                  <a:lnTo>
                    <a:pt x="0" y="670118"/>
                  </a:lnTo>
                  <a:lnTo>
                    <a:pt x="4632" y="618310"/>
                  </a:lnTo>
                  <a:lnTo>
                    <a:pt x="18409" y="572082"/>
                  </a:lnTo>
                  <a:lnTo>
                    <a:pt x="39136" y="530887"/>
                  </a:lnTo>
                  <a:lnTo>
                    <a:pt x="64526" y="494156"/>
                  </a:lnTo>
                  <a:lnTo>
                    <a:pt x="93653" y="461648"/>
                  </a:lnTo>
                  <a:lnTo>
                    <a:pt x="125364" y="433114"/>
                  </a:lnTo>
                  <a:lnTo>
                    <a:pt x="157554" y="407860"/>
                  </a:lnTo>
                  <a:lnTo>
                    <a:pt x="188213" y="385215"/>
                  </a:lnTo>
                  <a:lnTo>
                    <a:pt x="203368" y="374168"/>
                  </a:lnTo>
                  <a:lnTo>
                    <a:pt x="242956" y="342531"/>
                  </a:lnTo>
                  <a:lnTo>
                    <a:pt x="274155" y="312148"/>
                  </a:lnTo>
                  <a:lnTo>
                    <a:pt x="302337" y="271643"/>
                  </a:lnTo>
                  <a:lnTo>
                    <a:pt x="314210" y="228942"/>
                  </a:lnTo>
                  <a:lnTo>
                    <a:pt x="314705" y="217444"/>
                  </a:lnTo>
                  <a:lnTo>
                    <a:pt x="313090" y="196012"/>
                  </a:lnTo>
                  <a:lnTo>
                    <a:pt x="288919" y="148458"/>
                  </a:lnTo>
                  <a:lnTo>
                    <a:pt x="234853" y="126593"/>
                  </a:lnTo>
                  <a:lnTo>
                    <a:pt x="210068" y="125135"/>
                  </a:lnTo>
                  <a:lnTo>
                    <a:pt x="164643" y="129696"/>
                  </a:lnTo>
                  <a:lnTo>
                    <a:pt x="120190" y="143376"/>
                  </a:lnTo>
                  <a:lnTo>
                    <a:pt x="76731" y="166176"/>
                  </a:lnTo>
                  <a:lnTo>
                    <a:pt x="34289" y="198095"/>
                  </a:lnTo>
                  <a:lnTo>
                    <a:pt x="34289" y="60115"/>
                  </a:lnTo>
                  <a:lnTo>
                    <a:pt x="82173" y="33824"/>
                  </a:lnTo>
                  <a:lnTo>
                    <a:pt x="133049" y="15037"/>
                  </a:lnTo>
                  <a:lnTo>
                    <a:pt x="186901" y="3760"/>
                  </a:lnTo>
                  <a:lnTo>
                    <a:pt x="243718" y="0"/>
                  </a:lnTo>
                  <a:close/>
                </a:path>
              </a:pathLst>
            </a:custGeom>
            <a:ln w="12191">
              <a:solidFill>
                <a:srgbClr val="000000"/>
              </a:solidFill>
            </a:ln>
          </p:spPr>
          <p:txBody>
            <a:bodyPr wrap="square" lIns="0" tIns="0" rIns="0" bIns="0" rtlCol="0"/>
            <a:lstStyle/>
            <a:p>
              <a:endParaRPr/>
            </a:p>
          </p:txBody>
        </p:sp>
        <p:sp>
          <p:nvSpPr>
            <p:cNvPr id="240" name="object 240"/>
            <p:cNvSpPr/>
            <p:nvPr/>
          </p:nvSpPr>
          <p:spPr>
            <a:xfrm>
              <a:off x="6758940" y="5198364"/>
              <a:ext cx="2218944" cy="1345692"/>
            </a:xfrm>
            <a:prstGeom prst="rect">
              <a:avLst/>
            </a:prstGeom>
            <a:blipFill>
              <a:blip r:embed="rId101" cstate="print"/>
              <a:stretch>
                <a:fillRect/>
              </a:stretch>
            </a:blipFill>
          </p:spPr>
          <p:txBody>
            <a:bodyPr wrap="square" lIns="0" tIns="0" rIns="0" bIns="0" rtlCol="0"/>
            <a:lstStyle/>
            <a:p>
              <a:endParaRPr/>
            </a:p>
          </p:txBody>
        </p:sp>
        <p:sp>
          <p:nvSpPr>
            <p:cNvPr id="241" name="object 241"/>
            <p:cNvSpPr/>
            <p:nvPr/>
          </p:nvSpPr>
          <p:spPr>
            <a:xfrm>
              <a:off x="6605016" y="4881370"/>
              <a:ext cx="2538983" cy="1976627"/>
            </a:xfrm>
            <a:prstGeom prst="rect">
              <a:avLst/>
            </a:prstGeom>
            <a:blipFill>
              <a:blip r:embed="rId102" cstate="print"/>
              <a:stretch>
                <a:fillRect/>
              </a:stretch>
            </a:blipFill>
          </p:spPr>
          <p:txBody>
            <a:bodyPr wrap="square" lIns="0" tIns="0" rIns="0" bIns="0" rtlCol="0"/>
            <a:lstStyle/>
            <a:p>
              <a:endParaRPr/>
            </a:p>
          </p:txBody>
        </p:sp>
        <p:sp>
          <p:nvSpPr>
            <p:cNvPr id="242" name="object 242"/>
            <p:cNvSpPr/>
            <p:nvPr/>
          </p:nvSpPr>
          <p:spPr>
            <a:xfrm>
              <a:off x="6839955" y="5259323"/>
              <a:ext cx="2057400" cy="1184275"/>
            </a:xfrm>
            <a:custGeom>
              <a:avLst/>
              <a:gdLst/>
              <a:ahLst/>
              <a:cxnLst/>
              <a:rect l="l" t="t" r="r" b="b"/>
              <a:pathLst>
                <a:path w="2057400" h="1184275">
                  <a:moveTo>
                    <a:pt x="1824868" y="0"/>
                  </a:moveTo>
                  <a:lnTo>
                    <a:pt x="232562" y="0"/>
                  </a:lnTo>
                  <a:lnTo>
                    <a:pt x="185701" y="4720"/>
                  </a:lnTo>
                  <a:lnTo>
                    <a:pt x="142050" y="18258"/>
                  </a:lnTo>
                  <a:lnTo>
                    <a:pt x="102547" y="39681"/>
                  </a:lnTo>
                  <a:lnTo>
                    <a:pt x="68126" y="68056"/>
                  </a:lnTo>
                  <a:lnTo>
                    <a:pt x="39725" y="102449"/>
                  </a:lnTo>
                  <a:lnTo>
                    <a:pt x="18279" y="141928"/>
                  </a:lnTo>
                  <a:lnTo>
                    <a:pt x="4726" y="185559"/>
                  </a:lnTo>
                  <a:lnTo>
                    <a:pt x="0" y="232409"/>
                  </a:lnTo>
                  <a:lnTo>
                    <a:pt x="0" y="951463"/>
                  </a:lnTo>
                  <a:lnTo>
                    <a:pt x="4726" y="998325"/>
                  </a:lnTo>
                  <a:lnTo>
                    <a:pt x="18279" y="1041972"/>
                  </a:lnTo>
                  <a:lnTo>
                    <a:pt x="39725" y="1081468"/>
                  </a:lnTo>
                  <a:lnTo>
                    <a:pt x="68126" y="1115880"/>
                  </a:lnTo>
                  <a:lnTo>
                    <a:pt x="102547" y="1144271"/>
                  </a:lnTo>
                  <a:lnTo>
                    <a:pt x="142050" y="1165708"/>
                  </a:lnTo>
                  <a:lnTo>
                    <a:pt x="185701" y="1179256"/>
                  </a:lnTo>
                  <a:lnTo>
                    <a:pt x="232562" y="1183980"/>
                  </a:lnTo>
                  <a:lnTo>
                    <a:pt x="1824868" y="1183980"/>
                  </a:lnTo>
                  <a:lnTo>
                    <a:pt x="1871763" y="1179256"/>
                  </a:lnTo>
                  <a:lnTo>
                    <a:pt x="1915426" y="1165708"/>
                  </a:lnTo>
                  <a:lnTo>
                    <a:pt x="1954927" y="1144271"/>
                  </a:lnTo>
                  <a:lnTo>
                    <a:pt x="1989334" y="1115880"/>
                  </a:lnTo>
                  <a:lnTo>
                    <a:pt x="2017716" y="1081468"/>
                  </a:lnTo>
                  <a:lnTo>
                    <a:pt x="2039141" y="1041972"/>
                  </a:lnTo>
                  <a:lnTo>
                    <a:pt x="2052680" y="998325"/>
                  </a:lnTo>
                  <a:lnTo>
                    <a:pt x="2057399" y="951463"/>
                  </a:lnTo>
                  <a:lnTo>
                    <a:pt x="2057399" y="232409"/>
                  </a:lnTo>
                  <a:lnTo>
                    <a:pt x="2052680" y="185559"/>
                  </a:lnTo>
                  <a:lnTo>
                    <a:pt x="2039141" y="141928"/>
                  </a:lnTo>
                  <a:lnTo>
                    <a:pt x="2017716" y="102449"/>
                  </a:lnTo>
                  <a:lnTo>
                    <a:pt x="1989334" y="68056"/>
                  </a:lnTo>
                  <a:lnTo>
                    <a:pt x="1954927" y="39681"/>
                  </a:lnTo>
                  <a:lnTo>
                    <a:pt x="1915426" y="18258"/>
                  </a:lnTo>
                  <a:lnTo>
                    <a:pt x="1871763" y="4720"/>
                  </a:lnTo>
                  <a:lnTo>
                    <a:pt x="1824868" y="0"/>
                  </a:lnTo>
                  <a:close/>
                </a:path>
              </a:pathLst>
            </a:custGeom>
            <a:solidFill>
              <a:srgbClr val="252525"/>
            </a:solidFill>
          </p:spPr>
          <p:txBody>
            <a:bodyPr wrap="square" lIns="0" tIns="0" rIns="0" bIns="0" rtlCol="0"/>
            <a:lstStyle/>
            <a:p>
              <a:endParaRPr/>
            </a:p>
          </p:txBody>
        </p:sp>
        <p:sp>
          <p:nvSpPr>
            <p:cNvPr id="243" name="object 243"/>
            <p:cNvSpPr/>
            <p:nvPr/>
          </p:nvSpPr>
          <p:spPr>
            <a:xfrm>
              <a:off x="6839955" y="5259323"/>
              <a:ext cx="2057400" cy="1184275"/>
            </a:xfrm>
            <a:custGeom>
              <a:avLst/>
              <a:gdLst/>
              <a:ahLst/>
              <a:cxnLst/>
              <a:rect l="l" t="t" r="r" b="b"/>
              <a:pathLst>
                <a:path w="2057400" h="1184275">
                  <a:moveTo>
                    <a:pt x="0" y="232409"/>
                  </a:moveTo>
                  <a:lnTo>
                    <a:pt x="4726" y="185559"/>
                  </a:lnTo>
                  <a:lnTo>
                    <a:pt x="18279" y="141928"/>
                  </a:lnTo>
                  <a:lnTo>
                    <a:pt x="39725" y="102449"/>
                  </a:lnTo>
                  <a:lnTo>
                    <a:pt x="68126" y="68056"/>
                  </a:lnTo>
                  <a:lnTo>
                    <a:pt x="102547" y="39681"/>
                  </a:lnTo>
                  <a:lnTo>
                    <a:pt x="142050" y="18258"/>
                  </a:lnTo>
                  <a:lnTo>
                    <a:pt x="185701" y="4720"/>
                  </a:lnTo>
                  <a:lnTo>
                    <a:pt x="232562" y="0"/>
                  </a:lnTo>
                  <a:lnTo>
                    <a:pt x="1824868" y="0"/>
                  </a:lnTo>
                  <a:lnTo>
                    <a:pt x="1871763" y="4720"/>
                  </a:lnTo>
                  <a:lnTo>
                    <a:pt x="1915426" y="18258"/>
                  </a:lnTo>
                  <a:lnTo>
                    <a:pt x="1954927" y="39681"/>
                  </a:lnTo>
                  <a:lnTo>
                    <a:pt x="1989334" y="68056"/>
                  </a:lnTo>
                  <a:lnTo>
                    <a:pt x="2017716" y="102449"/>
                  </a:lnTo>
                  <a:lnTo>
                    <a:pt x="2039141" y="141928"/>
                  </a:lnTo>
                  <a:lnTo>
                    <a:pt x="2052680" y="185559"/>
                  </a:lnTo>
                  <a:lnTo>
                    <a:pt x="2057399" y="232409"/>
                  </a:lnTo>
                  <a:lnTo>
                    <a:pt x="2057399" y="951463"/>
                  </a:lnTo>
                  <a:lnTo>
                    <a:pt x="2052680" y="998325"/>
                  </a:lnTo>
                  <a:lnTo>
                    <a:pt x="2039141" y="1041972"/>
                  </a:lnTo>
                  <a:lnTo>
                    <a:pt x="2017716" y="1081468"/>
                  </a:lnTo>
                  <a:lnTo>
                    <a:pt x="1989334" y="1115880"/>
                  </a:lnTo>
                  <a:lnTo>
                    <a:pt x="1954927" y="1144271"/>
                  </a:lnTo>
                  <a:lnTo>
                    <a:pt x="1915426" y="1165708"/>
                  </a:lnTo>
                  <a:lnTo>
                    <a:pt x="1871763" y="1179256"/>
                  </a:lnTo>
                  <a:lnTo>
                    <a:pt x="1824868" y="1183980"/>
                  </a:lnTo>
                  <a:lnTo>
                    <a:pt x="232562" y="1183980"/>
                  </a:lnTo>
                  <a:lnTo>
                    <a:pt x="185701" y="1179256"/>
                  </a:lnTo>
                  <a:lnTo>
                    <a:pt x="142050" y="1165708"/>
                  </a:lnTo>
                  <a:lnTo>
                    <a:pt x="102547" y="1144271"/>
                  </a:lnTo>
                  <a:lnTo>
                    <a:pt x="68126" y="1115880"/>
                  </a:lnTo>
                  <a:lnTo>
                    <a:pt x="39725" y="1081468"/>
                  </a:lnTo>
                  <a:lnTo>
                    <a:pt x="18279" y="1041972"/>
                  </a:lnTo>
                  <a:lnTo>
                    <a:pt x="4726"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244" name="object 244"/>
            <p:cNvSpPr/>
            <p:nvPr/>
          </p:nvSpPr>
          <p:spPr>
            <a:xfrm>
              <a:off x="6646164" y="4901183"/>
              <a:ext cx="2481072" cy="1956815"/>
            </a:xfrm>
            <a:prstGeom prst="rect">
              <a:avLst/>
            </a:prstGeom>
            <a:blipFill>
              <a:blip r:embed="rId103" cstate="print"/>
              <a:stretch>
                <a:fillRect/>
              </a:stretch>
            </a:blipFill>
          </p:spPr>
          <p:txBody>
            <a:bodyPr wrap="square" lIns="0" tIns="0" rIns="0" bIns="0" rtlCol="0"/>
            <a:lstStyle/>
            <a:p>
              <a:endParaRPr/>
            </a:p>
          </p:txBody>
        </p:sp>
        <p:sp>
          <p:nvSpPr>
            <p:cNvPr id="245" name="object 245"/>
            <p:cNvSpPr/>
            <p:nvPr/>
          </p:nvSpPr>
          <p:spPr>
            <a:xfrm>
              <a:off x="7340986" y="5499484"/>
              <a:ext cx="1078230" cy="736600"/>
            </a:xfrm>
            <a:custGeom>
              <a:avLst/>
              <a:gdLst/>
              <a:ahLst/>
              <a:cxnLst/>
              <a:rect l="l" t="t" r="r" b="b"/>
              <a:pathLst>
                <a:path w="1078229" h="736600">
                  <a:moveTo>
                    <a:pt x="829818" y="0"/>
                  </a:moveTo>
                  <a:lnTo>
                    <a:pt x="780092" y="3885"/>
                  </a:lnTo>
                  <a:lnTo>
                    <a:pt x="735303" y="15537"/>
                  </a:lnTo>
                  <a:lnTo>
                    <a:pt x="695449" y="34950"/>
                  </a:lnTo>
                  <a:lnTo>
                    <a:pt x="660528" y="62118"/>
                  </a:lnTo>
                  <a:lnTo>
                    <a:pt x="630539" y="97036"/>
                  </a:lnTo>
                  <a:lnTo>
                    <a:pt x="609533" y="131826"/>
                  </a:lnTo>
                  <a:lnTo>
                    <a:pt x="592353" y="171510"/>
                  </a:lnTo>
                  <a:lnTo>
                    <a:pt x="578998" y="216089"/>
                  </a:lnTo>
                  <a:lnTo>
                    <a:pt x="569462" y="265564"/>
                  </a:lnTo>
                  <a:lnTo>
                    <a:pt x="563743" y="319934"/>
                  </a:lnTo>
                  <a:lnTo>
                    <a:pt x="561837" y="379201"/>
                  </a:lnTo>
                  <a:lnTo>
                    <a:pt x="563937" y="441137"/>
                  </a:lnTo>
                  <a:lnTo>
                    <a:pt x="570238" y="497175"/>
                  </a:lnTo>
                  <a:lnTo>
                    <a:pt x="580739" y="547314"/>
                  </a:lnTo>
                  <a:lnTo>
                    <a:pt x="595440" y="591555"/>
                  </a:lnTo>
                  <a:lnTo>
                    <a:pt x="614343" y="629898"/>
                  </a:lnTo>
                  <a:lnTo>
                    <a:pt x="637446" y="662342"/>
                  </a:lnTo>
                  <a:lnTo>
                    <a:pt x="696255" y="709534"/>
                  </a:lnTo>
                  <a:lnTo>
                    <a:pt x="731962" y="724281"/>
                  </a:lnTo>
                  <a:lnTo>
                    <a:pt x="771870" y="733130"/>
                  </a:lnTo>
                  <a:lnTo>
                    <a:pt x="815980" y="736079"/>
                  </a:lnTo>
                  <a:lnTo>
                    <a:pt x="864220" y="732226"/>
                  </a:lnTo>
                  <a:lnTo>
                    <a:pt x="907771" y="720668"/>
                  </a:lnTo>
                  <a:lnTo>
                    <a:pt x="946633" y="701407"/>
                  </a:lnTo>
                  <a:lnTo>
                    <a:pt x="980806" y="674444"/>
                  </a:lnTo>
                  <a:lnTo>
                    <a:pt x="1010290" y="639781"/>
                  </a:lnTo>
                  <a:lnTo>
                    <a:pt x="1024615" y="615958"/>
                  </a:lnTo>
                  <a:lnTo>
                    <a:pt x="820917" y="615958"/>
                  </a:lnTo>
                  <a:lnTo>
                    <a:pt x="790420" y="609271"/>
                  </a:lnTo>
                  <a:lnTo>
                    <a:pt x="746055" y="555778"/>
                  </a:lnTo>
                  <a:lnTo>
                    <a:pt x="732189" y="508969"/>
                  </a:lnTo>
                  <a:lnTo>
                    <a:pt x="723869" y="448784"/>
                  </a:lnTo>
                  <a:lnTo>
                    <a:pt x="721095" y="375224"/>
                  </a:lnTo>
                  <a:lnTo>
                    <a:pt x="723923" y="297123"/>
                  </a:lnTo>
                  <a:lnTo>
                    <a:pt x="732407" y="233222"/>
                  </a:lnTo>
                  <a:lnTo>
                    <a:pt x="746550" y="183522"/>
                  </a:lnTo>
                  <a:lnTo>
                    <a:pt x="766355" y="148022"/>
                  </a:lnTo>
                  <a:lnTo>
                    <a:pt x="822960" y="119621"/>
                  </a:lnTo>
                  <a:lnTo>
                    <a:pt x="1032249" y="119621"/>
                  </a:lnTo>
                  <a:lnTo>
                    <a:pt x="1026722" y="107948"/>
                  </a:lnTo>
                  <a:lnTo>
                    <a:pt x="1004163" y="74964"/>
                  </a:lnTo>
                  <a:lnTo>
                    <a:pt x="946736" y="26987"/>
                  </a:lnTo>
                  <a:lnTo>
                    <a:pt x="872895" y="2998"/>
                  </a:lnTo>
                  <a:lnTo>
                    <a:pt x="829818" y="0"/>
                  </a:lnTo>
                  <a:close/>
                </a:path>
                <a:path w="1078229" h="736600">
                  <a:moveTo>
                    <a:pt x="1032249" y="119621"/>
                  </a:moveTo>
                  <a:lnTo>
                    <a:pt x="822960" y="119621"/>
                  </a:lnTo>
                  <a:lnTo>
                    <a:pt x="852060" y="126515"/>
                  </a:lnTo>
                  <a:lnTo>
                    <a:pt x="875872" y="147196"/>
                  </a:lnTo>
                  <a:lnTo>
                    <a:pt x="894393" y="181664"/>
                  </a:lnTo>
                  <a:lnTo>
                    <a:pt x="907624" y="229918"/>
                  </a:lnTo>
                  <a:lnTo>
                    <a:pt x="915563" y="291958"/>
                  </a:lnTo>
                  <a:lnTo>
                    <a:pt x="918210" y="367783"/>
                  </a:lnTo>
                  <a:lnTo>
                    <a:pt x="915509" y="443614"/>
                  </a:lnTo>
                  <a:lnTo>
                    <a:pt x="907406" y="505658"/>
                  </a:lnTo>
                  <a:lnTo>
                    <a:pt x="893898" y="553914"/>
                  </a:lnTo>
                  <a:lnTo>
                    <a:pt x="874982" y="588383"/>
                  </a:lnTo>
                  <a:lnTo>
                    <a:pt x="820917" y="615958"/>
                  </a:lnTo>
                  <a:lnTo>
                    <a:pt x="1024615" y="615958"/>
                  </a:lnTo>
                  <a:lnTo>
                    <a:pt x="1047930" y="566212"/>
                  </a:lnTo>
                  <a:lnTo>
                    <a:pt x="1061088" y="522397"/>
                  </a:lnTo>
                  <a:lnTo>
                    <a:pt x="1070480" y="473894"/>
                  </a:lnTo>
                  <a:lnTo>
                    <a:pt x="1076110" y="420701"/>
                  </a:lnTo>
                  <a:lnTo>
                    <a:pt x="1077986" y="362818"/>
                  </a:lnTo>
                  <a:lnTo>
                    <a:pt x="1075935" y="299851"/>
                  </a:lnTo>
                  <a:lnTo>
                    <a:pt x="1069784" y="242880"/>
                  </a:lnTo>
                  <a:lnTo>
                    <a:pt x="1059532" y="191906"/>
                  </a:lnTo>
                  <a:lnTo>
                    <a:pt x="1045178" y="146928"/>
                  </a:lnTo>
                  <a:lnTo>
                    <a:pt x="1032249" y="119621"/>
                  </a:lnTo>
                  <a:close/>
                </a:path>
                <a:path w="1078229" h="736600">
                  <a:moveTo>
                    <a:pt x="0" y="563831"/>
                  </a:moveTo>
                  <a:lnTo>
                    <a:pt x="0" y="700335"/>
                  </a:lnTo>
                  <a:lnTo>
                    <a:pt x="37049" y="715972"/>
                  </a:lnTo>
                  <a:lnTo>
                    <a:pt x="79248" y="727142"/>
                  </a:lnTo>
                  <a:lnTo>
                    <a:pt x="126590" y="733845"/>
                  </a:lnTo>
                  <a:lnTo>
                    <a:pt x="179070" y="736079"/>
                  </a:lnTo>
                  <a:lnTo>
                    <a:pt x="239881" y="732449"/>
                  </a:lnTo>
                  <a:lnTo>
                    <a:pt x="293747" y="721559"/>
                  </a:lnTo>
                  <a:lnTo>
                    <a:pt x="340657" y="703409"/>
                  </a:lnTo>
                  <a:lnTo>
                    <a:pt x="380603" y="678000"/>
                  </a:lnTo>
                  <a:lnTo>
                    <a:pt x="412537" y="646361"/>
                  </a:lnTo>
                  <a:lnTo>
                    <a:pt x="431365" y="615958"/>
                  </a:lnTo>
                  <a:lnTo>
                    <a:pt x="166756" y="615958"/>
                  </a:lnTo>
                  <a:lnTo>
                    <a:pt x="120546" y="612700"/>
                  </a:lnTo>
                  <a:lnTo>
                    <a:pt x="77365" y="602928"/>
                  </a:lnTo>
                  <a:lnTo>
                    <a:pt x="37191" y="586638"/>
                  </a:lnTo>
                  <a:lnTo>
                    <a:pt x="0" y="563831"/>
                  </a:lnTo>
                  <a:close/>
                </a:path>
                <a:path w="1078229" h="736600">
                  <a:moveTo>
                    <a:pt x="421825" y="119621"/>
                  </a:moveTo>
                  <a:lnTo>
                    <a:pt x="165719" y="119621"/>
                  </a:lnTo>
                  <a:lnTo>
                    <a:pt x="212400" y="125050"/>
                  </a:lnTo>
                  <a:lnTo>
                    <a:pt x="245737" y="141337"/>
                  </a:lnTo>
                  <a:lnTo>
                    <a:pt x="265735" y="168479"/>
                  </a:lnTo>
                  <a:lnTo>
                    <a:pt x="272399" y="206477"/>
                  </a:lnTo>
                  <a:lnTo>
                    <a:pt x="263713" y="246867"/>
                  </a:lnTo>
                  <a:lnTo>
                    <a:pt x="237660" y="275717"/>
                  </a:lnTo>
                  <a:lnTo>
                    <a:pt x="194244" y="293028"/>
                  </a:lnTo>
                  <a:lnTo>
                    <a:pt x="133471" y="298798"/>
                  </a:lnTo>
                  <a:lnTo>
                    <a:pt x="72390" y="298798"/>
                  </a:lnTo>
                  <a:lnTo>
                    <a:pt x="72390" y="418907"/>
                  </a:lnTo>
                  <a:lnTo>
                    <a:pt x="138440" y="418907"/>
                  </a:lnTo>
                  <a:lnTo>
                    <a:pt x="172701" y="420522"/>
                  </a:lnTo>
                  <a:lnTo>
                    <a:pt x="229655" y="433430"/>
                  </a:lnTo>
                  <a:lnTo>
                    <a:pt x="270435" y="458986"/>
                  </a:lnTo>
                  <a:lnTo>
                    <a:pt x="291143" y="495722"/>
                  </a:lnTo>
                  <a:lnTo>
                    <a:pt x="293735" y="518184"/>
                  </a:lnTo>
                  <a:lnTo>
                    <a:pt x="291643" y="539988"/>
                  </a:lnTo>
                  <a:lnTo>
                    <a:pt x="274884" y="575975"/>
                  </a:lnTo>
                  <a:lnTo>
                    <a:pt x="241855" y="601447"/>
                  </a:lnTo>
                  <a:lnTo>
                    <a:pt x="195103" y="614346"/>
                  </a:lnTo>
                  <a:lnTo>
                    <a:pt x="166756" y="615958"/>
                  </a:lnTo>
                  <a:lnTo>
                    <a:pt x="431365" y="615958"/>
                  </a:lnTo>
                  <a:lnTo>
                    <a:pt x="435361" y="609506"/>
                  </a:lnTo>
                  <a:lnTo>
                    <a:pt x="449063" y="567438"/>
                  </a:lnTo>
                  <a:lnTo>
                    <a:pt x="453633" y="520159"/>
                  </a:lnTo>
                  <a:lnTo>
                    <a:pt x="450898" y="488442"/>
                  </a:lnTo>
                  <a:lnTo>
                    <a:pt x="429047" y="432726"/>
                  </a:lnTo>
                  <a:lnTo>
                    <a:pt x="386097" y="388271"/>
                  </a:lnTo>
                  <a:lnTo>
                    <a:pt x="326562" y="360852"/>
                  </a:lnTo>
                  <a:lnTo>
                    <a:pt x="290840" y="353888"/>
                  </a:lnTo>
                  <a:lnTo>
                    <a:pt x="290840" y="351400"/>
                  </a:lnTo>
                  <a:lnTo>
                    <a:pt x="341729" y="333137"/>
                  </a:lnTo>
                  <a:lnTo>
                    <a:pt x="381333" y="306535"/>
                  </a:lnTo>
                  <a:lnTo>
                    <a:pt x="409638" y="271593"/>
                  </a:lnTo>
                  <a:lnTo>
                    <a:pt x="426630" y="228311"/>
                  </a:lnTo>
                  <a:lnTo>
                    <a:pt x="432297" y="176689"/>
                  </a:lnTo>
                  <a:lnTo>
                    <a:pt x="428492" y="139317"/>
                  </a:lnTo>
                  <a:lnTo>
                    <a:pt x="421825" y="119621"/>
                  </a:lnTo>
                  <a:close/>
                </a:path>
                <a:path w="1078229" h="736600">
                  <a:moveTo>
                    <a:pt x="201411" y="0"/>
                  </a:moveTo>
                  <a:lnTo>
                    <a:pt x="153129" y="2357"/>
                  </a:lnTo>
                  <a:lnTo>
                    <a:pt x="107918" y="9429"/>
                  </a:lnTo>
                  <a:lnTo>
                    <a:pt x="65799" y="21216"/>
                  </a:lnTo>
                  <a:lnTo>
                    <a:pt x="26791" y="37719"/>
                  </a:lnTo>
                  <a:lnTo>
                    <a:pt x="26791" y="165783"/>
                  </a:lnTo>
                  <a:lnTo>
                    <a:pt x="60770" y="145581"/>
                  </a:lnTo>
                  <a:lnTo>
                    <a:pt x="95261" y="131156"/>
                  </a:lnTo>
                  <a:lnTo>
                    <a:pt x="130249" y="122504"/>
                  </a:lnTo>
                  <a:lnTo>
                    <a:pt x="165719" y="119621"/>
                  </a:lnTo>
                  <a:lnTo>
                    <a:pt x="421825" y="119621"/>
                  </a:lnTo>
                  <a:lnTo>
                    <a:pt x="417080" y="105605"/>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246" name="object 246"/>
            <p:cNvSpPr/>
            <p:nvPr/>
          </p:nvSpPr>
          <p:spPr>
            <a:xfrm>
              <a:off x="7340986" y="5499484"/>
              <a:ext cx="1078230" cy="736600"/>
            </a:xfrm>
            <a:custGeom>
              <a:avLst/>
              <a:gdLst/>
              <a:ahLst/>
              <a:cxnLst/>
              <a:rect l="l" t="t" r="r" b="b"/>
              <a:pathLst>
                <a:path w="1078229" h="736600">
                  <a:moveTo>
                    <a:pt x="822959" y="119621"/>
                  </a:moveTo>
                  <a:lnTo>
                    <a:pt x="766355" y="148022"/>
                  </a:lnTo>
                  <a:lnTo>
                    <a:pt x="746550" y="183522"/>
                  </a:lnTo>
                  <a:lnTo>
                    <a:pt x="732407" y="233222"/>
                  </a:lnTo>
                  <a:lnTo>
                    <a:pt x="723923" y="297123"/>
                  </a:lnTo>
                  <a:lnTo>
                    <a:pt x="721095" y="375224"/>
                  </a:lnTo>
                  <a:lnTo>
                    <a:pt x="723869" y="448784"/>
                  </a:lnTo>
                  <a:lnTo>
                    <a:pt x="732189" y="508969"/>
                  </a:lnTo>
                  <a:lnTo>
                    <a:pt x="746055" y="555778"/>
                  </a:lnTo>
                  <a:lnTo>
                    <a:pt x="765465" y="589211"/>
                  </a:lnTo>
                  <a:lnTo>
                    <a:pt x="820917" y="615958"/>
                  </a:lnTo>
                  <a:lnTo>
                    <a:pt x="850656" y="609064"/>
                  </a:lnTo>
                  <a:lnTo>
                    <a:pt x="893898" y="553914"/>
                  </a:lnTo>
                  <a:lnTo>
                    <a:pt x="907406" y="505657"/>
                  </a:lnTo>
                  <a:lnTo>
                    <a:pt x="915509" y="443614"/>
                  </a:lnTo>
                  <a:lnTo>
                    <a:pt x="918209" y="367783"/>
                  </a:lnTo>
                  <a:lnTo>
                    <a:pt x="915563" y="291958"/>
                  </a:lnTo>
                  <a:lnTo>
                    <a:pt x="907624" y="229918"/>
                  </a:lnTo>
                  <a:lnTo>
                    <a:pt x="894393" y="181664"/>
                  </a:lnTo>
                  <a:lnTo>
                    <a:pt x="875872" y="147196"/>
                  </a:lnTo>
                  <a:lnTo>
                    <a:pt x="822959" y="119621"/>
                  </a:lnTo>
                  <a:close/>
                </a:path>
                <a:path w="1078229" h="736600">
                  <a:moveTo>
                    <a:pt x="829817" y="0"/>
                  </a:moveTo>
                  <a:lnTo>
                    <a:pt x="872895" y="2998"/>
                  </a:lnTo>
                  <a:lnTo>
                    <a:pt x="911868" y="11994"/>
                  </a:lnTo>
                  <a:lnTo>
                    <a:pt x="977501" y="47977"/>
                  </a:lnTo>
                  <a:lnTo>
                    <a:pt x="1026722" y="107948"/>
                  </a:lnTo>
                  <a:lnTo>
                    <a:pt x="1045178" y="146928"/>
                  </a:lnTo>
                  <a:lnTo>
                    <a:pt x="1059532" y="191906"/>
                  </a:lnTo>
                  <a:lnTo>
                    <a:pt x="1069784" y="242880"/>
                  </a:lnTo>
                  <a:lnTo>
                    <a:pt x="1075935" y="299851"/>
                  </a:lnTo>
                  <a:lnTo>
                    <a:pt x="1077986" y="362818"/>
                  </a:lnTo>
                  <a:lnTo>
                    <a:pt x="1076110" y="420701"/>
                  </a:lnTo>
                  <a:lnTo>
                    <a:pt x="1070480" y="473894"/>
                  </a:lnTo>
                  <a:lnTo>
                    <a:pt x="1061088" y="522397"/>
                  </a:lnTo>
                  <a:lnTo>
                    <a:pt x="1047930" y="566212"/>
                  </a:lnTo>
                  <a:lnTo>
                    <a:pt x="1030999" y="605339"/>
                  </a:lnTo>
                  <a:lnTo>
                    <a:pt x="1010290" y="639781"/>
                  </a:lnTo>
                  <a:lnTo>
                    <a:pt x="980806" y="674444"/>
                  </a:lnTo>
                  <a:lnTo>
                    <a:pt x="946633" y="701407"/>
                  </a:lnTo>
                  <a:lnTo>
                    <a:pt x="907771" y="720668"/>
                  </a:lnTo>
                  <a:lnTo>
                    <a:pt x="864220" y="732226"/>
                  </a:lnTo>
                  <a:lnTo>
                    <a:pt x="815980" y="736079"/>
                  </a:lnTo>
                  <a:lnTo>
                    <a:pt x="771870" y="733130"/>
                  </a:lnTo>
                  <a:lnTo>
                    <a:pt x="731962" y="724281"/>
                  </a:lnTo>
                  <a:lnTo>
                    <a:pt x="696255" y="709533"/>
                  </a:lnTo>
                  <a:lnTo>
                    <a:pt x="637446" y="662342"/>
                  </a:lnTo>
                  <a:lnTo>
                    <a:pt x="614343" y="629898"/>
                  </a:lnTo>
                  <a:lnTo>
                    <a:pt x="595440" y="591555"/>
                  </a:lnTo>
                  <a:lnTo>
                    <a:pt x="580739" y="547314"/>
                  </a:lnTo>
                  <a:lnTo>
                    <a:pt x="570238" y="497175"/>
                  </a:lnTo>
                  <a:lnTo>
                    <a:pt x="563937" y="441137"/>
                  </a:lnTo>
                  <a:lnTo>
                    <a:pt x="561837" y="379201"/>
                  </a:lnTo>
                  <a:lnTo>
                    <a:pt x="563743" y="319934"/>
                  </a:lnTo>
                  <a:lnTo>
                    <a:pt x="569462" y="265564"/>
                  </a:lnTo>
                  <a:lnTo>
                    <a:pt x="578998" y="216089"/>
                  </a:lnTo>
                  <a:lnTo>
                    <a:pt x="592353" y="171510"/>
                  </a:lnTo>
                  <a:lnTo>
                    <a:pt x="609533" y="131826"/>
                  </a:lnTo>
                  <a:lnTo>
                    <a:pt x="630539" y="97036"/>
                  </a:lnTo>
                  <a:lnTo>
                    <a:pt x="660528" y="62118"/>
                  </a:lnTo>
                  <a:lnTo>
                    <a:pt x="695449" y="34950"/>
                  </a:lnTo>
                  <a:lnTo>
                    <a:pt x="735303" y="15537"/>
                  </a:lnTo>
                  <a:lnTo>
                    <a:pt x="780092" y="3885"/>
                  </a:lnTo>
                  <a:lnTo>
                    <a:pt x="829817" y="0"/>
                  </a:lnTo>
                  <a:close/>
                </a:path>
                <a:path w="1078229" h="736600">
                  <a:moveTo>
                    <a:pt x="201411" y="0"/>
                  </a:moveTo>
                  <a:lnTo>
                    <a:pt x="253043" y="3071"/>
                  </a:lnTo>
                  <a:lnTo>
                    <a:pt x="298585" y="12287"/>
                  </a:lnTo>
                  <a:lnTo>
                    <a:pt x="338053" y="27646"/>
                  </a:lnTo>
                  <a:lnTo>
                    <a:pt x="371459" y="49148"/>
                  </a:lnTo>
                  <a:lnTo>
                    <a:pt x="417080" y="105605"/>
                  </a:lnTo>
                  <a:lnTo>
                    <a:pt x="432297" y="176689"/>
                  </a:lnTo>
                  <a:lnTo>
                    <a:pt x="426630" y="228311"/>
                  </a:lnTo>
                  <a:lnTo>
                    <a:pt x="409638" y="271593"/>
                  </a:lnTo>
                  <a:lnTo>
                    <a:pt x="381333" y="306535"/>
                  </a:lnTo>
                  <a:lnTo>
                    <a:pt x="341729" y="333137"/>
                  </a:lnTo>
                  <a:lnTo>
                    <a:pt x="290840" y="351400"/>
                  </a:lnTo>
                  <a:lnTo>
                    <a:pt x="290840" y="353888"/>
                  </a:lnTo>
                  <a:lnTo>
                    <a:pt x="358307" y="372312"/>
                  </a:lnTo>
                  <a:lnTo>
                    <a:pt x="409955" y="408730"/>
                  </a:lnTo>
                  <a:lnTo>
                    <a:pt x="442699" y="459297"/>
                  </a:lnTo>
                  <a:lnTo>
                    <a:pt x="453633" y="520159"/>
                  </a:lnTo>
                  <a:lnTo>
                    <a:pt x="449063" y="567438"/>
                  </a:lnTo>
                  <a:lnTo>
                    <a:pt x="435361" y="609506"/>
                  </a:lnTo>
                  <a:lnTo>
                    <a:pt x="412537" y="646361"/>
                  </a:lnTo>
                  <a:lnTo>
                    <a:pt x="380603" y="678000"/>
                  </a:lnTo>
                  <a:lnTo>
                    <a:pt x="340657" y="703409"/>
                  </a:lnTo>
                  <a:lnTo>
                    <a:pt x="293747" y="721559"/>
                  </a:lnTo>
                  <a:lnTo>
                    <a:pt x="239881" y="732449"/>
                  </a:lnTo>
                  <a:lnTo>
                    <a:pt x="179069" y="736079"/>
                  </a:lnTo>
                  <a:lnTo>
                    <a:pt x="126590" y="733845"/>
                  </a:lnTo>
                  <a:lnTo>
                    <a:pt x="79247" y="727142"/>
                  </a:lnTo>
                  <a:lnTo>
                    <a:pt x="37049" y="715972"/>
                  </a:lnTo>
                  <a:lnTo>
                    <a:pt x="0" y="700335"/>
                  </a:lnTo>
                  <a:lnTo>
                    <a:pt x="0" y="563831"/>
                  </a:lnTo>
                  <a:lnTo>
                    <a:pt x="37191" y="586638"/>
                  </a:lnTo>
                  <a:lnTo>
                    <a:pt x="77365" y="602928"/>
                  </a:lnTo>
                  <a:lnTo>
                    <a:pt x="120546" y="612700"/>
                  </a:lnTo>
                  <a:lnTo>
                    <a:pt x="166756" y="615958"/>
                  </a:lnTo>
                  <a:lnTo>
                    <a:pt x="195103" y="614346"/>
                  </a:lnTo>
                  <a:lnTo>
                    <a:pt x="241855" y="601447"/>
                  </a:lnTo>
                  <a:lnTo>
                    <a:pt x="274884" y="575975"/>
                  </a:lnTo>
                  <a:lnTo>
                    <a:pt x="291643" y="539988"/>
                  </a:lnTo>
                  <a:lnTo>
                    <a:pt x="293735" y="518184"/>
                  </a:lnTo>
                  <a:lnTo>
                    <a:pt x="291143" y="495722"/>
                  </a:lnTo>
                  <a:lnTo>
                    <a:pt x="270435" y="458986"/>
                  </a:lnTo>
                  <a:lnTo>
                    <a:pt x="229655" y="433430"/>
                  </a:lnTo>
                  <a:lnTo>
                    <a:pt x="172701" y="420522"/>
                  </a:lnTo>
                  <a:lnTo>
                    <a:pt x="138440" y="418907"/>
                  </a:lnTo>
                  <a:lnTo>
                    <a:pt x="72389" y="418907"/>
                  </a:lnTo>
                  <a:lnTo>
                    <a:pt x="72389" y="298798"/>
                  </a:lnTo>
                  <a:lnTo>
                    <a:pt x="133471" y="298798"/>
                  </a:lnTo>
                  <a:lnTo>
                    <a:pt x="194244" y="293028"/>
                  </a:lnTo>
                  <a:lnTo>
                    <a:pt x="237660" y="275717"/>
                  </a:lnTo>
                  <a:lnTo>
                    <a:pt x="263713" y="246867"/>
                  </a:lnTo>
                  <a:lnTo>
                    <a:pt x="272399" y="206477"/>
                  </a:lnTo>
                  <a:lnTo>
                    <a:pt x="265735" y="168479"/>
                  </a:lnTo>
                  <a:lnTo>
                    <a:pt x="245737" y="141337"/>
                  </a:lnTo>
                  <a:lnTo>
                    <a:pt x="212400" y="125050"/>
                  </a:lnTo>
                  <a:lnTo>
                    <a:pt x="165719" y="119621"/>
                  </a:lnTo>
                  <a:lnTo>
                    <a:pt x="130249" y="122504"/>
                  </a:lnTo>
                  <a:lnTo>
                    <a:pt x="95261" y="131156"/>
                  </a:lnTo>
                  <a:lnTo>
                    <a:pt x="60770" y="145581"/>
                  </a:lnTo>
                  <a:lnTo>
                    <a:pt x="26791" y="165783"/>
                  </a:lnTo>
                  <a:lnTo>
                    <a:pt x="26791" y="37718"/>
                  </a:lnTo>
                  <a:lnTo>
                    <a:pt x="65799" y="21216"/>
                  </a:lnTo>
                  <a:lnTo>
                    <a:pt x="107918" y="9429"/>
                  </a:lnTo>
                  <a:lnTo>
                    <a:pt x="153129" y="2357"/>
                  </a:lnTo>
                  <a:lnTo>
                    <a:pt x="201411" y="0"/>
                  </a:lnTo>
                  <a:close/>
                </a:path>
              </a:pathLst>
            </a:custGeom>
            <a:ln w="12191">
              <a:solidFill>
                <a:srgbClr val="000000"/>
              </a:solidFill>
            </a:ln>
          </p:spPr>
          <p:txBody>
            <a:bodyPr wrap="square" lIns="0" tIns="0" rIns="0" bIns="0" rtlCol="0"/>
            <a:lstStyle/>
            <a:p>
              <a:endParaRPr/>
            </a:p>
          </p:txBody>
        </p:sp>
        <p:sp>
          <p:nvSpPr>
            <p:cNvPr id="247" name="object 247"/>
            <p:cNvSpPr/>
            <p:nvPr/>
          </p:nvSpPr>
          <p:spPr>
            <a:xfrm>
              <a:off x="6743700" y="5029200"/>
              <a:ext cx="2209800" cy="1658620"/>
            </a:xfrm>
            <a:custGeom>
              <a:avLst/>
              <a:gdLst/>
              <a:ahLst/>
              <a:cxnLst/>
              <a:rect l="l" t="t" r="r" b="b"/>
              <a:pathLst>
                <a:path w="2209800" h="1658620">
                  <a:moveTo>
                    <a:pt x="2209800" y="0"/>
                  </a:moveTo>
                  <a:lnTo>
                    <a:pt x="0" y="0"/>
                  </a:lnTo>
                  <a:lnTo>
                    <a:pt x="0" y="236220"/>
                  </a:lnTo>
                  <a:lnTo>
                    <a:pt x="0" y="1423670"/>
                  </a:lnTo>
                  <a:lnTo>
                    <a:pt x="0" y="1658620"/>
                  </a:lnTo>
                  <a:lnTo>
                    <a:pt x="2209800" y="1658620"/>
                  </a:lnTo>
                  <a:lnTo>
                    <a:pt x="2209800" y="1423670"/>
                  </a:lnTo>
                  <a:lnTo>
                    <a:pt x="235699" y="1423670"/>
                  </a:lnTo>
                  <a:lnTo>
                    <a:pt x="235699" y="236220"/>
                  </a:lnTo>
                  <a:lnTo>
                    <a:pt x="1974075" y="236220"/>
                  </a:lnTo>
                  <a:lnTo>
                    <a:pt x="1974075" y="1423225"/>
                  </a:lnTo>
                  <a:lnTo>
                    <a:pt x="2209800" y="1423225"/>
                  </a:lnTo>
                  <a:lnTo>
                    <a:pt x="2209800" y="236220"/>
                  </a:lnTo>
                  <a:lnTo>
                    <a:pt x="2209800" y="235712"/>
                  </a:lnTo>
                  <a:lnTo>
                    <a:pt x="2209800" y="0"/>
                  </a:lnTo>
                  <a:close/>
                </a:path>
              </a:pathLst>
            </a:custGeom>
            <a:solidFill>
              <a:srgbClr val="BAE0E3"/>
            </a:solidFill>
          </p:spPr>
          <p:txBody>
            <a:bodyPr wrap="square" lIns="0" tIns="0" rIns="0" bIns="0" rtlCol="0"/>
            <a:lstStyle/>
            <a:p>
              <a:endParaRPr/>
            </a:p>
          </p:txBody>
        </p:sp>
        <p:sp>
          <p:nvSpPr>
            <p:cNvPr id="248" name="object 248"/>
            <p:cNvSpPr/>
            <p:nvPr/>
          </p:nvSpPr>
          <p:spPr>
            <a:xfrm>
              <a:off x="6743699" y="5029200"/>
              <a:ext cx="2209800" cy="1659255"/>
            </a:xfrm>
            <a:custGeom>
              <a:avLst/>
              <a:gdLst/>
              <a:ahLst/>
              <a:cxnLst/>
              <a:rect l="l" t="t" r="r" b="b"/>
              <a:pathLst>
                <a:path w="2209800" h="1659254">
                  <a:moveTo>
                    <a:pt x="0" y="0"/>
                  </a:moveTo>
                  <a:lnTo>
                    <a:pt x="2209799" y="0"/>
                  </a:lnTo>
                  <a:lnTo>
                    <a:pt x="2209799" y="1658934"/>
                  </a:lnTo>
                  <a:lnTo>
                    <a:pt x="0" y="1658934"/>
                  </a:lnTo>
                  <a:lnTo>
                    <a:pt x="0" y="0"/>
                  </a:lnTo>
                  <a:close/>
                </a:path>
                <a:path w="2209800" h="1659254">
                  <a:moveTo>
                    <a:pt x="235701" y="1423214"/>
                  </a:moveTo>
                  <a:lnTo>
                    <a:pt x="1974085" y="1423214"/>
                  </a:lnTo>
                  <a:lnTo>
                    <a:pt x="1974085" y="235707"/>
                  </a:lnTo>
                  <a:lnTo>
                    <a:pt x="235701" y="235707"/>
                  </a:lnTo>
                  <a:lnTo>
                    <a:pt x="235701" y="1423214"/>
                  </a:lnTo>
                  <a:close/>
                </a:path>
              </a:pathLst>
            </a:custGeom>
            <a:ln w="57149">
              <a:solidFill>
                <a:srgbClr val="88A3A6"/>
              </a:solidFill>
            </a:ln>
          </p:spPr>
          <p:txBody>
            <a:bodyPr wrap="square" lIns="0" tIns="0" rIns="0" bIns="0" rtlCol="0"/>
            <a:lstStyle/>
            <a:p>
              <a:endParaRPr/>
            </a:p>
          </p:txBody>
        </p:sp>
        <p:sp>
          <p:nvSpPr>
            <p:cNvPr id="249" name="object 249"/>
            <p:cNvSpPr/>
            <p:nvPr/>
          </p:nvSpPr>
          <p:spPr>
            <a:xfrm>
              <a:off x="5637276" y="1700274"/>
              <a:ext cx="3362340" cy="2592324"/>
            </a:xfrm>
            <a:prstGeom prst="rect">
              <a:avLst/>
            </a:prstGeom>
            <a:blipFill>
              <a:blip r:embed="rId104" cstate="print"/>
              <a:stretch>
                <a:fillRect/>
              </a:stretch>
            </a:blip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6110" y="1789629"/>
            <a:ext cx="2096770" cy="1031875"/>
          </a:xfrm>
          <a:prstGeom prst="rect">
            <a:avLst/>
          </a:prstGeom>
        </p:spPr>
        <p:txBody>
          <a:bodyPr vert="horz" wrap="square" lIns="0" tIns="12700" rIns="0" bIns="0" rtlCol="0">
            <a:spAutoFit/>
          </a:bodyPr>
          <a:lstStyle/>
          <a:p>
            <a:pPr marL="12700">
              <a:lnSpc>
                <a:spcPct val="100000"/>
              </a:lnSpc>
              <a:spcBef>
                <a:spcPts val="100"/>
              </a:spcBef>
            </a:pPr>
            <a:r>
              <a:rPr sz="9900" b="1" spc="-502" baseline="-5050" dirty="0">
                <a:solidFill>
                  <a:srgbClr val="0D0D0D"/>
                </a:solidFill>
                <a:latin typeface="Courier New"/>
                <a:cs typeface="Courier New"/>
              </a:rPr>
              <a:t>A</a:t>
            </a:r>
            <a:r>
              <a:rPr sz="9900" b="1" spc="-2670" baseline="-5050" dirty="0">
                <a:solidFill>
                  <a:srgbClr val="0D0D0D"/>
                </a:solidFill>
                <a:latin typeface="Courier New"/>
                <a:cs typeface="Courier New"/>
              </a:rPr>
              <a:t> </a:t>
            </a:r>
            <a:r>
              <a:rPr sz="3600" dirty="0">
                <a:solidFill>
                  <a:srgbClr val="FFFFFF"/>
                </a:solidFill>
                <a:latin typeface="Arial"/>
                <a:cs typeface="Arial"/>
              </a:rPr>
              <a:t>Arrays</a:t>
            </a:r>
            <a:endParaRPr sz="3600">
              <a:latin typeface="Arial"/>
              <a:cs typeface="Arial"/>
            </a:endParaRPr>
          </a:p>
        </p:txBody>
      </p:sp>
      <p:sp>
        <p:nvSpPr>
          <p:cNvPr id="3" name="object 3"/>
          <p:cNvSpPr txBox="1">
            <a:spLocks noGrp="1"/>
          </p:cNvSpPr>
          <p:nvPr>
            <p:ph type="title"/>
          </p:nvPr>
        </p:nvSpPr>
        <p:spPr>
          <a:xfrm>
            <a:off x="281742" y="236925"/>
            <a:ext cx="8411210" cy="1244600"/>
          </a:xfrm>
          <a:prstGeom prst="rect">
            <a:avLst/>
          </a:prstGeom>
        </p:spPr>
        <p:txBody>
          <a:bodyPr vert="horz" wrap="square" lIns="0" tIns="12065" rIns="0" bIns="0" rtlCol="0">
            <a:spAutoFit/>
          </a:bodyPr>
          <a:lstStyle/>
          <a:p>
            <a:pPr marL="2807970" marR="5080" indent="-2795905">
              <a:lnSpc>
                <a:spcPct val="100000"/>
              </a:lnSpc>
              <a:spcBef>
                <a:spcPts val="95"/>
              </a:spcBef>
              <a:tabLst>
                <a:tab pos="1129665" algn="l"/>
                <a:tab pos="2807335" algn="l"/>
                <a:tab pos="3645535" algn="l"/>
                <a:tab pos="4204335" algn="l"/>
                <a:tab pos="7280275" algn="l"/>
              </a:tabLst>
            </a:pPr>
            <a:r>
              <a:rPr sz="4000" b="0" spc="-204" dirty="0">
                <a:latin typeface="Courier New"/>
                <a:cs typeface="Courier New"/>
              </a:rPr>
              <a:t>Q2:</a:t>
            </a:r>
            <a:r>
              <a:rPr sz="4000" b="0" spc="-204" dirty="0">
                <a:latin typeface="Times New Roman"/>
                <a:cs typeface="Times New Roman"/>
              </a:rPr>
              <a:t>	</a:t>
            </a:r>
            <a:r>
              <a:rPr sz="4000" b="0" spc="-204" dirty="0">
                <a:latin typeface="Courier New"/>
                <a:cs typeface="Courier New"/>
              </a:rPr>
              <a:t>Which</a:t>
            </a:r>
            <a:r>
              <a:rPr sz="4000" b="0" spc="-204" dirty="0">
                <a:latin typeface="Times New Roman"/>
                <a:cs typeface="Times New Roman"/>
              </a:rPr>
              <a:t>	</a:t>
            </a:r>
            <a:r>
              <a:rPr sz="4000" b="0" spc="-204" dirty="0">
                <a:latin typeface="Courier New"/>
                <a:cs typeface="Courier New"/>
              </a:rPr>
              <a:t>is</a:t>
            </a:r>
            <a:r>
              <a:rPr sz="4000" b="0" spc="-204" dirty="0">
                <a:latin typeface="Times New Roman"/>
                <a:cs typeface="Times New Roman"/>
              </a:rPr>
              <a:t>	</a:t>
            </a:r>
            <a:r>
              <a:rPr sz="4000" b="0" spc="-204" dirty="0">
                <a:latin typeface="Courier New"/>
                <a:cs typeface="Courier New"/>
              </a:rPr>
              <a:t>a</a:t>
            </a:r>
            <a:r>
              <a:rPr sz="4000" b="0" spc="-204" dirty="0">
                <a:latin typeface="Times New Roman"/>
                <a:cs typeface="Times New Roman"/>
              </a:rPr>
              <a:t>	</a:t>
            </a:r>
            <a:r>
              <a:rPr sz="4000" b="0" spc="-204" dirty="0">
                <a:latin typeface="Courier New"/>
                <a:cs typeface="Courier New"/>
              </a:rPr>
              <a:t>no</a:t>
            </a:r>
            <a:r>
              <a:rPr sz="4000" b="0" spc="-195" dirty="0">
                <a:latin typeface="Courier New"/>
                <a:cs typeface="Courier New"/>
              </a:rPr>
              <a:t>n</a:t>
            </a:r>
            <a:r>
              <a:rPr sz="4000" b="0" spc="-200" dirty="0">
                <a:latin typeface="Courier New"/>
                <a:cs typeface="Courier New"/>
              </a:rPr>
              <a:t>-</a:t>
            </a:r>
            <a:r>
              <a:rPr sz="4000" b="0" spc="-204" dirty="0">
                <a:latin typeface="Courier New"/>
                <a:cs typeface="Courier New"/>
              </a:rPr>
              <a:t>linear</a:t>
            </a:r>
            <a:r>
              <a:rPr sz="4000" b="0" dirty="0">
                <a:latin typeface="Times New Roman"/>
                <a:cs typeface="Times New Roman"/>
              </a:rPr>
              <a:t>	</a:t>
            </a:r>
            <a:r>
              <a:rPr sz="4000" b="0" spc="-204" dirty="0">
                <a:latin typeface="Courier New"/>
                <a:cs typeface="Courier New"/>
              </a:rPr>
              <a:t>data </a:t>
            </a:r>
            <a:r>
              <a:rPr sz="4000" b="0" spc="-85" dirty="0">
                <a:latin typeface="Times New Roman"/>
                <a:cs typeface="Times New Roman"/>
              </a:rPr>
              <a:t> </a:t>
            </a:r>
            <a:r>
              <a:rPr sz="4000" b="0" spc="-204" dirty="0">
                <a:latin typeface="Courier New"/>
                <a:cs typeface="Courier New"/>
              </a:rPr>
              <a:t>structure?</a:t>
            </a:r>
            <a:endParaRPr sz="4000">
              <a:latin typeface="Courier New"/>
              <a:cs typeface="Courier New"/>
            </a:endParaRPr>
          </a:p>
        </p:txBody>
      </p:sp>
      <p:sp>
        <p:nvSpPr>
          <p:cNvPr id="4" name="object 4"/>
          <p:cNvSpPr txBox="1"/>
          <p:nvPr/>
        </p:nvSpPr>
        <p:spPr>
          <a:xfrm>
            <a:off x="1348868" y="3070602"/>
            <a:ext cx="73787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FFFFFF"/>
                </a:solidFill>
                <a:latin typeface="Arial"/>
                <a:cs typeface="Arial"/>
              </a:rPr>
              <a:t>L</a:t>
            </a:r>
            <a:r>
              <a:rPr sz="3600" spc="5" dirty="0">
                <a:solidFill>
                  <a:srgbClr val="FFFFFF"/>
                </a:solidFill>
                <a:latin typeface="Arial"/>
                <a:cs typeface="Arial"/>
              </a:rPr>
              <a:t>i</a:t>
            </a:r>
            <a:r>
              <a:rPr sz="3600" dirty="0">
                <a:solidFill>
                  <a:srgbClr val="FFFFFF"/>
                </a:solidFill>
                <a:latin typeface="Arial"/>
                <a:cs typeface="Arial"/>
              </a:rPr>
              <a:t>st</a:t>
            </a:r>
            <a:endParaRPr sz="3600">
              <a:latin typeface="Arial"/>
              <a:cs typeface="Arial"/>
            </a:endParaRPr>
          </a:p>
        </p:txBody>
      </p:sp>
      <p:sp>
        <p:nvSpPr>
          <p:cNvPr id="5" name="object 5"/>
          <p:cNvSpPr txBox="1"/>
          <p:nvPr/>
        </p:nvSpPr>
        <p:spPr>
          <a:xfrm>
            <a:off x="1403101" y="4017650"/>
            <a:ext cx="116903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FFFFFF"/>
                </a:solidFill>
                <a:latin typeface="Arial"/>
                <a:cs typeface="Arial"/>
              </a:rPr>
              <a:t>Stack</a:t>
            </a:r>
            <a:endParaRPr sz="3600">
              <a:latin typeface="Arial"/>
              <a:cs typeface="Arial"/>
            </a:endParaRPr>
          </a:p>
        </p:txBody>
      </p:sp>
      <p:sp>
        <p:nvSpPr>
          <p:cNvPr id="6" name="object 6"/>
          <p:cNvSpPr txBox="1"/>
          <p:nvPr/>
        </p:nvSpPr>
        <p:spPr>
          <a:xfrm>
            <a:off x="1208090" y="4729160"/>
            <a:ext cx="4114800" cy="914400"/>
          </a:xfrm>
          <a:prstGeom prst="rect">
            <a:avLst/>
          </a:prstGeom>
          <a:solidFill>
            <a:srgbClr val="000000">
              <a:alpha val="85096"/>
            </a:srgbClr>
          </a:solidFill>
          <a:ln w="57149">
            <a:solidFill>
              <a:srgbClr val="C00000"/>
            </a:solidFill>
          </a:ln>
        </p:spPr>
        <p:txBody>
          <a:bodyPr vert="horz" wrap="square" lIns="0" tIns="208279" rIns="0" bIns="0" rtlCol="0">
            <a:spAutoFit/>
          </a:bodyPr>
          <a:lstStyle/>
          <a:p>
            <a:pPr marL="127635">
              <a:lnSpc>
                <a:spcPct val="100000"/>
              </a:lnSpc>
              <a:spcBef>
                <a:spcPts val="1639"/>
              </a:spcBef>
            </a:pPr>
            <a:r>
              <a:rPr sz="3600" dirty="0">
                <a:solidFill>
                  <a:srgbClr val="FFFFFF"/>
                </a:solidFill>
                <a:latin typeface="Arial"/>
                <a:cs typeface="Arial"/>
              </a:rPr>
              <a:t>Graph</a:t>
            </a:r>
            <a:endParaRPr sz="3600">
              <a:latin typeface="Arial"/>
              <a:cs typeface="Arial"/>
            </a:endParaRPr>
          </a:p>
        </p:txBody>
      </p:sp>
      <p:grpSp>
        <p:nvGrpSpPr>
          <p:cNvPr id="7" name="object 7"/>
          <p:cNvGrpSpPr/>
          <p:nvPr/>
        </p:nvGrpSpPr>
        <p:grpSpPr>
          <a:xfrm>
            <a:off x="474659" y="2906765"/>
            <a:ext cx="685800" cy="2716530"/>
            <a:chOff x="474659" y="2906765"/>
            <a:chExt cx="685800" cy="2716530"/>
          </a:xfrm>
        </p:grpSpPr>
        <p:sp>
          <p:nvSpPr>
            <p:cNvPr id="8" name="object 8"/>
            <p:cNvSpPr/>
            <p:nvPr/>
          </p:nvSpPr>
          <p:spPr>
            <a:xfrm>
              <a:off x="487359" y="2919465"/>
              <a:ext cx="650875" cy="838200"/>
            </a:xfrm>
            <a:custGeom>
              <a:avLst/>
              <a:gdLst/>
              <a:ahLst/>
              <a:cxnLst/>
              <a:rect l="l" t="t" r="r" b="b"/>
              <a:pathLst>
                <a:path w="650875" h="838200">
                  <a:moveTo>
                    <a:pt x="325444" y="0"/>
                  </a:moveTo>
                  <a:lnTo>
                    <a:pt x="284621" y="3264"/>
                  </a:lnTo>
                  <a:lnTo>
                    <a:pt x="245311" y="12795"/>
                  </a:lnTo>
                  <a:lnTo>
                    <a:pt x="207819" y="28202"/>
                  </a:lnTo>
                  <a:lnTo>
                    <a:pt x="172451" y="49091"/>
                  </a:lnTo>
                  <a:lnTo>
                    <a:pt x="139511" y="75071"/>
                  </a:lnTo>
                  <a:lnTo>
                    <a:pt x="109303" y="105749"/>
                  </a:lnTo>
                  <a:lnTo>
                    <a:pt x="82134" y="140733"/>
                  </a:lnTo>
                  <a:lnTo>
                    <a:pt x="58308" y="179631"/>
                  </a:lnTo>
                  <a:lnTo>
                    <a:pt x="38130" y="222050"/>
                  </a:lnTo>
                  <a:lnTo>
                    <a:pt x="21906" y="267599"/>
                  </a:lnTo>
                  <a:lnTo>
                    <a:pt x="9939" y="315885"/>
                  </a:lnTo>
                  <a:lnTo>
                    <a:pt x="2535" y="366516"/>
                  </a:lnTo>
                  <a:lnTo>
                    <a:pt x="0" y="419099"/>
                  </a:lnTo>
                  <a:lnTo>
                    <a:pt x="2535" y="471659"/>
                  </a:lnTo>
                  <a:lnTo>
                    <a:pt x="9939" y="522274"/>
                  </a:lnTo>
                  <a:lnTo>
                    <a:pt x="21906" y="570550"/>
                  </a:lnTo>
                  <a:lnTo>
                    <a:pt x="38130" y="616095"/>
                  </a:lnTo>
                  <a:lnTo>
                    <a:pt x="58308" y="658515"/>
                  </a:lnTo>
                  <a:lnTo>
                    <a:pt x="82134" y="697417"/>
                  </a:lnTo>
                  <a:lnTo>
                    <a:pt x="109303" y="732408"/>
                  </a:lnTo>
                  <a:lnTo>
                    <a:pt x="139511" y="763095"/>
                  </a:lnTo>
                  <a:lnTo>
                    <a:pt x="172451" y="789084"/>
                  </a:lnTo>
                  <a:lnTo>
                    <a:pt x="207819" y="809982"/>
                  </a:lnTo>
                  <a:lnTo>
                    <a:pt x="245311" y="825396"/>
                  </a:lnTo>
                  <a:lnTo>
                    <a:pt x="284621" y="834933"/>
                  </a:lnTo>
                  <a:lnTo>
                    <a:pt x="325444" y="838199"/>
                  </a:lnTo>
                  <a:lnTo>
                    <a:pt x="366264" y="834933"/>
                  </a:lnTo>
                  <a:lnTo>
                    <a:pt x="405572" y="825396"/>
                  </a:lnTo>
                  <a:lnTo>
                    <a:pt x="443062" y="809982"/>
                  </a:lnTo>
                  <a:lnTo>
                    <a:pt x="478429" y="789084"/>
                  </a:lnTo>
                  <a:lnTo>
                    <a:pt x="511368" y="763095"/>
                  </a:lnTo>
                  <a:lnTo>
                    <a:pt x="541575" y="732408"/>
                  </a:lnTo>
                  <a:lnTo>
                    <a:pt x="568744" y="697417"/>
                  </a:lnTo>
                  <a:lnTo>
                    <a:pt x="592569" y="658515"/>
                  </a:lnTo>
                  <a:lnTo>
                    <a:pt x="612747" y="616095"/>
                  </a:lnTo>
                  <a:lnTo>
                    <a:pt x="628972" y="570550"/>
                  </a:lnTo>
                  <a:lnTo>
                    <a:pt x="640939" y="522274"/>
                  </a:lnTo>
                  <a:lnTo>
                    <a:pt x="648343" y="471659"/>
                  </a:lnTo>
                  <a:lnTo>
                    <a:pt x="650879" y="419099"/>
                  </a:lnTo>
                  <a:lnTo>
                    <a:pt x="648343" y="366516"/>
                  </a:lnTo>
                  <a:lnTo>
                    <a:pt x="640939" y="315885"/>
                  </a:lnTo>
                  <a:lnTo>
                    <a:pt x="628972" y="267599"/>
                  </a:lnTo>
                  <a:lnTo>
                    <a:pt x="612747" y="222050"/>
                  </a:lnTo>
                  <a:lnTo>
                    <a:pt x="592569" y="179631"/>
                  </a:lnTo>
                  <a:lnTo>
                    <a:pt x="568744" y="140733"/>
                  </a:lnTo>
                  <a:lnTo>
                    <a:pt x="541575" y="105749"/>
                  </a:lnTo>
                  <a:lnTo>
                    <a:pt x="511368" y="75071"/>
                  </a:lnTo>
                  <a:lnTo>
                    <a:pt x="478429" y="49091"/>
                  </a:lnTo>
                  <a:lnTo>
                    <a:pt x="443062" y="28202"/>
                  </a:lnTo>
                  <a:lnTo>
                    <a:pt x="405572" y="12795"/>
                  </a:lnTo>
                  <a:lnTo>
                    <a:pt x="366264" y="3264"/>
                  </a:lnTo>
                  <a:lnTo>
                    <a:pt x="325444" y="0"/>
                  </a:lnTo>
                  <a:close/>
                </a:path>
              </a:pathLst>
            </a:custGeom>
            <a:solidFill>
              <a:srgbClr val="00AFF0"/>
            </a:solidFill>
          </p:spPr>
          <p:txBody>
            <a:bodyPr wrap="square" lIns="0" tIns="0" rIns="0" bIns="0" rtlCol="0"/>
            <a:lstStyle/>
            <a:p>
              <a:endParaRPr/>
            </a:p>
          </p:txBody>
        </p:sp>
        <p:sp>
          <p:nvSpPr>
            <p:cNvPr id="9" name="object 9"/>
            <p:cNvSpPr/>
            <p:nvPr/>
          </p:nvSpPr>
          <p:spPr>
            <a:xfrm>
              <a:off x="487359" y="2919465"/>
              <a:ext cx="650875" cy="838200"/>
            </a:xfrm>
            <a:custGeom>
              <a:avLst/>
              <a:gdLst/>
              <a:ahLst/>
              <a:cxnLst/>
              <a:rect l="l" t="t" r="r" b="b"/>
              <a:pathLst>
                <a:path w="650875" h="838200">
                  <a:moveTo>
                    <a:pt x="0" y="419099"/>
                  </a:moveTo>
                  <a:lnTo>
                    <a:pt x="2535" y="366516"/>
                  </a:lnTo>
                  <a:lnTo>
                    <a:pt x="9939" y="315885"/>
                  </a:lnTo>
                  <a:lnTo>
                    <a:pt x="21906" y="267599"/>
                  </a:lnTo>
                  <a:lnTo>
                    <a:pt x="38130" y="222050"/>
                  </a:lnTo>
                  <a:lnTo>
                    <a:pt x="58308" y="179631"/>
                  </a:lnTo>
                  <a:lnTo>
                    <a:pt x="82134" y="140733"/>
                  </a:lnTo>
                  <a:lnTo>
                    <a:pt x="109303" y="105749"/>
                  </a:lnTo>
                  <a:lnTo>
                    <a:pt x="139511" y="75071"/>
                  </a:lnTo>
                  <a:lnTo>
                    <a:pt x="172451" y="49091"/>
                  </a:lnTo>
                  <a:lnTo>
                    <a:pt x="207819" y="28202"/>
                  </a:lnTo>
                  <a:lnTo>
                    <a:pt x="245311" y="12795"/>
                  </a:lnTo>
                  <a:lnTo>
                    <a:pt x="284621" y="3264"/>
                  </a:lnTo>
                  <a:lnTo>
                    <a:pt x="325444" y="0"/>
                  </a:lnTo>
                  <a:lnTo>
                    <a:pt x="366264" y="3264"/>
                  </a:lnTo>
                  <a:lnTo>
                    <a:pt x="405572" y="12795"/>
                  </a:lnTo>
                  <a:lnTo>
                    <a:pt x="443062" y="28202"/>
                  </a:lnTo>
                  <a:lnTo>
                    <a:pt x="478429" y="49091"/>
                  </a:lnTo>
                  <a:lnTo>
                    <a:pt x="511368" y="75071"/>
                  </a:lnTo>
                  <a:lnTo>
                    <a:pt x="541575" y="105749"/>
                  </a:lnTo>
                  <a:lnTo>
                    <a:pt x="568744" y="140733"/>
                  </a:lnTo>
                  <a:lnTo>
                    <a:pt x="592569" y="179631"/>
                  </a:lnTo>
                  <a:lnTo>
                    <a:pt x="612747" y="222050"/>
                  </a:lnTo>
                  <a:lnTo>
                    <a:pt x="628972" y="267599"/>
                  </a:lnTo>
                  <a:lnTo>
                    <a:pt x="640939" y="315885"/>
                  </a:lnTo>
                  <a:lnTo>
                    <a:pt x="648343" y="366516"/>
                  </a:lnTo>
                  <a:lnTo>
                    <a:pt x="650879" y="419099"/>
                  </a:lnTo>
                  <a:lnTo>
                    <a:pt x="648343" y="471659"/>
                  </a:lnTo>
                  <a:lnTo>
                    <a:pt x="640939" y="522274"/>
                  </a:lnTo>
                  <a:lnTo>
                    <a:pt x="628972" y="570550"/>
                  </a:lnTo>
                  <a:lnTo>
                    <a:pt x="612747" y="616095"/>
                  </a:lnTo>
                  <a:lnTo>
                    <a:pt x="592569" y="658515"/>
                  </a:lnTo>
                  <a:lnTo>
                    <a:pt x="568744" y="697417"/>
                  </a:lnTo>
                  <a:lnTo>
                    <a:pt x="541575" y="732408"/>
                  </a:lnTo>
                  <a:lnTo>
                    <a:pt x="511368" y="763095"/>
                  </a:lnTo>
                  <a:lnTo>
                    <a:pt x="478429" y="789084"/>
                  </a:lnTo>
                  <a:lnTo>
                    <a:pt x="443062" y="809982"/>
                  </a:lnTo>
                  <a:lnTo>
                    <a:pt x="405572" y="825396"/>
                  </a:lnTo>
                  <a:lnTo>
                    <a:pt x="366264" y="834933"/>
                  </a:lnTo>
                  <a:lnTo>
                    <a:pt x="325444" y="838199"/>
                  </a:lnTo>
                  <a:lnTo>
                    <a:pt x="284621" y="834933"/>
                  </a:lnTo>
                  <a:lnTo>
                    <a:pt x="245311" y="825396"/>
                  </a:lnTo>
                  <a:lnTo>
                    <a:pt x="207819" y="809982"/>
                  </a:lnTo>
                  <a:lnTo>
                    <a:pt x="172451" y="789084"/>
                  </a:lnTo>
                  <a:lnTo>
                    <a:pt x="139511" y="763095"/>
                  </a:lnTo>
                  <a:lnTo>
                    <a:pt x="109303" y="732408"/>
                  </a:lnTo>
                  <a:lnTo>
                    <a:pt x="82134" y="697417"/>
                  </a:lnTo>
                  <a:lnTo>
                    <a:pt x="58308" y="658515"/>
                  </a:lnTo>
                  <a:lnTo>
                    <a:pt x="38130" y="616095"/>
                  </a:lnTo>
                  <a:lnTo>
                    <a:pt x="21906" y="570550"/>
                  </a:lnTo>
                  <a:lnTo>
                    <a:pt x="9939" y="522274"/>
                  </a:lnTo>
                  <a:lnTo>
                    <a:pt x="2535" y="471659"/>
                  </a:lnTo>
                  <a:lnTo>
                    <a:pt x="0" y="419099"/>
                  </a:lnTo>
                  <a:close/>
                </a:path>
              </a:pathLst>
            </a:custGeom>
            <a:ln w="25399">
              <a:solidFill>
                <a:srgbClr val="000000"/>
              </a:solidFill>
            </a:ln>
          </p:spPr>
          <p:txBody>
            <a:bodyPr wrap="square" lIns="0" tIns="0" rIns="0" bIns="0" rtlCol="0"/>
            <a:lstStyle/>
            <a:p>
              <a:endParaRPr/>
            </a:p>
          </p:txBody>
        </p:sp>
        <p:sp>
          <p:nvSpPr>
            <p:cNvPr id="10" name="object 10"/>
            <p:cNvSpPr/>
            <p:nvPr/>
          </p:nvSpPr>
          <p:spPr>
            <a:xfrm>
              <a:off x="504824" y="3857625"/>
              <a:ext cx="643255" cy="827405"/>
            </a:xfrm>
            <a:custGeom>
              <a:avLst/>
              <a:gdLst/>
              <a:ahLst/>
              <a:cxnLst/>
              <a:rect l="l" t="t" r="r" b="b"/>
              <a:pathLst>
                <a:path w="643255" h="827404">
                  <a:moveTo>
                    <a:pt x="321481" y="0"/>
                  </a:moveTo>
                  <a:lnTo>
                    <a:pt x="281156" y="3222"/>
                  </a:lnTo>
                  <a:lnTo>
                    <a:pt x="242325" y="12630"/>
                  </a:lnTo>
                  <a:lnTo>
                    <a:pt x="205290" y="27837"/>
                  </a:lnTo>
                  <a:lnTo>
                    <a:pt x="170353" y="48455"/>
                  </a:lnTo>
                  <a:lnTo>
                    <a:pt x="137813" y="74096"/>
                  </a:lnTo>
                  <a:lnTo>
                    <a:pt x="107974" y="104371"/>
                  </a:lnTo>
                  <a:lnTo>
                    <a:pt x="81135" y="138895"/>
                  </a:lnTo>
                  <a:lnTo>
                    <a:pt x="57599" y="177277"/>
                  </a:lnTo>
                  <a:lnTo>
                    <a:pt x="37667" y="219132"/>
                  </a:lnTo>
                  <a:lnTo>
                    <a:pt x="21639" y="264071"/>
                  </a:lnTo>
                  <a:lnTo>
                    <a:pt x="9818" y="311707"/>
                  </a:lnTo>
                  <a:lnTo>
                    <a:pt x="2504" y="361651"/>
                  </a:lnTo>
                  <a:lnTo>
                    <a:pt x="0" y="413516"/>
                  </a:lnTo>
                  <a:lnTo>
                    <a:pt x="2504" y="465404"/>
                  </a:lnTo>
                  <a:lnTo>
                    <a:pt x="9818" y="515363"/>
                  </a:lnTo>
                  <a:lnTo>
                    <a:pt x="21639" y="563007"/>
                  </a:lnTo>
                  <a:lnTo>
                    <a:pt x="37667" y="607949"/>
                  </a:lnTo>
                  <a:lnTo>
                    <a:pt x="57599" y="649802"/>
                  </a:lnTo>
                  <a:lnTo>
                    <a:pt x="81135" y="688179"/>
                  </a:lnTo>
                  <a:lnTo>
                    <a:pt x="107974" y="722694"/>
                  </a:lnTo>
                  <a:lnTo>
                    <a:pt x="137813" y="752960"/>
                  </a:lnTo>
                  <a:lnTo>
                    <a:pt x="170353" y="778590"/>
                  </a:lnTo>
                  <a:lnTo>
                    <a:pt x="205290" y="799198"/>
                  </a:lnTo>
                  <a:lnTo>
                    <a:pt x="242325" y="814396"/>
                  </a:lnTo>
                  <a:lnTo>
                    <a:pt x="281156" y="823799"/>
                  </a:lnTo>
                  <a:lnTo>
                    <a:pt x="321481" y="827019"/>
                  </a:lnTo>
                  <a:lnTo>
                    <a:pt x="361801" y="823799"/>
                  </a:lnTo>
                  <a:lnTo>
                    <a:pt x="400628" y="814396"/>
                  </a:lnTo>
                  <a:lnTo>
                    <a:pt x="437659" y="799198"/>
                  </a:lnTo>
                  <a:lnTo>
                    <a:pt x="472594" y="778590"/>
                  </a:lnTo>
                  <a:lnTo>
                    <a:pt x="505130" y="752960"/>
                  </a:lnTo>
                  <a:lnTo>
                    <a:pt x="534968" y="722694"/>
                  </a:lnTo>
                  <a:lnTo>
                    <a:pt x="561805" y="688179"/>
                  </a:lnTo>
                  <a:lnTo>
                    <a:pt x="585340" y="649802"/>
                  </a:lnTo>
                  <a:lnTo>
                    <a:pt x="605272" y="607949"/>
                  </a:lnTo>
                  <a:lnTo>
                    <a:pt x="621299" y="563007"/>
                  </a:lnTo>
                  <a:lnTo>
                    <a:pt x="633120" y="515363"/>
                  </a:lnTo>
                  <a:lnTo>
                    <a:pt x="640434" y="465404"/>
                  </a:lnTo>
                  <a:lnTo>
                    <a:pt x="642939" y="413516"/>
                  </a:lnTo>
                  <a:lnTo>
                    <a:pt x="640434" y="361651"/>
                  </a:lnTo>
                  <a:lnTo>
                    <a:pt x="633120" y="311707"/>
                  </a:lnTo>
                  <a:lnTo>
                    <a:pt x="621299" y="264071"/>
                  </a:lnTo>
                  <a:lnTo>
                    <a:pt x="605272" y="219132"/>
                  </a:lnTo>
                  <a:lnTo>
                    <a:pt x="585340" y="177277"/>
                  </a:lnTo>
                  <a:lnTo>
                    <a:pt x="561805" y="138895"/>
                  </a:lnTo>
                  <a:lnTo>
                    <a:pt x="534968" y="104371"/>
                  </a:lnTo>
                  <a:lnTo>
                    <a:pt x="505130" y="74096"/>
                  </a:lnTo>
                  <a:lnTo>
                    <a:pt x="472594" y="48455"/>
                  </a:lnTo>
                  <a:lnTo>
                    <a:pt x="437659" y="27837"/>
                  </a:lnTo>
                  <a:lnTo>
                    <a:pt x="400628" y="12630"/>
                  </a:lnTo>
                  <a:lnTo>
                    <a:pt x="361801" y="3222"/>
                  </a:lnTo>
                  <a:lnTo>
                    <a:pt x="321481" y="0"/>
                  </a:lnTo>
                  <a:close/>
                </a:path>
              </a:pathLst>
            </a:custGeom>
            <a:solidFill>
              <a:srgbClr val="00AFF0"/>
            </a:solidFill>
          </p:spPr>
          <p:txBody>
            <a:bodyPr wrap="square" lIns="0" tIns="0" rIns="0" bIns="0" rtlCol="0"/>
            <a:lstStyle/>
            <a:p>
              <a:endParaRPr/>
            </a:p>
          </p:txBody>
        </p:sp>
        <p:sp>
          <p:nvSpPr>
            <p:cNvPr id="11" name="object 11"/>
            <p:cNvSpPr/>
            <p:nvPr/>
          </p:nvSpPr>
          <p:spPr>
            <a:xfrm>
              <a:off x="504824" y="3857625"/>
              <a:ext cx="643255" cy="827405"/>
            </a:xfrm>
            <a:custGeom>
              <a:avLst/>
              <a:gdLst/>
              <a:ahLst/>
              <a:cxnLst/>
              <a:rect l="l" t="t" r="r" b="b"/>
              <a:pathLst>
                <a:path w="643255" h="827404">
                  <a:moveTo>
                    <a:pt x="0" y="413516"/>
                  </a:moveTo>
                  <a:lnTo>
                    <a:pt x="2504" y="361651"/>
                  </a:lnTo>
                  <a:lnTo>
                    <a:pt x="9818" y="311707"/>
                  </a:lnTo>
                  <a:lnTo>
                    <a:pt x="21639" y="264071"/>
                  </a:lnTo>
                  <a:lnTo>
                    <a:pt x="37667" y="219132"/>
                  </a:lnTo>
                  <a:lnTo>
                    <a:pt x="57599" y="177277"/>
                  </a:lnTo>
                  <a:lnTo>
                    <a:pt x="81135" y="138895"/>
                  </a:lnTo>
                  <a:lnTo>
                    <a:pt x="107974" y="104371"/>
                  </a:lnTo>
                  <a:lnTo>
                    <a:pt x="137813" y="74096"/>
                  </a:lnTo>
                  <a:lnTo>
                    <a:pt x="170353" y="48455"/>
                  </a:lnTo>
                  <a:lnTo>
                    <a:pt x="205290" y="27837"/>
                  </a:lnTo>
                  <a:lnTo>
                    <a:pt x="242325" y="12630"/>
                  </a:lnTo>
                  <a:lnTo>
                    <a:pt x="281156" y="3222"/>
                  </a:lnTo>
                  <a:lnTo>
                    <a:pt x="321481" y="0"/>
                  </a:lnTo>
                  <a:lnTo>
                    <a:pt x="361801" y="3222"/>
                  </a:lnTo>
                  <a:lnTo>
                    <a:pt x="400628" y="12630"/>
                  </a:lnTo>
                  <a:lnTo>
                    <a:pt x="437659" y="27837"/>
                  </a:lnTo>
                  <a:lnTo>
                    <a:pt x="472594" y="48455"/>
                  </a:lnTo>
                  <a:lnTo>
                    <a:pt x="505130" y="74096"/>
                  </a:lnTo>
                  <a:lnTo>
                    <a:pt x="534968" y="104371"/>
                  </a:lnTo>
                  <a:lnTo>
                    <a:pt x="561805" y="138895"/>
                  </a:lnTo>
                  <a:lnTo>
                    <a:pt x="585340" y="177277"/>
                  </a:lnTo>
                  <a:lnTo>
                    <a:pt x="605272" y="219132"/>
                  </a:lnTo>
                  <a:lnTo>
                    <a:pt x="621299" y="264071"/>
                  </a:lnTo>
                  <a:lnTo>
                    <a:pt x="633120" y="311707"/>
                  </a:lnTo>
                  <a:lnTo>
                    <a:pt x="640434" y="361651"/>
                  </a:lnTo>
                  <a:lnTo>
                    <a:pt x="642939" y="413516"/>
                  </a:lnTo>
                  <a:lnTo>
                    <a:pt x="640434" y="465404"/>
                  </a:lnTo>
                  <a:lnTo>
                    <a:pt x="633120" y="515363"/>
                  </a:lnTo>
                  <a:lnTo>
                    <a:pt x="621299" y="563007"/>
                  </a:lnTo>
                  <a:lnTo>
                    <a:pt x="605272" y="607949"/>
                  </a:lnTo>
                  <a:lnTo>
                    <a:pt x="585340" y="649802"/>
                  </a:lnTo>
                  <a:lnTo>
                    <a:pt x="561805" y="688179"/>
                  </a:lnTo>
                  <a:lnTo>
                    <a:pt x="534968" y="722694"/>
                  </a:lnTo>
                  <a:lnTo>
                    <a:pt x="505130" y="752960"/>
                  </a:lnTo>
                  <a:lnTo>
                    <a:pt x="472594" y="778590"/>
                  </a:lnTo>
                  <a:lnTo>
                    <a:pt x="437659" y="799198"/>
                  </a:lnTo>
                  <a:lnTo>
                    <a:pt x="400628" y="814396"/>
                  </a:lnTo>
                  <a:lnTo>
                    <a:pt x="361801" y="823799"/>
                  </a:lnTo>
                  <a:lnTo>
                    <a:pt x="321481" y="827019"/>
                  </a:lnTo>
                  <a:lnTo>
                    <a:pt x="281156" y="823799"/>
                  </a:lnTo>
                  <a:lnTo>
                    <a:pt x="242325" y="814396"/>
                  </a:lnTo>
                  <a:lnTo>
                    <a:pt x="205290" y="799198"/>
                  </a:lnTo>
                  <a:lnTo>
                    <a:pt x="170353" y="778590"/>
                  </a:lnTo>
                  <a:lnTo>
                    <a:pt x="137813" y="752960"/>
                  </a:lnTo>
                  <a:lnTo>
                    <a:pt x="107974" y="722694"/>
                  </a:lnTo>
                  <a:lnTo>
                    <a:pt x="81135" y="688179"/>
                  </a:lnTo>
                  <a:lnTo>
                    <a:pt x="57599" y="649802"/>
                  </a:lnTo>
                  <a:lnTo>
                    <a:pt x="37667" y="607949"/>
                  </a:lnTo>
                  <a:lnTo>
                    <a:pt x="21639" y="563007"/>
                  </a:lnTo>
                  <a:lnTo>
                    <a:pt x="9818" y="515363"/>
                  </a:lnTo>
                  <a:lnTo>
                    <a:pt x="2504" y="465404"/>
                  </a:lnTo>
                  <a:lnTo>
                    <a:pt x="0" y="413516"/>
                  </a:lnTo>
                  <a:close/>
                </a:path>
              </a:pathLst>
            </a:custGeom>
            <a:ln w="25399">
              <a:solidFill>
                <a:srgbClr val="000000"/>
              </a:solidFill>
            </a:ln>
          </p:spPr>
          <p:txBody>
            <a:bodyPr wrap="square" lIns="0" tIns="0" rIns="0" bIns="0" rtlCol="0"/>
            <a:lstStyle/>
            <a:p>
              <a:endParaRPr/>
            </a:p>
          </p:txBody>
        </p:sp>
        <p:sp>
          <p:nvSpPr>
            <p:cNvPr id="12" name="object 12"/>
            <p:cNvSpPr/>
            <p:nvPr/>
          </p:nvSpPr>
          <p:spPr>
            <a:xfrm>
              <a:off x="487359" y="4783205"/>
              <a:ext cx="643255" cy="827405"/>
            </a:xfrm>
            <a:custGeom>
              <a:avLst/>
              <a:gdLst/>
              <a:ahLst/>
              <a:cxnLst/>
              <a:rect l="l" t="t" r="r" b="b"/>
              <a:pathLst>
                <a:path w="643255" h="827404">
                  <a:moveTo>
                    <a:pt x="321478" y="0"/>
                  </a:moveTo>
                  <a:lnTo>
                    <a:pt x="281153" y="3220"/>
                  </a:lnTo>
                  <a:lnTo>
                    <a:pt x="242322" y="12622"/>
                  </a:lnTo>
                  <a:lnTo>
                    <a:pt x="205288" y="27821"/>
                  </a:lnTo>
                  <a:lnTo>
                    <a:pt x="170350" y="48429"/>
                  </a:lnTo>
                  <a:lnTo>
                    <a:pt x="137811" y="74059"/>
                  </a:lnTo>
                  <a:lnTo>
                    <a:pt x="107972" y="104325"/>
                  </a:lnTo>
                  <a:lnTo>
                    <a:pt x="81134" y="138840"/>
                  </a:lnTo>
                  <a:lnTo>
                    <a:pt x="57598" y="177217"/>
                  </a:lnTo>
                  <a:lnTo>
                    <a:pt x="37666" y="219070"/>
                  </a:lnTo>
                  <a:lnTo>
                    <a:pt x="21639" y="264012"/>
                  </a:lnTo>
                  <a:lnTo>
                    <a:pt x="9818" y="311656"/>
                  </a:lnTo>
                  <a:lnTo>
                    <a:pt x="2504" y="361615"/>
                  </a:lnTo>
                  <a:lnTo>
                    <a:pt x="0" y="413503"/>
                  </a:lnTo>
                  <a:lnTo>
                    <a:pt x="2504" y="465368"/>
                  </a:lnTo>
                  <a:lnTo>
                    <a:pt x="9818" y="515312"/>
                  </a:lnTo>
                  <a:lnTo>
                    <a:pt x="21639" y="562948"/>
                  </a:lnTo>
                  <a:lnTo>
                    <a:pt x="37666" y="607887"/>
                  </a:lnTo>
                  <a:lnTo>
                    <a:pt x="57598" y="649742"/>
                  </a:lnTo>
                  <a:lnTo>
                    <a:pt x="81134" y="688124"/>
                  </a:lnTo>
                  <a:lnTo>
                    <a:pt x="107972" y="722648"/>
                  </a:lnTo>
                  <a:lnTo>
                    <a:pt x="137811" y="752923"/>
                  </a:lnTo>
                  <a:lnTo>
                    <a:pt x="170350" y="778564"/>
                  </a:lnTo>
                  <a:lnTo>
                    <a:pt x="205288" y="799182"/>
                  </a:lnTo>
                  <a:lnTo>
                    <a:pt x="242322" y="814389"/>
                  </a:lnTo>
                  <a:lnTo>
                    <a:pt x="281153" y="823797"/>
                  </a:lnTo>
                  <a:lnTo>
                    <a:pt x="321478" y="827019"/>
                  </a:lnTo>
                  <a:lnTo>
                    <a:pt x="361801" y="823797"/>
                  </a:lnTo>
                  <a:lnTo>
                    <a:pt x="400629" y="814389"/>
                  </a:lnTo>
                  <a:lnTo>
                    <a:pt x="437661" y="799182"/>
                  </a:lnTo>
                  <a:lnTo>
                    <a:pt x="472596" y="778564"/>
                  </a:lnTo>
                  <a:lnTo>
                    <a:pt x="505133" y="752923"/>
                  </a:lnTo>
                  <a:lnTo>
                    <a:pt x="534970" y="722648"/>
                  </a:lnTo>
                  <a:lnTo>
                    <a:pt x="561806" y="688124"/>
                  </a:lnTo>
                  <a:lnTo>
                    <a:pt x="585340" y="649742"/>
                  </a:lnTo>
                  <a:lnTo>
                    <a:pt x="605271" y="607887"/>
                  </a:lnTo>
                  <a:lnTo>
                    <a:pt x="621297" y="562948"/>
                  </a:lnTo>
                  <a:lnTo>
                    <a:pt x="633118" y="515312"/>
                  </a:lnTo>
                  <a:lnTo>
                    <a:pt x="640431" y="465368"/>
                  </a:lnTo>
                  <a:lnTo>
                    <a:pt x="642935" y="413503"/>
                  </a:lnTo>
                  <a:lnTo>
                    <a:pt x="640431" y="361615"/>
                  </a:lnTo>
                  <a:lnTo>
                    <a:pt x="633118" y="311656"/>
                  </a:lnTo>
                  <a:lnTo>
                    <a:pt x="621297" y="264012"/>
                  </a:lnTo>
                  <a:lnTo>
                    <a:pt x="605271" y="219070"/>
                  </a:lnTo>
                  <a:lnTo>
                    <a:pt x="585340" y="177217"/>
                  </a:lnTo>
                  <a:lnTo>
                    <a:pt x="561806" y="138840"/>
                  </a:lnTo>
                  <a:lnTo>
                    <a:pt x="534970" y="104325"/>
                  </a:lnTo>
                  <a:lnTo>
                    <a:pt x="505133" y="74059"/>
                  </a:lnTo>
                  <a:lnTo>
                    <a:pt x="472596" y="48429"/>
                  </a:lnTo>
                  <a:lnTo>
                    <a:pt x="437661" y="27821"/>
                  </a:lnTo>
                  <a:lnTo>
                    <a:pt x="400629" y="12622"/>
                  </a:lnTo>
                  <a:lnTo>
                    <a:pt x="361801" y="3220"/>
                  </a:lnTo>
                  <a:lnTo>
                    <a:pt x="321478" y="0"/>
                  </a:lnTo>
                  <a:close/>
                </a:path>
              </a:pathLst>
            </a:custGeom>
            <a:solidFill>
              <a:srgbClr val="00AFF0"/>
            </a:solidFill>
          </p:spPr>
          <p:txBody>
            <a:bodyPr wrap="square" lIns="0" tIns="0" rIns="0" bIns="0" rtlCol="0"/>
            <a:lstStyle/>
            <a:p>
              <a:endParaRPr/>
            </a:p>
          </p:txBody>
        </p:sp>
        <p:sp>
          <p:nvSpPr>
            <p:cNvPr id="13" name="object 13"/>
            <p:cNvSpPr/>
            <p:nvPr/>
          </p:nvSpPr>
          <p:spPr>
            <a:xfrm>
              <a:off x="487359" y="4783205"/>
              <a:ext cx="643255" cy="827405"/>
            </a:xfrm>
            <a:custGeom>
              <a:avLst/>
              <a:gdLst/>
              <a:ahLst/>
              <a:cxnLst/>
              <a:rect l="l" t="t" r="r" b="b"/>
              <a:pathLst>
                <a:path w="643255" h="827404">
                  <a:moveTo>
                    <a:pt x="0" y="413503"/>
                  </a:moveTo>
                  <a:lnTo>
                    <a:pt x="2504" y="361615"/>
                  </a:lnTo>
                  <a:lnTo>
                    <a:pt x="9818" y="311656"/>
                  </a:lnTo>
                  <a:lnTo>
                    <a:pt x="21639" y="264012"/>
                  </a:lnTo>
                  <a:lnTo>
                    <a:pt x="37666" y="219070"/>
                  </a:lnTo>
                  <a:lnTo>
                    <a:pt x="57598" y="177217"/>
                  </a:lnTo>
                  <a:lnTo>
                    <a:pt x="81134" y="138840"/>
                  </a:lnTo>
                  <a:lnTo>
                    <a:pt x="107972" y="104325"/>
                  </a:lnTo>
                  <a:lnTo>
                    <a:pt x="137811" y="74059"/>
                  </a:lnTo>
                  <a:lnTo>
                    <a:pt x="170350" y="48429"/>
                  </a:lnTo>
                  <a:lnTo>
                    <a:pt x="205288" y="27821"/>
                  </a:lnTo>
                  <a:lnTo>
                    <a:pt x="242322" y="12622"/>
                  </a:lnTo>
                  <a:lnTo>
                    <a:pt x="281153" y="3220"/>
                  </a:lnTo>
                  <a:lnTo>
                    <a:pt x="321478" y="0"/>
                  </a:lnTo>
                  <a:lnTo>
                    <a:pt x="361801" y="3220"/>
                  </a:lnTo>
                  <a:lnTo>
                    <a:pt x="400629" y="12622"/>
                  </a:lnTo>
                  <a:lnTo>
                    <a:pt x="437661" y="27821"/>
                  </a:lnTo>
                  <a:lnTo>
                    <a:pt x="472596" y="48429"/>
                  </a:lnTo>
                  <a:lnTo>
                    <a:pt x="505133" y="74059"/>
                  </a:lnTo>
                  <a:lnTo>
                    <a:pt x="534970" y="104325"/>
                  </a:lnTo>
                  <a:lnTo>
                    <a:pt x="561806" y="138840"/>
                  </a:lnTo>
                  <a:lnTo>
                    <a:pt x="585340" y="177217"/>
                  </a:lnTo>
                  <a:lnTo>
                    <a:pt x="605271" y="219070"/>
                  </a:lnTo>
                  <a:lnTo>
                    <a:pt x="621297" y="264012"/>
                  </a:lnTo>
                  <a:lnTo>
                    <a:pt x="633118" y="311656"/>
                  </a:lnTo>
                  <a:lnTo>
                    <a:pt x="640431" y="361615"/>
                  </a:lnTo>
                  <a:lnTo>
                    <a:pt x="642935" y="413503"/>
                  </a:lnTo>
                  <a:lnTo>
                    <a:pt x="640431" y="465368"/>
                  </a:lnTo>
                  <a:lnTo>
                    <a:pt x="633118" y="515312"/>
                  </a:lnTo>
                  <a:lnTo>
                    <a:pt x="621297" y="562948"/>
                  </a:lnTo>
                  <a:lnTo>
                    <a:pt x="605271" y="607887"/>
                  </a:lnTo>
                  <a:lnTo>
                    <a:pt x="585340" y="649742"/>
                  </a:lnTo>
                  <a:lnTo>
                    <a:pt x="561806" y="688124"/>
                  </a:lnTo>
                  <a:lnTo>
                    <a:pt x="534970" y="722648"/>
                  </a:lnTo>
                  <a:lnTo>
                    <a:pt x="505133" y="752923"/>
                  </a:lnTo>
                  <a:lnTo>
                    <a:pt x="472596" y="778564"/>
                  </a:lnTo>
                  <a:lnTo>
                    <a:pt x="437661" y="799182"/>
                  </a:lnTo>
                  <a:lnTo>
                    <a:pt x="400629" y="814389"/>
                  </a:lnTo>
                  <a:lnTo>
                    <a:pt x="361801" y="823797"/>
                  </a:lnTo>
                  <a:lnTo>
                    <a:pt x="321478" y="827019"/>
                  </a:lnTo>
                  <a:lnTo>
                    <a:pt x="281153" y="823797"/>
                  </a:lnTo>
                  <a:lnTo>
                    <a:pt x="242322" y="814389"/>
                  </a:lnTo>
                  <a:lnTo>
                    <a:pt x="205288" y="799182"/>
                  </a:lnTo>
                  <a:lnTo>
                    <a:pt x="170350" y="778564"/>
                  </a:lnTo>
                  <a:lnTo>
                    <a:pt x="137811" y="752923"/>
                  </a:lnTo>
                  <a:lnTo>
                    <a:pt x="107972" y="722648"/>
                  </a:lnTo>
                  <a:lnTo>
                    <a:pt x="81134" y="688124"/>
                  </a:lnTo>
                  <a:lnTo>
                    <a:pt x="57598" y="649742"/>
                  </a:lnTo>
                  <a:lnTo>
                    <a:pt x="37666" y="607887"/>
                  </a:lnTo>
                  <a:lnTo>
                    <a:pt x="21639" y="562948"/>
                  </a:lnTo>
                  <a:lnTo>
                    <a:pt x="9818" y="515312"/>
                  </a:lnTo>
                  <a:lnTo>
                    <a:pt x="2504" y="465368"/>
                  </a:lnTo>
                  <a:lnTo>
                    <a:pt x="0" y="413503"/>
                  </a:lnTo>
                  <a:close/>
                </a:path>
              </a:pathLst>
            </a:custGeom>
            <a:ln w="25399">
              <a:solidFill>
                <a:srgbClr val="000000"/>
              </a:solidFill>
            </a:ln>
          </p:spPr>
          <p:txBody>
            <a:bodyPr wrap="square" lIns="0" tIns="0" rIns="0" bIns="0" rtlCol="0"/>
            <a:lstStyle/>
            <a:p>
              <a:endParaRPr/>
            </a:p>
          </p:txBody>
        </p:sp>
      </p:grpSp>
      <p:sp>
        <p:nvSpPr>
          <p:cNvPr id="14" name="object 14"/>
          <p:cNvSpPr txBox="1"/>
          <p:nvPr/>
        </p:nvSpPr>
        <p:spPr>
          <a:xfrm>
            <a:off x="566110" y="2776166"/>
            <a:ext cx="504190" cy="2890520"/>
          </a:xfrm>
          <a:prstGeom prst="rect">
            <a:avLst/>
          </a:prstGeom>
        </p:spPr>
        <p:txBody>
          <a:bodyPr vert="horz" wrap="square" lIns="0" tIns="89535" rIns="0" bIns="0" rtlCol="0">
            <a:spAutoFit/>
          </a:bodyPr>
          <a:lstStyle/>
          <a:p>
            <a:pPr marL="12700" marR="5080" indent="3810" algn="just">
              <a:lnSpc>
                <a:spcPct val="92400"/>
              </a:lnSpc>
              <a:spcBef>
                <a:spcPts val="705"/>
              </a:spcBef>
            </a:pPr>
            <a:r>
              <a:rPr sz="6600" b="1" spc="-335" dirty="0">
                <a:solidFill>
                  <a:srgbClr val="0D0D0D"/>
                </a:solidFill>
                <a:latin typeface="Courier New"/>
                <a:cs typeface="Courier New"/>
              </a:rPr>
              <a:t>B </a:t>
            </a:r>
            <a:r>
              <a:rPr sz="6600" spc="-140" dirty="0">
                <a:solidFill>
                  <a:srgbClr val="0D0D0D"/>
                </a:solidFill>
                <a:latin typeface="Times New Roman"/>
                <a:cs typeface="Times New Roman"/>
              </a:rPr>
              <a:t> </a:t>
            </a:r>
            <a:r>
              <a:rPr sz="6600" b="1" spc="-335" dirty="0">
                <a:solidFill>
                  <a:srgbClr val="0D0D0D"/>
                </a:solidFill>
                <a:latin typeface="Courier New"/>
                <a:cs typeface="Courier New"/>
              </a:rPr>
              <a:t>C  D</a:t>
            </a:r>
            <a:endParaRPr sz="6600">
              <a:latin typeface="Courier New"/>
              <a:cs typeface="Courier New"/>
            </a:endParaRPr>
          </a:p>
        </p:txBody>
      </p:sp>
      <p:grpSp>
        <p:nvGrpSpPr>
          <p:cNvPr id="15" name="object 15"/>
          <p:cNvGrpSpPr/>
          <p:nvPr/>
        </p:nvGrpSpPr>
        <p:grpSpPr>
          <a:xfrm>
            <a:off x="5637276" y="1700274"/>
            <a:ext cx="3507104" cy="5158105"/>
            <a:chOff x="5637276" y="1700274"/>
            <a:chExt cx="3507104" cy="5158105"/>
          </a:xfrm>
        </p:grpSpPr>
        <p:sp>
          <p:nvSpPr>
            <p:cNvPr id="16" name="object 16"/>
            <p:cNvSpPr/>
            <p:nvPr/>
          </p:nvSpPr>
          <p:spPr>
            <a:xfrm>
              <a:off x="6729984" y="5202935"/>
              <a:ext cx="2218944" cy="1345692"/>
            </a:xfrm>
            <a:prstGeom prst="rect">
              <a:avLst/>
            </a:prstGeom>
            <a:blipFill>
              <a:blip r:embed="rId2" cstate="print"/>
              <a:stretch>
                <a:fillRect/>
              </a:stretch>
            </a:blipFill>
          </p:spPr>
          <p:txBody>
            <a:bodyPr wrap="square" lIns="0" tIns="0" rIns="0" bIns="0" rtlCol="0"/>
            <a:lstStyle/>
            <a:p>
              <a:endParaRPr/>
            </a:p>
          </p:txBody>
        </p:sp>
        <p:sp>
          <p:nvSpPr>
            <p:cNvPr id="17" name="object 17"/>
            <p:cNvSpPr/>
            <p:nvPr/>
          </p:nvSpPr>
          <p:spPr>
            <a:xfrm>
              <a:off x="6473952" y="4546090"/>
              <a:ext cx="2670047" cy="2311908"/>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6810115" y="5263133"/>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58"/>
                  </a:lnTo>
                  <a:lnTo>
                    <a:pt x="18279" y="1042001"/>
                  </a:lnTo>
                  <a:lnTo>
                    <a:pt x="39723" y="1081495"/>
                  </a:lnTo>
                  <a:lnTo>
                    <a:pt x="68122" y="1115905"/>
                  </a:lnTo>
                  <a:lnTo>
                    <a:pt x="102539" y="1144296"/>
                  </a:lnTo>
                  <a:lnTo>
                    <a:pt x="142037" y="1165733"/>
                  </a:lnTo>
                  <a:lnTo>
                    <a:pt x="185680" y="1179281"/>
                  </a:lnTo>
                  <a:lnTo>
                    <a:pt x="232531" y="1184004"/>
                  </a:lnTo>
                  <a:lnTo>
                    <a:pt x="1824868" y="1184004"/>
                  </a:lnTo>
                  <a:lnTo>
                    <a:pt x="1871763" y="1179281"/>
                  </a:lnTo>
                  <a:lnTo>
                    <a:pt x="1915426" y="1165733"/>
                  </a:lnTo>
                  <a:lnTo>
                    <a:pt x="1954927" y="1144296"/>
                  </a:lnTo>
                  <a:lnTo>
                    <a:pt x="1989334" y="1115905"/>
                  </a:lnTo>
                  <a:lnTo>
                    <a:pt x="2017716" y="1081495"/>
                  </a:lnTo>
                  <a:lnTo>
                    <a:pt x="2039141" y="1042001"/>
                  </a:lnTo>
                  <a:lnTo>
                    <a:pt x="2052680" y="998358"/>
                  </a:lnTo>
                  <a:lnTo>
                    <a:pt x="2057399" y="951500"/>
                  </a:lnTo>
                  <a:lnTo>
                    <a:pt x="2057399" y="232541"/>
                  </a:lnTo>
                  <a:lnTo>
                    <a:pt x="2052680" y="185685"/>
                  </a:lnTo>
                  <a:lnTo>
                    <a:pt x="2039141" y="142039"/>
                  </a:lnTo>
                  <a:lnTo>
                    <a:pt x="2017716" y="102539"/>
                  </a:lnTo>
                  <a:lnTo>
                    <a:pt x="1989334" y="68121"/>
                  </a:lnTo>
                  <a:lnTo>
                    <a:pt x="1954927" y="39722"/>
                  </a:lnTo>
                  <a:lnTo>
                    <a:pt x="1915426" y="18278"/>
                  </a:lnTo>
                  <a:lnTo>
                    <a:pt x="1871763" y="4725"/>
                  </a:lnTo>
                  <a:lnTo>
                    <a:pt x="1824868" y="0"/>
                  </a:lnTo>
                  <a:close/>
                </a:path>
              </a:pathLst>
            </a:custGeom>
            <a:solidFill>
              <a:srgbClr val="252525"/>
            </a:solidFill>
          </p:spPr>
          <p:txBody>
            <a:bodyPr wrap="square" lIns="0" tIns="0" rIns="0" bIns="0" rtlCol="0"/>
            <a:lstStyle/>
            <a:p>
              <a:endParaRPr/>
            </a:p>
          </p:txBody>
        </p:sp>
        <p:sp>
          <p:nvSpPr>
            <p:cNvPr id="19" name="object 19"/>
            <p:cNvSpPr/>
            <p:nvPr/>
          </p:nvSpPr>
          <p:spPr>
            <a:xfrm>
              <a:off x="6810115" y="5263133"/>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63" y="4725"/>
                  </a:lnTo>
                  <a:lnTo>
                    <a:pt x="1915426" y="18278"/>
                  </a:lnTo>
                  <a:lnTo>
                    <a:pt x="1954927" y="39722"/>
                  </a:lnTo>
                  <a:lnTo>
                    <a:pt x="1989334" y="68121"/>
                  </a:lnTo>
                  <a:lnTo>
                    <a:pt x="2017716" y="102539"/>
                  </a:lnTo>
                  <a:lnTo>
                    <a:pt x="2039141" y="142039"/>
                  </a:lnTo>
                  <a:lnTo>
                    <a:pt x="2052680" y="185685"/>
                  </a:lnTo>
                  <a:lnTo>
                    <a:pt x="2057399" y="232541"/>
                  </a:lnTo>
                  <a:lnTo>
                    <a:pt x="2057399" y="951500"/>
                  </a:lnTo>
                  <a:lnTo>
                    <a:pt x="2052680" y="998358"/>
                  </a:lnTo>
                  <a:lnTo>
                    <a:pt x="2039141" y="1042001"/>
                  </a:lnTo>
                  <a:lnTo>
                    <a:pt x="2017716" y="1081495"/>
                  </a:lnTo>
                  <a:lnTo>
                    <a:pt x="1989334" y="1115905"/>
                  </a:lnTo>
                  <a:lnTo>
                    <a:pt x="1954927" y="1144296"/>
                  </a:lnTo>
                  <a:lnTo>
                    <a:pt x="1915426" y="1165733"/>
                  </a:lnTo>
                  <a:lnTo>
                    <a:pt x="1871763" y="1179281"/>
                  </a:lnTo>
                  <a:lnTo>
                    <a:pt x="1824868" y="1184004"/>
                  </a:lnTo>
                  <a:lnTo>
                    <a:pt x="232531" y="1184004"/>
                  </a:lnTo>
                  <a:lnTo>
                    <a:pt x="185680" y="1179281"/>
                  </a:lnTo>
                  <a:lnTo>
                    <a:pt x="142037" y="1165733"/>
                  </a:lnTo>
                  <a:lnTo>
                    <a:pt x="102539" y="1144296"/>
                  </a:lnTo>
                  <a:lnTo>
                    <a:pt x="68122" y="1115905"/>
                  </a:lnTo>
                  <a:lnTo>
                    <a:pt x="39723" y="1081495"/>
                  </a:lnTo>
                  <a:lnTo>
                    <a:pt x="18279" y="1042001"/>
                  </a:lnTo>
                  <a:lnTo>
                    <a:pt x="4725" y="998358"/>
                  </a:lnTo>
                  <a:lnTo>
                    <a:pt x="0" y="951500"/>
                  </a:lnTo>
                  <a:lnTo>
                    <a:pt x="0" y="232541"/>
                  </a:lnTo>
                  <a:close/>
                </a:path>
              </a:pathLst>
            </a:custGeom>
            <a:ln w="76199">
              <a:solidFill>
                <a:srgbClr val="00AF50"/>
              </a:solidFill>
            </a:ln>
          </p:spPr>
          <p:txBody>
            <a:bodyPr wrap="square" lIns="0" tIns="0" rIns="0" bIns="0" rtlCol="0"/>
            <a:lstStyle/>
            <a:p>
              <a:endParaRPr/>
            </a:p>
          </p:txBody>
        </p:sp>
        <p:sp>
          <p:nvSpPr>
            <p:cNvPr id="20" name="object 20"/>
            <p:cNvSpPr/>
            <p:nvPr/>
          </p:nvSpPr>
          <p:spPr>
            <a:xfrm>
              <a:off x="6515100" y="4567427"/>
              <a:ext cx="2628900" cy="1839468"/>
            </a:xfrm>
            <a:prstGeom prst="rect">
              <a:avLst/>
            </a:prstGeom>
            <a:blipFill>
              <a:blip r:embed="rId4" cstate="print"/>
              <a:stretch>
                <a:fillRect/>
              </a:stretch>
            </a:blipFill>
          </p:spPr>
          <p:txBody>
            <a:bodyPr wrap="square" lIns="0" tIns="0" rIns="0" bIns="0" rtlCol="0"/>
            <a:lstStyle/>
            <a:p>
              <a:endParaRPr/>
            </a:p>
          </p:txBody>
        </p:sp>
        <p:sp>
          <p:nvSpPr>
            <p:cNvPr id="21" name="object 21"/>
            <p:cNvSpPr/>
            <p:nvPr/>
          </p:nvSpPr>
          <p:spPr>
            <a:xfrm>
              <a:off x="7054596" y="5573267"/>
              <a:ext cx="1600200" cy="1284732"/>
            </a:xfrm>
            <a:prstGeom prst="rect">
              <a:avLst/>
            </a:prstGeom>
            <a:blipFill>
              <a:blip r:embed="rId5" cstate="print"/>
              <a:stretch>
                <a:fillRect/>
              </a:stretch>
            </a:blipFill>
          </p:spPr>
          <p:txBody>
            <a:bodyPr wrap="square" lIns="0" tIns="0" rIns="0" bIns="0" rtlCol="0"/>
            <a:lstStyle/>
            <a:p>
              <a:endParaRPr/>
            </a:p>
          </p:txBody>
        </p:sp>
        <p:sp>
          <p:nvSpPr>
            <p:cNvPr id="22" name="object 22"/>
            <p:cNvSpPr/>
            <p:nvPr/>
          </p:nvSpPr>
          <p:spPr>
            <a:xfrm>
              <a:off x="7078858" y="5061834"/>
              <a:ext cx="1527810" cy="607060"/>
            </a:xfrm>
            <a:custGeom>
              <a:avLst/>
              <a:gdLst/>
              <a:ahLst/>
              <a:cxnLst/>
              <a:rect l="l" t="t" r="r" b="b"/>
              <a:pathLst>
                <a:path w="1527809" h="607060">
                  <a:moveTo>
                    <a:pt x="1246997" y="0"/>
                  </a:moveTo>
                  <a:lnTo>
                    <a:pt x="1195905" y="3431"/>
                  </a:lnTo>
                  <a:lnTo>
                    <a:pt x="1148994" y="13732"/>
                  </a:lnTo>
                  <a:lnTo>
                    <a:pt x="1106269" y="30917"/>
                  </a:lnTo>
                  <a:lnTo>
                    <a:pt x="1067734" y="54998"/>
                  </a:lnTo>
                  <a:lnTo>
                    <a:pt x="1033393" y="85987"/>
                  </a:lnTo>
                  <a:lnTo>
                    <a:pt x="1004383" y="122481"/>
                  </a:lnTo>
                  <a:lnTo>
                    <a:pt x="981804" y="163239"/>
                  </a:lnTo>
                  <a:lnTo>
                    <a:pt x="965665" y="208253"/>
                  </a:lnTo>
                  <a:lnTo>
                    <a:pt x="955975" y="257518"/>
                  </a:lnTo>
                  <a:lnTo>
                    <a:pt x="952743" y="311027"/>
                  </a:lnTo>
                  <a:lnTo>
                    <a:pt x="955915" y="361760"/>
                  </a:lnTo>
                  <a:lnTo>
                    <a:pt x="965434" y="408507"/>
                  </a:lnTo>
                  <a:lnTo>
                    <a:pt x="981303" y="451275"/>
                  </a:lnTo>
                  <a:lnTo>
                    <a:pt x="1003528" y="490070"/>
                  </a:lnTo>
                  <a:lnTo>
                    <a:pt x="1032113" y="524899"/>
                  </a:lnTo>
                  <a:lnTo>
                    <a:pt x="1065757" y="554429"/>
                  </a:lnTo>
                  <a:lnTo>
                    <a:pt x="1103122" y="577398"/>
                  </a:lnTo>
                  <a:lnTo>
                    <a:pt x="1144216" y="593806"/>
                  </a:lnTo>
                  <a:lnTo>
                    <a:pt x="1189043" y="603651"/>
                  </a:lnTo>
                  <a:lnTo>
                    <a:pt x="1237609" y="606933"/>
                  </a:lnTo>
                  <a:lnTo>
                    <a:pt x="1287384" y="603544"/>
                  </a:lnTo>
                  <a:lnTo>
                    <a:pt x="1333240" y="593378"/>
                  </a:lnTo>
                  <a:lnTo>
                    <a:pt x="1375189" y="576436"/>
                  </a:lnTo>
                  <a:lnTo>
                    <a:pt x="1413240" y="552720"/>
                  </a:lnTo>
                  <a:lnTo>
                    <a:pt x="1447403" y="522232"/>
                  </a:lnTo>
                  <a:lnTo>
                    <a:pt x="1471071" y="492764"/>
                  </a:lnTo>
                  <a:lnTo>
                    <a:pt x="1240017" y="492764"/>
                  </a:lnTo>
                  <a:lnTo>
                    <a:pt x="1208463" y="489594"/>
                  </a:lnTo>
                  <a:lnTo>
                    <a:pt x="1154888" y="464203"/>
                  </a:lnTo>
                  <a:lnTo>
                    <a:pt x="1114937" y="414340"/>
                  </a:lnTo>
                  <a:lnTo>
                    <a:pt x="1094496" y="345380"/>
                  </a:lnTo>
                  <a:lnTo>
                    <a:pt x="1091946" y="304038"/>
                  </a:lnTo>
                  <a:lnTo>
                    <a:pt x="1094496" y="263184"/>
                  </a:lnTo>
                  <a:lnTo>
                    <a:pt x="1114937" y="194139"/>
                  </a:lnTo>
                  <a:lnTo>
                    <a:pt x="1155103" y="143159"/>
                  </a:lnTo>
                  <a:lnTo>
                    <a:pt x="1210354" y="117061"/>
                  </a:lnTo>
                  <a:lnTo>
                    <a:pt x="1243340" y="113800"/>
                  </a:lnTo>
                  <a:lnTo>
                    <a:pt x="1475367" y="113800"/>
                  </a:lnTo>
                  <a:lnTo>
                    <a:pt x="1450207" y="82296"/>
                  </a:lnTo>
                  <a:lnTo>
                    <a:pt x="1417270" y="52669"/>
                  </a:lnTo>
                  <a:lnTo>
                    <a:pt x="1380486" y="29626"/>
                  </a:lnTo>
                  <a:lnTo>
                    <a:pt x="1339850" y="13167"/>
                  </a:lnTo>
                  <a:lnTo>
                    <a:pt x="1295355" y="3291"/>
                  </a:lnTo>
                  <a:lnTo>
                    <a:pt x="1246997" y="0"/>
                  </a:lnTo>
                  <a:close/>
                </a:path>
                <a:path w="1527809" h="607060">
                  <a:moveTo>
                    <a:pt x="1475367" y="113800"/>
                  </a:moveTo>
                  <a:lnTo>
                    <a:pt x="1243340" y="113800"/>
                  </a:lnTo>
                  <a:lnTo>
                    <a:pt x="1275340" y="116966"/>
                  </a:lnTo>
                  <a:lnTo>
                    <a:pt x="1303732" y="126465"/>
                  </a:lnTo>
                  <a:lnTo>
                    <a:pt x="1349745" y="164473"/>
                  </a:lnTo>
                  <a:lnTo>
                    <a:pt x="1378892" y="225385"/>
                  </a:lnTo>
                  <a:lnTo>
                    <a:pt x="1386179" y="263431"/>
                  </a:lnTo>
                  <a:lnTo>
                    <a:pt x="1388607" y="306586"/>
                  </a:lnTo>
                  <a:lnTo>
                    <a:pt x="1386108" y="347944"/>
                  </a:lnTo>
                  <a:lnTo>
                    <a:pt x="1366066" y="416417"/>
                  </a:lnTo>
                  <a:lnTo>
                    <a:pt x="1326707" y="465007"/>
                  </a:lnTo>
                  <a:lnTo>
                    <a:pt x="1272453" y="489671"/>
                  </a:lnTo>
                  <a:lnTo>
                    <a:pt x="1240017" y="492764"/>
                  </a:lnTo>
                  <a:lnTo>
                    <a:pt x="1471071" y="492764"/>
                  </a:lnTo>
                  <a:lnTo>
                    <a:pt x="1498868" y="445868"/>
                  </a:lnTo>
                  <a:lnTo>
                    <a:pt x="1514947" y="401271"/>
                  </a:lnTo>
                  <a:lnTo>
                    <a:pt x="1524594" y="352389"/>
                  </a:lnTo>
                  <a:lnTo>
                    <a:pt x="1527810" y="299216"/>
                  </a:lnTo>
                  <a:lnTo>
                    <a:pt x="1524702" y="247434"/>
                  </a:lnTo>
                  <a:lnTo>
                    <a:pt x="1515382" y="199839"/>
                  </a:lnTo>
                  <a:lnTo>
                    <a:pt x="1499855" y="156443"/>
                  </a:lnTo>
                  <a:lnTo>
                    <a:pt x="1478129" y="117258"/>
                  </a:lnTo>
                  <a:lnTo>
                    <a:pt x="1475367" y="113800"/>
                  </a:lnTo>
                  <a:close/>
                </a:path>
                <a:path w="1527809" h="607060">
                  <a:moveTo>
                    <a:pt x="743590" y="117479"/>
                  </a:moveTo>
                  <a:lnTo>
                    <a:pt x="611002" y="117479"/>
                  </a:lnTo>
                  <a:lnTo>
                    <a:pt x="611002" y="596706"/>
                  </a:lnTo>
                  <a:lnTo>
                    <a:pt x="743590" y="596706"/>
                  </a:lnTo>
                  <a:lnTo>
                    <a:pt x="743590" y="117479"/>
                  </a:lnTo>
                  <a:close/>
                </a:path>
                <a:path w="1527809" h="607060">
                  <a:moveTo>
                    <a:pt x="910955" y="9787"/>
                  </a:moveTo>
                  <a:lnTo>
                    <a:pt x="444367" y="9787"/>
                  </a:lnTo>
                  <a:lnTo>
                    <a:pt x="444367" y="117479"/>
                  </a:lnTo>
                  <a:lnTo>
                    <a:pt x="910955" y="117479"/>
                  </a:lnTo>
                  <a:lnTo>
                    <a:pt x="910955" y="9787"/>
                  </a:lnTo>
                  <a:close/>
                </a:path>
                <a:path w="1527809" h="607060">
                  <a:moveTo>
                    <a:pt x="2407" y="443234"/>
                  </a:moveTo>
                  <a:lnTo>
                    <a:pt x="2407" y="574179"/>
                  </a:lnTo>
                  <a:lnTo>
                    <a:pt x="19126" y="581861"/>
                  </a:lnTo>
                  <a:lnTo>
                    <a:pt x="56894" y="594140"/>
                  </a:lnTo>
                  <a:lnTo>
                    <a:pt x="100066" y="602327"/>
                  </a:lnTo>
                  <a:lnTo>
                    <a:pt x="145990" y="606421"/>
                  </a:lnTo>
                  <a:lnTo>
                    <a:pt x="169804" y="606933"/>
                  </a:lnTo>
                  <a:lnTo>
                    <a:pt x="193041" y="606370"/>
                  </a:lnTo>
                  <a:lnTo>
                    <a:pt x="237801" y="601870"/>
                  </a:lnTo>
                  <a:lnTo>
                    <a:pt x="279826" y="592701"/>
                  </a:lnTo>
                  <a:lnTo>
                    <a:pt x="316935" y="577860"/>
                  </a:lnTo>
                  <a:lnTo>
                    <a:pt x="362163" y="544410"/>
                  </a:lnTo>
                  <a:lnTo>
                    <a:pt x="389272" y="502920"/>
                  </a:lnTo>
                  <a:lnTo>
                    <a:pt x="164073" y="502920"/>
                  </a:lnTo>
                  <a:lnTo>
                    <a:pt x="142881" y="501991"/>
                  </a:lnTo>
                  <a:lnTo>
                    <a:pt x="100735" y="494561"/>
                  </a:lnTo>
                  <a:lnTo>
                    <a:pt x="59277" y="479632"/>
                  </a:lnTo>
                  <a:lnTo>
                    <a:pt x="20598" y="457242"/>
                  </a:lnTo>
                  <a:lnTo>
                    <a:pt x="2407" y="443234"/>
                  </a:lnTo>
                  <a:close/>
                </a:path>
                <a:path w="1527809" h="607060">
                  <a:moveTo>
                    <a:pt x="230367" y="0"/>
                  </a:moveTo>
                  <a:lnTo>
                    <a:pt x="184937" y="2495"/>
                  </a:lnTo>
                  <a:lnTo>
                    <a:pt x="141975" y="10037"/>
                  </a:lnTo>
                  <a:lnTo>
                    <a:pt x="102763" y="22849"/>
                  </a:lnTo>
                  <a:lnTo>
                    <a:pt x="68580" y="41279"/>
                  </a:lnTo>
                  <a:lnTo>
                    <a:pt x="28460" y="79766"/>
                  </a:lnTo>
                  <a:lnTo>
                    <a:pt x="4587" y="131704"/>
                  </a:lnTo>
                  <a:lnTo>
                    <a:pt x="0" y="174379"/>
                  </a:lnTo>
                  <a:lnTo>
                    <a:pt x="2117" y="202545"/>
                  </a:lnTo>
                  <a:lnTo>
                    <a:pt x="19018" y="252457"/>
                  </a:lnTo>
                  <a:lnTo>
                    <a:pt x="52831" y="294078"/>
                  </a:lnTo>
                  <a:lnTo>
                    <a:pt x="104083" y="329078"/>
                  </a:lnTo>
                  <a:lnTo>
                    <a:pt x="149553" y="349677"/>
                  </a:lnTo>
                  <a:lnTo>
                    <a:pt x="162374" y="355130"/>
                  </a:lnTo>
                  <a:lnTo>
                    <a:pt x="197923" y="371270"/>
                  </a:lnTo>
                  <a:lnTo>
                    <a:pt x="234980" y="393843"/>
                  </a:lnTo>
                  <a:lnTo>
                    <a:pt x="261118" y="427343"/>
                  </a:lnTo>
                  <a:lnTo>
                    <a:pt x="263530" y="452128"/>
                  </a:lnTo>
                  <a:lnTo>
                    <a:pt x="261487" y="459867"/>
                  </a:lnTo>
                  <a:lnTo>
                    <a:pt x="232155" y="489802"/>
                  </a:lnTo>
                  <a:lnTo>
                    <a:pt x="187474" y="501842"/>
                  </a:lnTo>
                  <a:lnTo>
                    <a:pt x="164073" y="502920"/>
                  </a:lnTo>
                  <a:lnTo>
                    <a:pt x="389272" y="502920"/>
                  </a:lnTo>
                  <a:lnTo>
                    <a:pt x="392209" y="496563"/>
                  </a:lnTo>
                  <a:lnTo>
                    <a:pt x="398038" y="476919"/>
                  </a:lnTo>
                  <a:lnTo>
                    <a:pt x="401535" y="455325"/>
                  </a:lnTo>
                  <a:lnTo>
                    <a:pt x="402701" y="431804"/>
                  </a:lnTo>
                  <a:lnTo>
                    <a:pt x="402037" y="414538"/>
                  </a:lnTo>
                  <a:lnTo>
                    <a:pt x="392033" y="369320"/>
                  </a:lnTo>
                  <a:lnTo>
                    <a:pt x="370846" y="332460"/>
                  </a:lnTo>
                  <a:lnTo>
                    <a:pt x="339333" y="301866"/>
                  </a:lnTo>
                  <a:lnTo>
                    <a:pt x="298856" y="276057"/>
                  </a:lnTo>
                  <a:lnTo>
                    <a:pt x="250057" y="252865"/>
                  </a:lnTo>
                  <a:lnTo>
                    <a:pt x="237518" y="247574"/>
                  </a:lnTo>
                  <a:lnTo>
                    <a:pt x="225612" y="242381"/>
                  </a:lnTo>
                  <a:lnTo>
                    <a:pt x="184853" y="222093"/>
                  </a:lnTo>
                  <a:lnTo>
                    <a:pt x="151254" y="195427"/>
                  </a:lnTo>
                  <a:lnTo>
                    <a:pt x="139202" y="163330"/>
                  </a:lnTo>
                  <a:lnTo>
                    <a:pt x="139202" y="154305"/>
                  </a:lnTo>
                  <a:lnTo>
                    <a:pt x="165719" y="120277"/>
                  </a:lnTo>
                  <a:lnTo>
                    <a:pt x="206317" y="106355"/>
                  </a:lnTo>
                  <a:lnTo>
                    <a:pt x="237744" y="103894"/>
                  </a:lnTo>
                  <a:lnTo>
                    <a:pt x="376946" y="103894"/>
                  </a:lnTo>
                  <a:lnTo>
                    <a:pt x="376946" y="22479"/>
                  </a:lnTo>
                  <a:lnTo>
                    <a:pt x="329017" y="8603"/>
                  </a:lnTo>
                  <a:lnTo>
                    <a:pt x="273630" y="1352"/>
                  </a:lnTo>
                  <a:lnTo>
                    <a:pt x="252657" y="336"/>
                  </a:lnTo>
                  <a:lnTo>
                    <a:pt x="230367" y="0"/>
                  </a:lnTo>
                  <a:close/>
                </a:path>
                <a:path w="1527809" h="607060">
                  <a:moveTo>
                    <a:pt x="376946" y="103894"/>
                  </a:moveTo>
                  <a:lnTo>
                    <a:pt x="237744" y="103894"/>
                  </a:lnTo>
                  <a:lnTo>
                    <a:pt x="246047" y="104057"/>
                  </a:lnTo>
                  <a:lnTo>
                    <a:pt x="254591" y="104541"/>
                  </a:lnTo>
                  <a:lnTo>
                    <a:pt x="299763" y="111534"/>
                  </a:lnTo>
                  <a:lnTo>
                    <a:pt x="336056" y="123136"/>
                  </a:lnTo>
                  <a:lnTo>
                    <a:pt x="376946" y="144911"/>
                  </a:lnTo>
                  <a:lnTo>
                    <a:pt x="376946" y="103894"/>
                  </a:lnTo>
                  <a:close/>
                </a:path>
              </a:pathLst>
            </a:custGeom>
            <a:solidFill>
              <a:srgbClr val="FFFF00"/>
            </a:solidFill>
          </p:spPr>
          <p:txBody>
            <a:bodyPr wrap="square" lIns="0" tIns="0" rIns="0" bIns="0" rtlCol="0"/>
            <a:lstStyle/>
            <a:p>
              <a:endParaRPr/>
            </a:p>
          </p:txBody>
        </p:sp>
        <p:sp>
          <p:nvSpPr>
            <p:cNvPr id="23" name="object 23"/>
            <p:cNvSpPr/>
            <p:nvPr/>
          </p:nvSpPr>
          <p:spPr>
            <a:xfrm>
              <a:off x="7078858" y="5061834"/>
              <a:ext cx="1527810" cy="607060"/>
            </a:xfrm>
            <a:custGeom>
              <a:avLst/>
              <a:gdLst/>
              <a:ahLst/>
              <a:cxnLst/>
              <a:rect l="l" t="t" r="r" b="b"/>
              <a:pathLst>
                <a:path w="1527809" h="607060">
                  <a:moveTo>
                    <a:pt x="1243340" y="113800"/>
                  </a:moveTo>
                  <a:lnTo>
                    <a:pt x="1180939" y="126847"/>
                  </a:lnTo>
                  <a:lnTo>
                    <a:pt x="1132850" y="165997"/>
                  </a:lnTo>
                  <a:lnTo>
                    <a:pt x="1102156" y="226543"/>
                  </a:lnTo>
                  <a:lnTo>
                    <a:pt x="1091945" y="304037"/>
                  </a:lnTo>
                  <a:lnTo>
                    <a:pt x="1094496" y="345380"/>
                  </a:lnTo>
                  <a:lnTo>
                    <a:pt x="1114937" y="414340"/>
                  </a:lnTo>
                  <a:lnTo>
                    <a:pt x="1154888" y="464203"/>
                  </a:lnTo>
                  <a:lnTo>
                    <a:pt x="1208463" y="489594"/>
                  </a:lnTo>
                  <a:lnTo>
                    <a:pt x="1240017" y="492764"/>
                  </a:lnTo>
                  <a:lnTo>
                    <a:pt x="1272453" y="489671"/>
                  </a:lnTo>
                  <a:lnTo>
                    <a:pt x="1326707" y="465007"/>
                  </a:lnTo>
                  <a:lnTo>
                    <a:pt x="1366066" y="416417"/>
                  </a:lnTo>
                  <a:lnTo>
                    <a:pt x="1386107" y="347944"/>
                  </a:lnTo>
                  <a:lnTo>
                    <a:pt x="1388607" y="306586"/>
                  </a:lnTo>
                  <a:lnTo>
                    <a:pt x="1386178" y="263431"/>
                  </a:lnTo>
                  <a:lnTo>
                    <a:pt x="1378892" y="225385"/>
                  </a:lnTo>
                  <a:lnTo>
                    <a:pt x="1349745" y="164473"/>
                  </a:lnTo>
                  <a:lnTo>
                    <a:pt x="1303732" y="126465"/>
                  </a:lnTo>
                  <a:lnTo>
                    <a:pt x="1243340" y="113800"/>
                  </a:lnTo>
                  <a:close/>
                </a:path>
                <a:path w="1527809" h="607060">
                  <a:moveTo>
                    <a:pt x="444367" y="9787"/>
                  </a:moveTo>
                  <a:lnTo>
                    <a:pt x="910955" y="9787"/>
                  </a:lnTo>
                  <a:lnTo>
                    <a:pt x="910955" y="117479"/>
                  </a:lnTo>
                  <a:lnTo>
                    <a:pt x="743590" y="117479"/>
                  </a:lnTo>
                  <a:lnTo>
                    <a:pt x="743590" y="596706"/>
                  </a:lnTo>
                  <a:lnTo>
                    <a:pt x="611002" y="596706"/>
                  </a:lnTo>
                  <a:lnTo>
                    <a:pt x="611002" y="117479"/>
                  </a:lnTo>
                  <a:lnTo>
                    <a:pt x="444367" y="117479"/>
                  </a:lnTo>
                  <a:lnTo>
                    <a:pt x="444367" y="9787"/>
                  </a:lnTo>
                  <a:close/>
                </a:path>
                <a:path w="1527809" h="607060">
                  <a:moveTo>
                    <a:pt x="1246997" y="0"/>
                  </a:moveTo>
                  <a:lnTo>
                    <a:pt x="1295355" y="3291"/>
                  </a:lnTo>
                  <a:lnTo>
                    <a:pt x="1339850" y="13167"/>
                  </a:lnTo>
                  <a:lnTo>
                    <a:pt x="1380486" y="29626"/>
                  </a:lnTo>
                  <a:lnTo>
                    <a:pt x="1417270" y="52669"/>
                  </a:lnTo>
                  <a:lnTo>
                    <a:pt x="1450207" y="82295"/>
                  </a:lnTo>
                  <a:lnTo>
                    <a:pt x="1478129" y="117258"/>
                  </a:lnTo>
                  <a:lnTo>
                    <a:pt x="1499855" y="156443"/>
                  </a:lnTo>
                  <a:lnTo>
                    <a:pt x="1515381" y="199839"/>
                  </a:lnTo>
                  <a:lnTo>
                    <a:pt x="1524701" y="247434"/>
                  </a:lnTo>
                  <a:lnTo>
                    <a:pt x="1527809" y="299216"/>
                  </a:lnTo>
                  <a:lnTo>
                    <a:pt x="1524594" y="352389"/>
                  </a:lnTo>
                  <a:lnTo>
                    <a:pt x="1514947" y="401271"/>
                  </a:lnTo>
                  <a:lnTo>
                    <a:pt x="1498868" y="445868"/>
                  </a:lnTo>
                  <a:lnTo>
                    <a:pt x="1476353" y="486186"/>
                  </a:lnTo>
                  <a:lnTo>
                    <a:pt x="1447403" y="522232"/>
                  </a:lnTo>
                  <a:lnTo>
                    <a:pt x="1413240" y="552720"/>
                  </a:lnTo>
                  <a:lnTo>
                    <a:pt x="1375189" y="576436"/>
                  </a:lnTo>
                  <a:lnTo>
                    <a:pt x="1333240" y="593378"/>
                  </a:lnTo>
                  <a:lnTo>
                    <a:pt x="1287384" y="603544"/>
                  </a:lnTo>
                  <a:lnTo>
                    <a:pt x="1237609" y="606932"/>
                  </a:lnTo>
                  <a:lnTo>
                    <a:pt x="1189043" y="603651"/>
                  </a:lnTo>
                  <a:lnTo>
                    <a:pt x="1144216" y="593806"/>
                  </a:lnTo>
                  <a:lnTo>
                    <a:pt x="1103122" y="577398"/>
                  </a:lnTo>
                  <a:lnTo>
                    <a:pt x="1065757" y="554429"/>
                  </a:lnTo>
                  <a:lnTo>
                    <a:pt x="1032113" y="524899"/>
                  </a:lnTo>
                  <a:lnTo>
                    <a:pt x="1003528" y="490070"/>
                  </a:lnTo>
                  <a:lnTo>
                    <a:pt x="981303" y="451275"/>
                  </a:lnTo>
                  <a:lnTo>
                    <a:pt x="965434" y="408507"/>
                  </a:lnTo>
                  <a:lnTo>
                    <a:pt x="955915" y="361760"/>
                  </a:lnTo>
                  <a:lnTo>
                    <a:pt x="952743" y="311027"/>
                  </a:lnTo>
                  <a:lnTo>
                    <a:pt x="955975" y="257518"/>
                  </a:lnTo>
                  <a:lnTo>
                    <a:pt x="965665" y="208253"/>
                  </a:lnTo>
                  <a:lnTo>
                    <a:pt x="981804" y="163239"/>
                  </a:lnTo>
                  <a:lnTo>
                    <a:pt x="1004383" y="122481"/>
                  </a:lnTo>
                  <a:lnTo>
                    <a:pt x="1033393" y="85987"/>
                  </a:lnTo>
                  <a:lnTo>
                    <a:pt x="1067734" y="54998"/>
                  </a:lnTo>
                  <a:lnTo>
                    <a:pt x="1106269" y="30917"/>
                  </a:lnTo>
                  <a:lnTo>
                    <a:pt x="1148994" y="13732"/>
                  </a:lnTo>
                  <a:lnTo>
                    <a:pt x="1195905" y="3431"/>
                  </a:lnTo>
                  <a:lnTo>
                    <a:pt x="1246997" y="0"/>
                  </a:lnTo>
                  <a:close/>
                </a:path>
                <a:path w="1527809" h="607060">
                  <a:moveTo>
                    <a:pt x="230367" y="0"/>
                  </a:moveTo>
                  <a:lnTo>
                    <a:pt x="273630" y="1352"/>
                  </a:lnTo>
                  <a:lnTo>
                    <a:pt x="311657" y="5465"/>
                  </a:lnTo>
                  <a:lnTo>
                    <a:pt x="361644" y="17123"/>
                  </a:lnTo>
                  <a:lnTo>
                    <a:pt x="376946" y="22478"/>
                  </a:lnTo>
                  <a:lnTo>
                    <a:pt x="376946" y="144911"/>
                  </a:lnTo>
                  <a:lnTo>
                    <a:pt x="369422" y="139932"/>
                  </a:lnTo>
                  <a:lnTo>
                    <a:pt x="361542" y="135275"/>
                  </a:lnTo>
                  <a:lnTo>
                    <a:pt x="318154" y="116658"/>
                  </a:lnTo>
                  <a:lnTo>
                    <a:pt x="272399" y="106430"/>
                  </a:lnTo>
                  <a:lnTo>
                    <a:pt x="237743" y="103894"/>
                  </a:lnTo>
                  <a:lnTo>
                    <a:pt x="226757" y="104175"/>
                  </a:lnTo>
                  <a:lnTo>
                    <a:pt x="187982" y="110592"/>
                  </a:lnTo>
                  <a:lnTo>
                    <a:pt x="154506" y="128848"/>
                  </a:lnTo>
                  <a:lnTo>
                    <a:pt x="139202" y="154304"/>
                  </a:lnTo>
                  <a:lnTo>
                    <a:pt x="139202" y="163330"/>
                  </a:lnTo>
                  <a:lnTo>
                    <a:pt x="156370" y="201047"/>
                  </a:lnTo>
                  <a:lnTo>
                    <a:pt x="193936" y="227214"/>
                  </a:lnTo>
                  <a:lnTo>
                    <a:pt x="237518" y="247574"/>
                  </a:lnTo>
                  <a:lnTo>
                    <a:pt x="250057" y="252865"/>
                  </a:lnTo>
                  <a:lnTo>
                    <a:pt x="267231" y="260390"/>
                  </a:lnTo>
                  <a:lnTo>
                    <a:pt x="313303" y="284225"/>
                  </a:lnTo>
                  <a:lnTo>
                    <a:pt x="350868" y="311502"/>
                  </a:lnTo>
                  <a:lnTo>
                    <a:pt x="379075" y="343985"/>
                  </a:lnTo>
                  <a:lnTo>
                    <a:pt x="396709" y="383297"/>
                  </a:lnTo>
                  <a:lnTo>
                    <a:pt x="402701" y="431804"/>
                  </a:lnTo>
                  <a:lnTo>
                    <a:pt x="401535" y="455325"/>
                  </a:lnTo>
                  <a:lnTo>
                    <a:pt x="392209" y="496563"/>
                  </a:lnTo>
                  <a:lnTo>
                    <a:pt x="373957" y="530112"/>
                  </a:lnTo>
                  <a:lnTo>
                    <a:pt x="333512" y="568250"/>
                  </a:lnTo>
                  <a:lnTo>
                    <a:pt x="299035" y="586010"/>
                  </a:lnTo>
                  <a:lnTo>
                    <a:pt x="259323" y="597932"/>
                  </a:lnTo>
                  <a:lnTo>
                    <a:pt x="215706" y="604683"/>
                  </a:lnTo>
                  <a:lnTo>
                    <a:pt x="169804" y="606932"/>
                  </a:lnTo>
                  <a:lnTo>
                    <a:pt x="145990" y="606421"/>
                  </a:lnTo>
                  <a:lnTo>
                    <a:pt x="100066" y="602326"/>
                  </a:lnTo>
                  <a:lnTo>
                    <a:pt x="56894" y="594140"/>
                  </a:lnTo>
                  <a:lnTo>
                    <a:pt x="19126" y="581861"/>
                  </a:lnTo>
                  <a:lnTo>
                    <a:pt x="2407" y="574179"/>
                  </a:lnTo>
                  <a:lnTo>
                    <a:pt x="2407" y="443234"/>
                  </a:lnTo>
                  <a:lnTo>
                    <a:pt x="20598" y="457241"/>
                  </a:lnTo>
                  <a:lnTo>
                    <a:pt x="39555" y="469366"/>
                  </a:lnTo>
                  <a:lnTo>
                    <a:pt x="79766" y="488060"/>
                  </a:lnTo>
                  <a:lnTo>
                    <a:pt x="121771" y="499205"/>
                  </a:lnTo>
                  <a:lnTo>
                    <a:pt x="164073" y="502919"/>
                  </a:lnTo>
                  <a:lnTo>
                    <a:pt x="176168" y="502654"/>
                  </a:lnTo>
                  <a:lnTo>
                    <a:pt x="216589" y="495999"/>
                  </a:lnTo>
                  <a:lnTo>
                    <a:pt x="253970" y="472367"/>
                  </a:lnTo>
                  <a:lnTo>
                    <a:pt x="263530" y="452128"/>
                  </a:lnTo>
                  <a:lnTo>
                    <a:pt x="263530" y="443615"/>
                  </a:lnTo>
                  <a:lnTo>
                    <a:pt x="248359" y="406314"/>
                  </a:lnTo>
                  <a:lnTo>
                    <a:pt x="218069" y="382321"/>
                  </a:lnTo>
                  <a:lnTo>
                    <a:pt x="174749" y="360535"/>
                  </a:lnTo>
                  <a:lnTo>
                    <a:pt x="136276" y="344174"/>
                  </a:lnTo>
                  <a:lnTo>
                    <a:pt x="104083" y="329078"/>
                  </a:lnTo>
                  <a:lnTo>
                    <a:pt x="52831" y="294078"/>
                  </a:lnTo>
                  <a:lnTo>
                    <a:pt x="19018" y="252457"/>
                  </a:lnTo>
                  <a:lnTo>
                    <a:pt x="2117" y="202545"/>
                  </a:lnTo>
                  <a:lnTo>
                    <a:pt x="0" y="174379"/>
                  </a:lnTo>
                  <a:lnTo>
                    <a:pt x="1144" y="152231"/>
                  </a:lnTo>
                  <a:lnTo>
                    <a:pt x="10338" y="112797"/>
                  </a:lnTo>
                  <a:lnTo>
                    <a:pt x="40157" y="65488"/>
                  </a:lnTo>
                  <a:lnTo>
                    <a:pt x="85037" y="31379"/>
                  </a:lnTo>
                  <a:lnTo>
                    <a:pt x="121746" y="15724"/>
                  </a:lnTo>
                  <a:lnTo>
                    <a:pt x="163150" y="5630"/>
                  </a:lnTo>
                  <a:lnTo>
                    <a:pt x="207341" y="622"/>
                  </a:lnTo>
                  <a:lnTo>
                    <a:pt x="230367" y="0"/>
                  </a:lnTo>
                  <a:close/>
                </a:path>
              </a:pathLst>
            </a:custGeom>
            <a:ln w="12191">
              <a:solidFill>
                <a:srgbClr val="000000"/>
              </a:solidFill>
            </a:ln>
          </p:spPr>
          <p:txBody>
            <a:bodyPr wrap="square" lIns="0" tIns="0" rIns="0" bIns="0" rtlCol="0"/>
            <a:lstStyle/>
            <a:p>
              <a:endParaRPr/>
            </a:p>
          </p:txBody>
        </p:sp>
        <p:sp>
          <p:nvSpPr>
            <p:cNvPr id="24" name="object 24"/>
            <p:cNvSpPr/>
            <p:nvPr/>
          </p:nvSpPr>
          <p:spPr>
            <a:xfrm>
              <a:off x="7647828" y="6077473"/>
              <a:ext cx="429259" cy="587375"/>
            </a:xfrm>
            <a:custGeom>
              <a:avLst/>
              <a:gdLst/>
              <a:ahLst/>
              <a:cxnLst/>
              <a:rect l="l" t="t" r="r" b="b"/>
              <a:pathLst>
                <a:path w="429259" h="587375">
                  <a:moveTo>
                    <a:pt x="207111" y="0"/>
                  </a:moveTo>
                  <a:lnTo>
                    <a:pt x="0" y="0"/>
                  </a:lnTo>
                  <a:lnTo>
                    <a:pt x="0" y="586906"/>
                  </a:lnTo>
                  <a:lnTo>
                    <a:pt x="132191" y="586906"/>
                  </a:lnTo>
                  <a:lnTo>
                    <a:pt x="132191" y="384715"/>
                  </a:lnTo>
                  <a:lnTo>
                    <a:pt x="195193" y="384715"/>
                  </a:lnTo>
                  <a:lnTo>
                    <a:pt x="245745" y="381301"/>
                  </a:lnTo>
                  <a:lnTo>
                    <a:pt x="290927" y="371058"/>
                  </a:lnTo>
                  <a:lnTo>
                    <a:pt x="330755" y="353984"/>
                  </a:lnTo>
                  <a:lnTo>
                    <a:pt x="365241" y="330077"/>
                  </a:lnTo>
                  <a:lnTo>
                    <a:pt x="393080" y="300649"/>
                  </a:lnTo>
                  <a:lnTo>
                    <a:pt x="402656" y="284439"/>
                  </a:lnTo>
                  <a:lnTo>
                    <a:pt x="132191" y="284439"/>
                  </a:lnTo>
                  <a:lnTo>
                    <a:pt x="132191" y="101501"/>
                  </a:lnTo>
                  <a:lnTo>
                    <a:pt x="412715" y="101501"/>
                  </a:lnTo>
                  <a:lnTo>
                    <a:pt x="410752" y="95428"/>
                  </a:lnTo>
                  <a:lnTo>
                    <a:pt x="388125" y="61073"/>
                  </a:lnTo>
                  <a:lnTo>
                    <a:pt x="356448" y="34352"/>
                  </a:lnTo>
                  <a:lnTo>
                    <a:pt x="315719" y="15267"/>
                  </a:lnTo>
                  <a:lnTo>
                    <a:pt x="265941" y="3816"/>
                  </a:lnTo>
                  <a:lnTo>
                    <a:pt x="207111" y="0"/>
                  </a:lnTo>
                  <a:close/>
                </a:path>
                <a:path w="429259" h="587375">
                  <a:moveTo>
                    <a:pt x="412715" y="101501"/>
                  </a:moveTo>
                  <a:lnTo>
                    <a:pt x="184129" y="101501"/>
                  </a:lnTo>
                  <a:lnTo>
                    <a:pt x="230383" y="107153"/>
                  </a:lnTo>
                  <a:lnTo>
                    <a:pt x="263404" y="124110"/>
                  </a:lnTo>
                  <a:lnTo>
                    <a:pt x="283206" y="152373"/>
                  </a:lnTo>
                  <a:lnTo>
                    <a:pt x="289803" y="191941"/>
                  </a:lnTo>
                  <a:lnTo>
                    <a:pt x="283206" y="232412"/>
                  </a:lnTo>
                  <a:lnTo>
                    <a:pt x="263404" y="261318"/>
                  </a:lnTo>
                  <a:lnTo>
                    <a:pt x="230383" y="278659"/>
                  </a:lnTo>
                  <a:lnTo>
                    <a:pt x="184129" y="284439"/>
                  </a:lnTo>
                  <a:lnTo>
                    <a:pt x="402656" y="284439"/>
                  </a:lnTo>
                  <a:lnTo>
                    <a:pt x="412958" y="267000"/>
                  </a:lnTo>
                  <a:lnTo>
                    <a:pt x="424880" y="229132"/>
                  </a:lnTo>
                  <a:lnTo>
                    <a:pt x="428853" y="187046"/>
                  </a:lnTo>
                  <a:lnTo>
                    <a:pt x="424328" y="137419"/>
                  </a:lnTo>
                  <a:lnTo>
                    <a:pt x="412715" y="101501"/>
                  </a:lnTo>
                  <a:close/>
                </a:path>
              </a:pathLst>
            </a:custGeom>
            <a:solidFill>
              <a:srgbClr val="FFFF00"/>
            </a:solidFill>
          </p:spPr>
          <p:txBody>
            <a:bodyPr wrap="square" lIns="0" tIns="0" rIns="0" bIns="0" rtlCol="0"/>
            <a:lstStyle/>
            <a:p>
              <a:endParaRPr/>
            </a:p>
          </p:txBody>
        </p:sp>
        <p:sp>
          <p:nvSpPr>
            <p:cNvPr id="25" name="object 25"/>
            <p:cNvSpPr/>
            <p:nvPr/>
          </p:nvSpPr>
          <p:spPr>
            <a:xfrm>
              <a:off x="7773923" y="6172879"/>
              <a:ext cx="169804" cy="195129"/>
            </a:xfrm>
            <a:prstGeom prst="rect">
              <a:avLst/>
            </a:prstGeom>
            <a:blipFill>
              <a:blip r:embed="rId6" cstate="print"/>
              <a:stretch>
                <a:fillRect/>
              </a:stretch>
            </a:blipFill>
          </p:spPr>
          <p:txBody>
            <a:bodyPr wrap="square" lIns="0" tIns="0" rIns="0" bIns="0" rtlCol="0"/>
            <a:lstStyle/>
            <a:p>
              <a:endParaRPr/>
            </a:p>
          </p:txBody>
        </p:sp>
        <p:sp>
          <p:nvSpPr>
            <p:cNvPr id="26" name="object 26"/>
            <p:cNvSpPr/>
            <p:nvPr/>
          </p:nvSpPr>
          <p:spPr>
            <a:xfrm>
              <a:off x="7647828" y="6077473"/>
              <a:ext cx="429259" cy="587375"/>
            </a:xfrm>
            <a:custGeom>
              <a:avLst/>
              <a:gdLst/>
              <a:ahLst/>
              <a:cxnLst/>
              <a:rect l="l" t="t" r="r" b="b"/>
              <a:pathLst>
                <a:path w="429259" h="587375">
                  <a:moveTo>
                    <a:pt x="0" y="0"/>
                  </a:moveTo>
                  <a:lnTo>
                    <a:pt x="207111" y="0"/>
                  </a:lnTo>
                  <a:lnTo>
                    <a:pt x="265941" y="3816"/>
                  </a:lnTo>
                  <a:lnTo>
                    <a:pt x="315719" y="15267"/>
                  </a:lnTo>
                  <a:lnTo>
                    <a:pt x="356448" y="34352"/>
                  </a:lnTo>
                  <a:lnTo>
                    <a:pt x="388125" y="61073"/>
                  </a:lnTo>
                  <a:lnTo>
                    <a:pt x="410752" y="95428"/>
                  </a:lnTo>
                  <a:lnTo>
                    <a:pt x="424328" y="137419"/>
                  </a:lnTo>
                  <a:lnTo>
                    <a:pt x="428853" y="187046"/>
                  </a:lnTo>
                  <a:lnTo>
                    <a:pt x="424880" y="229132"/>
                  </a:lnTo>
                  <a:lnTo>
                    <a:pt x="412958" y="267000"/>
                  </a:lnTo>
                  <a:lnTo>
                    <a:pt x="393080" y="300649"/>
                  </a:lnTo>
                  <a:lnTo>
                    <a:pt x="365241" y="330077"/>
                  </a:lnTo>
                  <a:lnTo>
                    <a:pt x="330755" y="353984"/>
                  </a:lnTo>
                  <a:lnTo>
                    <a:pt x="290927" y="371058"/>
                  </a:lnTo>
                  <a:lnTo>
                    <a:pt x="245745" y="381301"/>
                  </a:lnTo>
                  <a:lnTo>
                    <a:pt x="195193" y="384715"/>
                  </a:lnTo>
                  <a:lnTo>
                    <a:pt x="132191" y="384715"/>
                  </a:lnTo>
                  <a:lnTo>
                    <a:pt x="132191" y="586906"/>
                  </a:lnTo>
                  <a:lnTo>
                    <a:pt x="0" y="586906"/>
                  </a:lnTo>
                  <a:lnTo>
                    <a:pt x="0" y="0"/>
                  </a:lnTo>
                  <a:close/>
                </a:path>
              </a:pathLst>
            </a:custGeom>
            <a:ln w="12191">
              <a:solidFill>
                <a:srgbClr val="000000"/>
              </a:solidFill>
            </a:ln>
          </p:spPr>
          <p:txBody>
            <a:bodyPr wrap="square" lIns="0" tIns="0" rIns="0" bIns="0" rtlCol="0"/>
            <a:lstStyle/>
            <a:p>
              <a:endParaRPr/>
            </a:p>
          </p:txBody>
        </p:sp>
        <p:sp>
          <p:nvSpPr>
            <p:cNvPr id="27" name="object 27"/>
            <p:cNvSpPr/>
            <p:nvPr/>
          </p:nvSpPr>
          <p:spPr>
            <a:xfrm>
              <a:off x="6748272" y="5207508"/>
              <a:ext cx="2218944" cy="1344167"/>
            </a:xfrm>
            <a:prstGeom prst="rect">
              <a:avLst/>
            </a:prstGeom>
            <a:blipFill>
              <a:blip r:embed="rId7" cstate="print"/>
              <a:stretch>
                <a:fillRect/>
              </a:stretch>
            </a:blipFill>
          </p:spPr>
          <p:txBody>
            <a:bodyPr wrap="square" lIns="0" tIns="0" rIns="0" bIns="0" rtlCol="0"/>
            <a:lstStyle/>
            <a:p>
              <a:endParaRPr/>
            </a:p>
          </p:txBody>
        </p:sp>
        <p:sp>
          <p:nvSpPr>
            <p:cNvPr id="28" name="object 28"/>
            <p:cNvSpPr/>
            <p:nvPr/>
          </p:nvSpPr>
          <p:spPr>
            <a:xfrm>
              <a:off x="6886956" y="4888990"/>
              <a:ext cx="2257043" cy="1969008"/>
            </a:xfrm>
            <a:prstGeom prst="rect">
              <a:avLst/>
            </a:prstGeom>
            <a:blipFill>
              <a:blip r:embed="rId8" cstate="print"/>
              <a:stretch>
                <a:fillRect/>
              </a:stretch>
            </a:blipFill>
          </p:spPr>
          <p:txBody>
            <a:bodyPr wrap="square" lIns="0" tIns="0" rIns="0" bIns="0" rtlCol="0"/>
            <a:lstStyle/>
            <a:p>
              <a:endParaRPr/>
            </a:p>
          </p:txBody>
        </p:sp>
        <p:sp>
          <p:nvSpPr>
            <p:cNvPr id="29" name="object 29"/>
            <p:cNvSpPr/>
            <p:nvPr/>
          </p:nvSpPr>
          <p:spPr>
            <a:xfrm>
              <a:off x="6829683" y="5267574"/>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00"/>
                  </a:lnTo>
                  <a:lnTo>
                    <a:pt x="4719" y="998362"/>
                  </a:lnTo>
                  <a:lnTo>
                    <a:pt x="18257" y="1042010"/>
                  </a:lnTo>
                  <a:lnTo>
                    <a:pt x="39683" y="1081508"/>
                  </a:lnTo>
                  <a:lnTo>
                    <a:pt x="68065" y="1115922"/>
                  </a:lnTo>
                  <a:lnTo>
                    <a:pt x="102472" y="1144316"/>
                  </a:lnTo>
                  <a:lnTo>
                    <a:pt x="141973" y="1165755"/>
                  </a:lnTo>
                  <a:lnTo>
                    <a:pt x="185636" y="1179304"/>
                  </a:lnTo>
                  <a:lnTo>
                    <a:pt x="232531" y="1184029"/>
                  </a:lnTo>
                  <a:lnTo>
                    <a:pt x="1824868" y="1184029"/>
                  </a:lnTo>
                  <a:lnTo>
                    <a:pt x="1871719" y="1179304"/>
                  </a:lnTo>
                  <a:lnTo>
                    <a:pt x="1915362" y="1165755"/>
                  </a:lnTo>
                  <a:lnTo>
                    <a:pt x="1954860" y="1144316"/>
                  </a:lnTo>
                  <a:lnTo>
                    <a:pt x="1989277" y="1115922"/>
                  </a:lnTo>
                  <a:lnTo>
                    <a:pt x="2017676" y="1081508"/>
                  </a:lnTo>
                  <a:lnTo>
                    <a:pt x="2039120" y="1042010"/>
                  </a:lnTo>
                  <a:lnTo>
                    <a:pt x="2052674" y="998362"/>
                  </a:lnTo>
                  <a:lnTo>
                    <a:pt x="2057399" y="951500"/>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30" name="object 30"/>
            <p:cNvSpPr/>
            <p:nvPr/>
          </p:nvSpPr>
          <p:spPr>
            <a:xfrm>
              <a:off x="6829683" y="5267574"/>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00"/>
                  </a:lnTo>
                  <a:lnTo>
                    <a:pt x="2052674" y="998362"/>
                  </a:lnTo>
                  <a:lnTo>
                    <a:pt x="2039120" y="1042010"/>
                  </a:lnTo>
                  <a:lnTo>
                    <a:pt x="2017676" y="1081508"/>
                  </a:lnTo>
                  <a:lnTo>
                    <a:pt x="1989277" y="1115922"/>
                  </a:lnTo>
                  <a:lnTo>
                    <a:pt x="1954860" y="1144316"/>
                  </a:lnTo>
                  <a:lnTo>
                    <a:pt x="1915362" y="1165755"/>
                  </a:lnTo>
                  <a:lnTo>
                    <a:pt x="1871719" y="1179304"/>
                  </a:lnTo>
                  <a:lnTo>
                    <a:pt x="1824868" y="1184029"/>
                  </a:lnTo>
                  <a:lnTo>
                    <a:pt x="232531" y="1184029"/>
                  </a:lnTo>
                  <a:lnTo>
                    <a:pt x="185636" y="1179304"/>
                  </a:lnTo>
                  <a:lnTo>
                    <a:pt x="141973" y="1165755"/>
                  </a:lnTo>
                  <a:lnTo>
                    <a:pt x="102472" y="1144316"/>
                  </a:lnTo>
                  <a:lnTo>
                    <a:pt x="68065" y="1115922"/>
                  </a:lnTo>
                  <a:lnTo>
                    <a:pt x="39683" y="1081508"/>
                  </a:lnTo>
                  <a:lnTo>
                    <a:pt x="18257" y="1042010"/>
                  </a:lnTo>
                  <a:lnTo>
                    <a:pt x="4719"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31" name="object 31"/>
            <p:cNvSpPr/>
            <p:nvPr/>
          </p:nvSpPr>
          <p:spPr>
            <a:xfrm>
              <a:off x="6928104" y="4910327"/>
              <a:ext cx="1895855" cy="1947671"/>
            </a:xfrm>
            <a:prstGeom prst="rect">
              <a:avLst/>
            </a:prstGeom>
            <a:blipFill>
              <a:blip r:embed="rId9" cstate="print"/>
              <a:stretch>
                <a:fillRect/>
              </a:stretch>
            </a:blipFill>
          </p:spPr>
          <p:txBody>
            <a:bodyPr wrap="square" lIns="0" tIns="0" rIns="0" bIns="0" rtlCol="0"/>
            <a:lstStyle/>
            <a:p>
              <a:endParaRPr/>
            </a:p>
          </p:txBody>
        </p:sp>
        <p:sp>
          <p:nvSpPr>
            <p:cNvPr id="32" name="object 32"/>
            <p:cNvSpPr/>
            <p:nvPr/>
          </p:nvSpPr>
          <p:spPr>
            <a:xfrm>
              <a:off x="7670291" y="5503795"/>
              <a:ext cx="307975" cy="727710"/>
            </a:xfrm>
            <a:custGeom>
              <a:avLst/>
              <a:gdLst/>
              <a:ahLst/>
              <a:cxnLst/>
              <a:rect l="l" t="t" r="r" b="b"/>
              <a:pathLst>
                <a:path w="307975" h="727710">
                  <a:moveTo>
                    <a:pt x="307726" y="0"/>
                  </a:moveTo>
                  <a:lnTo>
                    <a:pt x="212994" y="0"/>
                  </a:lnTo>
                  <a:lnTo>
                    <a:pt x="190506" y="16316"/>
                  </a:lnTo>
                  <a:lnTo>
                    <a:pt x="166706" y="31929"/>
                  </a:lnTo>
                  <a:lnTo>
                    <a:pt x="115183" y="61091"/>
                  </a:lnTo>
                  <a:lnTo>
                    <a:pt x="59363" y="86391"/>
                  </a:lnTo>
                  <a:lnTo>
                    <a:pt x="0" y="106728"/>
                  </a:lnTo>
                  <a:lnTo>
                    <a:pt x="0" y="238755"/>
                  </a:lnTo>
                  <a:lnTo>
                    <a:pt x="42306" y="230565"/>
                  </a:lnTo>
                  <a:lnTo>
                    <a:pt x="83454" y="216670"/>
                  </a:lnTo>
                  <a:lnTo>
                    <a:pt x="120914" y="198299"/>
                  </a:lnTo>
                  <a:lnTo>
                    <a:pt x="151394" y="176713"/>
                  </a:lnTo>
                  <a:lnTo>
                    <a:pt x="151394" y="727649"/>
                  </a:lnTo>
                  <a:lnTo>
                    <a:pt x="307726" y="727649"/>
                  </a:lnTo>
                  <a:lnTo>
                    <a:pt x="307726" y="0"/>
                  </a:lnTo>
                  <a:close/>
                </a:path>
              </a:pathLst>
            </a:custGeom>
            <a:solidFill>
              <a:srgbClr val="FFFF00"/>
            </a:solidFill>
          </p:spPr>
          <p:txBody>
            <a:bodyPr wrap="square" lIns="0" tIns="0" rIns="0" bIns="0" rtlCol="0"/>
            <a:lstStyle/>
            <a:p>
              <a:endParaRPr/>
            </a:p>
          </p:txBody>
        </p:sp>
        <p:sp>
          <p:nvSpPr>
            <p:cNvPr id="33" name="object 33"/>
            <p:cNvSpPr/>
            <p:nvPr/>
          </p:nvSpPr>
          <p:spPr>
            <a:xfrm>
              <a:off x="7670291" y="5503795"/>
              <a:ext cx="307975" cy="727710"/>
            </a:xfrm>
            <a:custGeom>
              <a:avLst/>
              <a:gdLst/>
              <a:ahLst/>
              <a:cxnLst/>
              <a:rect l="l" t="t" r="r" b="b"/>
              <a:pathLst>
                <a:path w="307975" h="727710">
                  <a:moveTo>
                    <a:pt x="212994" y="0"/>
                  </a:moveTo>
                  <a:lnTo>
                    <a:pt x="307726" y="0"/>
                  </a:lnTo>
                  <a:lnTo>
                    <a:pt x="307726" y="727649"/>
                  </a:lnTo>
                  <a:lnTo>
                    <a:pt x="151394" y="727649"/>
                  </a:lnTo>
                  <a:lnTo>
                    <a:pt x="151394" y="176713"/>
                  </a:lnTo>
                  <a:lnTo>
                    <a:pt x="144685" y="182343"/>
                  </a:lnTo>
                  <a:lnTo>
                    <a:pt x="111927" y="203264"/>
                  </a:lnTo>
                  <a:lnTo>
                    <a:pt x="73441" y="220605"/>
                  </a:lnTo>
                  <a:lnTo>
                    <a:pt x="31602" y="233220"/>
                  </a:lnTo>
                  <a:lnTo>
                    <a:pt x="0" y="238755"/>
                  </a:lnTo>
                  <a:lnTo>
                    <a:pt x="0" y="106728"/>
                  </a:lnTo>
                  <a:lnTo>
                    <a:pt x="30131" y="97175"/>
                  </a:lnTo>
                  <a:lnTo>
                    <a:pt x="59363" y="86391"/>
                  </a:lnTo>
                  <a:lnTo>
                    <a:pt x="115183" y="61091"/>
                  </a:lnTo>
                  <a:lnTo>
                    <a:pt x="166706" y="31929"/>
                  </a:lnTo>
                  <a:lnTo>
                    <a:pt x="190506" y="16316"/>
                  </a:lnTo>
                  <a:lnTo>
                    <a:pt x="212994" y="0"/>
                  </a:lnTo>
                  <a:close/>
                </a:path>
              </a:pathLst>
            </a:custGeom>
            <a:ln w="12191">
              <a:solidFill>
                <a:srgbClr val="000000"/>
              </a:solidFill>
            </a:ln>
          </p:spPr>
          <p:txBody>
            <a:bodyPr wrap="square" lIns="0" tIns="0" rIns="0" bIns="0" rtlCol="0"/>
            <a:lstStyle/>
            <a:p>
              <a:endParaRPr/>
            </a:p>
          </p:txBody>
        </p:sp>
        <p:sp>
          <p:nvSpPr>
            <p:cNvPr id="34" name="object 34"/>
            <p:cNvSpPr/>
            <p:nvPr/>
          </p:nvSpPr>
          <p:spPr>
            <a:xfrm>
              <a:off x="6739128" y="5193791"/>
              <a:ext cx="2218944" cy="1345692"/>
            </a:xfrm>
            <a:prstGeom prst="rect">
              <a:avLst/>
            </a:prstGeom>
            <a:blipFill>
              <a:blip r:embed="rId10" cstate="print"/>
              <a:stretch>
                <a:fillRect/>
              </a:stretch>
            </a:blipFill>
          </p:spPr>
          <p:txBody>
            <a:bodyPr wrap="square" lIns="0" tIns="0" rIns="0" bIns="0" rtlCol="0"/>
            <a:lstStyle/>
            <a:p>
              <a:endParaRPr/>
            </a:p>
          </p:txBody>
        </p:sp>
        <p:sp>
          <p:nvSpPr>
            <p:cNvPr id="35" name="object 35"/>
            <p:cNvSpPr/>
            <p:nvPr/>
          </p:nvSpPr>
          <p:spPr>
            <a:xfrm>
              <a:off x="6877812" y="4876798"/>
              <a:ext cx="2258568" cy="1981200"/>
            </a:xfrm>
            <a:prstGeom prst="rect">
              <a:avLst/>
            </a:prstGeom>
            <a:blipFill>
              <a:blip r:embed="rId11" cstate="print"/>
              <a:stretch>
                <a:fillRect/>
              </a:stretch>
            </a:blipFill>
          </p:spPr>
          <p:txBody>
            <a:bodyPr wrap="square" lIns="0" tIns="0" rIns="0" bIns="0" rtlCol="0"/>
            <a:lstStyle/>
            <a:p>
              <a:endParaRPr/>
            </a:p>
          </p:txBody>
        </p:sp>
        <p:sp>
          <p:nvSpPr>
            <p:cNvPr id="36" name="object 36"/>
            <p:cNvSpPr/>
            <p:nvPr/>
          </p:nvSpPr>
          <p:spPr>
            <a:xfrm>
              <a:off x="6820143" y="5254883"/>
              <a:ext cx="2057400" cy="1184275"/>
            </a:xfrm>
            <a:custGeom>
              <a:avLst/>
              <a:gdLst/>
              <a:ahLst/>
              <a:cxnLst/>
              <a:rect l="l" t="t" r="r" b="b"/>
              <a:pathLst>
                <a:path w="2057400" h="1184275">
                  <a:moveTo>
                    <a:pt x="1824868" y="0"/>
                  </a:moveTo>
                  <a:lnTo>
                    <a:pt x="232562" y="0"/>
                  </a:lnTo>
                  <a:lnTo>
                    <a:pt x="185701" y="4725"/>
                  </a:lnTo>
                  <a:lnTo>
                    <a:pt x="142050" y="18276"/>
                  </a:lnTo>
                  <a:lnTo>
                    <a:pt x="102547" y="39718"/>
                  </a:lnTo>
                  <a:lnTo>
                    <a:pt x="68126" y="68115"/>
                  </a:lnTo>
                  <a:lnTo>
                    <a:pt x="39725" y="102530"/>
                  </a:lnTo>
                  <a:lnTo>
                    <a:pt x="18279" y="142028"/>
                  </a:lnTo>
                  <a:lnTo>
                    <a:pt x="4726" y="185673"/>
                  </a:lnTo>
                  <a:lnTo>
                    <a:pt x="0" y="232528"/>
                  </a:lnTo>
                  <a:lnTo>
                    <a:pt x="0" y="951488"/>
                  </a:lnTo>
                  <a:lnTo>
                    <a:pt x="4726" y="998354"/>
                  </a:lnTo>
                  <a:lnTo>
                    <a:pt x="18279" y="1042003"/>
                  </a:lnTo>
                  <a:lnTo>
                    <a:pt x="39725" y="1081502"/>
                  </a:lnTo>
                  <a:lnTo>
                    <a:pt x="68126" y="1115915"/>
                  </a:lnTo>
                  <a:lnTo>
                    <a:pt x="102547" y="1144307"/>
                  </a:lnTo>
                  <a:lnTo>
                    <a:pt x="142050" y="1165745"/>
                  </a:lnTo>
                  <a:lnTo>
                    <a:pt x="185701" y="1179293"/>
                  </a:lnTo>
                  <a:lnTo>
                    <a:pt x="232562" y="1184016"/>
                  </a:lnTo>
                  <a:lnTo>
                    <a:pt x="1824868" y="1184016"/>
                  </a:lnTo>
                  <a:lnTo>
                    <a:pt x="1871728" y="1179293"/>
                  </a:lnTo>
                  <a:lnTo>
                    <a:pt x="1915375" y="1165745"/>
                  </a:lnTo>
                  <a:lnTo>
                    <a:pt x="1954873" y="1144307"/>
                  </a:lnTo>
                  <a:lnTo>
                    <a:pt x="1989288" y="1115915"/>
                  </a:lnTo>
                  <a:lnTo>
                    <a:pt x="2017684" y="1081502"/>
                  </a:lnTo>
                  <a:lnTo>
                    <a:pt x="2039124" y="1042003"/>
                  </a:lnTo>
                  <a:lnTo>
                    <a:pt x="2052675" y="998354"/>
                  </a:lnTo>
                  <a:lnTo>
                    <a:pt x="2057399" y="951488"/>
                  </a:lnTo>
                  <a:lnTo>
                    <a:pt x="2057399" y="232528"/>
                  </a:lnTo>
                  <a:lnTo>
                    <a:pt x="2052675" y="185673"/>
                  </a:lnTo>
                  <a:lnTo>
                    <a:pt x="2039124" y="142028"/>
                  </a:lnTo>
                  <a:lnTo>
                    <a:pt x="2017684" y="102530"/>
                  </a:lnTo>
                  <a:lnTo>
                    <a:pt x="1989288" y="68115"/>
                  </a:lnTo>
                  <a:lnTo>
                    <a:pt x="1954873" y="39718"/>
                  </a:lnTo>
                  <a:lnTo>
                    <a:pt x="1915375" y="18276"/>
                  </a:lnTo>
                  <a:lnTo>
                    <a:pt x="1871728" y="4725"/>
                  </a:lnTo>
                  <a:lnTo>
                    <a:pt x="1824868" y="0"/>
                  </a:lnTo>
                  <a:close/>
                </a:path>
              </a:pathLst>
            </a:custGeom>
            <a:solidFill>
              <a:srgbClr val="252525"/>
            </a:solidFill>
          </p:spPr>
          <p:txBody>
            <a:bodyPr wrap="square" lIns="0" tIns="0" rIns="0" bIns="0" rtlCol="0"/>
            <a:lstStyle/>
            <a:p>
              <a:endParaRPr/>
            </a:p>
          </p:txBody>
        </p:sp>
        <p:sp>
          <p:nvSpPr>
            <p:cNvPr id="37" name="object 37"/>
            <p:cNvSpPr/>
            <p:nvPr/>
          </p:nvSpPr>
          <p:spPr>
            <a:xfrm>
              <a:off x="6820143" y="5254883"/>
              <a:ext cx="2057400" cy="1184275"/>
            </a:xfrm>
            <a:custGeom>
              <a:avLst/>
              <a:gdLst/>
              <a:ahLst/>
              <a:cxnLst/>
              <a:rect l="l" t="t" r="r" b="b"/>
              <a:pathLst>
                <a:path w="2057400" h="1184275">
                  <a:moveTo>
                    <a:pt x="0" y="232528"/>
                  </a:moveTo>
                  <a:lnTo>
                    <a:pt x="4726" y="185673"/>
                  </a:lnTo>
                  <a:lnTo>
                    <a:pt x="18279" y="142028"/>
                  </a:lnTo>
                  <a:lnTo>
                    <a:pt x="39725" y="102530"/>
                  </a:lnTo>
                  <a:lnTo>
                    <a:pt x="68126" y="68115"/>
                  </a:lnTo>
                  <a:lnTo>
                    <a:pt x="102547" y="39718"/>
                  </a:lnTo>
                  <a:lnTo>
                    <a:pt x="142050" y="18276"/>
                  </a:lnTo>
                  <a:lnTo>
                    <a:pt x="185701" y="4725"/>
                  </a:lnTo>
                  <a:lnTo>
                    <a:pt x="232562" y="0"/>
                  </a:lnTo>
                  <a:lnTo>
                    <a:pt x="1824868" y="0"/>
                  </a:lnTo>
                  <a:lnTo>
                    <a:pt x="1871728" y="4725"/>
                  </a:lnTo>
                  <a:lnTo>
                    <a:pt x="1915375" y="18276"/>
                  </a:lnTo>
                  <a:lnTo>
                    <a:pt x="1954873" y="39718"/>
                  </a:lnTo>
                  <a:lnTo>
                    <a:pt x="1989288" y="68115"/>
                  </a:lnTo>
                  <a:lnTo>
                    <a:pt x="2017684" y="102530"/>
                  </a:lnTo>
                  <a:lnTo>
                    <a:pt x="2039124" y="142028"/>
                  </a:lnTo>
                  <a:lnTo>
                    <a:pt x="2052675" y="185673"/>
                  </a:lnTo>
                  <a:lnTo>
                    <a:pt x="2057399" y="232528"/>
                  </a:lnTo>
                  <a:lnTo>
                    <a:pt x="2057399" y="951488"/>
                  </a:lnTo>
                  <a:lnTo>
                    <a:pt x="2052675" y="998354"/>
                  </a:lnTo>
                  <a:lnTo>
                    <a:pt x="2039124" y="1042003"/>
                  </a:lnTo>
                  <a:lnTo>
                    <a:pt x="2017684" y="1081502"/>
                  </a:lnTo>
                  <a:lnTo>
                    <a:pt x="1989288" y="1115915"/>
                  </a:lnTo>
                  <a:lnTo>
                    <a:pt x="1954873" y="1144307"/>
                  </a:lnTo>
                  <a:lnTo>
                    <a:pt x="1915375" y="1165745"/>
                  </a:lnTo>
                  <a:lnTo>
                    <a:pt x="1871728" y="1179293"/>
                  </a:lnTo>
                  <a:lnTo>
                    <a:pt x="1824868" y="1184016"/>
                  </a:lnTo>
                  <a:lnTo>
                    <a:pt x="232562" y="1184016"/>
                  </a:lnTo>
                  <a:lnTo>
                    <a:pt x="185701" y="1179293"/>
                  </a:lnTo>
                  <a:lnTo>
                    <a:pt x="142050" y="1165745"/>
                  </a:lnTo>
                  <a:lnTo>
                    <a:pt x="102547" y="1144307"/>
                  </a:lnTo>
                  <a:lnTo>
                    <a:pt x="68126" y="1115915"/>
                  </a:lnTo>
                  <a:lnTo>
                    <a:pt x="39725" y="1081502"/>
                  </a:lnTo>
                  <a:lnTo>
                    <a:pt x="18279" y="1042003"/>
                  </a:lnTo>
                  <a:lnTo>
                    <a:pt x="4726"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38" name="object 38"/>
            <p:cNvSpPr/>
            <p:nvPr/>
          </p:nvSpPr>
          <p:spPr>
            <a:xfrm>
              <a:off x="6918960" y="4898134"/>
              <a:ext cx="1895855" cy="1959864"/>
            </a:xfrm>
            <a:prstGeom prst="rect">
              <a:avLst/>
            </a:prstGeom>
            <a:blipFill>
              <a:blip r:embed="rId12" cstate="print"/>
              <a:stretch>
                <a:fillRect/>
              </a:stretch>
            </a:blipFill>
          </p:spPr>
          <p:txBody>
            <a:bodyPr wrap="square" lIns="0" tIns="0" rIns="0" bIns="0" rtlCol="0"/>
            <a:lstStyle/>
            <a:p>
              <a:endParaRPr/>
            </a:p>
          </p:txBody>
        </p:sp>
        <p:sp>
          <p:nvSpPr>
            <p:cNvPr id="39" name="object 39"/>
            <p:cNvSpPr/>
            <p:nvPr/>
          </p:nvSpPr>
          <p:spPr>
            <a:xfrm>
              <a:off x="7596895" y="5495032"/>
              <a:ext cx="474980" cy="723900"/>
            </a:xfrm>
            <a:custGeom>
              <a:avLst/>
              <a:gdLst/>
              <a:ahLst/>
              <a:cxnLst/>
              <a:rect l="l" t="t" r="r" b="b"/>
              <a:pathLst>
                <a:path w="474979" h="723900">
                  <a:moveTo>
                    <a:pt x="243565" y="0"/>
                  </a:moveTo>
                  <a:lnTo>
                    <a:pt x="186754" y="3761"/>
                  </a:lnTo>
                  <a:lnTo>
                    <a:pt x="132911" y="15037"/>
                  </a:lnTo>
                  <a:lnTo>
                    <a:pt x="82046" y="33814"/>
                  </a:lnTo>
                  <a:lnTo>
                    <a:pt x="34168" y="60079"/>
                  </a:lnTo>
                  <a:lnTo>
                    <a:pt x="34168" y="198083"/>
                  </a:lnTo>
                  <a:lnTo>
                    <a:pt x="76643" y="166164"/>
                  </a:lnTo>
                  <a:lnTo>
                    <a:pt x="120087" y="143364"/>
                  </a:lnTo>
                  <a:lnTo>
                    <a:pt x="164508" y="129683"/>
                  </a:lnTo>
                  <a:lnTo>
                    <a:pt x="209915" y="125123"/>
                  </a:lnTo>
                  <a:lnTo>
                    <a:pt x="234731" y="126581"/>
                  </a:lnTo>
                  <a:lnTo>
                    <a:pt x="274200" y="138248"/>
                  </a:lnTo>
                  <a:lnTo>
                    <a:pt x="308160" y="177362"/>
                  </a:lnTo>
                  <a:lnTo>
                    <a:pt x="314584" y="217444"/>
                  </a:lnTo>
                  <a:lnTo>
                    <a:pt x="314083" y="228934"/>
                  </a:lnTo>
                  <a:lnTo>
                    <a:pt x="302189" y="271632"/>
                  </a:lnTo>
                  <a:lnTo>
                    <a:pt x="274082" y="312130"/>
                  </a:lnTo>
                  <a:lnTo>
                    <a:pt x="242956" y="342518"/>
                  </a:lnTo>
                  <a:lnTo>
                    <a:pt x="203231" y="374158"/>
                  </a:lnTo>
                  <a:lnTo>
                    <a:pt x="172952" y="396200"/>
                  </a:lnTo>
                  <a:lnTo>
                    <a:pt x="157452" y="407848"/>
                  </a:lnTo>
                  <a:lnTo>
                    <a:pt x="125211" y="433102"/>
                  </a:lnTo>
                  <a:lnTo>
                    <a:pt x="93527" y="461640"/>
                  </a:lnTo>
                  <a:lnTo>
                    <a:pt x="64495" y="494144"/>
                  </a:lnTo>
                  <a:lnTo>
                    <a:pt x="39060" y="530876"/>
                  </a:lnTo>
                  <a:lnTo>
                    <a:pt x="18287" y="572073"/>
                  </a:lnTo>
                  <a:lnTo>
                    <a:pt x="4571" y="618299"/>
                  </a:lnTo>
                  <a:lnTo>
                    <a:pt x="0" y="670108"/>
                  </a:lnTo>
                  <a:lnTo>
                    <a:pt x="0" y="723711"/>
                  </a:lnTo>
                  <a:lnTo>
                    <a:pt x="473445" y="723711"/>
                  </a:lnTo>
                  <a:lnTo>
                    <a:pt x="473445" y="593668"/>
                  </a:lnTo>
                  <a:lnTo>
                    <a:pt x="171693" y="593668"/>
                  </a:lnTo>
                  <a:lnTo>
                    <a:pt x="172311" y="586627"/>
                  </a:lnTo>
                  <a:lnTo>
                    <a:pt x="193235" y="548811"/>
                  </a:lnTo>
                  <a:lnTo>
                    <a:pt x="226603" y="516613"/>
                  </a:lnTo>
                  <a:lnTo>
                    <a:pt x="258533" y="491776"/>
                  </a:lnTo>
                  <a:lnTo>
                    <a:pt x="293248" y="466606"/>
                  </a:lnTo>
                  <a:lnTo>
                    <a:pt x="310710" y="454335"/>
                  </a:lnTo>
                  <a:lnTo>
                    <a:pt x="327884" y="441846"/>
                  </a:lnTo>
                  <a:lnTo>
                    <a:pt x="361309" y="416219"/>
                  </a:lnTo>
                  <a:lnTo>
                    <a:pt x="392113" y="388862"/>
                  </a:lnTo>
                  <a:lnTo>
                    <a:pt x="419099" y="358889"/>
                  </a:lnTo>
                  <a:lnTo>
                    <a:pt x="441700" y="325890"/>
                  </a:lnTo>
                  <a:lnTo>
                    <a:pt x="459364" y="289416"/>
                  </a:lnTo>
                  <a:lnTo>
                    <a:pt x="470668" y="248465"/>
                  </a:lnTo>
                  <a:lnTo>
                    <a:pt x="474451" y="202048"/>
                  </a:lnTo>
                  <a:lnTo>
                    <a:pt x="473479" y="179509"/>
                  </a:lnTo>
                  <a:lnTo>
                    <a:pt x="465682" y="137697"/>
                  </a:lnTo>
                  <a:lnTo>
                    <a:pt x="450128" y="100376"/>
                  </a:lnTo>
                  <a:lnTo>
                    <a:pt x="427367" y="68464"/>
                  </a:lnTo>
                  <a:lnTo>
                    <a:pt x="397678" y="42230"/>
                  </a:lnTo>
                  <a:lnTo>
                    <a:pt x="361347" y="22036"/>
                  </a:lnTo>
                  <a:lnTo>
                    <a:pt x="318515" y="7986"/>
                  </a:lnTo>
                  <a:lnTo>
                    <a:pt x="269935" y="883"/>
                  </a:lnTo>
                  <a:lnTo>
                    <a:pt x="243565" y="0"/>
                  </a:lnTo>
                  <a:close/>
                </a:path>
              </a:pathLst>
            </a:custGeom>
            <a:solidFill>
              <a:srgbClr val="FFFF00"/>
            </a:solidFill>
          </p:spPr>
          <p:txBody>
            <a:bodyPr wrap="square" lIns="0" tIns="0" rIns="0" bIns="0" rtlCol="0"/>
            <a:lstStyle/>
            <a:p>
              <a:endParaRPr/>
            </a:p>
          </p:txBody>
        </p:sp>
        <p:sp>
          <p:nvSpPr>
            <p:cNvPr id="40" name="object 40"/>
            <p:cNvSpPr/>
            <p:nvPr/>
          </p:nvSpPr>
          <p:spPr>
            <a:xfrm>
              <a:off x="7596895" y="5495032"/>
              <a:ext cx="474980" cy="723900"/>
            </a:xfrm>
            <a:custGeom>
              <a:avLst/>
              <a:gdLst/>
              <a:ahLst/>
              <a:cxnLst/>
              <a:rect l="l" t="t" r="r" b="b"/>
              <a:pathLst>
                <a:path w="474979" h="723900">
                  <a:moveTo>
                    <a:pt x="243565" y="0"/>
                  </a:moveTo>
                  <a:lnTo>
                    <a:pt x="294916" y="3542"/>
                  </a:lnTo>
                  <a:lnTo>
                    <a:pt x="340735" y="14228"/>
                  </a:lnTo>
                  <a:lnTo>
                    <a:pt x="380333" y="31371"/>
                  </a:lnTo>
                  <a:lnTo>
                    <a:pt x="413369" y="54614"/>
                  </a:lnTo>
                  <a:lnTo>
                    <a:pt x="439628" y="83721"/>
                  </a:lnTo>
                  <a:lnTo>
                    <a:pt x="458845" y="118420"/>
                  </a:lnTo>
                  <a:lnTo>
                    <a:pt x="470557" y="158059"/>
                  </a:lnTo>
                  <a:lnTo>
                    <a:pt x="474451" y="202048"/>
                  </a:lnTo>
                  <a:lnTo>
                    <a:pt x="473504" y="225940"/>
                  </a:lnTo>
                  <a:lnTo>
                    <a:pt x="465952" y="269624"/>
                  </a:lnTo>
                  <a:lnTo>
                    <a:pt x="451135" y="308086"/>
                  </a:lnTo>
                  <a:lnTo>
                    <a:pt x="431031" y="342825"/>
                  </a:lnTo>
                  <a:lnTo>
                    <a:pt x="406071" y="374204"/>
                  </a:lnTo>
                  <a:lnTo>
                    <a:pt x="377201" y="402865"/>
                  </a:lnTo>
                  <a:lnTo>
                    <a:pt x="344755" y="429140"/>
                  </a:lnTo>
                  <a:lnTo>
                    <a:pt x="310710" y="454335"/>
                  </a:lnTo>
                  <a:lnTo>
                    <a:pt x="293248" y="466606"/>
                  </a:lnTo>
                  <a:lnTo>
                    <a:pt x="281455" y="475027"/>
                  </a:lnTo>
                  <a:lnTo>
                    <a:pt x="247375" y="500109"/>
                  </a:lnTo>
                  <a:lnTo>
                    <a:pt x="217183" y="524774"/>
                  </a:lnTo>
                  <a:lnTo>
                    <a:pt x="186986" y="556643"/>
                  </a:lnTo>
                  <a:lnTo>
                    <a:pt x="171693" y="593668"/>
                  </a:lnTo>
                  <a:lnTo>
                    <a:pt x="473445" y="593668"/>
                  </a:lnTo>
                  <a:lnTo>
                    <a:pt x="473445" y="723711"/>
                  </a:lnTo>
                  <a:lnTo>
                    <a:pt x="0" y="723711"/>
                  </a:lnTo>
                  <a:lnTo>
                    <a:pt x="0" y="670108"/>
                  </a:lnTo>
                  <a:lnTo>
                    <a:pt x="4571" y="618299"/>
                  </a:lnTo>
                  <a:lnTo>
                    <a:pt x="18287" y="572073"/>
                  </a:lnTo>
                  <a:lnTo>
                    <a:pt x="39060" y="530876"/>
                  </a:lnTo>
                  <a:lnTo>
                    <a:pt x="64495" y="494144"/>
                  </a:lnTo>
                  <a:lnTo>
                    <a:pt x="93527" y="461640"/>
                  </a:lnTo>
                  <a:lnTo>
                    <a:pt x="125211" y="433102"/>
                  </a:lnTo>
                  <a:lnTo>
                    <a:pt x="157452" y="407848"/>
                  </a:lnTo>
                  <a:lnTo>
                    <a:pt x="188092" y="385203"/>
                  </a:lnTo>
                  <a:lnTo>
                    <a:pt x="203231" y="374158"/>
                  </a:lnTo>
                  <a:lnTo>
                    <a:pt x="242956" y="342518"/>
                  </a:lnTo>
                  <a:lnTo>
                    <a:pt x="274082" y="312130"/>
                  </a:lnTo>
                  <a:lnTo>
                    <a:pt x="302189" y="271632"/>
                  </a:lnTo>
                  <a:lnTo>
                    <a:pt x="314083" y="228934"/>
                  </a:lnTo>
                  <a:lnTo>
                    <a:pt x="314584" y="217444"/>
                  </a:lnTo>
                  <a:lnTo>
                    <a:pt x="312981" y="196007"/>
                  </a:lnTo>
                  <a:lnTo>
                    <a:pt x="288797" y="148458"/>
                  </a:lnTo>
                  <a:lnTo>
                    <a:pt x="234731" y="126581"/>
                  </a:lnTo>
                  <a:lnTo>
                    <a:pt x="209915" y="125123"/>
                  </a:lnTo>
                  <a:lnTo>
                    <a:pt x="164508" y="129683"/>
                  </a:lnTo>
                  <a:lnTo>
                    <a:pt x="120087" y="143364"/>
                  </a:lnTo>
                  <a:lnTo>
                    <a:pt x="76643" y="166164"/>
                  </a:lnTo>
                  <a:lnTo>
                    <a:pt x="34168" y="198083"/>
                  </a:lnTo>
                  <a:lnTo>
                    <a:pt x="34168" y="60079"/>
                  </a:lnTo>
                  <a:lnTo>
                    <a:pt x="82046" y="33814"/>
                  </a:lnTo>
                  <a:lnTo>
                    <a:pt x="132911" y="15037"/>
                  </a:lnTo>
                  <a:lnTo>
                    <a:pt x="186754" y="3761"/>
                  </a:lnTo>
                  <a:lnTo>
                    <a:pt x="243565" y="0"/>
                  </a:lnTo>
                  <a:close/>
                </a:path>
              </a:pathLst>
            </a:custGeom>
            <a:ln w="12191">
              <a:solidFill>
                <a:srgbClr val="000000"/>
              </a:solidFill>
            </a:ln>
          </p:spPr>
          <p:txBody>
            <a:bodyPr wrap="square" lIns="0" tIns="0" rIns="0" bIns="0" rtlCol="0"/>
            <a:lstStyle/>
            <a:p>
              <a:endParaRPr/>
            </a:p>
          </p:txBody>
        </p:sp>
        <p:sp>
          <p:nvSpPr>
            <p:cNvPr id="41" name="object 41"/>
            <p:cNvSpPr/>
            <p:nvPr/>
          </p:nvSpPr>
          <p:spPr>
            <a:xfrm>
              <a:off x="6740652" y="5207508"/>
              <a:ext cx="2218944" cy="1344167"/>
            </a:xfrm>
            <a:prstGeom prst="rect">
              <a:avLst/>
            </a:prstGeom>
            <a:blipFill>
              <a:blip r:embed="rId13" cstate="print"/>
              <a:stretch>
                <a:fillRect/>
              </a:stretch>
            </a:blipFill>
          </p:spPr>
          <p:txBody>
            <a:bodyPr wrap="square" lIns="0" tIns="0" rIns="0" bIns="0" rtlCol="0"/>
            <a:lstStyle/>
            <a:p>
              <a:endParaRPr/>
            </a:p>
          </p:txBody>
        </p:sp>
        <p:sp>
          <p:nvSpPr>
            <p:cNvPr id="42" name="object 42"/>
            <p:cNvSpPr/>
            <p:nvPr/>
          </p:nvSpPr>
          <p:spPr>
            <a:xfrm>
              <a:off x="6879336" y="4888990"/>
              <a:ext cx="2258568" cy="1969008"/>
            </a:xfrm>
            <a:prstGeom prst="rect">
              <a:avLst/>
            </a:prstGeom>
            <a:blipFill>
              <a:blip r:embed="rId14" cstate="print"/>
              <a:stretch>
                <a:fillRect/>
              </a:stretch>
            </a:blipFill>
          </p:spPr>
          <p:txBody>
            <a:bodyPr wrap="square" lIns="0" tIns="0" rIns="0" bIns="0" rtlCol="0"/>
            <a:lstStyle/>
            <a:p>
              <a:endParaRPr/>
            </a:p>
          </p:txBody>
        </p:sp>
        <p:sp>
          <p:nvSpPr>
            <p:cNvPr id="43" name="object 43"/>
            <p:cNvSpPr/>
            <p:nvPr/>
          </p:nvSpPr>
          <p:spPr>
            <a:xfrm>
              <a:off x="6821545" y="5267574"/>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28" y="1179304"/>
                  </a:lnTo>
                  <a:lnTo>
                    <a:pt x="1915375" y="1165755"/>
                  </a:lnTo>
                  <a:lnTo>
                    <a:pt x="1954873" y="1144316"/>
                  </a:lnTo>
                  <a:lnTo>
                    <a:pt x="1989288" y="1115922"/>
                  </a:lnTo>
                  <a:lnTo>
                    <a:pt x="2017684" y="1081508"/>
                  </a:lnTo>
                  <a:lnTo>
                    <a:pt x="2039124" y="1042010"/>
                  </a:lnTo>
                  <a:lnTo>
                    <a:pt x="2052675" y="998362"/>
                  </a:lnTo>
                  <a:lnTo>
                    <a:pt x="2057399" y="95150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44" name="object 44"/>
            <p:cNvSpPr/>
            <p:nvPr/>
          </p:nvSpPr>
          <p:spPr>
            <a:xfrm>
              <a:off x="6821545" y="5267574"/>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00"/>
                  </a:lnTo>
                  <a:lnTo>
                    <a:pt x="2052675" y="998362"/>
                  </a:lnTo>
                  <a:lnTo>
                    <a:pt x="2039124" y="1042010"/>
                  </a:lnTo>
                  <a:lnTo>
                    <a:pt x="2017684" y="1081508"/>
                  </a:lnTo>
                  <a:lnTo>
                    <a:pt x="1989288" y="1115922"/>
                  </a:lnTo>
                  <a:lnTo>
                    <a:pt x="1954873" y="1144316"/>
                  </a:lnTo>
                  <a:lnTo>
                    <a:pt x="1915375" y="1165755"/>
                  </a:lnTo>
                  <a:lnTo>
                    <a:pt x="1871728"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45" name="object 45"/>
            <p:cNvSpPr/>
            <p:nvPr/>
          </p:nvSpPr>
          <p:spPr>
            <a:xfrm>
              <a:off x="6920484" y="4910327"/>
              <a:ext cx="1895855" cy="1947671"/>
            </a:xfrm>
            <a:prstGeom prst="rect">
              <a:avLst/>
            </a:prstGeom>
            <a:blipFill>
              <a:blip r:embed="rId15" cstate="print"/>
              <a:stretch>
                <a:fillRect/>
              </a:stretch>
            </a:blipFill>
          </p:spPr>
          <p:txBody>
            <a:bodyPr wrap="square" lIns="0" tIns="0" rIns="0" bIns="0" rtlCol="0"/>
            <a:lstStyle/>
            <a:p>
              <a:endParaRPr/>
            </a:p>
          </p:txBody>
        </p:sp>
        <p:sp>
          <p:nvSpPr>
            <p:cNvPr id="46" name="object 46"/>
            <p:cNvSpPr/>
            <p:nvPr/>
          </p:nvSpPr>
          <p:spPr>
            <a:xfrm>
              <a:off x="7615062" y="5507735"/>
              <a:ext cx="454025" cy="736600"/>
            </a:xfrm>
            <a:custGeom>
              <a:avLst/>
              <a:gdLst/>
              <a:ahLst/>
              <a:cxnLst/>
              <a:rect l="l" t="t" r="r" b="b"/>
              <a:pathLst>
                <a:path w="454025" h="736600">
                  <a:moveTo>
                    <a:pt x="201533" y="0"/>
                  </a:moveTo>
                  <a:lnTo>
                    <a:pt x="153193" y="2357"/>
                  </a:lnTo>
                  <a:lnTo>
                    <a:pt x="107967" y="9429"/>
                  </a:lnTo>
                  <a:lnTo>
                    <a:pt x="65839" y="21216"/>
                  </a:lnTo>
                  <a:lnTo>
                    <a:pt x="26791" y="37718"/>
                  </a:lnTo>
                  <a:lnTo>
                    <a:pt x="26791" y="165805"/>
                  </a:lnTo>
                  <a:lnTo>
                    <a:pt x="60822" y="145616"/>
                  </a:lnTo>
                  <a:lnTo>
                    <a:pt x="95307" y="131195"/>
                  </a:lnTo>
                  <a:lnTo>
                    <a:pt x="130266" y="122542"/>
                  </a:lnTo>
                  <a:lnTo>
                    <a:pt x="165719" y="119658"/>
                  </a:lnTo>
                  <a:lnTo>
                    <a:pt x="212471" y="125087"/>
                  </a:lnTo>
                  <a:lnTo>
                    <a:pt x="245844" y="141373"/>
                  </a:lnTo>
                  <a:lnTo>
                    <a:pt x="265855" y="168516"/>
                  </a:lnTo>
                  <a:lnTo>
                    <a:pt x="272521" y="206514"/>
                  </a:lnTo>
                  <a:lnTo>
                    <a:pt x="263829" y="246902"/>
                  </a:lnTo>
                  <a:lnTo>
                    <a:pt x="237755" y="275752"/>
                  </a:lnTo>
                  <a:lnTo>
                    <a:pt x="194301" y="293064"/>
                  </a:lnTo>
                  <a:lnTo>
                    <a:pt x="133471" y="298835"/>
                  </a:lnTo>
                  <a:lnTo>
                    <a:pt x="72511" y="298835"/>
                  </a:lnTo>
                  <a:lnTo>
                    <a:pt x="72511" y="418944"/>
                  </a:lnTo>
                  <a:lnTo>
                    <a:pt x="138531" y="418944"/>
                  </a:lnTo>
                  <a:lnTo>
                    <a:pt x="172808" y="420558"/>
                  </a:lnTo>
                  <a:lnTo>
                    <a:pt x="229725" y="433471"/>
                  </a:lnTo>
                  <a:lnTo>
                    <a:pt x="270506" y="459032"/>
                  </a:lnTo>
                  <a:lnTo>
                    <a:pt x="291263" y="495760"/>
                  </a:lnTo>
                  <a:lnTo>
                    <a:pt x="293857" y="518220"/>
                  </a:lnTo>
                  <a:lnTo>
                    <a:pt x="291765" y="540030"/>
                  </a:lnTo>
                  <a:lnTo>
                    <a:pt x="275006" y="576016"/>
                  </a:lnTo>
                  <a:lnTo>
                    <a:pt x="241923" y="601479"/>
                  </a:lnTo>
                  <a:lnTo>
                    <a:pt x="195144" y="614390"/>
                  </a:lnTo>
                  <a:lnTo>
                    <a:pt x="166725" y="616006"/>
                  </a:lnTo>
                  <a:lnTo>
                    <a:pt x="120585" y="612747"/>
                  </a:lnTo>
                  <a:lnTo>
                    <a:pt x="77407" y="602971"/>
                  </a:lnTo>
                  <a:lnTo>
                    <a:pt x="37207" y="586681"/>
                  </a:lnTo>
                  <a:lnTo>
                    <a:pt x="0" y="563879"/>
                  </a:lnTo>
                  <a:lnTo>
                    <a:pt x="0" y="700384"/>
                  </a:lnTo>
                  <a:lnTo>
                    <a:pt x="37064" y="716019"/>
                  </a:lnTo>
                  <a:lnTo>
                    <a:pt x="79297" y="727185"/>
                  </a:lnTo>
                  <a:lnTo>
                    <a:pt x="126680" y="733883"/>
                  </a:lnTo>
                  <a:lnTo>
                    <a:pt x="179191" y="736116"/>
                  </a:lnTo>
                  <a:lnTo>
                    <a:pt x="239999" y="732484"/>
                  </a:lnTo>
                  <a:lnTo>
                    <a:pt x="293857" y="721591"/>
                  </a:lnTo>
                  <a:lnTo>
                    <a:pt x="340766" y="703440"/>
                  </a:lnTo>
                  <a:lnTo>
                    <a:pt x="380725" y="678036"/>
                  </a:lnTo>
                  <a:lnTo>
                    <a:pt x="412640" y="646399"/>
                  </a:lnTo>
                  <a:lnTo>
                    <a:pt x="435422" y="609547"/>
                  </a:lnTo>
                  <a:lnTo>
                    <a:pt x="449082" y="567483"/>
                  </a:lnTo>
                  <a:lnTo>
                    <a:pt x="453633" y="520208"/>
                  </a:lnTo>
                  <a:lnTo>
                    <a:pt x="450915" y="488489"/>
                  </a:lnTo>
                  <a:lnTo>
                    <a:pt x="429099" y="432773"/>
                  </a:lnTo>
                  <a:lnTo>
                    <a:pt x="386131" y="388319"/>
                  </a:lnTo>
                  <a:lnTo>
                    <a:pt x="326549" y="360900"/>
                  </a:lnTo>
                  <a:lnTo>
                    <a:pt x="290809" y="353936"/>
                  </a:lnTo>
                  <a:lnTo>
                    <a:pt x="290809" y="351449"/>
                  </a:lnTo>
                  <a:lnTo>
                    <a:pt x="341761" y="333185"/>
                  </a:lnTo>
                  <a:lnTo>
                    <a:pt x="381379" y="306582"/>
                  </a:lnTo>
                  <a:lnTo>
                    <a:pt x="409671" y="271640"/>
                  </a:lnTo>
                  <a:lnTo>
                    <a:pt x="426642" y="228357"/>
                  </a:lnTo>
                  <a:lnTo>
                    <a:pt x="432297" y="176735"/>
                  </a:lnTo>
                  <a:lnTo>
                    <a:pt x="428505" y="139355"/>
                  </a:lnTo>
                  <a:lnTo>
                    <a:pt x="398106" y="75566"/>
                  </a:lnTo>
                  <a:lnTo>
                    <a:pt x="338055" y="27646"/>
                  </a:lnTo>
                  <a:lnTo>
                    <a:pt x="298601" y="12287"/>
                  </a:lnTo>
                  <a:lnTo>
                    <a:pt x="253094" y="3071"/>
                  </a:lnTo>
                  <a:lnTo>
                    <a:pt x="201533" y="0"/>
                  </a:lnTo>
                  <a:close/>
                </a:path>
              </a:pathLst>
            </a:custGeom>
            <a:solidFill>
              <a:srgbClr val="FFFF00"/>
            </a:solidFill>
          </p:spPr>
          <p:txBody>
            <a:bodyPr wrap="square" lIns="0" tIns="0" rIns="0" bIns="0" rtlCol="0"/>
            <a:lstStyle/>
            <a:p>
              <a:endParaRPr/>
            </a:p>
          </p:txBody>
        </p:sp>
        <p:sp>
          <p:nvSpPr>
            <p:cNvPr id="47" name="object 47"/>
            <p:cNvSpPr/>
            <p:nvPr/>
          </p:nvSpPr>
          <p:spPr>
            <a:xfrm>
              <a:off x="7615062" y="5507735"/>
              <a:ext cx="454025" cy="736600"/>
            </a:xfrm>
            <a:custGeom>
              <a:avLst/>
              <a:gdLst/>
              <a:ahLst/>
              <a:cxnLst/>
              <a:rect l="l" t="t" r="r" b="b"/>
              <a:pathLst>
                <a:path w="454025" h="736600">
                  <a:moveTo>
                    <a:pt x="201533" y="0"/>
                  </a:moveTo>
                  <a:lnTo>
                    <a:pt x="253094" y="3071"/>
                  </a:lnTo>
                  <a:lnTo>
                    <a:pt x="298601" y="12287"/>
                  </a:lnTo>
                  <a:lnTo>
                    <a:pt x="338055" y="27646"/>
                  </a:lnTo>
                  <a:lnTo>
                    <a:pt x="371459" y="49148"/>
                  </a:lnTo>
                  <a:lnTo>
                    <a:pt x="417114" y="105633"/>
                  </a:lnTo>
                  <a:lnTo>
                    <a:pt x="432297" y="176735"/>
                  </a:lnTo>
                  <a:lnTo>
                    <a:pt x="426642" y="228357"/>
                  </a:lnTo>
                  <a:lnTo>
                    <a:pt x="409671" y="271640"/>
                  </a:lnTo>
                  <a:lnTo>
                    <a:pt x="381379" y="306582"/>
                  </a:lnTo>
                  <a:lnTo>
                    <a:pt x="341761" y="333185"/>
                  </a:lnTo>
                  <a:lnTo>
                    <a:pt x="290809" y="351449"/>
                  </a:lnTo>
                  <a:lnTo>
                    <a:pt x="290809" y="353936"/>
                  </a:lnTo>
                  <a:lnTo>
                    <a:pt x="358326" y="372361"/>
                  </a:lnTo>
                  <a:lnTo>
                    <a:pt x="409955" y="408776"/>
                  </a:lnTo>
                  <a:lnTo>
                    <a:pt x="442744" y="459344"/>
                  </a:lnTo>
                  <a:lnTo>
                    <a:pt x="453633" y="520208"/>
                  </a:lnTo>
                  <a:lnTo>
                    <a:pt x="449082" y="567483"/>
                  </a:lnTo>
                  <a:lnTo>
                    <a:pt x="435422" y="609547"/>
                  </a:lnTo>
                  <a:lnTo>
                    <a:pt x="412640" y="646399"/>
                  </a:lnTo>
                  <a:lnTo>
                    <a:pt x="380725" y="678036"/>
                  </a:lnTo>
                  <a:lnTo>
                    <a:pt x="340766" y="703440"/>
                  </a:lnTo>
                  <a:lnTo>
                    <a:pt x="293857" y="721591"/>
                  </a:lnTo>
                  <a:lnTo>
                    <a:pt x="239999" y="732484"/>
                  </a:lnTo>
                  <a:lnTo>
                    <a:pt x="179191" y="736116"/>
                  </a:lnTo>
                  <a:lnTo>
                    <a:pt x="126680" y="733883"/>
                  </a:lnTo>
                  <a:lnTo>
                    <a:pt x="79297" y="727185"/>
                  </a:lnTo>
                  <a:lnTo>
                    <a:pt x="37064" y="716019"/>
                  </a:lnTo>
                  <a:lnTo>
                    <a:pt x="0" y="700384"/>
                  </a:lnTo>
                  <a:lnTo>
                    <a:pt x="0" y="563879"/>
                  </a:lnTo>
                  <a:lnTo>
                    <a:pt x="37207" y="586681"/>
                  </a:lnTo>
                  <a:lnTo>
                    <a:pt x="77407" y="602971"/>
                  </a:lnTo>
                  <a:lnTo>
                    <a:pt x="120585" y="612747"/>
                  </a:lnTo>
                  <a:lnTo>
                    <a:pt x="166725" y="616006"/>
                  </a:lnTo>
                  <a:lnTo>
                    <a:pt x="195144" y="614390"/>
                  </a:lnTo>
                  <a:lnTo>
                    <a:pt x="241923" y="601479"/>
                  </a:lnTo>
                  <a:lnTo>
                    <a:pt x="275006" y="576016"/>
                  </a:lnTo>
                  <a:lnTo>
                    <a:pt x="291765" y="540030"/>
                  </a:lnTo>
                  <a:lnTo>
                    <a:pt x="293857" y="518220"/>
                  </a:lnTo>
                  <a:lnTo>
                    <a:pt x="291263" y="495760"/>
                  </a:lnTo>
                  <a:lnTo>
                    <a:pt x="270506" y="459032"/>
                  </a:lnTo>
                  <a:lnTo>
                    <a:pt x="229725" y="433471"/>
                  </a:lnTo>
                  <a:lnTo>
                    <a:pt x="172808" y="420558"/>
                  </a:lnTo>
                  <a:lnTo>
                    <a:pt x="138531" y="418944"/>
                  </a:lnTo>
                  <a:lnTo>
                    <a:pt x="72511" y="418944"/>
                  </a:lnTo>
                  <a:lnTo>
                    <a:pt x="72511" y="298835"/>
                  </a:lnTo>
                  <a:lnTo>
                    <a:pt x="133471" y="298835"/>
                  </a:lnTo>
                  <a:lnTo>
                    <a:pt x="194301" y="293064"/>
                  </a:lnTo>
                  <a:lnTo>
                    <a:pt x="237755" y="275752"/>
                  </a:lnTo>
                  <a:lnTo>
                    <a:pt x="263829" y="246902"/>
                  </a:lnTo>
                  <a:lnTo>
                    <a:pt x="272521" y="206514"/>
                  </a:lnTo>
                  <a:lnTo>
                    <a:pt x="265855" y="168516"/>
                  </a:lnTo>
                  <a:lnTo>
                    <a:pt x="245844" y="141373"/>
                  </a:lnTo>
                  <a:lnTo>
                    <a:pt x="212471" y="125087"/>
                  </a:lnTo>
                  <a:lnTo>
                    <a:pt x="165719" y="119658"/>
                  </a:lnTo>
                  <a:lnTo>
                    <a:pt x="130266" y="122542"/>
                  </a:lnTo>
                  <a:lnTo>
                    <a:pt x="95307" y="131195"/>
                  </a:lnTo>
                  <a:lnTo>
                    <a:pt x="60822" y="145616"/>
                  </a:lnTo>
                  <a:lnTo>
                    <a:pt x="26791" y="165805"/>
                  </a:lnTo>
                  <a:lnTo>
                    <a:pt x="26791" y="37718"/>
                  </a:lnTo>
                  <a:lnTo>
                    <a:pt x="65839" y="21216"/>
                  </a:lnTo>
                  <a:lnTo>
                    <a:pt x="107967" y="9429"/>
                  </a:lnTo>
                  <a:lnTo>
                    <a:pt x="153193" y="2357"/>
                  </a:lnTo>
                  <a:lnTo>
                    <a:pt x="201533" y="0"/>
                  </a:lnTo>
                  <a:close/>
                </a:path>
              </a:pathLst>
            </a:custGeom>
            <a:ln w="12191">
              <a:solidFill>
                <a:srgbClr val="000000"/>
              </a:solidFill>
            </a:ln>
          </p:spPr>
          <p:txBody>
            <a:bodyPr wrap="square" lIns="0" tIns="0" rIns="0" bIns="0" rtlCol="0"/>
            <a:lstStyle/>
            <a:p>
              <a:endParaRPr/>
            </a:p>
          </p:txBody>
        </p:sp>
        <p:sp>
          <p:nvSpPr>
            <p:cNvPr id="48" name="object 48"/>
            <p:cNvSpPr/>
            <p:nvPr/>
          </p:nvSpPr>
          <p:spPr>
            <a:xfrm>
              <a:off x="6736080" y="5227320"/>
              <a:ext cx="2218944" cy="1345691"/>
            </a:xfrm>
            <a:prstGeom prst="rect">
              <a:avLst/>
            </a:prstGeom>
            <a:blipFill>
              <a:blip r:embed="rId16" cstate="print"/>
              <a:stretch>
                <a:fillRect/>
              </a:stretch>
            </a:blipFill>
          </p:spPr>
          <p:txBody>
            <a:bodyPr wrap="square" lIns="0" tIns="0" rIns="0" bIns="0" rtlCol="0"/>
            <a:lstStyle/>
            <a:p>
              <a:endParaRPr/>
            </a:p>
          </p:txBody>
        </p:sp>
        <p:sp>
          <p:nvSpPr>
            <p:cNvPr id="49" name="object 49"/>
            <p:cNvSpPr/>
            <p:nvPr/>
          </p:nvSpPr>
          <p:spPr>
            <a:xfrm>
              <a:off x="6873240" y="4908802"/>
              <a:ext cx="2258568" cy="1949195"/>
            </a:xfrm>
            <a:prstGeom prst="rect">
              <a:avLst/>
            </a:prstGeom>
            <a:blipFill>
              <a:blip r:embed="rId17" cstate="print"/>
              <a:stretch>
                <a:fillRect/>
              </a:stretch>
            </a:blipFill>
          </p:spPr>
          <p:txBody>
            <a:bodyPr wrap="square" lIns="0" tIns="0" rIns="0" bIns="0" rtlCol="0"/>
            <a:lstStyle/>
            <a:p>
              <a:endParaRPr/>
            </a:p>
          </p:txBody>
        </p:sp>
        <p:sp>
          <p:nvSpPr>
            <p:cNvPr id="50" name="object 50"/>
            <p:cNvSpPr/>
            <p:nvPr/>
          </p:nvSpPr>
          <p:spPr>
            <a:xfrm>
              <a:off x="6816486" y="5288029"/>
              <a:ext cx="2057400" cy="1184275"/>
            </a:xfrm>
            <a:custGeom>
              <a:avLst/>
              <a:gdLst/>
              <a:ahLst/>
              <a:cxnLst/>
              <a:rect l="l" t="t" r="r" b="b"/>
              <a:pathLst>
                <a:path w="2057400" h="1184275">
                  <a:moveTo>
                    <a:pt x="1824837" y="0"/>
                  </a:moveTo>
                  <a:lnTo>
                    <a:pt x="232531" y="0"/>
                  </a:lnTo>
                  <a:lnTo>
                    <a:pt x="185636" y="4725"/>
                  </a:lnTo>
                  <a:lnTo>
                    <a:pt x="141973" y="18276"/>
                  </a:lnTo>
                  <a:lnTo>
                    <a:pt x="102472" y="39718"/>
                  </a:lnTo>
                  <a:lnTo>
                    <a:pt x="68065" y="68115"/>
                  </a:lnTo>
                  <a:lnTo>
                    <a:pt x="39683" y="102530"/>
                  </a:lnTo>
                  <a:lnTo>
                    <a:pt x="18257" y="142028"/>
                  </a:lnTo>
                  <a:lnTo>
                    <a:pt x="4719" y="185673"/>
                  </a:lnTo>
                  <a:lnTo>
                    <a:pt x="0" y="232528"/>
                  </a:lnTo>
                  <a:lnTo>
                    <a:pt x="0" y="951570"/>
                  </a:lnTo>
                  <a:lnTo>
                    <a:pt x="4719" y="998428"/>
                  </a:lnTo>
                  <a:lnTo>
                    <a:pt x="18257" y="1042072"/>
                  </a:lnTo>
                  <a:lnTo>
                    <a:pt x="39683" y="1081566"/>
                  </a:lnTo>
                  <a:lnTo>
                    <a:pt x="68065" y="1115977"/>
                  </a:lnTo>
                  <a:lnTo>
                    <a:pt x="102472" y="1144368"/>
                  </a:lnTo>
                  <a:lnTo>
                    <a:pt x="141973" y="1165806"/>
                  </a:lnTo>
                  <a:lnTo>
                    <a:pt x="185636" y="1179354"/>
                  </a:lnTo>
                  <a:lnTo>
                    <a:pt x="232531" y="1184077"/>
                  </a:lnTo>
                  <a:lnTo>
                    <a:pt x="1824837" y="1184077"/>
                  </a:lnTo>
                  <a:lnTo>
                    <a:pt x="1871698" y="1179354"/>
                  </a:lnTo>
                  <a:lnTo>
                    <a:pt x="1915349" y="1165806"/>
                  </a:lnTo>
                  <a:lnTo>
                    <a:pt x="1954852" y="1144368"/>
                  </a:lnTo>
                  <a:lnTo>
                    <a:pt x="1989273" y="1115977"/>
                  </a:lnTo>
                  <a:lnTo>
                    <a:pt x="2017674" y="1081566"/>
                  </a:lnTo>
                  <a:lnTo>
                    <a:pt x="2039120" y="1042072"/>
                  </a:lnTo>
                  <a:lnTo>
                    <a:pt x="2052673" y="998428"/>
                  </a:lnTo>
                  <a:lnTo>
                    <a:pt x="2057399" y="95157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51" name="object 51"/>
            <p:cNvSpPr/>
            <p:nvPr/>
          </p:nvSpPr>
          <p:spPr>
            <a:xfrm>
              <a:off x="6816486" y="5288029"/>
              <a:ext cx="2057400" cy="1184275"/>
            </a:xfrm>
            <a:custGeom>
              <a:avLst/>
              <a:gdLst/>
              <a:ahLst/>
              <a:cxnLst/>
              <a:rect l="l" t="t" r="r" b="b"/>
              <a:pathLst>
                <a:path w="2057400" h="1184275">
                  <a:moveTo>
                    <a:pt x="0" y="232528"/>
                  </a:moveTo>
                  <a:lnTo>
                    <a:pt x="4719" y="185673"/>
                  </a:lnTo>
                  <a:lnTo>
                    <a:pt x="18257" y="142028"/>
                  </a:lnTo>
                  <a:lnTo>
                    <a:pt x="39683" y="102530"/>
                  </a:lnTo>
                  <a:lnTo>
                    <a:pt x="68065" y="68115"/>
                  </a:lnTo>
                  <a:lnTo>
                    <a:pt x="102472" y="39718"/>
                  </a:lnTo>
                  <a:lnTo>
                    <a:pt x="141973" y="18276"/>
                  </a:lnTo>
                  <a:lnTo>
                    <a:pt x="185636"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70"/>
                  </a:lnTo>
                  <a:lnTo>
                    <a:pt x="2052673" y="998428"/>
                  </a:lnTo>
                  <a:lnTo>
                    <a:pt x="2039120" y="1042072"/>
                  </a:lnTo>
                  <a:lnTo>
                    <a:pt x="2017674" y="1081566"/>
                  </a:lnTo>
                  <a:lnTo>
                    <a:pt x="1989273" y="1115977"/>
                  </a:lnTo>
                  <a:lnTo>
                    <a:pt x="1954852" y="1144368"/>
                  </a:lnTo>
                  <a:lnTo>
                    <a:pt x="1915349" y="1165806"/>
                  </a:lnTo>
                  <a:lnTo>
                    <a:pt x="1871698" y="1179354"/>
                  </a:lnTo>
                  <a:lnTo>
                    <a:pt x="1824837" y="1184077"/>
                  </a:lnTo>
                  <a:lnTo>
                    <a:pt x="232531" y="1184077"/>
                  </a:lnTo>
                  <a:lnTo>
                    <a:pt x="185636" y="1179354"/>
                  </a:lnTo>
                  <a:lnTo>
                    <a:pt x="141973" y="1165806"/>
                  </a:lnTo>
                  <a:lnTo>
                    <a:pt x="102472" y="1144368"/>
                  </a:lnTo>
                  <a:lnTo>
                    <a:pt x="68065" y="1115977"/>
                  </a:lnTo>
                  <a:lnTo>
                    <a:pt x="39683" y="1081566"/>
                  </a:lnTo>
                  <a:lnTo>
                    <a:pt x="18257" y="1042072"/>
                  </a:lnTo>
                  <a:lnTo>
                    <a:pt x="4719" y="998428"/>
                  </a:lnTo>
                  <a:lnTo>
                    <a:pt x="0" y="951570"/>
                  </a:lnTo>
                  <a:lnTo>
                    <a:pt x="0" y="232528"/>
                  </a:lnTo>
                  <a:close/>
                </a:path>
              </a:pathLst>
            </a:custGeom>
            <a:ln w="76199">
              <a:solidFill>
                <a:srgbClr val="00AF50"/>
              </a:solidFill>
            </a:ln>
          </p:spPr>
          <p:txBody>
            <a:bodyPr wrap="square" lIns="0" tIns="0" rIns="0" bIns="0" rtlCol="0"/>
            <a:lstStyle/>
            <a:p>
              <a:endParaRPr/>
            </a:p>
          </p:txBody>
        </p:sp>
        <p:sp>
          <p:nvSpPr>
            <p:cNvPr id="52" name="object 52"/>
            <p:cNvSpPr/>
            <p:nvPr/>
          </p:nvSpPr>
          <p:spPr>
            <a:xfrm>
              <a:off x="6914388" y="4930138"/>
              <a:ext cx="1895855" cy="1927859"/>
            </a:xfrm>
            <a:prstGeom prst="rect">
              <a:avLst/>
            </a:prstGeom>
            <a:blipFill>
              <a:blip r:embed="rId18" cstate="print"/>
              <a:stretch>
                <a:fillRect/>
              </a:stretch>
            </a:blipFill>
          </p:spPr>
          <p:txBody>
            <a:bodyPr wrap="square" lIns="0" tIns="0" rIns="0" bIns="0" rtlCol="0"/>
            <a:lstStyle/>
            <a:p>
              <a:endParaRPr/>
            </a:p>
          </p:txBody>
        </p:sp>
        <p:sp>
          <p:nvSpPr>
            <p:cNvPr id="53" name="object 53"/>
            <p:cNvSpPr/>
            <p:nvPr/>
          </p:nvSpPr>
          <p:spPr>
            <a:xfrm>
              <a:off x="7571232" y="5540251"/>
              <a:ext cx="539115" cy="711835"/>
            </a:xfrm>
            <a:custGeom>
              <a:avLst/>
              <a:gdLst/>
              <a:ahLst/>
              <a:cxnLst/>
              <a:rect l="l" t="t" r="r" b="b"/>
              <a:pathLst>
                <a:path w="539115" h="711835">
                  <a:moveTo>
                    <a:pt x="453146" y="565785"/>
                  </a:moveTo>
                  <a:lnTo>
                    <a:pt x="310255" y="565785"/>
                  </a:lnTo>
                  <a:lnTo>
                    <a:pt x="310255" y="711708"/>
                  </a:lnTo>
                  <a:lnTo>
                    <a:pt x="453146" y="711708"/>
                  </a:lnTo>
                  <a:lnTo>
                    <a:pt x="453146" y="565785"/>
                  </a:lnTo>
                  <a:close/>
                </a:path>
                <a:path w="539115" h="711835">
                  <a:moveTo>
                    <a:pt x="453146" y="0"/>
                  </a:moveTo>
                  <a:lnTo>
                    <a:pt x="307726" y="0"/>
                  </a:lnTo>
                  <a:lnTo>
                    <a:pt x="294670" y="27098"/>
                  </a:lnTo>
                  <a:lnTo>
                    <a:pt x="280275" y="54864"/>
                  </a:lnTo>
                  <a:lnTo>
                    <a:pt x="247406" y="112370"/>
                  </a:lnTo>
                  <a:lnTo>
                    <a:pt x="210536" y="171000"/>
                  </a:lnTo>
                  <a:lnTo>
                    <a:pt x="170809" y="229255"/>
                  </a:lnTo>
                  <a:lnTo>
                    <a:pt x="128797" y="286523"/>
                  </a:lnTo>
                  <a:lnTo>
                    <a:pt x="85344" y="342174"/>
                  </a:lnTo>
                  <a:lnTo>
                    <a:pt x="41906" y="394855"/>
                  </a:lnTo>
                  <a:lnTo>
                    <a:pt x="0" y="443185"/>
                  </a:lnTo>
                  <a:lnTo>
                    <a:pt x="0" y="565785"/>
                  </a:lnTo>
                  <a:lnTo>
                    <a:pt x="538612" y="565785"/>
                  </a:lnTo>
                  <a:lnTo>
                    <a:pt x="538612" y="448650"/>
                  </a:lnTo>
                  <a:lnTo>
                    <a:pt x="140451" y="448650"/>
                  </a:lnTo>
                  <a:lnTo>
                    <a:pt x="151219" y="435262"/>
                  </a:lnTo>
                  <a:lnTo>
                    <a:pt x="184647" y="392311"/>
                  </a:lnTo>
                  <a:lnTo>
                    <a:pt x="218629" y="346141"/>
                  </a:lnTo>
                  <a:lnTo>
                    <a:pt x="240898" y="314192"/>
                  </a:lnTo>
                  <a:lnTo>
                    <a:pt x="262237" y="281686"/>
                  </a:lnTo>
                  <a:lnTo>
                    <a:pt x="282553" y="248790"/>
                  </a:lnTo>
                  <a:lnTo>
                    <a:pt x="310255" y="199964"/>
                  </a:lnTo>
                  <a:lnTo>
                    <a:pt x="453146" y="199964"/>
                  </a:lnTo>
                  <a:lnTo>
                    <a:pt x="453146" y="0"/>
                  </a:lnTo>
                  <a:close/>
                </a:path>
                <a:path w="539115" h="711835">
                  <a:moveTo>
                    <a:pt x="453146" y="199964"/>
                  </a:moveTo>
                  <a:lnTo>
                    <a:pt x="310255" y="199964"/>
                  </a:lnTo>
                  <a:lnTo>
                    <a:pt x="310255" y="448650"/>
                  </a:lnTo>
                  <a:lnTo>
                    <a:pt x="453146" y="448650"/>
                  </a:lnTo>
                  <a:lnTo>
                    <a:pt x="453146" y="199964"/>
                  </a:lnTo>
                  <a:close/>
                </a:path>
              </a:pathLst>
            </a:custGeom>
            <a:solidFill>
              <a:srgbClr val="FFFF00"/>
            </a:solidFill>
          </p:spPr>
          <p:txBody>
            <a:bodyPr wrap="square" lIns="0" tIns="0" rIns="0" bIns="0" rtlCol="0"/>
            <a:lstStyle/>
            <a:p>
              <a:endParaRPr/>
            </a:p>
          </p:txBody>
        </p:sp>
        <p:sp>
          <p:nvSpPr>
            <p:cNvPr id="54" name="object 54"/>
            <p:cNvSpPr/>
            <p:nvPr/>
          </p:nvSpPr>
          <p:spPr>
            <a:xfrm>
              <a:off x="7571231" y="5540252"/>
              <a:ext cx="539115" cy="711835"/>
            </a:xfrm>
            <a:custGeom>
              <a:avLst/>
              <a:gdLst/>
              <a:ahLst/>
              <a:cxnLst/>
              <a:rect l="l" t="t" r="r" b="b"/>
              <a:pathLst>
                <a:path w="539115" h="711835">
                  <a:moveTo>
                    <a:pt x="310255" y="199964"/>
                  </a:moveTo>
                  <a:lnTo>
                    <a:pt x="282553" y="248789"/>
                  </a:lnTo>
                  <a:lnTo>
                    <a:pt x="262237" y="281686"/>
                  </a:lnTo>
                  <a:lnTo>
                    <a:pt x="240898" y="314192"/>
                  </a:lnTo>
                  <a:lnTo>
                    <a:pt x="218629" y="346141"/>
                  </a:lnTo>
                  <a:lnTo>
                    <a:pt x="196035" y="377168"/>
                  </a:lnTo>
                  <a:lnTo>
                    <a:pt x="162172" y="421408"/>
                  </a:lnTo>
                  <a:lnTo>
                    <a:pt x="140451" y="448650"/>
                  </a:lnTo>
                  <a:lnTo>
                    <a:pt x="310255" y="448650"/>
                  </a:lnTo>
                  <a:lnTo>
                    <a:pt x="310255" y="199964"/>
                  </a:lnTo>
                  <a:close/>
                </a:path>
                <a:path w="539115" h="711835">
                  <a:moveTo>
                    <a:pt x="307726" y="0"/>
                  </a:moveTo>
                  <a:lnTo>
                    <a:pt x="453146" y="0"/>
                  </a:lnTo>
                  <a:lnTo>
                    <a:pt x="453146" y="448650"/>
                  </a:lnTo>
                  <a:lnTo>
                    <a:pt x="538612" y="448650"/>
                  </a:lnTo>
                  <a:lnTo>
                    <a:pt x="538612" y="565784"/>
                  </a:lnTo>
                  <a:lnTo>
                    <a:pt x="453146" y="565784"/>
                  </a:lnTo>
                  <a:lnTo>
                    <a:pt x="453146" y="711707"/>
                  </a:lnTo>
                  <a:lnTo>
                    <a:pt x="310255" y="711707"/>
                  </a:lnTo>
                  <a:lnTo>
                    <a:pt x="310255" y="565784"/>
                  </a:lnTo>
                  <a:lnTo>
                    <a:pt x="0" y="565784"/>
                  </a:lnTo>
                  <a:lnTo>
                    <a:pt x="0" y="443185"/>
                  </a:lnTo>
                  <a:lnTo>
                    <a:pt x="20763" y="419565"/>
                  </a:lnTo>
                  <a:lnTo>
                    <a:pt x="41906" y="394855"/>
                  </a:lnTo>
                  <a:lnTo>
                    <a:pt x="85343" y="342174"/>
                  </a:lnTo>
                  <a:lnTo>
                    <a:pt x="128797" y="286523"/>
                  </a:lnTo>
                  <a:lnTo>
                    <a:pt x="170809" y="229255"/>
                  </a:lnTo>
                  <a:lnTo>
                    <a:pt x="210536" y="171000"/>
                  </a:lnTo>
                  <a:lnTo>
                    <a:pt x="247406" y="112370"/>
                  </a:lnTo>
                  <a:lnTo>
                    <a:pt x="280275" y="54863"/>
                  </a:lnTo>
                  <a:lnTo>
                    <a:pt x="294670" y="27098"/>
                  </a:lnTo>
                  <a:lnTo>
                    <a:pt x="307726" y="0"/>
                  </a:lnTo>
                  <a:close/>
                </a:path>
              </a:pathLst>
            </a:custGeom>
            <a:ln w="12191">
              <a:solidFill>
                <a:srgbClr val="000000"/>
              </a:solidFill>
            </a:ln>
          </p:spPr>
          <p:txBody>
            <a:bodyPr wrap="square" lIns="0" tIns="0" rIns="0" bIns="0" rtlCol="0"/>
            <a:lstStyle/>
            <a:p>
              <a:endParaRPr/>
            </a:p>
          </p:txBody>
        </p:sp>
        <p:sp>
          <p:nvSpPr>
            <p:cNvPr id="55" name="object 55"/>
            <p:cNvSpPr/>
            <p:nvPr/>
          </p:nvSpPr>
          <p:spPr>
            <a:xfrm>
              <a:off x="6728460" y="5209032"/>
              <a:ext cx="2218944" cy="1345692"/>
            </a:xfrm>
            <a:prstGeom prst="rect">
              <a:avLst/>
            </a:prstGeom>
            <a:blipFill>
              <a:blip r:embed="rId19" cstate="print"/>
              <a:stretch>
                <a:fillRect/>
              </a:stretch>
            </a:blipFill>
          </p:spPr>
          <p:txBody>
            <a:bodyPr wrap="square" lIns="0" tIns="0" rIns="0" bIns="0" rtlCol="0"/>
            <a:lstStyle/>
            <a:p>
              <a:endParaRPr/>
            </a:p>
          </p:txBody>
        </p:sp>
        <p:sp>
          <p:nvSpPr>
            <p:cNvPr id="56" name="object 56"/>
            <p:cNvSpPr/>
            <p:nvPr/>
          </p:nvSpPr>
          <p:spPr>
            <a:xfrm>
              <a:off x="6867144" y="4892039"/>
              <a:ext cx="2258568" cy="1965959"/>
            </a:xfrm>
            <a:prstGeom prst="rect">
              <a:avLst/>
            </a:prstGeom>
            <a:blipFill>
              <a:blip r:embed="rId20" cstate="print"/>
              <a:stretch>
                <a:fillRect/>
              </a:stretch>
            </a:blipFill>
          </p:spPr>
          <p:txBody>
            <a:bodyPr wrap="square" lIns="0" tIns="0" rIns="0" bIns="0" rtlCol="0"/>
            <a:lstStyle/>
            <a:p>
              <a:endParaRPr/>
            </a:p>
          </p:txBody>
        </p:sp>
        <p:sp>
          <p:nvSpPr>
            <p:cNvPr id="57" name="object 57"/>
            <p:cNvSpPr/>
            <p:nvPr/>
          </p:nvSpPr>
          <p:spPr>
            <a:xfrm>
              <a:off x="6809628" y="5270503"/>
              <a:ext cx="2057400" cy="1184275"/>
            </a:xfrm>
            <a:custGeom>
              <a:avLst/>
              <a:gdLst/>
              <a:ahLst/>
              <a:cxnLst/>
              <a:rect l="l" t="t" r="r" b="b"/>
              <a:pathLst>
                <a:path w="2057400" h="1184275">
                  <a:moveTo>
                    <a:pt x="1824837"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500"/>
                  </a:lnTo>
                  <a:lnTo>
                    <a:pt x="4724" y="998366"/>
                  </a:lnTo>
                  <a:lnTo>
                    <a:pt x="18275" y="1042015"/>
                  </a:lnTo>
                  <a:lnTo>
                    <a:pt x="39715" y="1081514"/>
                  </a:lnTo>
                  <a:lnTo>
                    <a:pt x="68111" y="1115927"/>
                  </a:lnTo>
                  <a:lnTo>
                    <a:pt x="102526" y="1144319"/>
                  </a:lnTo>
                  <a:lnTo>
                    <a:pt x="142024" y="1165757"/>
                  </a:lnTo>
                  <a:lnTo>
                    <a:pt x="185671" y="1179305"/>
                  </a:lnTo>
                  <a:lnTo>
                    <a:pt x="232531" y="1184029"/>
                  </a:lnTo>
                  <a:lnTo>
                    <a:pt x="1824837" y="1184029"/>
                  </a:lnTo>
                  <a:lnTo>
                    <a:pt x="1871698" y="1179305"/>
                  </a:lnTo>
                  <a:lnTo>
                    <a:pt x="1915349" y="1165757"/>
                  </a:lnTo>
                  <a:lnTo>
                    <a:pt x="1954852" y="1144319"/>
                  </a:lnTo>
                  <a:lnTo>
                    <a:pt x="1989273" y="1115927"/>
                  </a:lnTo>
                  <a:lnTo>
                    <a:pt x="2017674" y="1081514"/>
                  </a:lnTo>
                  <a:lnTo>
                    <a:pt x="2039120" y="1042015"/>
                  </a:lnTo>
                  <a:lnTo>
                    <a:pt x="2052673" y="998366"/>
                  </a:lnTo>
                  <a:lnTo>
                    <a:pt x="2057399" y="95150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58" name="object 58"/>
            <p:cNvSpPr/>
            <p:nvPr/>
          </p:nvSpPr>
          <p:spPr>
            <a:xfrm>
              <a:off x="6809628" y="527050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00"/>
                  </a:lnTo>
                  <a:lnTo>
                    <a:pt x="2052673" y="998366"/>
                  </a:lnTo>
                  <a:lnTo>
                    <a:pt x="2039120" y="1042015"/>
                  </a:lnTo>
                  <a:lnTo>
                    <a:pt x="2017674" y="1081514"/>
                  </a:lnTo>
                  <a:lnTo>
                    <a:pt x="1989273" y="1115927"/>
                  </a:lnTo>
                  <a:lnTo>
                    <a:pt x="1954852" y="1144319"/>
                  </a:lnTo>
                  <a:lnTo>
                    <a:pt x="1915349" y="1165757"/>
                  </a:lnTo>
                  <a:lnTo>
                    <a:pt x="1871698" y="1179305"/>
                  </a:lnTo>
                  <a:lnTo>
                    <a:pt x="1824837" y="1184029"/>
                  </a:lnTo>
                  <a:lnTo>
                    <a:pt x="232531" y="1184029"/>
                  </a:lnTo>
                  <a:lnTo>
                    <a:pt x="185671" y="1179305"/>
                  </a:lnTo>
                  <a:lnTo>
                    <a:pt x="142024" y="1165757"/>
                  </a:lnTo>
                  <a:lnTo>
                    <a:pt x="102526" y="1144319"/>
                  </a:lnTo>
                  <a:lnTo>
                    <a:pt x="68111" y="1115927"/>
                  </a:lnTo>
                  <a:lnTo>
                    <a:pt x="39715" y="1081514"/>
                  </a:lnTo>
                  <a:lnTo>
                    <a:pt x="18275" y="1042015"/>
                  </a:lnTo>
                  <a:lnTo>
                    <a:pt x="4724"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59" name="object 59"/>
            <p:cNvSpPr/>
            <p:nvPr/>
          </p:nvSpPr>
          <p:spPr>
            <a:xfrm>
              <a:off x="6908292" y="4913374"/>
              <a:ext cx="1895855" cy="1944624"/>
            </a:xfrm>
            <a:prstGeom prst="rect">
              <a:avLst/>
            </a:prstGeom>
            <a:blipFill>
              <a:blip r:embed="rId21" cstate="print"/>
              <a:stretch>
                <a:fillRect/>
              </a:stretch>
            </a:blipFill>
          </p:spPr>
          <p:txBody>
            <a:bodyPr wrap="square" lIns="0" tIns="0" rIns="0" bIns="0" rtlCol="0"/>
            <a:lstStyle/>
            <a:p>
              <a:endParaRPr/>
            </a:p>
          </p:txBody>
        </p:sp>
        <p:sp>
          <p:nvSpPr>
            <p:cNvPr id="60" name="object 60"/>
            <p:cNvSpPr/>
            <p:nvPr/>
          </p:nvSpPr>
          <p:spPr>
            <a:xfrm>
              <a:off x="7615549" y="5522595"/>
              <a:ext cx="447675" cy="724535"/>
            </a:xfrm>
            <a:custGeom>
              <a:avLst/>
              <a:gdLst/>
              <a:ahLst/>
              <a:cxnLst/>
              <a:rect l="l" t="t" r="r" b="b"/>
              <a:pathLst>
                <a:path w="447675" h="724535">
                  <a:moveTo>
                    <a:pt x="414406" y="0"/>
                  </a:moveTo>
                  <a:lnTo>
                    <a:pt x="37734" y="0"/>
                  </a:lnTo>
                  <a:lnTo>
                    <a:pt x="10942" y="397084"/>
                  </a:lnTo>
                  <a:lnTo>
                    <a:pt x="45876" y="393397"/>
                  </a:lnTo>
                  <a:lnTo>
                    <a:pt x="78687" y="390763"/>
                  </a:lnTo>
                  <a:lnTo>
                    <a:pt x="109401" y="389183"/>
                  </a:lnTo>
                  <a:lnTo>
                    <a:pt x="138043" y="388656"/>
                  </a:lnTo>
                  <a:lnTo>
                    <a:pt x="191814" y="392885"/>
                  </a:lnTo>
                  <a:lnTo>
                    <a:pt x="233633" y="405572"/>
                  </a:lnTo>
                  <a:lnTo>
                    <a:pt x="263502" y="426717"/>
                  </a:lnTo>
                  <a:lnTo>
                    <a:pt x="281422" y="456320"/>
                  </a:lnTo>
                  <a:lnTo>
                    <a:pt x="287395" y="494382"/>
                  </a:lnTo>
                  <a:lnTo>
                    <a:pt x="285206" y="518374"/>
                  </a:lnTo>
                  <a:lnTo>
                    <a:pt x="267683" y="558454"/>
                  </a:lnTo>
                  <a:lnTo>
                    <a:pt x="233207" y="587459"/>
                  </a:lnTo>
                  <a:lnTo>
                    <a:pt x="184681" y="602227"/>
                  </a:lnTo>
                  <a:lnTo>
                    <a:pt x="155326" y="604073"/>
                  </a:lnTo>
                  <a:lnTo>
                    <a:pt x="114751" y="601281"/>
                  </a:lnTo>
                  <a:lnTo>
                    <a:pt x="75331" y="592903"/>
                  </a:lnTo>
                  <a:lnTo>
                    <a:pt x="37077" y="578940"/>
                  </a:lnTo>
                  <a:lnTo>
                    <a:pt x="0" y="559390"/>
                  </a:lnTo>
                  <a:lnTo>
                    <a:pt x="0" y="693407"/>
                  </a:lnTo>
                  <a:lnTo>
                    <a:pt x="37023" y="706874"/>
                  </a:lnTo>
                  <a:lnTo>
                    <a:pt x="78169" y="716488"/>
                  </a:lnTo>
                  <a:lnTo>
                    <a:pt x="123413" y="722253"/>
                  </a:lnTo>
                  <a:lnTo>
                    <a:pt x="172730" y="724174"/>
                  </a:lnTo>
                  <a:lnTo>
                    <a:pt x="232763" y="719910"/>
                  </a:lnTo>
                  <a:lnTo>
                    <a:pt x="286184" y="707116"/>
                  </a:lnTo>
                  <a:lnTo>
                    <a:pt x="333010" y="685793"/>
                  </a:lnTo>
                  <a:lnTo>
                    <a:pt x="373258" y="655938"/>
                  </a:lnTo>
                  <a:lnTo>
                    <a:pt x="405599" y="619346"/>
                  </a:lnTo>
                  <a:lnTo>
                    <a:pt x="428697" y="577826"/>
                  </a:lnTo>
                  <a:lnTo>
                    <a:pt x="442553" y="531375"/>
                  </a:lnTo>
                  <a:lnTo>
                    <a:pt x="447172" y="479989"/>
                  </a:lnTo>
                  <a:lnTo>
                    <a:pt x="443310" y="433824"/>
                  </a:lnTo>
                  <a:lnTo>
                    <a:pt x="431711" y="392628"/>
                  </a:lnTo>
                  <a:lnTo>
                    <a:pt x="412350" y="356399"/>
                  </a:lnTo>
                  <a:lnTo>
                    <a:pt x="385206" y="325136"/>
                  </a:lnTo>
                  <a:lnTo>
                    <a:pt x="351169" y="299938"/>
                  </a:lnTo>
                  <a:lnTo>
                    <a:pt x="311196" y="281940"/>
                  </a:lnTo>
                  <a:lnTo>
                    <a:pt x="265298" y="271143"/>
                  </a:lnTo>
                  <a:lnTo>
                    <a:pt x="213481" y="267544"/>
                  </a:lnTo>
                  <a:lnTo>
                    <a:pt x="198918" y="267731"/>
                  </a:lnTo>
                  <a:lnTo>
                    <a:pt x="183043" y="268292"/>
                  </a:lnTo>
                  <a:lnTo>
                    <a:pt x="165883" y="269227"/>
                  </a:lnTo>
                  <a:lnTo>
                    <a:pt x="147462" y="270534"/>
                  </a:lnTo>
                  <a:lnTo>
                    <a:pt x="157368" y="128076"/>
                  </a:lnTo>
                  <a:lnTo>
                    <a:pt x="414406" y="128076"/>
                  </a:lnTo>
                  <a:lnTo>
                    <a:pt x="414406" y="0"/>
                  </a:lnTo>
                  <a:close/>
                </a:path>
              </a:pathLst>
            </a:custGeom>
            <a:solidFill>
              <a:srgbClr val="FFFF00"/>
            </a:solidFill>
          </p:spPr>
          <p:txBody>
            <a:bodyPr wrap="square" lIns="0" tIns="0" rIns="0" bIns="0" rtlCol="0"/>
            <a:lstStyle/>
            <a:p>
              <a:endParaRPr/>
            </a:p>
          </p:txBody>
        </p:sp>
        <p:sp>
          <p:nvSpPr>
            <p:cNvPr id="61" name="object 61"/>
            <p:cNvSpPr/>
            <p:nvPr/>
          </p:nvSpPr>
          <p:spPr>
            <a:xfrm>
              <a:off x="7615549" y="5522595"/>
              <a:ext cx="447675" cy="724535"/>
            </a:xfrm>
            <a:custGeom>
              <a:avLst/>
              <a:gdLst/>
              <a:ahLst/>
              <a:cxnLst/>
              <a:rect l="l" t="t" r="r" b="b"/>
              <a:pathLst>
                <a:path w="447675" h="724535">
                  <a:moveTo>
                    <a:pt x="37734" y="0"/>
                  </a:moveTo>
                  <a:lnTo>
                    <a:pt x="414406" y="0"/>
                  </a:lnTo>
                  <a:lnTo>
                    <a:pt x="414406" y="128076"/>
                  </a:lnTo>
                  <a:lnTo>
                    <a:pt x="157368" y="128076"/>
                  </a:lnTo>
                  <a:lnTo>
                    <a:pt x="147462" y="270534"/>
                  </a:lnTo>
                  <a:lnTo>
                    <a:pt x="165883" y="269227"/>
                  </a:lnTo>
                  <a:lnTo>
                    <a:pt x="183043" y="268292"/>
                  </a:lnTo>
                  <a:lnTo>
                    <a:pt x="198918" y="267731"/>
                  </a:lnTo>
                  <a:lnTo>
                    <a:pt x="213481" y="267544"/>
                  </a:lnTo>
                  <a:lnTo>
                    <a:pt x="265298" y="271143"/>
                  </a:lnTo>
                  <a:lnTo>
                    <a:pt x="311196" y="281940"/>
                  </a:lnTo>
                  <a:lnTo>
                    <a:pt x="351169" y="299938"/>
                  </a:lnTo>
                  <a:lnTo>
                    <a:pt x="385206" y="325136"/>
                  </a:lnTo>
                  <a:lnTo>
                    <a:pt x="412350" y="356399"/>
                  </a:lnTo>
                  <a:lnTo>
                    <a:pt x="431711" y="392628"/>
                  </a:lnTo>
                  <a:lnTo>
                    <a:pt x="443310" y="433824"/>
                  </a:lnTo>
                  <a:lnTo>
                    <a:pt x="447172" y="479989"/>
                  </a:lnTo>
                  <a:lnTo>
                    <a:pt x="442553" y="531375"/>
                  </a:lnTo>
                  <a:lnTo>
                    <a:pt x="428697" y="577826"/>
                  </a:lnTo>
                  <a:lnTo>
                    <a:pt x="405599" y="619346"/>
                  </a:lnTo>
                  <a:lnTo>
                    <a:pt x="373258" y="655938"/>
                  </a:lnTo>
                  <a:lnTo>
                    <a:pt x="333010" y="685793"/>
                  </a:lnTo>
                  <a:lnTo>
                    <a:pt x="286184" y="707116"/>
                  </a:lnTo>
                  <a:lnTo>
                    <a:pt x="232763" y="719910"/>
                  </a:lnTo>
                  <a:lnTo>
                    <a:pt x="172730" y="724174"/>
                  </a:lnTo>
                  <a:lnTo>
                    <a:pt x="123413" y="722253"/>
                  </a:lnTo>
                  <a:lnTo>
                    <a:pt x="78169" y="716488"/>
                  </a:lnTo>
                  <a:lnTo>
                    <a:pt x="37023" y="706874"/>
                  </a:lnTo>
                  <a:lnTo>
                    <a:pt x="0" y="693407"/>
                  </a:lnTo>
                  <a:lnTo>
                    <a:pt x="0" y="559390"/>
                  </a:lnTo>
                  <a:lnTo>
                    <a:pt x="37077" y="578940"/>
                  </a:lnTo>
                  <a:lnTo>
                    <a:pt x="75331" y="592903"/>
                  </a:lnTo>
                  <a:lnTo>
                    <a:pt x="114751" y="601281"/>
                  </a:lnTo>
                  <a:lnTo>
                    <a:pt x="155326" y="604073"/>
                  </a:lnTo>
                  <a:lnTo>
                    <a:pt x="184681" y="602227"/>
                  </a:lnTo>
                  <a:lnTo>
                    <a:pt x="233207" y="587459"/>
                  </a:lnTo>
                  <a:lnTo>
                    <a:pt x="267683" y="558454"/>
                  </a:lnTo>
                  <a:lnTo>
                    <a:pt x="285206" y="518374"/>
                  </a:lnTo>
                  <a:lnTo>
                    <a:pt x="287395" y="494382"/>
                  </a:lnTo>
                  <a:lnTo>
                    <a:pt x="281422" y="456320"/>
                  </a:lnTo>
                  <a:lnTo>
                    <a:pt x="263502" y="426717"/>
                  </a:lnTo>
                  <a:lnTo>
                    <a:pt x="233633" y="405572"/>
                  </a:lnTo>
                  <a:lnTo>
                    <a:pt x="191814" y="392885"/>
                  </a:lnTo>
                  <a:lnTo>
                    <a:pt x="138043" y="388656"/>
                  </a:lnTo>
                  <a:lnTo>
                    <a:pt x="109401" y="389183"/>
                  </a:lnTo>
                  <a:lnTo>
                    <a:pt x="78687" y="390763"/>
                  </a:lnTo>
                  <a:lnTo>
                    <a:pt x="45876" y="393397"/>
                  </a:lnTo>
                  <a:lnTo>
                    <a:pt x="10942" y="397084"/>
                  </a:lnTo>
                  <a:lnTo>
                    <a:pt x="37734" y="0"/>
                  </a:lnTo>
                  <a:close/>
                </a:path>
              </a:pathLst>
            </a:custGeom>
            <a:ln w="12191">
              <a:solidFill>
                <a:srgbClr val="000000"/>
              </a:solidFill>
            </a:ln>
          </p:spPr>
          <p:txBody>
            <a:bodyPr wrap="square" lIns="0" tIns="0" rIns="0" bIns="0" rtlCol="0"/>
            <a:lstStyle/>
            <a:p>
              <a:endParaRPr/>
            </a:p>
          </p:txBody>
        </p:sp>
        <p:sp>
          <p:nvSpPr>
            <p:cNvPr id="62" name="object 62"/>
            <p:cNvSpPr/>
            <p:nvPr/>
          </p:nvSpPr>
          <p:spPr>
            <a:xfrm>
              <a:off x="6768084" y="5239511"/>
              <a:ext cx="2218944" cy="1345692"/>
            </a:xfrm>
            <a:prstGeom prst="rect">
              <a:avLst/>
            </a:prstGeom>
            <a:blipFill>
              <a:blip r:embed="rId22" cstate="print"/>
              <a:stretch>
                <a:fillRect/>
              </a:stretch>
            </a:blipFill>
          </p:spPr>
          <p:txBody>
            <a:bodyPr wrap="square" lIns="0" tIns="0" rIns="0" bIns="0" rtlCol="0"/>
            <a:lstStyle/>
            <a:p>
              <a:endParaRPr/>
            </a:p>
          </p:txBody>
        </p:sp>
        <p:sp>
          <p:nvSpPr>
            <p:cNvPr id="63" name="object 63"/>
            <p:cNvSpPr/>
            <p:nvPr/>
          </p:nvSpPr>
          <p:spPr>
            <a:xfrm>
              <a:off x="6905244" y="4922518"/>
              <a:ext cx="2238755" cy="1935480"/>
            </a:xfrm>
            <a:prstGeom prst="rect">
              <a:avLst/>
            </a:prstGeom>
            <a:blipFill>
              <a:blip r:embed="rId23" cstate="print"/>
              <a:stretch>
                <a:fillRect/>
              </a:stretch>
            </a:blipFill>
          </p:spPr>
          <p:txBody>
            <a:bodyPr wrap="square" lIns="0" tIns="0" rIns="0" bIns="0" rtlCol="0"/>
            <a:lstStyle/>
            <a:p>
              <a:endParaRPr/>
            </a:p>
          </p:txBody>
        </p:sp>
        <p:sp>
          <p:nvSpPr>
            <p:cNvPr id="64" name="object 64"/>
            <p:cNvSpPr/>
            <p:nvPr/>
          </p:nvSpPr>
          <p:spPr>
            <a:xfrm>
              <a:off x="6848612" y="5300721"/>
              <a:ext cx="2057400" cy="1184275"/>
            </a:xfrm>
            <a:custGeom>
              <a:avLst/>
              <a:gdLst/>
              <a:ahLst/>
              <a:cxnLst/>
              <a:rect l="l" t="t" r="r" b="b"/>
              <a:pathLst>
                <a:path w="2057400" h="1184275">
                  <a:moveTo>
                    <a:pt x="1824868" y="0"/>
                  </a:moveTo>
                  <a:lnTo>
                    <a:pt x="232409" y="0"/>
                  </a:lnTo>
                  <a:lnTo>
                    <a:pt x="185555" y="4725"/>
                  </a:lnTo>
                  <a:lnTo>
                    <a:pt x="141922" y="18278"/>
                  </a:lnTo>
                  <a:lnTo>
                    <a:pt x="102442" y="39722"/>
                  </a:lnTo>
                  <a:lnTo>
                    <a:pt x="68050" y="68121"/>
                  </a:lnTo>
                  <a:lnTo>
                    <a:pt x="39677" y="102539"/>
                  </a:lnTo>
                  <a:lnTo>
                    <a:pt x="18256" y="142039"/>
                  </a:lnTo>
                  <a:lnTo>
                    <a:pt x="4719" y="185685"/>
                  </a:lnTo>
                  <a:lnTo>
                    <a:pt x="0" y="232541"/>
                  </a:lnTo>
                  <a:lnTo>
                    <a:pt x="0" y="951558"/>
                  </a:lnTo>
                  <a:lnTo>
                    <a:pt x="4719" y="998424"/>
                  </a:lnTo>
                  <a:lnTo>
                    <a:pt x="18256" y="1042073"/>
                  </a:lnTo>
                  <a:lnTo>
                    <a:pt x="39677" y="1081572"/>
                  </a:lnTo>
                  <a:lnTo>
                    <a:pt x="68050" y="1115985"/>
                  </a:lnTo>
                  <a:lnTo>
                    <a:pt x="102442" y="1144377"/>
                  </a:lnTo>
                  <a:lnTo>
                    <a:pt x="141922" y="1165815"/>
                  </a:lnTo>
                  <a:lnTo>
                    <a:pt x="185555" y="1179363"/>
                  </a:lnTo>
                  <a:lnTo>
                    <a:pt x="232409"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65" name="object 65"/>
            <p:cNvSpPr/>
            <p:nvPr/>
          </p:nvSpPr>
          <p:spPr>
            <a:xfrm>
              <a:off x="6848612" y="5300721"/>
              <a:ext cx="2057400" cy="1184275"/>
            </a:xfrm>
            <a:custGeom>
              <a:avLst/>
              <a:gdLst/>
              <a:ahLst/>
              <a:cxnLst/>
              <a:rect l="l" t="t" r="r" b="b"/>
              <a:pathLst>
                <a:path w="2057400" h="1184275">
                  <a:moveTo>
                    <a:pt x="0" y="232541"/>
                  </a:moveTo>
                  <a:lnTo>
                    <a:pt x="4719" y="185685"/>
                  </a:lnTo>
                  <a:lnTo>
                    <a:pt x="18256" y="142039"/>
                  </a:lnTo>
                  <a:lnTo>
                    <a:pt x="39677" y="102539"/>
                  </a:lnTo>
                  <a:lnTo>
                    <a:pt x="68050" y="68121"/>
                  </a:lnTo>
                  <a:lnTo>
                    <a:pt x="102442" y="39722"/>
                  </a:lnTo>
                  <a:lnTo>
                    <a:pt x="141922" y="18278"/>
                  </a:lnTo>
                  <a:lnTo>
                    <a:pt x="185555" y="4725"/>
                  </a:lnTo>
                  <a:lnTo>
                    <a:pt x="232409"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409" y="1184087"/>
                  </a:lnTo>
                  <a:lnTo>
                    <a:pt x="185555" y="1179363"/>
                  </a:lnTo>
                  <a:lnTo>
                    <a:pt x="141922" y="1165815"/>
                  </a:lnTo>
                  <a:lnTo>
                    <a:pt x="102442" y="1144377"/>
                  </a:lnTo>
                  <a:lnTo>
                    <a:pt x="68050" y="1115985"/>
                  </a:lnTo>
                  <a:lnTo>
                    <a:pt x="39677" y="1081572"/>
                  </a:lnTo>
                  <a:lnTo>
                    <a:pt x="18256" y="1042073"/>
                  </a:lnTo>
                  <a:lnTo>
                    <a:pt x="4719"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66" name="object 66"/>
            <p:cNvSpPr/>
            <p:nvPr/>
          </p:nvSpPr>
          <p:spPr>
            <a:xfrm>
              <a:off x="6946392" y="4943854"/>
              <a:ext cx="1895855" cy="1914144"/>
            </a:xfrm>
            <a:prstGeom prst="rect">
              <a:avLst/>
            </a:prstGeom>
            <a:blipFill>
              <a:blip r:embed="rId24" cstate="print"/>
              <a:stretch>
                <a:fillRect/>
              </a:stretch>
            </a:blipFill>
          </p:spPr>
          <p:txBody>
            <a:bodyPr wrap="square" lIns="0" tIns="0" rIns="0" bIns="0" rtlCol="0"/>
            <a:lstStyle/>
            <a:p>
              <a:endParaRPr/>
            </a:p>
          </p:txBody>
        </p:sp>
        <p:sp>
          <p:nvSpPr>
            <p:cNvPr id="67" name="object 67"/>
            <p:cNvSpPr/>
            <p:nvPr/>
          </p:nvSpPr>
          <p:spPr>
            <a:xfrm>
              <a:off x="7633598" y="5541014"/>
              <a:ext cx="501650" cy="736600"/>
            </a:xfrm>
            <a:custGeom>
              <a:avLst/>
              <a:gdLst/>
              <a:ahLst/>
              <a:cxnLst/>
              <a:rect l="l" t="t" r="r" b="b"/>
              <a:pathLst>
                <a:path w="501650" h="736600">
                  <a:moveTo>
                    <a:pt x="322687" y="0"/>
                  </a:moveTo>
                  <a:lnTo>
                    <a:pt x="251946" y="7235"/>
                  </a:lnTo>
                  <a:lnTo>
                    <a:pt x="188727" y="28956"/>
                  </a:lnTo>
                  <a:lnTo>
                    <a:pt x="133482" y="64049"/>
                  </a:lnTo>
                  <a:lnTo>
                    <a:pt x="87107" y="111145"/>
                  </a:lnTo>
                  <a:lnTo>
                    <a:pt x="50047" y="169657"/>
                  </a:lnTo>
                  <a:lnTo>
                    <a:pt x="22611" y="238957"/>
                  </a:lnTo>
                  <a:lnTo>
                    <a:pt x="12751" y="277374"/>
                  </a:lnTo>
                  <a:lnTo>
                    <a:pt x="5679" y="317936"/>
                  </a:lnTo>
                  <a:lnTo>
                    <a:pt x="1420" y="360638"/>
                  </a:lnTo>
                  <a:lnTo>
                    <a:pt x="0" y="405636"/>
                  </a:lnTo>
                  <a:lnTo>
                    <a:pt x="1090" y="443421"/>
                  </a:lnTo>
                  <a:lnTo>
                    <a:pt x="9806" y="513154"/>
                  </a:lnTo>
                  <a:lnTo>
                    <a:pt x="27038" y="574533"/>
                  </a:lnTo>
                  <a:lnTo>
                    <a:pt x="52135" y="626526"/>
                  </a:lnTo>
                  <a:lnTo>
                    <a:pt x="84847" y="668897"/>
                  </a:lnTo>
                  <a:lnTo>
                    <a:pt x="124902" y="701281"/>
                  </a:lnTo>
                  <a:lnTo>
                    <a:pt x="172196" y="723476"/>
                  </a:lnTo>
                  <a:lnTo>
                    <a:pt x="225917" y="734646"/>
                  </a:lnTo>
                  <a:lnTo>
                    <a:pt x="255143" y="736043"/>
                  </a:lnTo>
                  <a:lnTo>
                    <a:pt x="281457" y="734848"/>
                  </a:lnTo>
                  <a:lnTo>
                    <a:pt x="330838" y="725294"/>
                  </a:lnTo>
                  <a:lnTo>
                    <a:pt x="375747" y="706480"/>
                  </a:lnTo>
                  <a:lnTo>
                    <a:pt x="414755" y="680173"/>
                  </a:lnTo>
                  <a:lnTo>
                    <a:pt x="447397" y="646814"/>
                  </a:lnTo>
                  <a:lnTo>
                    <a:pt x="467906" y="615933"/>
                  </a:lnTo>
                  <a:lnTo>
                    <a:pt x="255143" y="615933"/>
                  </a:lnTo>
                  <a:lnTo>
                    <a:pt x="244726" y="615313"/>
                  </a:lnTo>
                  <a:lnTo>
                    <a:pt x="208027" y="600589"/>
                  </a:lnTo>
                  <a:lnTo>
                    <a:pt x="180426" y="570033"/>
                  </a:lnTo>
                  <a:lnTo>
                    <a:pt x="163802" y="527365"/>
                  </a:lnTo>
                  <a:lnTo>
                    <a:pt x="159893" y="489859"/>
                  </a:lnTo>
                  <a:lnTo>
                    <a:pt x="160303" y="478210"/>
                  </a:lnTo>
                  <a:lnTo>
                    <a:pt x="170309" y="436953"/>
                  </a:lnTo>
                  <a:lnTo>
                    <a:pt x="192168" y="405636"/>
                  </a:lnTo>
                  <a:lnTo>
                    <a:pt x="233818" y="384141"/>
                  </a:lnTo>
                  <a:lnTo>
                    <a:pt x="254107" y="382155"/>
                  </a:lnTo>
                  <a:lnTo>
                    <a:pt x="481800" y="382155"/>
                  </a:lnTo>
                  <a:lnTo>
                    <a:pt x="479752" y="376923"/>
                  </a:lnTo>
                  <a:lnTo>
                    <a:pt x="470663" y="358763"/>
                  </a:lnTo>
                  <a:lnTo>
                    <a:pt x="460175" y="342057"/>
                  </a:lnTo>
                  <a:lnTo>
                    <a:pt x="455443" y="335981"/>
                  </a:lnTo>
                  <a:lnTo>
                    <a:pt x="154925" y="335981"/>
                  </a:lnTo>
                  <a:lnTo>
                    <a:pt x="156165" y="311991"/>
                  </a:lnTo>
                  <a:lnTo>
                    <a:pt x="163219" y="267454"/>
                  </a:lnTo>
                  <a:lnTo>
                    <a:pt x="176220" y="227654"/>
                  </a:lnTo>
                  <a:lnTo>
                    <a:pt x="194313" y="193527"/>
                  </a:lnTo>
                  <a:lnTo>
                    <a:pt x="230679" y="153581"/>
                  </a:lnTo>
                  <a:lnTo>
                    <a:pt x="277223" y="128240"/>
                  </a:lnTo>
                  <a:lnTo>
                    <a:pt x="332593" y="119585"/>
                  </a:lnTo>
                  <a:lnTo>
                    <a:pt x="450703" y="119585"/>
                  </a:lnTo>
                  <a:lnTo>
                    <a:pt x="450703" y="19299"/>
                  </a:lnTo>
                  <a:lnTo>
                    <a:pt x="425557" y="10874"/>
                  </a:lnTo>
                  <a:lnTo>
                    <a:pt x="395839" y="4841"/>
                  </a:lnTo>
                  <a:lnTo>
                    <a:pt x="361549" y="1212"/>
                  </a:lnTo>
                  <a:lnTo>
                    <a:pt x="322687" y="0"/>
                  </a:lnTo>
                  <a:close/>
                </a:path>
                <a:path w="501650" h="736600">
                  <a:moveTo>
                    <a:pt x="481800" y="382155"/>
                  </a:moveTo>
                  <a:lnTo>
                    <a:pt x="254107" y="382155"/>
                  </a:lnTo>
                  <a:lnTo>
                    <a:pt x="295200" y="389319"/>
                  </a:lnTo>
                  <a:lnTo>
                    <a:pt x="324535" y="410814"/>
                  </a:lnTo>
                  <a:lnTo>
                    <a:pt x="342125" y="446644"/>
                  </a:lnTo>
                  <a:lnTo>
                    <a:pt x="347985" y="496811"/>
                  </a:lnTo>
                  <a:lnTo>
                    <a:pt x="347579" y="509700"/>
                  </a:lnTo>
                  <a:lnTo>
                    <a:pt x="337911" y="555846"/>
                  </a:lnTo>
                  <a:lnTo>
                    <a:pt x="316549" y="590310"/>
                  </a:lnTo>
                  <a:lnTo>
                    <a:pt x="275416" y="613762"/>
                  </a:lnTo>
                  <a:lnTo>
                    <a:pt x="255143" y="615933"/>
                  </a:lnTo>
                  <a:lnTo>
                    <a:pt x="467906" y="615933"/>
                  </a:lnTo>
                  <a:lnTo>
                    <a:pt x="491001" y="561894"/>
                  </a:lnTo>
                  <a:lnTo>
                    <a:pt x="500229" y="512750"/>
                  </a:lnTo>
                  <a:lnTo>
                    <a:pt x="501391" y="486869"/>
                  </a:lnTo>
                  <a:lnTo>
                    <a:pt x="500513" y="462619"/>
                  </a:lnTo>
                  <a:lnTo>
                    <a:pt x="497886" y="439480"/>
                  </a:lnTo>
                  <a:lnTo>
                    <a:pt x="493521" y="417453"/>
                  </a:lnTo>
                  <a:lnTo>
                    <a:pt x="487431" y="396538"/>
                  </a:lnTo>
                  <a:lnTo>
                    <a:pt x="481800" y="382155"/>
                  </a:lnTo>
                  <a:close/>
                </a:path>
                <a:path w="501650" h="736600">
                  <a:moveTo>
                    <a:pt x="307325" y="266008"/>
                  </a:moveTo>
                  <a:lnTo>
                    <a:pt x="260918" y="270383"/>
                  </a:lnTo>
                  <a:lnTo>
                    <a:pt x="220541" y="283506"/>
                  </a:lnTo>
                  <a:lnTo>
                    <a:pt x="186187" y="305373"/>
                  </a:lnTo>
                  <a:lnTo>
                    <a:pt x="157851" y="335981"/>
                  </a:lnTo>
                  <a:lnTo>
                    <a:pt x="455443" y="335981"/>
                  </a:lnTo>
                  <a:lnTo>
                    <a:pt x="420326" y="301061"/>
                  </a:lnTo>
                  <a:lnTo>
                    <a:pt x="387213" y="281891"/>
                  </a:lnTo>
                  <a:lnTo>
                    <a:pt x="349326" y="269981"/>
                  </a:lnTo>
                  <a:lnTo>
                    <a:pt x="307325" y="266008"/>
                  </a:lnTo>
                  <a:close/>
                </a:path>
                <a:path w="501650" h="736600">
                  <a:moveTo>
                    <a:pt x="450703" y="119585"/>
                  </a:moveTo>
                  <a:lnTo>
                    <a:pt x="332593" y="119585"/>
                  </a:lnTo>
                  <a:lnTo>
                    <a:pt x="363979" y="121508"/>
                  </a:lnTo>
                  <a:lnTo>
                    <a:pt x="394128" y="127277"/>
                  </a:lnTo>
                  <a:lnTo>
                    <a:pt x="423037" y="136895"/>
                  </a:lnTo>
                  <a:lnTo>
                    <a:pt x="450703" y="150363"/>
                  </a:lnTo>
                  <a:lnTo>
                    <a:pt x="450703" y="119585"/>
                  </a:lnTo>
                  <a:close/>
                </a:path>
              </a:pathLst>
            </a:custGeom>
            <a:solidFill>
              <a:srgbClr val="FFFF00"/>
            </a:solidFill>
          </p:spPr>
          <p:txBody>
            <a:bodyPr wrap="square" lIns="0" tIns="0" rIns="0" bIns="0" rtlCol="0"/>
            <a:lstStyle/>
            <a:p>
              <a:endParaRPr/>
            </a:p>
          </p:txBody>
        </p:sp>
        <p:sp>
          <p:nvSpPr>
            <p:cNvPr id="68" name="object 68"/>
            <p:cNvSpPr/>
            <p:nvPr/>
          </p:nvSpPr>
          <p:spPr>
            <a:xfrm>
              <a:off x="7787395" y="5917073"/>
              <a:ext cx="200284" cy="245970"/>
            </a:xfrm>
            <a:prstGeom prst="rect">
              <a:avLst/>
            </a:prstGeom>
            <a:blipFill>
              <a:blip r:embed="rId25" cstate="print"/>
              <a:stretch>
                <a:fillRect/>
              </a:stretch>
            </a:blipFill>
          </p:spPr>
          <p:txBody>
            <a:bodyPr wrap="square" lIns="0" tIns="0" rIns="0" bIns="0" rtlCol="0"/>
            <a:lstStyle/>
            <a:p>
              <a:endParaRPr/>
            </a:p>
          </p:txBody>
        </p:sp>
        <p:sp>
          <p:nvSpPr>
            <p:cNvPr id="69" name="object 69"/>
            <p:cNvSpPr/>
            <p:nvPr/>
          </p:nvSpPr>
          <p:spPr>
            <a:xfrm>
              <a:off x="7633593" y="5541014"/>
              <a:ext cx="501650" cy="736600"/>
            </a:xfrm>
            <a:custGeom>
              <a:avLst/>
              <a:gdLst/>
              <a:ahLst/>
              <a:cxnLst/>
              <a:rect l="l" t="t" r="r" b="b"/>
              <a:pathLst>
                <a:path w="501650" h="736600">
                  <a:moveTo>
                    <a:pt x="322691" y="0"/>
                  </a:moveTo>
                  <a:lnTo>
                    <a:pt x="361553" y="1212"/>
                  </a:lnTo>
                  <a:lnTo>
                    <a:pt x="395843" y="4841"/>
                  </a:lnTo>
                  <a:lnTo>
                    <a:pt x="425561" y="10874"/>
                  </a:lnTo>
                  <a:lnTo>
                    <a:pt x="450707" y="19299"/>
                  </a:lnTo>
                  <a:lnTo>
                    <a:pt x="450707" y="150363"/>
                  </a:lnTo>
                  <a:lnTo>
                    <a:pt x="423041" y="136895"/>
                  </a:lnTo>
                  <a:lnTo>
                    <a:pt x="394133" y="127277"/>
                  </a:lnTo>
                  <a:lnTo>
                    <a:pt x="363984" y="121508"/>
                  </a:lnTo>
                  <a:lnTo>
                    <a:pt x="332597" y="119585"/>
                  </a:lnTo>
                  <a:lnTo>
                    <a:pt x="313196" y="120547"/>
                  </a:lnTo>
                  <a:lnTo>
                    <a:pt x="260603" y="134968"/>
                  </a:lnTo>
                  <a:lnTo>
                    <a:pt x="217402" y="165303"/>
                  </a:lnTo>
                  <a:lnTo>
                    <a:pt x="184651" y="209864"/>
                  </a:lnTo>
                  <a:lnTo>
                    <a:pt x="169042" y="246900"/>
                  </a:lnTo>
                  <a:lnTo>
                    <a:pt x="158934" y="289150"/>
                  </a:lnTo>
                  <a:lnTo>
                    <a:pt x="154929" y="335981"/>
                  </a:lnTo>
                  <a:lnTo>
                    <a:pt x="157855" y="335981"/>
                  </a:lnTo>
                  <a:lnTo>
                    <a:pt x="186191" y="305373"/>
                  </a:lnTo>
                  <a:lnTo>
                    <a:pt x="220545" y="283506"/>
                  </a:lnTo>
                  <a:lnTo>
                    <a:pt x="260923" y="270383"/>
                  </a:lnTo>
                  <a:lnTo>
                    <a:pt x="307329" y="266008"/>
                  </a:lnTo>
                  <a:lnTo>
                    <a:pt x="349331" y="269981"/>
                  </a:lnTo>
                  <a:lnTo>
                    <a:pt x="387217" y="281891"/>
                  </a:lnTo>
                  <a:lnTo>
                    <a:pt x="420330" y="301061"/>
                  </a:lnTo>
                  <a:lnTo>
                    <a:pt x="460179" y="342057"/>
                  </a:lnTo>
                  <a:lnTo>
                    <a:pt x="479756" y="376923"/>
                  </a:lnTo>
                  <a:lnTo>
                    <a:pt x="493526" y="417453"/>
                  </a:lnTo>
                  <a:lnTo>
                    <a:pt x="500517" y="462619"/>
                  </a:lnTo>
                  <a:lnTo>
                    <a:pt x="501395" y="486869"/>
                  </a:lnTo>
                  <a:lnTo>
                    <a:pt x="500233" y="512749"/>
                  </a:lnTo>
                  <a:lnTo>
                    <a:pt x="491006" y="561894"/>
                  </a:lnTo>
                  <a:lnTo>
                    <a:pt x="472934" y="607230"/>
                  </a:lnTo>
                  <a:lnTo>
                    <a:pt x="447401" y="646814"/>
                  </a:lnTo>
                  <a:lnTo>
                    <a:pt x="414759" y="680172"/>
                  </a:lnTo>
                  <a:lnTo>
                    <a:pt x="375752" y="706480"/>
                  </a:lnTo>
                  <a:lnTo>
                    <a:pt x="330843" y="725294"/>
                  </a:lnTo>
                  <a:lnTo>
                    <a:pt x="281461" y="734848"/>
                  </a:lnTo>
                  <a:lnTo>
                    <a:pt x="255148" y="736043"/>
                  </a:lnTo>
                  <a:lnTo>
                    <a:pt x="225921" y="734646"/>
                  </a:lnTo>
                  <a:lnTo>
                    <a:pt x="172200" y="723476"/>
                  </a:lnTo>
                  <a:lnTo>
                    <a:pt x="124907" y="701281"/>
                  </a:lnTo>
                  <a:lnTo>
                    <a:pt x="84852" y="668897"/>
                  </a:lnTo>
                  <a:lnTo>
                    <a:pt x="52139" y="626526"/>
                  </a:lnTo>
                  <a:lnTo>
                    <a:pt x="27043" y="574533"/>
                  </a:lnTo>
                  <a:lnTo>
                    <a:pt x="9811" y="513154"/>
                  </a:lnTo>
                  <a:lnTo>
                    <a:pt x="1094" y="443421"/>
                  </a:lnTo>
                  <a:lnTo>
                    <a:pt x="0" y="405478"/>
                  </a:lnTo>
                  <a:lnTo>
                    <a:pt x="1424" y="360638"/>
                  </a:lnTo>
                  <a:lnTo>
                    <a:pt x="5684" y="317936"/>
                  </a:lnTo>
                  <a:lnTo>
                    <a:pt x="12755" y="277374"/>
                  </a:lnTo>
                  <a:lnTo>
                    <a:pt x="22616" y="238957"/>
                  </a:lnTo>
                  <a:lnTo>
                    <a:pt x="35132" y="202959"/>
                  </a:lnTo>
                  <a:lnTo>
                    <a:pt x="67377" y="139051"/>
                  </a:lnTo>
                  <a:lnTo>
                    <a:pt x="109187" y="86094"/>
                  </a:lnTo>
                  <a:lnTo>
                    <a:pt x="160003" y="45005"/>
                  </a:lnTo>
                  <a:lnTo>
                    <a:pt x="219397" y="16284"/>
                  </a:lnTo>
                  <a:lnTo>
                    <a:pt x="286385" y="1808"/>
                  </a:lnTo>
                  <a:lnTo>
                    <a:pt x="322691" y="0"/>
                  </a:lnTo>
                  <a:close/>
                </a:path>
              </a:pathLst>
            </a:custGeom>
            <a:ln w="12191">
              <a:solidFill>
                <a:srgbClr val="000000"/>
              </a:solidFill>
            </a:ln>
          </p:spPr>
          <p:txBody>
            <a:bodyPr wrap="square" lIns="0" tIns="0" rIns="0" bIns="0" rtlCol="0"/>
            <a:lstStyle/>
            <a:p>
              <a:endParaRPr/>
            </a:p>
          </p:txBody>
        </p:sp>
        <p:sp>
          <p:nvSpPr>
            <p:cNvPr id="70" name="object 70"/>
            <p:cNvSpPr/>
            <p:nvPr/>
          </p:nvSpPr>
          <p:spPr>
            <a:xfrm>
              <a:off x="6778752" y="5219700"/>
              <a:ext cx="2218944" cy="1345692"/>
            </a:xfrm>
            <a:prstGeom prst="rect">
              <a:avLst/>
            </a:prstGeom>
            <a:blipFill>
              <a:blip r:embed="rId26" cstate="print"/>
              <a:stretch>
                <a:fillRect/>
              </a:stretch>
            </a:blipFill>
          </p:spPr>
          <p:txBody>
            <a:bodyPr wrap="square" lIns="0" tIns="0" rIns="0" bIns="0" rtlCol="0"/>
            <a:lstStyle/>
            <a:p>
              <a:endParaRPr/>
            </a:p>
          </p:txBody>
        </p:sp>
        <p:sp>
          <p:nvSpPr>
            <p:cNvPr id="71" name="object 71"/>
            <p:cNvSpPr/>
            <p:nvPr/>
          </p:nvSpPr>
          <p:spPr>
            <a:xfrm>
              <a:off x="6917436" y="4901183"/>
              <a:ext cx="2226563" cy="1956815"/>
            </a:xfrm>
            <a:prstGeom prst="rect">
              <a:avLst/>
            </a:prstGeom>
            <a:blipFill>
              <a:blip r:embed="rId27" cstate="print"/>
              <a:stretch>
                <a:fillRect/>
              </a:stretch>
            </a:blipFill>
          </p:spPr>
          <p:txBody>
            <a:bodyPr wrap="square" lIns="0" tIns="0" rIns="0" bIns="0" rtlCol="0"/>
            <a:lstStyle/>
            <a:p>
              <a:endParaRPr/>
            </a:p>
          </p:txBody>
        </p:sp>
        <p:sp>
          <p:nvSpPr>
            <p:cNvPr id="72" name="object 72"/>
            <p:cNvSpPr/>
            <p:nvPr/>
          </p:nvSpPr>
          <p:spPr>
            <a:xfrm>
              <a:off x="6859523" y="527989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868" y="1184065"/>
                  </a:lnTo>
                  <a:lnTo>
                    <a:pt x="1871719" y="1179341"/>
                  </a:lnTo>
                  <a:lnTo>
                    <a:pt x="1915362" y="1165791"/>
                  </a:lnTo>
                  <a:lnTo>
                    <a:pt x="1954860" y="1144352"/>
                  </a:lnTo>
                  <a:lnTo>
                    <a:pt x="1989277" y="1115958"/>
                  </a:lnTo>
                  <a:lnTo>
                    <a:pt x="2017676" y="1081544"/>
                  </a:lnTo>
                  <a:lnTo>
                    <a:pt x="2039120" y="1042045"/>
                  </a:lnTo>
                  <a:lnTo>
                    <a:pt x="2052674" y="998398"/>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73" name="object 73"/>
            <p:cNvSpPr/>
            <p:nvPr/>
          </p:nvSpPr>
          <p:spPr>
            <a:xfrm>
              <a:off x="6859523" y="527989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8"/>
                  </a:lnTo>
                  <a:lnTo>
                    <a:pt x="2039120" y="1042045"/>
                  </a:lnTo>
                  <a:lnTo>
                    <a:pt x="2017676" y="1081544"/>
                  </a:lnTo>
                  <a:lnTo>
                    <a:pt x="1989277" y="1115958"/>
                  </a:lnTo>
                  <a:lnTo>
                    <a:pt x="1954860" y="1144352"/>
                  </a:lnTo>
                  <a:lnTo>
                    <a:pt x="1915362" y="1165791"/>
                  </a:lnTo>
                  <a:lnTo>
                    <a:pt x="1871719" y="1179341"/>
                  </a:lnTo>
                  <a:lnTo>
                    <a:pt x="1824868"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74" name="object 74"/>
            <p:cNvSpPr/>
            <p:nvPr/>
          </p:nvSpPr>
          <p:spPr>
            <a:xfrm>
              <a:off x="6958584" y="4922518"/>
              <a:ext cx="1895855" cy="1935480"/>
            </a:xfrm>
            <a:prstGeom prst="rect">
              <a:avLst/>
            </a:prstGeom>
            <a:blipFill>
              <a:blip r:embed="rId28" cstate="print"/>
              <a:stretch>
                <a:fillRect/>
              </a:stretch>
            </a:blipFill>
          </p:spPr>
          <p:txBody>
            <a:bodyPr wrap="square" lIns="0" tIns="0" rIns="0" bIns="0" rtlCol="0"/>
            <a:lstStyle/>
            <a:p>
              <a:endParaRPr/>
            </a:p>
          </p:txBody>
        </p:sp>
        <p:sp>
          <p:nvSpPr>
            <p:cNvPr id="75" name="object 75"/>
            <p:cNvSpPr/>
            <p:nvPr/>
          </p:nvSpPr>
          <p:spPr>
            <a:xfrm>
              <a:off x="7642616" y="5531988"/>
              <a:ext cx="495934" cy="711835"/>
            </a:xfrm>
            <a:custGeom>
              <a:avLst/>
              <a:gdLst/>
              <a:ahLst/>
              <a:cxnLst/>
              <a:rect l="l" t="t" r="r" b="b"/>
              <a:pathLst>
                <a:path w="495934" h="711835">
                  <a:moveTo>
                    <a:pt x="495421" y="0"/>
                  </a:moveTo>
                  <a:lnTo>
                    <a:pt x="0" y="0"/>
                  </a:lnTo>
                  <a:lnTo>
                    <a:pt x="0" y="128110"/>
                  </a:lnTo>
                  <a:lnTo>
                    <a:pt x="330586" y="128110"/>
                  </a:lnTo>
                  <a:lnTo>
                    <a:pt x="310476" y="161052"/>
                  </a:lnTo>
                  <a:lnTo>
                    <a:pt x="290916" y="194367"/>
                  </a:lnTo>
                  <a:lnTo>
                    <a:pt x="271881" y="228056"/>
                  </a:lnTo>
                  <a:lnTo>
                    <a:pt x="253349" y="262115"/>
                  </a:lnTo>
                  <a:lnTo>
                    <a:pt x="235539" y="296596"/>
                  </a:lnTo>
                  <a:lnTo>
                    <a:pt x="218518" y="331543"/>
                  </a:lnTo>
                  <a:lnTo>
                    <a:pt x="202309" y="366956"/>
                  </a:lnTo>
                  <a:lnTo>
                    <a:pt x="186933" y="402835"/>
                  </a:lnTo>
                  <a:lnTo>
                    <a:pt x="172343" y="439240"/>
                  </a:lnTo>
                  <a:lnTo>
                    <a:pt x="158656" y="476232"/>
                  </a:lnTo>
                  <a:lnTo>
                    <a:pt x="145871" y="513814"/>
                  </a:lnTo>
                  <a:lnTo>
                    <a:pt x="133990" y="551986"/>
                  </a:lnTo>
                  <a:lnTo>
                    <a:pt x="123180" y="590820"/>
                  </a:lnTo>
                  <a:lnTo>
                    <a:pt x="113442" y="630402"/>
                  </a:lnTo>
                  <a:lnTo>
                    <a:pt x="104796" y="670730"/>
                  </a:lnTo>
                  <a:lnTo>
                    <a:pt x="97261" y="711802"/>
                  </a:lnTo>
                  <a:lnTo>
                    <a:pt x="261091" y="711802"/>
                  </a:lnTo>
                  <a:lnTo>
                    <a:pt x="268032" y="668856"/>
                  </a:lnTo>
                  <a:lnTo>
                    <a:pt x="275882" y="627366"/>
                  </a:lnTo>
                  <a:lnTo>
                    <a:pt x="284657" y="587333"/>
                  </a:lnTo>
                  <a:lnTo>
                    <a:pt x="294375" y="548758"/>
                  </a:lnTo>
                  <a:lnTo>
                    <a:pt x="305092" y="511061"/>
                  </a:lnTo>
                  <a:lnTo>
                    <a:pt x="316854" y="473677"/>
                  </a:lnTo>
                  <a:lnTo>
                    <a:pt x="329668" y="436606"/>
                  </a:lnTo>
                  <a:lnTo>
                    <a:pt x="343540" y="399848"/>
                  </a:lnTo>
                  <a:lnTo>
                    <a:pt x="358469" y="363120"/>
                  </a:lnTo>
                  <a:lnTo>
                    <a:pt x="374507" y="326143"/>
                  </a:lnTo>
                  <a:lnTo>
                    <a:pt x="391666" y="288918"/>
                  </a:lnTo>
                  <a:lnTo>
                    <a:pt x="409955" y="251447"/>
                  </a:lnTo>
                  <a:lnTo>
                    <a:pt x="429435" y="213180"/>
                  </a:lnTo>
                  <a:lnTo>
                    <a:pt x="450162" y="173581"/>
                  </a:lnTo>
                  <a:lnTo>
                    <a:pt x="472153" y="132652"/>
                  </a:lnTo>
                  <a:lnTo>
                    <a:pt x="495421" y="90391"/>
                  </a:lnTo>
                  <a:lnTo>
                    <a:pt x="495421" y="0"/>
                  </a:lnTo>
                  <a:close/>
                </a:path>
              </a:pathLst>
            </a:custGeom>
            <a:solidFill>
              <a:srgbClr val="FFFF00"/>
            </a:solidFill>
          </p:spPr>
          <p:txBody>
            <a:bodyPr wrap="square" lIns="0" tIns="0" rIns="0" bIns="0" rtlCol="0"/>
            <a:lstStyle/>
            <a:p>
              <a:endParaRPr/>
            </a:p>
          </p:txBody>
        </p:sp>
        <p:sp>
          <p:nvSpPr>
            <p:cNvPr id="76" name="object 76"/>
            <p:cNvSpPr/>
            <p:nvPr/>
          </p:nvSpPr>
          <p:spPr>
            <a:xfrm>
              <a:off x="7642616" y="5531988"/>
              <a:ext cx="495934" cy="711835"/>
            </a:xfrm>
            <a:custGeom>
              <a:avLst/>
              <a:gdLst/>
              <a:ahLst/>
              <a:cxnLst/>
              <a:rect l="l" t="t" r="r" b="b"/>
              <a:pathLst>
                <a:path w="495934" h="711835">
                  <a:moveTo>
                    <a:pt x="0" y="0"/>
                  </a:moveTo>
                  <a:lnTo>
                    <a:pt x="495421" y="0"/>
                  </a:lnTo>
                  <a:lnTo>
                    <a:pt x="495421" y="90391"/>
                  </a:lnTo>
                  <a:lnTo>
                    <a:pt x="472153" y="132652"/>
                  </a:lnTo>
                  <a:lnTo>
                    <a:pt x="450162" y="173581"/>
                  </a:lnTo>
                  <a:lnTo>
                    <a:pt x="429435" y="213180"/>
                  </a:lnTo>
                  <a:lnTo>
                    <a:pt x="409955" y="251447"/>
                  </a:lnTo>
                  <a:lnTo>
                    <a:pt x="391666" y="288918"/>
                  </a:lnTo>
                  <a:lnTo>
                    <a:pt x="374507" y="326143"/>
                  </a:lnTo>
                  <a:lnTo>
                    <a:pt x="358469" y="363120"/>
                  </a:lnTo>
                  <a:lnTo>
                    <a:pt x="343540" y="399848"/>
                  </a:lnTo>
                  <a:lnTo>
                    <a:pt x="329668" y="436606"/>
                  </a:lnTo>
                  <a:lnTo>
                    <a:pt x="316854" y="473677"/>
                  </a:lnTo>
                  <a:lnTo>
                    <a:pt x="305092" y="511061"/>
                  </a:lnTo>
                  <a:lnTo>
                    <a:pt x="294375" y="548758"/>
                  </a:lnTo>
                  <a:lnTo>
                    <a:pt x="284657" y="587333"/>
                  </a:lnTo>
                  <a:lnTo>
                    <a:pt x="275882" y="627366"/>
                  </a:lnTo>
                  <a:lnTo>
                    <a:pt x="268032" y="668856"/>
                  </a:lnTo>
                  <a:lnTo>
                    <a:pt x="261091" y="711802"/>
                  </a:lnTo>
                  <a:lnTo>
                    <a:pt x="97261" y="711802"/>
                  </a:lnTo>
                  <a:lnTo>
                    <a:pt x="104796" y="670730"/>
                  </a:lnTo>
                  <a:lnTo>
                    <a:pt x="113442" y="630402"/>
                  </a:lnTo>
                  <a:lnTo>
                    <a:pt x="123180" y="590820"/>
                  </a:lnTo>
                  <a:lnTo>
                    <a:pt x="133990" y="551986"/>
                  </a:lnTo>
                  <a:lnTo>
                    <a:pt x="145871" y="513814"/>
                  </a:lnTo>
                  <a:lnTo>
                    <a:pt x="158656" y="476232"/>
                  </a:lnTo>
                  <a:lnTo>
                    <a:pt x="172343" y="439240"/>
                  </a:lnTo>
                  <a:lnTo>
                    <a:pt x="186933" y="402835"/>
                  </a:lnTo>
                  <a:lnTo>
                    <a:pt x="202309" y="366956"/>
                  </a:lnTo>
                  <a:lnTo>
                    <a:pt x="218518" y="331543"/>
                  </a:lnTo>
                  <a:lnTo>
                    <a:pt x="235539" y="296596"/>
                  </a:lnTo>
                  <a:lnTo>
                    <a:pt x="253349" y="262115"/>
                  </a:lnTo>
                  <a:lnTo>
                    <a:pt x="271881" y="228056"/>
                  </a:lnTo>
                  <a:lnTo>
                    <a:pt x="290916" y="194367"/>
                  </a:lnTo>
                  <a:lnTo>
                    <a:pt x="310476" y="161052"/>
                  </a:lnTo>
                  <a:lnTo>
                    <a:pt x="330586" y="128110"/>
                  </a:lnTo>
                  <a:lnTo>
                    <a:pt x="0" y="128110"/>
                  </a:lnTo>
                  <a:lnTo>
                    <a:pt x="0" y="0"/>
                  </a:lnTo>
                  <a:close/>
                </a:path>
              </a:pathLst>
            </a:custGeom>
            <a:ln w="12191">
              <a:solidFill>
                <a:srgbClr val="000000"/>
              </a:solidFill>
            </a:ln>
          </p:spPr>
          <p:txBody>
            <a:bodyPr wrap="square" lIns="0" tIns="0" rIns="0" bIns="0" rtlCol="0"/>
            <a:lstStyle/>
            <a:p>
              <a:endParaRPr/>
            </a:p>
          </p:txBody>
        </p:sp>
        <p:sp>
          <p:nvSpPr>
            <p:cNvPr id="77" name="object 77"/>
            <p:cNvSpPr/>
            <p:nvPr/>
          </p:nvSpPr>
          <p:spPr>
            <a:xfrm>
              <a:off x="6775704" y="5205983"/>
              <a:ext cx="2218944" cy="1345691"/>
            </a:xfrm>
            <a:prstGeom prst="rect">
              <a:avLst/>
            </a:prstGeom>
            <a:blipFill>
              <a:blip r:embed="rId29" cstate="print"/>
              <a:stretch>
                <a:fillRect/>
              </a:stretch>
            </a:blipFill>
          </p:spPr>
          <p:txBody>
            <a:bodyPr wrap="square" lIns="0" tIns="0" rIns="0" bIns="0" rtlCol="0"/>
            <a:lstStyle/>
            <a:p>
              <a:endParaRPr/>
            </a:p>
          </p:txBody>
        </p:sp>
        <p:sp>
          <p:nvSpPr>
            <p:cNvPr id="78" name="object 78"/>
            <p:cNvSpPr/>
            <p:nvPr/>
          </p:nvSpPr>
          <p:spPr>
            <a:xfrm>
              <a:off x="6912864" y="4887467"/>
              <a:ext cx="2231135" cy="1970532"/>
            </a:xfrm>
            <a:prstGeom prst="rect">
              <a:avLst/>
            </a:prstGeom>
            <a:blipFill>
              <a:blip r:embed="rId30" cstate="print"/>
              <a:stretch>
                <a:fillRect/>
              </a:stretch>
            </a:blipFill>
          </p:spPr>
          <p:txBody>
            <a:bodyPr wrap="square" lIns="0" tIns="0" rIns="0" bIns="0" rtlCol="0"/>
            <a:lstStyle/>
            <a:p>
              <a:endParaRPr/>
            </a:p>
          </p:txBody>
        </p:sp>
        <p:sp>
          <p:nvSpPr>
            <p:cNvPr id="79" name="object 79"/>
            <p:cNvSpPr/>
            <p:nvPr/>
          </p:nvSpPr>
          <p:spPr>
            <a:xfrm>
              <a:off x="6855957" y="5266563"/>
              <a:ext cx="2057400" cy="1184275"/>
            </a:xfrm>
            <a:custGeom>
              <a:avLst/>
              <a:gdLst/>
              <a:ahLst/>
              <a:cxnLst/>
              <a:rect l="l" t="t" r="r" b="b"/>
              <a:pathLst>
                <a:path w="2057400" h="1184275">
                  <a:moveTo>
                    <a:pt x="1824868" y="0"/>
                  </a:moveTo>
                  <a:lnTo>
                    <a:pt x="232409" y="0"/>
                  </a:lnTo>
                  <a:lnTo>
                    <a:pt x="185564" y="4725"/>
                  </a:lnTo>
                  <a:lnTo>
                    <a:pt x="141934" y="18278"/>
                  </a:lnTo>
                  <a:lnTo>
                    <a:pt x="102456" y="39722"/>
                  </a:lnTo>
                  <a:lnTo>
                    <a:pt x="68061" y="68121"/>
                  </a:lnTo>
                  <a:lnTo>
                    <a:pt x="39685" y="102539"/>
                  </a:lnTo>
                  <a:lnTo>
                    <a:pt x="18260" y="142039"/>
                  </a:lnTo>
                  <a:lnTo>
                    <a:pt x="4720" y="185685"/>
                  </a:lnTo>
                  <a:lnTo>
                    <a:pt x="0" y="232541"/>
                  </a:lnTo>
                  <a:lnTo>
                    <a:pt x="0" y="951512"/>
                  </a:lnTo>
                  <a:lnTo>
                    <a:pt x="4720" y="998370"/>
                  </a:lnTo>
                  <a:lnTo>
                    <a:pt x="18260" y="1042015"/>
                  </a:lnTo>
                  <a:lnTo>
                    <a:pt x="39685" y="1081511"/>
                  </a:lnTo>
                  <a:lnTo>
                    <a:pt x="68061" y="1115924"/>
                  </a:lnTo>
                  <a:lnTo>
                    <a:pt x="102456" y="1144317"/>
                  </a:lnTo>
                  <a:lnTo>
                    <a:pt x="141934" y="1165755"/>
                  </a:lnTo>
                  <a:lnTo>
                    <a:pt x="185564" y="1179304"/>
                  </a:lnTo>
                  <a:lnTo>
                    <a:pt x="232409" y="1184029"/>
                  </a:lnTo>
                  <a:lnTo>
                    <a:pt x="1824868" y="1184029"/>
                  </a:lnTo>
                  <a:lnTo>
                    <a:pt x="1871728" y="1179304"/>
                  </a:lnTo>
                  <a:lnTo>
                    <a:pt x="1915375" y="1165755"/>
                  </a:lnTo>
                  <a:lnTo>
                    <a:pt x="1954873" y="1144317"/>
                  </a:lnTo>
                  <a:lnTo>
                    <a:pt x="1989288" y="1115924"/>
                  </a:lnTo>
                  <a:lnTo>
                    <a:pt x="2017684" y="1081511"/>
                  </a:lnTo>
                  <a:lnTo>
                    <a:pt x="2039124" y="1042015"/>
                  </a:lnTo>
                  <a:lnTo>
                    <a:pt x="2052675" y="998370"/>
                  </a:lnTo>
                  <a:lnTo>
                    <a:pt x="2057399" y="951512"/>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80" name="object 80"/>
            <p:cNvSpPr/>
            <p:nvPr/>
          </p:nvSpPr>
          <p:spPr>
            <a:xfrm>
              <a:off x="6855957" y="5266563"/>
              <a:ext cx="2057400" cy="1184275"/>
            </a:xfrm>
            <a:custGeom>
              <a:avLst/>
              <a:gdLst/>
              <a:ahLst/>
              <a:cxnLst/>
              <a:rect l="l" t="t" r="r" b="b"/>
              <a:pathLst>
                <a:path w="2057400" h="1184275">
                  <a:moveTo>
                    <a:pt x="0" y="232541"/>
                  </a:moveTo>
                  <a:lnTo>
                    <a:pt x="4720" y="185685"/>
                  </a:lnTo>
                  <a:lnTo>
                    <a:pt x="18260" y="142039"/>
                  </a:lnTo>
                  <a:lnTo>
                    <a:pt x="39685" y="102539"/>
                  </a:lnTo>
                  <a:lnTo>
                    <a:pt x="68061" y="68121"/>
                  </a:lnTo>
                  <a:lnTo>
                    <a:pt x="102456" y="39722"/>
                  </a:lnTo>
                  <a:lnTo>
                    <a:pt x="141934" y="18278"/>
                  </a:lnTo>
                  <a:lnTo>
                    <a:pt x="185564" y="4725"/>
                  </a:lnTo>
                  <a:lnTo>
                    <a:pt x="232409"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12"/>
                  </a:lnTo>
                  <a:lnTo>
                    <a:pt x="2052675" y="998370"/>
                  </a:lnTo>
                  <a:lnTo>
                    <a:pt x="2039124" y="1042015"/>
                  </a:lnTo>
                  <a:lnTo>
                    <a:pt x="2017684" y="1081511"/>
                  </a:lnTo>
                  <a:lnTo>
                    <a:pt x="1989288" y="1115924"/>
                  </a:lnTo>
                  <a:lnTo>
                    <a:pt x="1954873" y="1144317"/>
                  </a:lnTo>
                  <a:lnTo>
                    <a:pt x="1915375" y="1165755"/>
                  </a:lnTo>
                  <a:lnTo>
                    <a:pt x="1871728" y="1179304"/>
                  </a:lnTo>
                  <a:lnTo>
                    <a:pt x="1824868" y="1184029"/>
                  </a:lnTo>
                  <a:lnTo>
                    <a:pt x="232409" y="1184029"/>
                  </a:lnTo>
                  <a:lnTo>
                    <a:pt x="185564" y="1179304"/>
                  </a:lnTo>
                  <a:lnTo>
                    <a:pt x="141934" y="1165755"/>
                  </a:lnTo>
                  <a:lnTo>
                    <a:pt x="102456" y="1144317"/>
                  </a:lnTo>
                  <a:lnTo>
                    <a:pt x="68061" y="1115924"/>
                  </a:lnTo>
                  <a:lnTo>
                    <a:pt x="39685" y="1081511"/>
                  </a:lnTo>
                  <a:lnTo>
                    <a:pt x="18260" y="1042015"/>
                  </a:lnTo>
                  <a:lnTo>
                    <a:pt x="4720" y="998370"/>
                  </a:lnTo>
                  <a:lnTo>
                    <a:pt x="0" y="951512"/>
                  </a:lnTo>
                  <a:lnTo>
                    <a:pt x="0" y="232541"/>
                  </a:lnTo>
                  <a:close/>
                </a:path>
              </a:pathLst>
            </a:custGeom>
            <a:ln w="76199">
              <a:solidFill>
                <a:srgbClr val="00AF50"/>
              </a:solidFill>
            </a:ln>
          </p:spPr>
          <p:txBody>
            <a:bodyPr wrap="square" lIns="0" tIns="0" rIns="0" bIns="0" rtlCol="0"/>
            <a:lstStyle/>
            <a:p>
              <a:endParaRPr/>
            </a:p>
          </p:txBody>
        </p:sp>
        <p:sp>
          <p:nvSpPr>
            <p:cNvPr id="81" name="object 81"/>
            <p:cNvSpPr/>
            <p:nvPr/>
          </p:nvSpPr>
          <p:spPr>
            <a:xfrm>
              <a:off x="6954012" y="4908802"/>
              <a:ext cx="1895855" cy="1949195"/>
            </a:xfrm>
            <a:prstGeom prst="rect">
              <a:avLst/>
            </a:prstGeom>
            <a:blipFill>
              <a:blip r:embed="rId31" cstate="print"/>
              <a:stretch>
                <a:fillRect/>
              </a:stretch>
            </a:blipFill>
          </p:spPr>
          <p:txBody>
            <a:bodyPr wrap="square" lIns="0" tIns="0" rIns="0" bIns="0" rtlCol="0"/>
            <a:lstStyle/>
            <a:p>
              <a:endParaRPr/>
            </a:p>
          </p:txBody>
        </p:sp>
        <p:sp>
          <p:nvSpPr>
            <p:cNvPr id="82" name="object 82"/>
            <p:cNvSpPr/>
            <p:nvPr/>
          </p:nvSpPr>
          <p:spPr>
            <a:xfrm>
              <a:off x="7631064" y="5506723"/>
              <a:ext cx="505459" cy="735330"/>
            </a:xfrm>
            <a:custGeom>
              <a:avLst/>
              <a:gdLst/>
              <a:ahLst/>
              <a:cxnLst/>
              <a:rect l="l" t="t" r="r" b="b"/>
              <a:pathLst>
                <a:path w="505459" h="735329">
                  <a:moveTo>
                    <a:pt x="254111" y="0"/>
                  </a:moveTo>
                  <a:lnTo>
                    <a:pt x="206433" y="3536"/>
                  </a:lnTo>
                  <a:lnTo>
                    <a:pt x="162549" y="14215"/>
                  </a:lnTo>
                  <a:lnTo>
                    <a:pt x="123512" y="31143"/>
                  </a:lnTo>
                  <a:lnTo>
                    <a:pt x="90281" y="53589"/>
                  </a:lnTo>
                  <a:lnTo>
                    <a:pt x="63364" y="81294"/>
                  </a:lnTo>
                  <a:lnTo>
                    <a:pt x="42915" y="113705"/>
                  </a:lnTo>
                  <a:lnTo>
                    <a:pt x="30049" y="149933"/>
                  </a:lnTo>
                  <a:lnTo>
                    <a:pt x="25755" y="189155"/>
                  </a:lnTo>
                  <a:lnTo>
                    <a:pt x="27636" y="214132"/>
                  </a:lnTo>
                  <a:lnTo>
                    <a:pt x="42600" y="260664"/>
                  </a:lnTo>
                  <a:lnTo>
                    <a:pt x="72006" y="302236"/>
                  </a:lnTo>
                  <a:lnTo>
                    <a:pt x="113910" y="336609"/>
                  </a:lnTo>
                  <a:lnTo>
                    <a:pt x="139446" y="350958"/>
                  </a:lnTo>
                  <a:lnTo>
                    <a:pt x="122394" y="357333"/>
                  </a:lnTo>
                  <a:lnTo>
                    <a:pt x="78211" y="381475"/>
                  </a:lnTo>
                  <a:lnTo>
                    <a:pt x="43990" y="412188"/>
                  </a:lnTo>
                  <a:lnTo>
                    <a:pt x="19579" y="448238"/>
                  </a:lnTo>
                  <a:lnTo>
                    <a:pt x="4912" y="488706"/>
                  </a:lnTo>
                  <a:lnTo>
                    <a:pt x="0" y="532113"/>
                  </a:lnTo>
                  <a:lnTo>
                    <a:pt x="1186" y="554217"/>
                  </a:lnTo>
                  <a:lnTo>
                    <a:pt x="10647" y="595543"/>
                  </a:lnTo>
                  <a:lnTo>
                    <a:pt x="29243" y="632834"/>
                  </a:lnTo>
                  <a:lnTo>
                    <a:pt x="55399" y="664968"/>
                  </a:lnTo>
                  <a:lnTo>
                    <a:pt x="88797" y="691680"/>
                  </a:lnTo>
                  <a:lnTo>
                    <a:pt x="128753" y="712406"/>
                  </a:lnTo>
                  <a:lnTo>
                    <a:pt x="174890" y="726890"/>
                  </a:lnTo>
                  <a:lnTo>
                    <a:pt x="225610" y="734213"/>
                  </a:lnTo>
                  <a:lnTo>
                    <a:pt x="252587" y="735128"/>
                  </a:lnTo>
                  <a:lnTo>
                    <a:pt x="280065" y="734197"/>
                  </a:lnTo>
                  <a:lnTo>
                    <a:pt x="331317" y="726750"/>
                  </a:lnTo>
                  <a:lnTo>
                    <a:pt x="377511" y="712026"/>
                  </a:lnTo>
                  <a:lnTo>
                    <a:pt x="417516" y="691054"/>
                  </a:lnTo>
                  <a:lnTo>
                    <a:pt x="450909" y="664115"/>
                  </a:lnTo>
                  <a:lnTo>
                    <a:pt x="476820" y="631855"/>
                  </a:lnTo>
                  <a:lnTo>
                    <a:pt x="481793" y="622947"/>
                  </a:lnTo>
                  <a:lnTo>
                    <a:pt x="253105" y="622947"/>
                  </a:lnTo>
                  <a:lnTo>
                    <a:pt x="241500" y="622498"/>
                  </a:lnTo>
                  <a:lnTo>
                    <a:pt x="200955" y="611767"/>
                  </a:lnTo>
                  <a:lnTo>
                    <a:pt x="170605" y="588082"/>
                  </a:lnTo>
                  <a:lnTo>
                    <a:pt x="152578" y="552403"/>
                  </a:lnTo>
                  <a:lnTo>
                    <a:pt x="148437" y="518720"/>
                  </a:lnTo>
                  <a:lnTo>
                    <a:pt x="148938" y="507522"/>
                  </a:lnTo>
                  <a:lnTo>
                    <a:pt x="160689" y="467171"/>
                  </a:lnTo>
                  <a:lnTo>
                    <a:pt x="185456" y="436357"/>
                  </a:lnTo>
                  <a:lnTo>
                    <a:pt x="221323" y="417826"/>
                  </a:lnTo>
                  <a:lnTo>
                    <a:pt x="253105" y="413491"/>
                  </a:lnTo>
                  <a:lnTo>
                    <a:pt x="463867" y="413491"/>
                  </a:lnTo>
                  <a:lnTo>
                    <a:pt x="460100" y="408854"/>
                  </a:lnTo>
                  <a:lnTo>
                    <a:pt x="425317" y="378000"/>
                  </a:lnTo>
                  <a:lnTo>
                    <a:pt x="381165" y="353852"/>
                  </a:lnTo>
                  <a:lnTo>
                    <a:pt x="364357" y="347484"/>
                  </a:lnTo>
                  <a:lnTo>
                    <a:pt x="390856" y="333167"/>
                  </a:lnTo>
                  <a:lnTo>
                    <a:pt x="414341" y="317020"/>
                  </a:lnTo>
                  <a:lnTo>
                    <a:pt x="434802" y="299041"/>
                  </a:lnTo>
                  <a:lnTo>
                    <a:pt x="439350" y="293869"/>
                  </a:lnTo>
                  <a:lnTo>
                    <a:pt x="255117" y="293869"/>
                  </a:lnTo>
                  <a:lnTo>
                    <a:pt x="246552" y="293436"/>
                  </a:lnTo>
                  <a:lnTo>
                    <a:pt x="207459" y="278615"/>
                  </a:lnTo>
                  <a:lnTo>
                    <a:pt x="180601" y="247065"/>
                  </a:lnTo>
                  <a:lnTo>
                    <a:pt x="170291" y="203536"/>
                  </a:lnTo>
                  <a:lnTo>
                    <a:pt x="170676" y="194246"/>
                  </a:lnTo>
                  <a:lnTo>
                    <a:pt x="183916" y="152541"/>
                  </a:lnTo>
                  <a:lnTo>
                    <a:pt x="213054" y="123816"/>
                  </a:lnTo>
                  <a:lnTo>
                    <a:pt x="255117" y="112705"/>
                  </a:lnTo>
                  <a:lnTo>
                    <a:pt x="467106" y="112705"/>
                  </a:lnTo>
                  <a:lnTo>
                    <a:pt x="457788" y="96152"/>
                  </a:lnTo>
                  <a:lnTo>
                    <a:pt x="419709" y="53340"/>
                  </a:lnTo>
                  <a:lnTo>
                    <a:pt x="386200" y="31063"/>
                  </a:lnTo>
                  <a:lnTo>
                    <a:pt x="346953" y="14215"/>
                  </a:lnTo>
                  <a:lnTo>
                    <a:pt x="302670" y="3536"/>
                  </a:lnTo>
                  <a:lnTo>
                    <a:pt x="278918" y="881"/>
                  </a:lnTo>
                  <a:lnTo>
                    <a:pt x="254111" y="0"/>
                  </a:lnTo>
                  <a:close/>
                </a:path>
                <a:path w="505459" h="735329">
                  <a:moveTo>
                    <a:pt x="463867" y="413491"/>
                  </a:moveTo>
                  <a:lnTo>
                    <a:pt x="253105" y="413491"/>
                  </a:lnTo>
                  <a:lnTo>
                    <a:pt x="264723" y="414018"/>
                  </a:lnTo>
                  <a:lnTo>
                    <a:pt x="275752" y="415600"/>
                  </a:lnTo>
                  <a:lnTo>
                    <a:pt x="313863" y="431796"/>
                  </a:lnTo>
                  <a:lnTo>
                    <a:pt x="341334" y="459963"/>
                  </a:lnTo>
                  <a:lnTo>
                    <a:pt x="355979" y="497876"/>
                  </a:lnTo>
                  <a:lnTo>
                    <a:pt x="357865" y="518720"/>
                  </a:lnTo>
                  <a:lnTo>
                    <a:pt x="357368" y="530352"/>
                  </a:lnTo>
                  <a:lnTo>
                    <a:pt x="345569" y="571204"/>
                  </a:lnTo>
                  <a:lnTo>
                    <a:pt x="320816" y="600984"/>
                  </a:lnTo>
                  <a:lnTo>
                    <a:pt x="285299" y="618761"/>
                  </a:lnTo>
                  <a:lnTo>
                    <a:pt x="253105" y="622947"/>
                  </a:lnTo>
                  <a:lnTo>
                    <a:pt x="481793" y="622947"/>
                  </a:lnTo>
                  <a:lnTo>
                    <a:pt x="500694" y="574241"/>
                  </a:lnTo>
                  <a:lnTo>
                    <a:pt x="505250" y="532113"/>
                  </a:lnTo>
                  <a:lnTo>
                    <a:pt x="505317" y="530352"/>
                  </a:lnTo>
                  <a:lnTo>
                    <a:pt x="504758" y="515629"/>
                  </a:lnTo>
                  <a:lnTo>
                    <a:pt x="496305" y="472308"/>
                  </a:lnTo>
                  <a:lnTo>
                    <a:pt x="477887" y="432619"/>
                  </a:lnTo>
                  <a:lnTo>
                    <a:pt x="469513" y="420444"/>
                  </a:lnTo>
                  <a:lnTo>
                    <a:pt x="463867" y="413491"/>
                  </a:lnTo>
                  <a:close/>
                </a:path>
                <a:path w="505459" h="735329">
                  <a:moveTo>
                    <a:pt x="467106" y="112705"/>
                  </a:moveTo>
                  <a:lnTo>
                    <a:pt x="255117" y="112705"/>
                  </a:lnTo>
                  <a:lnTo>
                    <a:pt x="264027" y="113156"/>
                  </a:lnTo>
                  <a:lnTo>
                    <a:pt x="272464" y="114449"/>
                  </a:lnTo>
                  <a:lnTo>
                    <a:pt x="309836" y="133016"/>
                  </a:lnTo>
                  <a:lnTo>
                    <a:pt x="333999" y="167557"/>
                  </a:lnTo>
                  <a:lnTo>
                    <a:pt x="340461" y="203536"/>
                  </a:lnTo>
                  <a:lnTo>
                    <a:pt x="340054" y="212827"/>
                  </a:lnTo>
                  <a:lnTo>
                    <a:pt x="325846" y="254165"/>
                  </a:lnTo>
                  <a:lnTo>
                    <a:pt x="295853" y="283129"/>
                  </a:lnTo>
                  <a:lnTo>
                    <a:pt x="255117" y="293869"/>
                  </a:lnTo>
                  <a:lnTo>
                    <a:pt x="439350" y="293869"/>
                  </a:lnTo>
                  <a:lnTo>
                    <a:pt x="466092" y="257932"/>
                  </a:lnTo>
                  <a:lnTo>
                    <a:pt x="481995" y="211896"/>
                  </a:lnTo>
                  <a:lnTo>
                    <a:pt x="483991" y="187153"/>
                  </a:lnTo>
                  <a:lnTo>
                    <a:pt x="482922" y="167425"/>
                  </a:lnTo>
                  <a:lnTo>
                    <a:pt x="479732" y="148442"/>
                  </a:lnTo>
                  <a:lnTo>
                    <a:pt x="474450" y="130203"/>
                  </a:lnTo>
                  <a:lnTo>
                    <a:pt x="467106" y="112705"/>
                  </a:lnTo>
                  <a:close/>
                </a:path>
              </a:pathLst>
            </a:custGeom>
            <a:solidFill>
              <a:srgbClr val="FFFF00"/>
            </a:solidFill>
          </p:spPr>
          <p:txBody>
            <a:bodyPr wrap="square" lIns="0" tIns="0" rIns="0" bIns="0" rtlCol="0"/>
            <a:lstStyle/>
            <a:p>
              <a:endParaRPr/>
            </a:p>
          </p:txBody>
        </p:sp>
        <p:sp>
          <p:nvSpPr>
            <p:cNvPr id="83" name="object 83"/>
            <p:cNvSpPr/>
            <p:nvPr/>
          </p:nvSpPr>
          <p:spPr>
            <a:xfrm>
              <a:off x="7773405" y="5914119"/>
              <a:ext cx="221620" cy="221647"/>
            </a:xfrm>
            <a:prstGeom prst="rect">
              <a:avLst/>
            </a:prstGeom>
            <a:blipFill>
              <a:blip r:embed="rId32" cstate="print"/>
              <a:stretch>
                <a:fillRect/>
              </a:stretch>
            </a:blipFill>
          </p:spPr>
          <p:txBody>
            <a:bodyPr wrap="square" lIns="0" tIns="0" rIns="0" bIns="0" rtlCol="0"/>
            <a:lstStyle/>
            <a:p>
              <a:endParaRPr/>
            </a:p>
          </p:txBody>
        </p:sp>
        <p:sp>
          <p:nvSpPr>
            <p:cNvPr id="84" name="object 84"/>
            <p:cNvSpPr/>
            <p:nvPr/>
          </p:nvSpPr>
          <p:spPr>
            <a:xfrm>
              <a:off x="7795259" y="5613333"/>
              <a:ext cx="182361" cy="193355"/>
            </a:xfrm>
            <a:prstGeom prst="rect">
              <a:avLst/>
            </a:prstGeom>
            <a:blipFill>
              <a:blip r:embed="rId33" cstate="print"/>
              <a:stretch>
                <a:fillRect/>
              </a:stretch>
            </a:blipFill>
          </p:spPr>
          <p:txBody>
            <a:bodyPr wrap="square" lIns="0" tIns="0" rIns="0" bIns="0" rtlCol="0"/>
            <a:lstStyle/>
            <a:p>
              <a:endParaRPr/>
            </a:p>
          </p:txBody>
        </p:sp>
        <p:sp>
          <p:nvSpPr>
            <p:cNvPr id="85" name="object 85"/>
            <p:cNvSpPr/>
            <p:nvPr/>
          </p:nvSpPr>
          <p:spPr>
            <a:xfrm>
              <a:off x="7631064" y="5506723"/>
              <a:ext cx="505459" cy="735330"/>
            </a:xfrm>
            <a:custGeom>
              <a:avLst/>
              <a:gdLst/>
              <a:ahLst/>
              <a:cxnLst/>
              <a:rect l="l" t="t" r="r" b="b"/>
              <a:pathLst>
                <a:path w="505459" h="735329">
                  <a:moveTo>
                    <a:pt x="254111" y="0"/>
                  </a:moveTo>
                  <a:lnTo>
                    <a:pt x="302670" y="3536"/>
                  </a:lnTo>
                  <a:lnTo>
                    <a:pt x="346953" y="14215"/>
                  </a:lnTo>
                  <a:lnTo>
                    <a:pt x="386200" y="31063"/>
                  </a:lnTo>
                  <a:lnTo>
                    <a:pt x="419709" y="53339"/>
                  </a:lnTo>
                  <a:lnTo>
                    <a:pt x="446791" y="80744"/>
                  </a:lnTo>
                  <a:lnTo>
                    <a:pt x="474450" y="130203"/>
                  </a:lnTo>
                  <a:lnTo>
                    <a:pt x="482922" y="167425"/>
                  </a:lnTo>
                  <a:lnTo>
                    <a:pt x="483991" y="187153"/>
                  </a:lnTo>
                  <a:lnTo>
                    <a:pt x="481995" y="211896"/>
                  </a:lnTo>
                  <a:lnTo>
                    <a:pt x="466092" y="257932"/>
                  </a:lnTo>
                  <a:lnTo>
                    <a:pt x="434802" y="299040"/>
                  </a:lnTo>
                  <a:lnTo>
                    <a:pt x="390856" y="333167"/>
                  </a:lnTo>
                  <a:lnTo>
                    <a:pt x="364357" y="347484"/>
                  </a:lnTo>
                  <a:lnTo>
                    <a:pt x="381165" y="353852"/>
                  </a:lnTo>
                  <a:lnTo>
                    <a:pt x="425317" y="378000"/>
                  </a:lnTo>
                  <a:lnTo>
                    <a:pt x="460100" y="408854"/>
                  </a:lnTo>
                  <a:lnTo>
                    <a:pt x="485138" y="445322"/>
                  </a:lnTo>
                  <a:lnTo>
                    <a:pt x="500235" y="486469"/>
                  </a:lnTo>
                  <a:lnTo>
                    <a:pt x="505327" y="530626"/>
                  </a:lnTo>
                  <a:lnTo>
                    <a:pt x="504165" y="552946"/>
                  </a:lnTo>
                  <a:lnTo>
                    <a:pt x="494938" y="594514"/>
                  </a:lnTo>
                  <a:lnTo>
                    <a:pt x="476820" y="631855"/>
                  </a:lnTo>
                  <a:lnTo>
                    <a:pt x="450909" y="664115"/>
                  </a:lnTo>
                  <a:lnTo>
                    <a:pt x="417516" y="691054"/>
                  </a:lnTo>
                  <a:lnTo>
                    <a:pt x="377511" y="712026"/>
                  </a:lnTo>
                  <a:lnTo>
                    <a:pt x="331317" y="726750"/>
                  </a:lnTo>
                  <a:lnTo>
                    <a:pt x="280065" y="734197"/>
                  </a:lnTo>
                  <a:lnTo>
                    <a:pt x="252587" y="735128"/>
                  </a:lnTo>
                  <a:lnTo>
                    <a:pt x="225610" y="734213"/>
                  </a:lnTo>
                  <a:lnTo>
                    <a:pt x="174890" y="726890"/>
                  </a:lnTo>
                  <a:lnTo>
                    <a:pt x="128753" y="712406"/>
                  </a:lnTo>
                  <a:lnTo>
                    <a:pt x="88797" y="691680"/>
                  </a:lnTo>
                  <a:lnTo>
                    <a:pt x="55399" y="664968"/>
                  </a:lnTo>
                  <a:lnTo>
                    <a:pt x="29243" y="632834"/>
                  </a:lnTo>
                  <a:lnTo>
                    <a:pt x="10647" y="595543"/>
                  </a:lnTo>
                  <a:lnTo>
                    <a:pt x="1186" y="554217"/>
                  </a:lnTo>
                  <a:lnTo>
                    <a:pt x="0" y="532113"/>
                  </a:lnTo>
                  <a:lnTo>
                    <a:pt x="543" y="517366"/>
                  </a:lnTo>
                  <a:lnTo>
                    <a:pt x="8747" y="474796"/>
                  </a:lnTo>
                  <a:lnTo>
                    <a:pt x="26642" y="435706"/>
                  </a:lnTo>
                  <a:lnTo>
                    <a:pt x="54300" y="401329"/>
                  </a:lnTo>
                  <a:lnTo>
                    <a:pt x="91765" y="372590"/>
                  </a:lnTo>
                  <a:lnTo>
                    <a:pt x="139445" y="350958"/>
                  </a:lnTo>
                  <a:lnTo>
                    <a:pt x="113910" y="336609"/>
                  </a:lnTo>
                  <a:lnTo>
                    <a:pt x="72006" y="302236"/>
                  </a:lnTo>
                  <a:lnTo>
                    <a:pt x="42600" y="260664"/>
                  </a:lnTo>
                  <a:lnTo>
                    <a:pt x="27636" y="214132"/>
                  </a:lnTo>
                  <a:lnTo>
                    <a:pt x="25755" y="189155"/>
                  </a:lnTo>
                  <a:lnTo>
                    <a:pt x="26829" y="169169"/>
                  </a:lnTo>
                  <a:lnTo>
                    <a:pt x="35412" y="131445"/>
                  </a:lnTo>
                  <a:lnTo>
                    <a:pt x="52318" y="96913"/>
                  </a:lnTo>
                  <a:lnTo>
                    <a:pt x="76027" y="66852"/>
                  </a:lnTo>
                  <a:lnTo>
                    <a:pt x="106168" y="41688"/>
                  </a:lnTo>
                  <a:lnTo>
                    <a:pt x="142308" y="21978"/>
                  </a:lnTo>
                  <a:lnTo>
                    <a:pt x="184005" y="7976"/>
                  </a:lnTo>
                  <a:lnTo>
                    <a:pt x="229809" y="881"/>
                  </a:lnTo>
                  <a:lnTo>
                    <a:pt x="254111" y="0"/>
                  </a:lnTo>
                  <a:close/>
                </a:path>
              </a:pathLst>
            </a:custGeom>
            <a:ln w="12191">
              <a:solidFill>
                <a:srgbClr val="000000"/>
              </a:solidFill>
            </a:ln>
          </p:spPr>
          <p:txBody>
            <a:bodyPr wrap="square" lIns="0" tIns="0" rIns="0" bIns="0" rtlCol="0"/>
            <a:lstStyle/>
            <a:p>
              <a:endParaRPr/>
            </a:p>
          </p:txBody>
        </p:sp>
        <p:sp>
          <p:nvSpPr>
            <p:cNvPr id="86" name="object 86"/>
            <p:cNvSpPr/>
            <p:nvPr/>
          </p:nvSpPr>
          <p:spPr>
            <a:xfrm>
              <a:off x="6743700" y="5213603"/>
              <a:ext cx="2218944" cy="1345692"/>
            </a:xfrm>
            <a:prstGeom prst="rect">
              <a:avLst/>
            </a:prstGeom>
            <a:blipFill>
              <a:blip r:embed="rId34" cstate="print"/>
              <a:stretch>
                <a:fillRect/>
              </a:stretch>
            </a:blipFill>
          </p:spPr>
          <p:txBody>
            <a:bodyPr wrap="square" lIns="0" tIns="0" rIns="0" bIns="0" rtlCol="0"/>
            <a:lstStyle/>
            <a:p>
              <a:endParaRPr/>
            </a:p>
          </p:txBody>
        </p:sp>
        <p:sp>
          <p:nvSpPr>
            <p:cNvPr id="87" name="object 87"/>
            <p:cNvSpPr/>
            <p:nvPr/>
          </p:nvSpPr>
          <p:spPr>
            <a:xfrm>
              <a:off x="6880860" y="4895086"/>
              <a:ext cx="2258568" cy="1962912"/>
            </a:xfrm>
            <a:prstGeom prst="rect">
              <a:avLst/>
            </a:prstGeom>
            <a:blipFill>
              <a:blip r:embed="rId35" cstate="print"/>
              <a:stretch>
                <a:fillRect/>
              </a:stretch>
            </a:blipFill>
          </p:spPr>
          <p:txBody>
            <a:bodyPr wrap="square" lIns="0" tIns="0" rIns="0" bIns="0" rtlCol="0"/>
            <a:lstStyle/>
            <a:p>
              <a:endParaRPr/>
            </a:p>
          </p:txBody>
        </p:sp>
        <p:sp>
          <p:nvSpPr>
            <p:cNvPr id="88" name="object 88"/>
            <p:cNvSpPr/>
            <p:nvPr/>
          </p:nvSpPr>
          <p:spPr>
            <a:xfrm>
              <a:off x="6823831" y="5274051"/>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70"/>
                  </a:lnTo>
                  <a:lnTo>
                    <a:pt x="4720" y="998436"/>
                  </a:lnTo>
                  <a:lnTo>
                    <a:pt x="18262" y="1042085"/>
                  </a:lnTo>
                  <a:lnTo>
                    <a:pt x="39691" y="1081584"/>
                  </a:lnTo>
                  <a:lnTo>
                    <a:pt x="68077" y="1115997"/>
                  </a:lnTo>
                  <a:lnTo>
                    <a:pt x="102486" y="1144389"/>
                  </a:lnTo>
                  <a:lnTo>
                    <a:pt x="141986" y="1165827"/>
                  </a:lnTo>
                  <a:lnTo>
                    <a:pt x="185645" y="1179375"/>
                  </a:lnTo>
                  <a:lnTo>
                    <a:pt x="232531" y="1184099"/>
                  </a:lnTo>
                  <a:lnTo>
                    <a:pt x="1824868" y="1184099"/>
                  </a:lnTo>
                  <a:lnTo>
                    <a:pt x="1871728" y="1179375"/>
                  </a:lnTo>
                  <a:lnTo>
                    <a:pt x="1915375" y="1165827"/>
                  </a:lnTo>
                  <a:lnTo>
                    <a:pt x="1954873" y="1144389"/>
                  </a:lnTo>
                  <a:lnTo>
                    <a:pt x="1989288" y="1115997"/>
                  </a:lnTo>
                  <a:lnTo>
                    <a:pt x="2017684" y="1081584"/>
                  </a:lnTo>
                  <a:lnTo>
                    <a:pt x="2039124" y="1042085"/>
                  </a:lnTo>
                  <a:lnTo>
                    <a:pt x="2052675" y="998436"/>
                  </a:lnTo>
                  <a:lnTo>
                    <a:pt x="2057399" y="95157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89" name="object 89"/>
            <p:cNvSpPr/>
            <p:nvPr/>
          </p:nvSpPr>
          <p:spPr>
            <a:xfrm>
              <a:off x="6823831" y="5274051"/>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70"/>
                  </a:lnTo>
                  <a:lnTo>
                    <a:pt x="2052675" y="998436"/>
                  </a:lnTo>
                  <a:lnTo>
                    <a:pt x="2039124" y="1042085"/>
                  </a:lnTo>
                  <a:lnTo>
                    <a:pt x="2017684" y="1081584"/>
                  </a:lnTo>
                  <a:lnTo>
                    <a:pt x="1989288" y="1115997"/>
                  </a:lnTo>
                  <a:lnTo>
                    <a:pt x="1954873" y="1144389"/>
                  </a:lnTo>
                  <a:lnTo>
                    <a:pt x="1915375" y="1165827"/>
                  </a:lnTo>
                  <a:lnTo>
                    <a:pt x="1871728" y="1179375"/>
                  </a:lnTo>
                  <a:lnTo>
                    <a:pt x="1824868" y="1184099"/>
                  </a:lnTo>
                  <a:lnTo>
                    <a:pt x="232531" y="1184099"/>
                  </a:lnTo>
                  <a:lnTo>
                    <a:pt x="185645" y="1179375"/>
                  </a:lnTo>
                  <a:lnTo>
                    <a:pt x="141986" y="1165827"/>
                  </a:lnTo>
                  <a:lnTo>
                    <a:pt x="102486" y="1144389"/>
                  </a:lnTo>
                  <a:lnTo>
                    <a:pt x="68077" y="1115997"/>
                  </a:lnTo>
                  <a:lnTo>
                    <a:pt x="39691" y="1081584"/>
                  </a:lnTo>
                  <a:lnTo>
                    <a:pt x="18262" y="1042085"/>
                  </a:lnTo>
                  <a:lnTo>
                    <a:pt x="4720" y="998436"/>
                  </a:lnTo>
                  <a:lnTo>
                    <a:pt x="0" y="951570"/>
                  </a:lnTo>
                  <a:lnTo>
                    <a:pt x="0" y="232541"/>
                  </a:lnTo>
                  <a:close/>
                </a:path>
              </a:pathLst>
            </a:custGeom>
            <a:ln w="76199">
              <a:solidFill>
                <a:srgbClr val="00AF50"/>
              </a:solidFill>
            </a:ln>
          </p:spPr>
          <p:txBody>
            <a:bodyPr wrap="square" lIns="0" tIns="0" rIns="0" bIns="0" rtlCol="0"/>
            <a:lstStyle/>
            <a:p>
              <a:endParaRPr/>
            </a:p>
          </p:txBody>
        </p:sp>
        <p:sp>
          <p:nvSpPr>
            <p:cNvPr id="90" name="object 90"/>
            <p:cNvSpPr/>
            <p:nvPr/>
          </p:nvSpPr>
          <p:spPr>
            <a:xfrm>
              <a:off x="6922008" y="4916422"/>
              <a:ext cx="1895855" cy="1941576"/>
            </a:xfrm>
            <a:prstGeom prst="rect">
              <a:avLst/>
            </a:prstGeom>
            <a:blipFill>
              <a:blip r:embed="rId36" cstate="print"/>
              <a:stretch>
                <a:fillRect/>
              </a:stretch>
            </a:blipFill>
          </p:spPr>
          <p:txBody>
            <a:bodyPr wrap="square" lIns="0" tIns="0" rIns="0" bIns="0" rtlCol="0"/>
            <a:lstStyle/>
            <a:p>
              <a:endParaRPr/>
            </a:p>
          </p:txBody>
        </p:sp>
        <p:sp>
          <p:nvSpPr>
            <p:cNvPr id="91" name="object 91"/>
            <p:cNvSpPr/>
            <p:nvPr/>
          </p:nvSpPr>
          <p:spPr>
            <a:xfrm>
              <a:off x="7598028" y="5514344"/>
              <a:ext cx="501015" cy="736600"/>
            </a:xfrm>
            <a:custGeom>
              <a:avLst/>
              <a:gdLst/>
              <a:ahLst/>
              <a:cxnLst/>
              <a:rect l="l" t="t" r="r" b="b"/>
              <a:pathLst>
                <a:path w="501015" h="736600">
                  <a:moveTo>
                    <a:pt x="40655" y="579202"/>
                  </a:moveTo>
                  <a:lnTo>
                    <a:pt x="40655" y="708266"/>
                  </a:lnTo>
                  <a:lnTo>
                    <a:pt x="73703" y="720422"/>
                  </a:lnTo>
                  <a:lnTo>
                    <a:pt x="109788" y="729102"/>
                  </a:lnTo>
                  <a:lnTo>
                    <a:pt x="148896" y="734308"/>
                  </a:lnTo>
                  <a:lnTo>
                    <a:pt x="191013" y="736043"/>
                  </a:lnTo>
                  <a:lnTo>
                    <a:pt x="226633" y="734308"/>
                  </a:lnTo>
                  <a:lnTo>
                    <a:pt x="291826" y="720553"/>
                  </a:lnTo>
                  <a:lnTo>
                    <a:pt x="349238" y="693224"/>
                  </a:lnTo>
                  <a:lnTo>
                    <a:pt x="398000" y="653644"/>
                  </a:lnTo>
                  <a:lnTo>
                    <a:pt x="428342" y="615933"/>
                  </a:lnTo>
                  <a:lnTo>
                    <a:pt x="175651" y="615933"/>
                  </a:lnTo>
                  <a:lnTo>
                    <a:pt x="137628" y="613638"/>
                  </a:lnTo>
                  <a:lnTo>
                    <a:pt x="102438" y="606752"/>
                  </a:lnTo>
                  <a:lnTo>
                    <a:pt x="70107" y="595273"/>
                  </a:lnTo>
                  <a:lnTo>
                    <a:pt x="40655" y="579202"/>
                  </a:lnTo>
                  <a:close/>
                </a:path>
                <a:path w="501015" h="736600">
                  <a:moveTo>
                    <a:pt x="497573" y="400525"/>
                  </a:moveTo>
                  <a:lnTo>
                    <a:pt x="345455" y="400525"/>
                  </a:lnTo>
                  <a:lnTo>
                    <a:pt x="348351" y="401513"/>
                  </a:lnTo>
                  <a:lnTo>
                    <a:pt x="345265" y="450557"/>
                  </a:lnTo>
                  <a:lnTo>
                    <a:pt x="336555" y="493461"/>
                  </a:lnTo>
                  <a:lnTo>
                    <a:pt x="322222" y="530224"/>
                  </a:lnTo>
                  <a:lnTo>
                    <a:pt x="277214" y="584948"/>
                  </a:lnTo>
                  <a:lnTo>
                    <a:pt x="213921" y="612491"/>
                  </a:lnTo>
                  <a:lnTo>
                    <a:pt x="175651" y="615933"/>
                  </a:lnTo>
                  <a:lnTo>
                    <a:pt x="428342" y="615933"/>
                  </a:lnTo>
                  <a:lnTo>
                    <a:pt x="454280" y="571950"/>
                  </a:lnTo>
                  <a:lnTo>
                    <a:pt x="479933" y="503014"/>
                  </a:lnTo>
                  <a:lnTo>
                    <a:pt x="489024" y="464411"/>
                  </a:lnTo>
                  <a:lnTo>
                    <a:pt x="495531" y="423293"/>
                  </a:lnTo>
                  <a:lnTo>
                    <a:pt x="497573" y="400525"/>
                  </a:lnTo>
                  <a:close/>
                </a:path>
                <a:path w="501015" h="736600">
                  <a:moveTo>
                    <a:pt x="251089" y="0"/>
                  </a:moveTo>
                  <a:lnTo>
                    <a:pt x="197494" y="4506"/>
                  </a:lnTo>
                  <a:lnTo>
                    <a:pt x="148859" y="18156"/>
                  </a:lnTo>
                  <a:lnTo>
                    <a:pt x="106005" y="40000"/>
                  </a:lnTo>
                  <a:lnTo>
                    <a:pt x="69733" y="69460"/>
                  </a:lnTo>
                  <a:lnTo>
                    <a:pt x="40339" y="105948"/>
                  </a:lnTo>
                  <a:lnTo>
                    <a:pt x="18283" y="148876"/>
                  </a:lnTo>
                  <a:lnTo>
                    <a:pt x="4567" y="197522"/>
                  </a:lnTo>
                  <a:lnTo>
                    <a:pt x="0" y="251238"/>
                  </a:lnTo>
                  <a:lnTo>
                    <a:pt x="930" y="274699"/>
                  </a:lnTo>
                  <a:lnTo>
                    <a:pt x="8469" y="318877"/>
                  </a:lnTo>
                  <a:lnTo>
                    <a:pt x="23397" y="358880"/>
                  </a:lnTo>
                  <a:lnTo>
                    <a:pt x="44491" y="393499"/>
                  </a:lnTo>
                  <a:lnTo>
                    <a:pt x="71417" y="422445"/>
                  </a:lnTo>
                  <a:lnTo>
                    <a:pt x="103421" y="445153"/>
                  </a:lnTo>
                  <a:lnTo>
                    <a:pt x="140190" y="461298"/>
                  </a:lnTo>
                  <a:lnTo>
                    <a:pt x="180524" y="469486"/>
                  </a:lnTo>
                  <a:lnTo>
                    <a:pt x="201925" y="470510"/>
                  </a:lnTo>
                  <a:lnTo>
                    <a:pt x="247039" y="466137"/>
                  </a:lnTo>
                  <a:lnTo>
                    <a:pt x="285978" y="453016"/>
                  </a:lnTo>
                  <a:lnTo>
                    <a:pt x="318773" y="431146"/>
                  </a:lnTo>
                  <a:lnTo>
                    <a:pt x="345455" y="400525"/>
                  </a:lnTo>
                  <a:lnTo>
                    <a:pt x="497573" y="400525"/>
                  </a:lnTo>
                  <a:lnTo>
                    <a:pt x="499444" y="379661"/>
                  </a:lnTo>
                  <a:lnTo>
                    <a:pt x="500175" y="353866"/>
                  </a:lnTo>
                  <a:lnTo>
                    <a:pt x="250053" y="353866"/>
                  </a:lnTo>
                  <a:lnTo>
                    <a:pt x="239417" y="353386"/>
                  </a:lnTo>
                  <a:lnTo>
                    <a:pt x="201816" y="341880"/>
                  </a:lnTo>
                  <a:lnTo>
                    <a:pt x="173881" y="315722"/>
                  </a:lnTo>
                  <a:lnTo>
                    <a:pt x="157201" y="275930"/>
                  </a:lnTo>
                  <a:lnTo>
                    <a:pt x="153279" y="237731"/>
                  </a:lnTo>
                  <a:lnTo>
                    <a:pt x="153710" y="225290"/>
                  </a:lnTo>
                  <a:lnTo>
                    <a:pt x="164071" y="180042"/>
                  </a:lnTo>
                  <a:lnTo>
                    <a:pt x="186085" y="145701"/>
                  </a:lnTo>
                  <a:lnTo>
                    <a:pt x="217943" y="124619"/>
                  </a:lnTo>
                  <a:lnTo>
                    <a:pt x="246639" y="119585"/>
                  </a:lnTo>
                  <a:lnTo>
                    <a:pt x="454203" y="119585"/>
                  </a:lnTo>
                  <a:lnTo>
                    <a:pt x="449276" y="110382"/>
                  </a:lnTo>
                  <a:lnTo>
                    <a:pt x="416891" y="67767"/>
                  </a:lnTo>
                  <a:lnTo>
                    <a:pt x="377567" y="35121"/>
                  </a:lnTo>
                  <a:lnTo>
                    <a:pt x="331491" y="12692"/>
                  </a:lnTo>
                  <a:lnTo>
                    <a:pt x="279383" y="1406"/>
                  </a:lnTo>
                  <a:lnTo>
                    <a:pt x="251089" y="0"/>
                  </a:lnTo>
                  <a:close/>
                </a:path>
                <a:path w="501015" h="736600">
                  <a:moveTo>
                    <a:pt x="454203" y="119585"/>
                  </a:moveTo>
                  <a:lnTo>
                    <a:pt x="246639" y="119585"/>
                  </a:lnTo>
                  <a:lnTo>
                    <a:pt x="257098" y="120221"/>
                  </a:lnTo>
                  <a:lnTo>
                    <a:pt x="267122" y="122132"/>
                  </a:lnTo>
                  <a:lnTo>
                    <a:pt x="302322" y="141754"/>
                  </a:lnTo>
                  <a:lnTo>
                    <a:pt x="327133" y="176366"/>
                  </a:lnTo>
                  <a:lnTo>
                    <a:pt x="340674" y="223643"/>
                  </a:lnTo>
                  <a:lnTo>
                    <a:pt x="342407" y="250137"/>
                  </a:lnTo>
                  <a:lnTo>
                    <a:pt x="341998" y="260866"/>
                  </a:lnTo>
                  <a:lnTo>
                    <a:pt x="332000" y="299955"/>
                  </a:lnTo>
                  <a:lnTo>
                    <a:pt x="303515" y="336064"/>
                  </a:lnTo>
                  <a:lnTo>
                    <a:pt x="260278" y="353355"/>
                  </a:lnTo>
                  <a:lnTo>
                    <a:pt x="250053" y="353866"/>
                  </a:lnTo>
                  <a:lnTo>
                    <a:pt x="500175" y="353866"/>
                  </a:lnTo>
                  <a:lnTo>
                    <a:pt x="500679" y="336064"/>
                  </a:lnTo>
                  <a:lnTo>
                    <a:pt x="500658" y="330184"/>
                  </a:lnTo>
                  <a:lnTo>
                    <a:pt x="499682" y="295113"/>
                  </a:lnTo>
                  <a:lnTo>
                    <a:pt x="491120" y="224630"/>
                  </a:lnTo>
                  <a:lnTo>
                    <a:pt x="474093" y="162742"/>
                  </a:lnTo>
                  <a:lnTo>
                    <a:pt x="462628" y="135317"/>
                  </a:lnTo>
                  <a:lnTo>
                    <a:pt x="454203" y="119585"/>
                  </a:lnTo>
                  <a:close/>
                </a:path>
              </a:pathLst>
            </a:custGeom>
            <a:solidFill>
              <a:srgbClr val="FFFF00"/>
            </a:solidFill>
          </p:spPr>
          <p:txBody>
            <a:bodyPr wrap="square" lIns="0" tIns="0" rIns="0" bIns="0" rtlCol="0"/>
            <a:lstStyle/>
            <a:p>
              <a:endParaRPr/>
            </a:p>
          </p:txBody>
        </p:sp>
        <p:sp>
          <p:nvSpPr>
            <p:cNvPr id="92" name="object 92"/>
            <p:cNvSpPr/>
            <p:nvPr/>
          </p:nvSpPr>
          <p:spPr>
            <a:xfrm>
              <a:off x="7745211" y="5627833"/>
              <a:ext cx="201320" cy="246473"/>
            </a:xfrm>
            <a:prstGeom prst="rect">
              <a:avLst/>
            </a:prstGeom>
            <a:blipFill>
              <a:blip r:embed="rId37" cstate="print"/>
              <a:stretch>
                <a:fillRect/>
              </a:stretch>
            </a:blipFill>
          </p:spPr>
          <p:txBody>
            <a:bodyPr wrap="square" lIns="0" tIns="0" rIns="0" bIns="0" rtlCol="0"/>
            <a:lstStyle/>
            <a:p>
              <a:endParaRPr/>
            </a:p>
          </p:txBody>
        </p:sp>
        <p:sp>
          <p:nvSpPr>
            <p:cNvPr id="93" name="object 93"/>
            <p:cNvSpPr/>
            <p:nvPr/>
          </p:nvSpPr>
          <p:spPr>
            <a:xfrm>
              <a:off x="7598023" y="5514344"/>
              <a:ext cx="501015" cy="736600"/>
            </a:xfrm>
            <a:custGeom>
              <a:avLst/>
              <a:gdLst/>
              <a:ahLst/>
              <a:cxnLst/>
              <a:rect l="l" t="t" r="r" b="b"/>
              <a:pathLst>
                <a:path w="501015" h="736600">
                  <a:moveTo>
                    <a:pt x="251094" y="0"/>
                  </a:moveTo>
                  <a:lnTo>
                    <a:pt x="306179" y="5633"/>
                  </a:lnTo>
                  <a:lnTo>
                    <a:pt x="355366" y="22597"/>
                  </a:lnTo>
                  <a:lnTo>
                    <a:pt x="398087" y="50187"/>
                  </a:lnTo>
                  <a:lnTo>
                    <a:pt x="433974" y="87831"/>
                  </a:lnTo>
                  <a:lnTo>
                    <a:pt x="462652" y="135353"/>
                  </a:lnTo>
                  <a:lnTo>
                    <a:pt x="483626" y="192548"/>
                  </a:lnTo>
                  <a:lnTo>
                    <a:pt x="496477" y="258817"/>
                  </a:lnTo>
                  <a:lnTo>
                    <a:pt x="500755" y="333518"/>
                  </a:lnTo>
                  <a:lnTo>
                    <a:pt x="499449" y="379661"/>
                  </a:lnTo>
                  <a:lnTo>
                    <a:pt x="495536" y="423293"/>
                  </a:lnTo>
                  <a:lnTo>
                    <a:pt x="489028" y="464411"/>
                  </a:lnTo>
                  <a:lnTo>
                    <a:pt x="479938" y="503014"/>
                  </a:lnTo>
                  <a:lnTo>
                    <a:pt x="454285" y="571950"/>
                  </a:lnTo>
                  <a:lnTo>
                    <a:pt x="419099" y="629341"/>
                  </a:lnTo>
                  <a:lnTo>
                    <a:pt x="374721" y="674937"/>
                  </a:lnTo>
                  <a:lnTo>
                    <a:pt x="321563" y="708504"/>
                  </a:lnTo>
                  <a:lnTo>
                    <a:pt x="260154" y="729159"/>
                  </a:lnTo>
                  <a:lnTo>
                    <a:pt x="191018" y="736043"/>
                  </a:lnTo>
                  <a:lnTo>
                    <a:pt x="148900" y="734308"/>
                  </a:lnTo>
                  <a:lnTo>
                    <a:pt x="109792" y="729102"/>
                  </a:lnTo>
                  <a:lnTo>
                    <a:pt x="73707" y="720422"/>
                  </a:lnTo>
                  <a:lnTo>
                    <a:pt x="40660" y="708266"/>
                  </a:lnTo>
                  <a:lnTo>
                    <a:pt x="40660" y="579202"/>
                  </a:lnTo>
                  <a:lnTo>
                    <a:pt x="70111" y="595273"/>
                  </a:lnTo>
                  <a:lnTo>
                    <a:pt x="102443" y="606752"/>
                  </a:lnTo>
                  <a:lnTo>
                    <a:pt x="137632" y="613638"/>
                  </a:lnTo>
                  <a:lnTo>
                    <a:pt x="175656" y="615933"/>
                  </a:lnTo>
                  <a:lnTo>
                    <a:pt x="213926" y="612491"/>
                  </a:lnTo>
                  <a:lnTo>
                    <a:pt x="277218" y="584948"/>
                  </a:lnTo>
                  <a:lnTo>
                    <a:pt x="322226" y="530223"/>
                  </a:lnTo>
                  <a:lnTo>
                    <a:pt x="336560" y="493461"/>
                  </a:lnTo>
                  <a:lnTo>
                    <a:pt x="345269" y="450557"/>
                  </a:lnTo>
                  <a:lnTo>
                    <a:pt x="348355" y="401513"/>
                  </a:lnTo>
                  <a:lnTo>
                    <a:pt x="345460" y="400525"/>
                  </a:lnTo>
                  <a:lnTo>
                    <a:pt x="318777" y="431146"/>
                  </a:lnTo>
                  <a:lnTo>
                    <a:pt x="285982" y="453016"/>
                  </a:lnTo>
                  <a:lnTo>
                    <a:pt x="247043" y="466137"/>
                  </a:lnTo>
                  <a:lnTo>
                    <a:pt x="201929" y="470510"/>
                  </a:lnTo>
                  <a:lnTo>
                    <a:pt x="180528" y="469486"/>
                  </a:lnTo>
                  <a:lnTo>
                    <a:pt x="140195" y="461298"/>
                  </a:lnTo>
                  <a:lnTo>
                    <a:pt x="103426" y="445153"/>
                  </a:lnTo>
                  <a:lnTo>
                    <a:pt x="71422" y="422445"/>
                  </a:lnTo>
                  <a:lnTo>
                    <a:pt x="44496" y="393499"/>
                  </a:lnTo>
                  <a:lnTo>
                    <a:pt x="23401" y="358880"/>
                  </a:lnTo>
                  <a:lnTo>
                    <a:pt x="8473" y="318877"/>
                  </a:lnTo>
                  <a:lnTo>
                    <a:pt x="934" y="274699"/>
                  </a:lnTo>
                  <a:lnTo>
                    <a:pt x="0" y="251127"/>
                  </a:lnTo>
                  <a:lnTo>
                    <a:pt x="1142" y="223706"/>
                  </a:lnTo>
                  <a:lnTo>
                    <a:pt x="10286" y="172579"/>
                  </a:lnTo>
                  <a:lnTo>
                    <a:pt x="28414" y="126607"/>
                  </a:lnTo>
                  <a:lnTo>
                    <a:pt x="54108" y="86900"/>
                  </a:lnTo>
                  <a:lnTo>
                    <a:pt x="87048" y="53767"/>
                  </a:lnTo>
                  <a:lnTo>
                    <a:pt x="126616" y="28137"/>
                  </a:lnTo>
                  <a:lnTo>
                    <a:pt x="172548" y="10176"/>
                  </a:lnTo>
                  <a:lnTo>
                    <a:pt x="223689" y="1122"/>
                  </a:lnTo>
                  <a:lnTo>
                    <a:pt x="251094" y="0"/>
                  </a:lnTo>
                  <a:close/>
                </a:path>
              </a:pathLst>
            </a:custGeom>
            <a:ln w="12191">
              <a:solidFill>
                <a:srgbClr val="000000"/>
              </a:solidFill>
            </a:ln>
          </p:spPr>
          <p:txBody>
            <a:bodyPr wrap="square" lIns="0" tIns="0" rIns="0" bIns="0" rtlCol="0"/>
            <a:lstStyle/>
            <a:p>
              <a:endParaRPr/>
            </a:p>
          </p:txBody>
        </p:sp>
        <p:sp>
          <p:nvSpPr>
            <p:cNvPr id="94" name="object 94"/>
            <p:cNvSpPr/>
            <p:nvPr/>
          </p:nvSpPr>
          <p:spPr>
            <a:xfrm>
              <a:off x="6772656" y="5227320"/>
              <a:ext cx="2218944" cy="1345691"/>
            </a:xfrm>
            <a:prstGeom prst="rect">
              <a:avLst/>
            </a:prstGeom>
            <a:blipFill>
              <a:blip r:embed="rId38" cstate="print"/>
              <a:stretch>
                <a:fillRect/>
              </a:stretch>
            </a:blipFill>
          </p:spPr>
          <p:txBody>
            <a:bodyPr wrap="square" lIns="0" tIns="0" rIns="0" bIns="0" rtlCol="0"/>
            <a:lstStyle/>
            <a:p>
              <a:endParaRPr/>
            </a:p>
          </p:txBody>
        </p:sp>
        <p:sp>
          <p:nvSpPr>
            <p:cNvPr id="95" name="object 95"/>
            <p:cNvSpPr/>
            <p:nvPr/>
          </p:nvSpPr>
          <p:spPr>
            <a:xfrm>
              <a:off x="6618732" y="4908802"/>
              <a:ext cx="2525267" cy="1949195"/>
            </a:xfrm>
            <a:prstGeom prst="rect">
              <a:avLst/>
            </a:prstGeom>
            <a:blipFill>
              <a:blip r:embed="rId39" cstate="print"/>
              <a:stretch>
                <a:fillRect/>
              </a:stretch>
            </a:blipFill>
          </p:spPr>
          <p:txBody>
            <a:bodyPr wrap="square" lIns="0" tIns="0" rIns="0" bIns="0" rtlCol="0"/>
            <a:lstStyle/>
            <a:p>
              <a:endParaRPr/>
            </a:p>
          </p:txBody>
        </p:sp>
        <p:sp>
          <p:nvSpPr>
            <p:cNvPr id="96" name="object 96"/>
            <p:cNvSpPr/>
            <p:nvPr/>
          </p:nvSpPr>
          <p:spPr>
            <a:xfrm>
              <a:off x="6853946" y="5288148"/>
              <a:ext cx="2057400" cy="1184275"/>
            </a:xfrm>
            <a:custGeom>
              <a:avLst/>
              <a:gdLst/>
              <a:ahLst/>
              <a:cxnLst/>
              <a:rect l="l" t="t" r="r" b="b"/>
              <a:pathLst>
                <a:path w="2057400" h="1184275">
                  <a:moveTo>
                    <a:pt x="1824868"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488"/>
                  </a:lnTo>
                  <a:lnTo>
                    <a:pt x="4724" y="998350"/>
                  </a:lnTo>
                  <a:lnTo>
                    <a:pt x="18275" y="1041998"/>
                  </a:lnTo>
                  <a:lnTo>
                    <a:pt x="39715" y="1081496"/>
                  </a:lnTo>
                  <a:lnTo>
                    <a:pt x="68111" y="1115910"/>
                  </a:lnTo>
                  <a:lnTo>
                    <a:pt x="102526" y="1144304"/>
                  </a:lnTo>
                  <a:lnTo>
                    <a:pt x="142024" y="1165743"/>
                  </a:lnTo>
                  <a:lnTo>
                    <a:pt x="185671" y="1179292"/>
                  </a:lnTo>
                  <a:lnTo>
                    <a:pt x="232531" y="1184016"/>
                  </a:lnTo>
                  <a:lnTo>
                    <a:pt x="1824868" y="1184016"/>
                  </a:lnTo>
                  <a:lnTo>
                    <a:pt x="1871754" y="1179292"/>
                  </a:lnTo>
                  <a:lnTo>
                    <a:pt x="1915413" y="1165743"/>
                  </a:lnTo>
                  <a:lnTo>
                    <a:pt x="1954913" y="1144304"/>
                  </a:lnTo>
                  <a:lnTo>
                    <a:pt x="1989322" y="1115910"/>
                  </a:lnTo>
                  <a:lnTo>
                    <a:pt x="2017708" y="1081496"/>
                  </a:lnTo>
                  <a:lnTo>
                    <a:pt x="2039137" y="1041998"/>
                  </a:lnTo>
                  <a:lnTo>
                    <a:pt x="2052679" y="998350"/>
                  </a:lnTo>
                  <a:lnTo>
                    <a:pt x="2057399" y="951488"/>
                  </a:lnTo>
                  <a:lnTo>
                    <a:pt x="2057399" y="232541"/>
                  </a:lnTo>
                  <a:lnTo>
                    <a:pt x="2052679" y="185685"/>
                  </a:lnTo>
                  <a:lnTo>
                    <a:pt x="2039137" y="142039"/>
                  </a:lnTo>
                  <a:lnTo>
                    <a:pt x="2017708" y="102539"/>
                  </a:lnTo>
                  <a:lnTo>
                    <a:pt x="1989322" y="68121"/>
                  </a:lnTo>
                  <a:lnTo>
                    <a:pt x="1954913" y="39722"/>
                  </a:lnTo>
                  <a:lnTo>
                    <a:pt x="1915413" y="18278"/>
                  </a:lnTo>
                  <a:lnTo>
                    <a:pt x="1871754" y="4725"/>
                  </a:lnTo>
                  <a:lnTo>
                    <a:pt x="1824868" y="0"/>
                  </a:lnTo>
                  <a:close/>
                </a:path>
              </a:pathLst>
            </a:custGeom>
            <a:solidFill>
              <a:srgbClr val="252525"/>
            </a:solidFill>
          </p:spPr>
          <p:txBody>
            <a:bodyPr wrap="square" lIns="0" tIns="0" rIns="0" bIns="0" rtlCol="0"/>
            <a:lstStyle/>
            <a:p>
              <a:endParaRPr/>
            </a:p>
          </p:txBody>
        </p:sp>
        <p:sp>
          <p:nvSpPr>
            <p:cNvPr id="97" name="object 97"/>
            <p:cNvSpPr/>
            <p:nvPr/>
          </p:nvSpPr>
          <p:spPr>
            <a:xfrm>
              <a:off x="6853946" y="5288148"/>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68" y="0"/>
                  </a:lnTo>
                  <a:lnTo>
                    <a:pt x="1871754" y="4725"/>
                  </a:lnTo>
                  <a:lnTo>
                    <a:pt x="1915413" y="18278"/>
                  </a:lnTo>
                  <a:lnTo>
                    <a:pt x="1954913" y="39722"/>
                  </a:lnTo>
                  <a:lnTo>
                    <a:pt x="1989322" y="68121"/>
                  </a:lnTo>
                  <a:lnTo>
                    <a:pt x="2017708" y="102539"/>
                  </a:lnTo>
                  <a:lnTo>
                    <a:pt x="2039137" y="142039"/>
                  </a:lnTo>
                  <a:lnTo>
                    <a:pt x="2052679" y="185685"/>
                  </a:lnTo>
                  <a:lnTo>
                    <a:pt x="2057399" y="232541"/>
                  </a:lnTo>
                  <a:lnTo>
                    <a:pt x="2057399" y="951488"/>
                  </a:lnTo>
                  <a:lnTo>
                    <a:pt x="2052679" y="998350"/>
                  </a:lnTo>
                  <a:lnTo>
                    <a:pt x="2039137" y="1041998"/>
                  </a:lnTo>
                  <a:lnTo>
                    <a:pt x="2017708" y="1081496"/>
                  </a:lnTo>
                  <a:lnTo>
                    <a:pt x="1989322" y="1115910"/>
                  </a:lnTo>
                  <a:lnTo>
                    <a:pt x="1954913" y="1144304"/>
                  </a:lnTo>
                  <a:lnTo>
                    <a:pt x="1915413" y="1165743"/>
                  </a:lnTo>
                  <a:lnTo>
                    <a:pt x="1871754" y="1179292"/>
                  </a:lnTo>
                  <a:lnTo>
                    <a:pt x="1824868" y="1184016"/>
                  </a:lnTo>
                  <a:lnTo>
                    <a:pt x="232531" y="1184016"/>
                  </a:lnTo>
                  <a:lnTo>
                    <a:pt x="185671" y="1179292"/>
                  </a:lnTo>
                  <a:lnTo>
                    <a:pt x="142024" y="1165743"/>
                  </a:lnTo>
                  <a:lnTo>
                    <a:pt x="102526" y="1144304"/>
                  </a:lnTo>
                  <a:lnTo>
                    <a:pt x="68111" y="1115910"/>
                  </a:lnTo>
                  <a:lnTo>
                    <a:pt x="39715" y="1081496"/>
                  </a:lnTo>
                  <a:lnTo>
                    <a:pt x="18275" y="1041998"/>
                  </a:lnTo>
                  <a:lnTo>
                    <a:pt x="4724" y="998350"/>
                  </a:lnTo>
                  <a:lnTo>
                    <a:pt x="0" y="951488"/>
                  </a:lnTo>
                  <a:lnTo>
                    <a:pt x="0" y="232541"/>
                  </a:lnTo>
                  <a:close/>
                </a:path>
              </a:pathLst>
            </a:custGeom>
            <a:ln w="76199">
              <a:solidFill>
                <a:srgbClr val="00AF50"/>
              </a:solidFill>
            </a:ln>
          </p:spPr>
          <p:txBody>
            <a:bodyPr wrap="square" lIns="0" tIns="0" rIns="0" bIns="0" rtlCol="0"/>
            <a:lstStyle/>
            <a:p>
              <a:endParaRPr/>
            </a:p>
          </p:txBody>
        </p:sp>
        <p:sp>
          <p:nvSpPr>
            <p:cNvPr id="98" name="object 98"/>
            <p:cNvSpPr/>
            <p:nvPr/>
          </p:nvSpPr>
          <p:spPr>
            <a:xfrm>
              <a:off x="6659880" y="4930138"/>
              <a:ext cx="2481072" cy="1927859"/>
            </a:xfrm>
            <a:prstGeom prst="rect">
              <a:avLst/>
            </a:prstGeom>
            <a:blipFill>
              <a:blip r:embed="rId40" cstate="print"/>
              <a:stretch>
                <a:fillRect/>
              </a:stretch>
            </a:blipFill>
          </p:spPr>
          <p:txBody>
            <a:bodyPr wrap="square" lIns="0" tIns="0" rIns="0" bIns="0" rtlCol="0"/>
            <a:lstStyle/>
            <a:p>
              <a:endParaRPr/>
            </a:p>
          </p:txBody>
        </p:sp>
        <p:sp>
          <p:nvSpPr>
            <p:cNvPr id="99" name="object 99"/>
            <p:cNvSpPr/>
            <p:nvPr/>
          </p:nvSpPr>
          <p:spPr>
            <a:xfrm>
              <a:off x="7402068" y="5524369"/>
              <a:ext cx="1031240" cy="740410"/>
            </a:xfrm>
            <a:custGeom>
              <a:avLst/>
              <a:gdLst/>
              <a:ahLst/>
              <a:cxnLst/>
              <a:rect l="l" t="t" r="r" b="b"/>
              <a:pathLst>
                <a:path w="1031240" h="740410">
                  <a:moveTo>
                    <a:pt x="782695" y="3941"/>
                  </a:moveTo>
                  <a:lnTo>
                    <a:pt x="732970" y="7826"/>
                  </a:lnTo>
                  <a:lnTo>
                    <a:pt x="688183" y="19480"/>
                  </a:lnTo>
                  <a:lnTo>
                    <a:pt x="648334" y="38899"/>
                  </a:lnTo>
                  <a:lnTo>
                    <a:pt x="613422" y="66078"/>
                  </a:lnTo>
                  <a:lnTo>
                    <a:pt x="583448" y="101013"/>
                  </a:lnTo>
                  <a:lnTo>
                    <a:pt x="562441" y="135798"/>
                  </a:lnTo>
                  <a:lnTo>
                    <a:pt x="545262" y="175481"/>
                  </a:lnTo>
                  <a:lnTo>
                    <a:pt x="531906" y="220061"/>
                  </a:lnTo>
                  <a:lnTo>
                    <a:pt x="522370" y="269538"/>
                  </a:lnTo>
                  <a:lnTo>
                    <a:pt x="516651" y="323911"/>
                  </a:lnTo>
                  <a:lnTo>
                    <a:pt x="514746" y="383179"/>
                  </a:lnTo>
                  <a:lnTo>
                    <a:pt x="516846" y="445114"/>
                  </a:lnTo>
                  <a:lnTo>
                    <a:pt x="523146" y="501151"/>
                  </a:lnTo>
                  <a:lnTo>
                    <a:pt x="533647" y="551290"/>
                  </a:lnTo>
                  <a:lnTo>
                    <a:pt x="548347" y="595529"/>
                  </a:lnTo>
                  <a:lnTo>
                    <a:pt x="567248" y="633870"/>
                  </a:lnTo>
                  <a:lnTo>
                    <a:pt x="590349" y="666312"/>
                  </a:lnTo>
                  <a:lnTo>
                    <a:pt x="649152" y="713501"/>
                  </a:lnTo>
                  <a:lnTo>
                    <a:pt x="684854" y="728248"/>
                  </a:lnTo>
                  <a:lnTo>
                    <a:pt x="724755" y="737095"/>
                  </a:lnTo>
                  <a:lnTo>
                    <a:pt x="768858" y="740045"/>
                  </a:lnTo>
                  <a:lnTo>
                    <a:pt x="817112" y="736193"/>
                  </a:lnTo>
                  <a:lnTo>
                    <a:pt x="860671" y="724638"/>
                  </a:lnTo>
                  <a:lnTo>
                    <a:pt x="899533" y="705380"/>
                  </a:lnTo>
                  <a:lnTo>
                    <a:pt x="933698" y="678420"/>
                  </a:lnTo>
                  <a:lnTo>
                    <a:pt x="963168" y="643758"/>
                  </a:lnTo>
                  <a:lnTo>
                    <a:pt x="977492" y="619935"/>
                  </a:lnTo>
                  <a:lnTo>
                    <a:pt x="773826" y="619935"/>
                  </a:lnTo>
                  <a:lnTo>
                    <a:pt x="743318" y="613248"/>
                  </a:lnTo>
                  <a:lnTo>
                    <a:pt x="698952" y="559751"/>
                  </a:lnTo>
                  <a:lnTo>
                    <a:pt x="685091" y="512941"/>
                  </a:lnTo>
                  <a:lnTo>
                    <a:pt x="676775" y="452758"/>
                  </a:lnTo>
                  <a:lnTo>
                    <a:pt x="674004" y="379201"/>
                  </a:lnTo>
                  <a:lnTo>
                    <a:pt x="676829" y="301095"/>
                  </a:lnTo>
                  <a:lnTo>
                    <a:pt x="685307" y="237191"/>
                  </a:lnTo>
                  <a:lnTo>
                    <a:pt x="699443" y="187489"/>
                  </a:lnTo>
                  <a:lnTo>
                    <a:pt x="719241" y="151987"/>
                  </a:lnTo>
                  <a:lnTo>
                    <a:pt x="775837" y="123587"/>
                  </a:lnTo>
                  <a:lnTo>
                    <a:pt x="985131" y="123587"/>
                  </a:lnTo>
                  <a:lnTo>
                    <a:pt x="979600" y="111903"/>
                  </a:lnTo>
                  <a:lnTo>
                    <a:pt x="957041" y="78915"/>
                  </a:lnTo>
                  <a:lnTo>
                    <a:pt x="899614" y="30932"/>
                  </a:lnTo>
                  <a:lnTo>
                    <a:pt x="825773" y="6940"/>
                  </a:lnTo>
                  <a:lnTo>
                    <a:pt x="782695" y="3941"/>
                  </a:lnTo>
                  <a:close/>
                </a:path>
                <a:path w="1031240" h="740410">
                  <a:moveTo>
                    <a:pt x="985131" y="123587"/>
                  </a:moveTo>
                  <a:lnTo>
                    <a:pt x="775837" y="123587"/>
                  </a:lnTo>
                  <a:lnTo>
                    <a:pt x="804949" y="130481"/>
                  </a:lnTo>
                  <a:lnTo>
                    <a:pt x="828763" y="151162"/>
                  </a:lnTo>
                  <a:lnTo>
                    <a:pt x="847283" y="185631"/>
                  </a:lnTo>
                  <a:lnTo>
                    <a:pt x="860509" y="233887"/>
                  </a:lnTo>
                  <a:lnTo>
                    <a:pt x="868443" y="295930"/>
                  </a:lnTo>
                  <a:lnTo>
                    <a:pt x="871087" y="371761"/>
                  </a:lnTo>
                  <a:lnTo>
                    <a:pt x="868389" y="447587"/>
                  </a:lnTo>
                  <a:lnTo>
                    <a:pt x="860292" y="509630"/>
                  </a:lnTo>
                  <a:lnTo>
                    <a:pt x="846791" y="557887"/>
                  </a:lnTo>
                  <a:lnTo>
                    <a:pt x="827883" y="592357"/>
                  </a:lnTo>
                  <a:lnTo>
                    <a:pt x="773826" y="619935"/>
                  </a:lnTo>
                  <a:lnTo>
                    <a:pt x="977492" y="619935"/>
                  </a:lnTo>
                  <a:lnTo>
                    <a:pt x="1000808" y="570186"/>
                  </a:lnTo>
                  <a:lnTo>
                    <a:pt x="1013966" y="526369"/>
                  </a:lnTo>
                  <a:lnTo>
                    <a:pt x="1023358" y="477865"/>
                  </a:lnTo>
                  <a:lnTo>
                    <a:pt x="1028988" y="424674"/>
                  </a:lnTo>
                  <a:lnTo>
                    <a:pt x="1030864" y="366796"/>
                  </a:lnTo>
                  <a:lnTo>
                    <a:pt x="1028813" y="303824"/>
                  </a:lnTo>
                  <a:lnTo>
                    <a:pt x="1022662" y="246849"/>
                  </a:lnTo>
                  <a:lnTo>
                    <a:pt x="1012410" y="195870"/>
                  </a:lnTo>
                  <a:lnTo>
                    <a:pt x="998056" y="150888"/>
                  </a:lnTo>
                  <a:lnTo>
                    <a:pt x="985131" y="123587"/>
                  </a:lnTo>
                  <a:close/>
                </a:path>
                <a:path w="1031240" h="740410">
                  <a:moveTo>
                    <a:pt x="307726" y="176701"/>
                  </a:moveTo>
                  <a:lnTo>
                    <a:pt x="151394" y="176701"/>
                  </a:lnTo>
                  <a:lnTo>
                    <a:pt x="151394" y="727639"/>
                  </a:lnTo>
                  <a:lnTo>
                    <a:pt x="307726" y="727639"/>
                  </a:lnTo>
                  <a:lnTo>
                    <a:pt x="307726" y="176701"/>
                  </a:lnTo>
                  <a:close/>
                </a:path>
                <a:path w="1031240" h="740410">
                  <a:moveTo>
                    <a:pt x="307726" y="0"/>
                  </a:moveTo>
                  <a:lnTo>
                    <a:pt x="212841" y="0"/>
                  </a:lnTo>
                  <a:lnTo>
                    <a:pt x="190390" y="16316"/>
                  </a:lnTo>
                  <a:lnTo>
                    <a:pt x="166641" y="31929"/>
                  </a:lnTo>
                  <a:lnTo>
                    <a:pt x="115183" y="61091"/>
                  </a:lnTo>
                  <a:lnTo>
                    <a:pt x="59306" y="86366"/>
                  </a:lnTo>
                  <a:lnTo>
                    <a:pt x="0" y="106704"/>
                  </a:lnTo>
                  <a:lnTo>
                    <a:pt x="0" y="238743"/>
                  </a:lnTo>
                  <a:lnTo>
                    <a:pt x="42153" y="230553"/>
                  </a:lnTo>
                  <a:lnTo>
                    <a:pt x="83301" y="216657"/>
                  </a:lnTo>
                  <a:lnTo>
                    <a:pt x="120792" y="198287"/>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00" name="object 100"/>
            <p:cNvSpPr/>
            <p:nvPr/>
          </p:nvSpPr>
          <p:spPr>
            <a:xfrm>
              <a:off x="7402067" y="5524369"/>
              <a:ext cx="1031240" cy="740410"/>
            </a:xfrm>
            <a:custGeom>
              <a:avLst/>
              <a:gdLst/>
              <a:ahLst/>
              <a:cxnLst/>
              <a:rect l="l" t="t" r="r" b="b"/>
              <a:pathLst>
                <a:path w="1031240" h="740410">
                  <a:moveTo>
                    <a:pt x="775837" y="123587"/>
                  </a:moveTo>
                  <a:lnTo>
                    <a:pt x="719241" y="151987"/>
                  </a:lnTo>
                  <a:lnTo>
                    <a:pt x="699443" y="187489"/>
                  </a:lnTo>
                  <a:lnTo>
                    <a:pt x="685307" y="237191"/>
                  </a:lnTo>
                  <a:lnTo>
                    <a:pt x="676829" y="301095"/>
                  </a:lnTo>
                  <a:lnTo>
                    <a:pt x="674004" y="379201"/>
                  </a:lnTo>
                  <a:lnTo>
                    <a:pt x="676775" y="452758"/>
                  </a:lnTo>
                  <a:lnTo>
                    <a:pt x="685091" y="512941"/>
                  </a:lnTo>
                  <a:lnTo>
                    <a:pt x="698952" y="559751"/>
                  </a:lnTo>
                  <a:lnTo>
                    <a:pt x="718360" y="593186"/>
                  </a:lnTo>
                  <a:lnTo>
                    <a:pt x="773826" y="619935"/>
                  </a:lnTo>
                  <a:lnTo>
                    <a:pt x="803562" y="613041"/>
                  </a:lnTo>
                  <a:lnTo>
                    <a:pt x="846791" y="557887"/>
                  </a:lnTo>
                  <a:lnTo>
                    <a:pt x="860292" y="509630"/>
                  </a:lnTo>
                  <a:lnTo>
                    <a:pt x="868389" y="447587"/>
                  </a:lnTo>
                  <a:lnTo>
                    <a:pt x="871087" y="371761"/>
                  </a:lnTo>
                  <a:lnTo>
                    <a:pt x="868443" y="295930"/>
                  </a:lnTo>
                  <a:lnTo>
                    <a:pt x="860509" y="233887"/>
                  </a:lnTo>
                  <a:lnTo>
                    <a:pt x="847283" y="185631"/>
                  </a:lnTo>
                  <a:lnTo>
                    <a:pt x="828763" y="151162"/>
                  </a:lnTo>
                  <a:lnTo>
                    <a:pt x="775837" y="123587"/>
                  </a:lnTo>
                  <a:close/>
                </a:path>
                <a:path w="1031240" h="740410">
                  <a:moveTo>
                    <a:pt x="782695" y="3941"/>
                  </a:moveTo>
                  <a:lnTo>
                    <a:pt x="825773" y="6940"/>
                  </a:lnTo>
                  <a:lnTo>
                    <a:pt x="864746" y="15937"/>
                  </a:lnTo>
                  <a:lnTo>
                    <a:pt x="930379" y="51925"/>
                  </a:lnTo>
                  <a:lnTo>
                    <a:pt x="979599" y="111903"/>
                  </a:lnTo>
                  <a:lnTo>
                    <a:pt x="998056" y="150888"/>
                  </a:lnTo>
                  <a:lnTo>
                    <a:pt x="1012410" y="195870"/>
                  </a:lnTo>
                  <a:lnTo>
                    <a:pt x="1022662" y="246849"/>
                  </a:lnTo>
                  <a:lnTo>
                    <a:pt x="1028813" y="303824"/>
                  </a:lnTo>
                  <a:lnTo>
                    <a:pt x="1030864" y="366796"/>
                  </a:lnTo>
                  <a:lnTo>
                    <a:pt x="1028988" y="424673"/>
                  </a:lnTo>
                  <a:lnTo>
                    <a:pt x="1023358" y="477865"/>
                  </a:lnTo>
                  <a:lnTo>
                    <a:pt x="1013966" y="526369"/>
                  </a:lnTo>
                  <a:lnTo>
                    <a:pt x="1000808" y="570186"/>
                  </a:lnTo>
                  <a:lnTo>
                    <a:pt x="983877" y="609316"/>
                  </a:lnTo>
                  <a:lnTo>
                    <a:pt x="963167" y="643758"/>
                  </a:lnTo>
                  <a:lnTo>
                    <a:pt x="933698" y="678420"/>
                  </a:lnTo>
                  <a:lnTo>
                    <a:pt x="899533" y="705380"/>
                  </a:lnTo>
                  <a:lnTo>
                    <a:pt x="860671" y="724638"/>
                  </a:lnTo>
                  <a:lnTo>
                    <a:pt x="817112" y="736193"/>
                  </a:lnTo>
                  <a:lnTo>
                    <a:pt x="768857" y="740045"/>
                  </a:lnTo>
                  <a:lnTo>
                    <a:pt x="724755" y="737095"/>
                  </a:lnTo>
                  <a:lnTo>
                    <a:pt x="684854" y="728248"/>
                  </a:lnTo>
                  <a:lnTo>
                    <a:pt x="649152" y="713501"/>
                  </a:lnTo>
                  <a:lnTo>
                    <a:pt x="590349" y="666312"/>
                  </a:lnTo>
                  <a:lnTo>
                    <a:pt x="567248" y="633870"/>
                  </a:lnTo>
                  <a:lnTo>
                    <a:pt x="548347" y="595529"/>
                  </a:lnTo>
                  <a:lnTo>
                    <a:pt x="533647" y="551290"/>
                  </a:lnTo>
                  <a:lnTo>
                    <a:pt x="523146" y="501151"/>
                  </a:lnTo>
                  <a:lnTo>
                    <a:pt x="516846" y="445114"/>
                  </a:lnTo>
                  <a:lnTo>
                    <a:pt x="514746" y="383179"/>
                  </a:lnTo>
                  <a:lnTo>
                    <a:pt x="516651" y="323911"/>
                  </a:lnTo>
                  <a:lnTo>
                    <a:pt x="522370" y="269538"/>
                  </a:lnTo>
                  <a:lnTo>
                    <a:pt x="531906" y="220061"/>
                  </a:lnTo>
                  <a:lnTo>
                    <a:pt x="545262" y="175481"/>
                  </a:lnTo>
                  <a:lnTo>
                    <a:pt x="562441" y="135798"/>
                  </a:lnTo>
                  <a:lnTo>
                    <a:pt x="583448" y="101013"/>
                  </a:lnTo>
                  <a:lnTo>
                    <a:pt x="613422" y="66078"/>
                  </a:lnTo>
                  <a:lnTo>
                    <a:pt x="648333" y="38899"/>
                  </a:lnTo>
                  <a:lnTo>
                    <a:pt x="688183" y="19480"/>
                  </a:lnTo>
                  <a:lnTo>
                    <a:pt x="732970" y="7826"/>
                  </a:lnTo>
                  <a:lnTo>
                    <a:pt x="782695" y="3941"/>
                  </a:lnTo>
                  <a:close/>
                </a:path>
                <a:path w="1031240" h="740410">
                  <a:moveTo>
                    <a:pt x="212841" y="0"/>
                  </a:moveTo>
                  <a:lnTo>
                    <a:pt x="307726" y="0"/>
                  </a:lnTo>
                  <a:lnTo>
                    <a:pt x="307726" y="727639"/>
                  </a:lnTo>
                  <a:lnTo>
                    <a:pt x="151394" y="727639"/>
                  </a:lnTo>
                  <a:lnTo>
                    <a:pt x="151394" y="176701"/>
                  </a:lnTo>
                  <a:lnTo>
                    <a:pt x="144619" y="182331"/>
                  </a:lnTo>
                  <a:lnTo>
                    <a:pt x="111873" y="203251"/>
                  </a:lnTo>
                  <a:lnTo>
                    <a:pt x="73306" y="220593"/>
                  </a:lnTo>
                  <a:lnTo>
                    <a:pt x="31521" y="233208"/>
                  </a:lnTo>
                  <a:lnTo>
                    <a:pt x="0" y="238743"/>
                  </a:lnTo>
                  <a:lnTo>
                    <a:pt x="0" y="106704"/>
                  </a:lnTo>
                  <a:lnTo>
                    <a:pt x="30067" y="97154"/>
                  </a:lnTo>
                  <a:lnTo>
                    <a:pt x="59306" y="86366"/>
                  </a:lnTo>
                  <a:lnTo>
                    <a:pt x="115183" y="61091"/>
                  </a:lnTo>
                  <a:lnTo>
                    <a:pt x="166641" y="31929"/>
                  </a:lnTo>
                  <a:lnTo>
                    <a:pt x="190390" y="16316"/>
                  </a:lnTo>
                  <a:lnTo>
                    <a:pt x="212841" y="0"/>
                  </a:lnTo>
                  <a:close/>
                </a:path>
              </a:pathLst>
            </a:custGeom>
            <a:ln w="12191">
              <a:solidFill>
                <a:srgbClr val="000000"/>
              </a:solidFill>
            </a:ln>
          </p:spPr>
          <p:txBody>
            <a:bodyPr wrap="square" lIns="0" tIns="0" rIns="0" bIns="0" rtlCol="0"/>
            <a:lstStyle/>
            <a:p>
              <a:endParaRPr/>
            </a:p>
          </p:txBody>
        </p:sp>
        <p:sp>
          <p:nvSpPr>
            <p:cNvPr id="101" name="object 101"/>
            <p:cNvSpPr/>
            <p:nvPr/>
          </p:nvSpPr>
          <p:spPr>
            <a:xfrm>
              <a:off x="6772656" y="5216651"/>
              <a:ext cx="2218944" cy="1345691"/>
            </a:xfrm>
            <a:prstGeom prst="rect">
              <a:avLst/>
            </a:prstGeom>
            <a:blipFill>
              <a:blip r:embed="rId41" cstate="print"/>
              <a:stretch>
                <a:fillRect/>
              </a:stretch>
            </a:blipFill>
          </p:spPr>
          <p:txBody>
            <a:bodyPr wrap="square" lIns="0" tIns="0" rIns="0" bIns="0" rtlCol="0"/>
            <a:lstStyle/>
            <a:p>
              <a:endParaRPr/>
            </a:p>
          </p:txBody>
        </p:sp>
        <p:sp>
          <p:nvSpPr>
            <p:cNvPr id="102" name="object 102"/>
            <p:cNvSpPr/>
            <p:nvPr/>
          </p:nvSpPr>
          <p:spPr>
            <a:xfrm>
              <a:off x="6618732" y="4898134"/>
              <a:ext cx="2525267" cy="1959864"/>
            </a:xfrm>
            <a:prstGeom prst="rect">
              <a:avLst/>
            </a:prstGeom>
            <a:blipFill>
              <a:blip r:embed="rId42" cstate="print"/>
              <a:stretch>
                <a:fillRect/>
              </a:stretch>
            </a:blipFill>
          </p:spPr>
          <p:txBody>
            <a:bodyPr wrap="square" lIns="0" tIns="0" rIns="0" bIns="0" rtlCol="0"/>
            <a:lstStyle/>
            <a:p>
              <a:endParaRPr/>
            </a:p>
          </p:txBody>
        </p:sp>
        <p:sp>
          <p:nvSpPr>
            <p:cNvPr id="103" name="object 103"/>
            <p:cNvSpPr/>
            <p:nvPr/>
          </p:nvSpPr>
          <p:spPr>
            <a:xfrm>
              <a:off x="6854067" y="5277099"/>
              <a:ext cx="2057400" cy="1184275"/>
            </a:xfrm>
            <a:custGeom>
              <a:avLst/>
              <a:gdLst/>
              <a:ahLst/>
              <a:cxnLst/>
              <a:rect l="l" t="t" r="r" b="b"/>
              <a:pathLst>
                <a:path w="2057400" h="1184275">
                  <a:moveTo>
                    <a:pt x="1824989"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989" y="1184065"/>
                  </a:lnTo>
                  <a:lnTo>
                    <a:pt x="1871835" y="1179341"/>
                  </a:lnTo>
                  <a:lnTo>
                    <a:pt x="1915465" y="1165791"/>
                  </a:lnTo>
                  <a:lnTo>
                    <a:pt x="1954943" y="1144352"/>
                  </a:lnTo>
                  <a:lnTo>
                    <a:pt x="1989338" y="1115958"/>
                  </a:lnTo>
                  <a:lnTo>
                    <a:pt x="2017714" y="1081544"/>
                  </a:lnTo>
                  <a:lnTo>
                    <a:pt x="2039139" y="1042045"/>
                  </a:lnTo>
                  <a:lnTo>
                    <a:pt x="2052679" y="998398"/>
                  </a:lnTo>
                  <a:lnTo>
                    <a:pt x="2057399" y="951536"/>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04" name="object 104"/>
            <p:cNvSpPr/>
            <p:nvPr/>
          </p:nvSpPr>
          <p:spPr>
            <a:xfrm>
              <a:off x="6854067" y="527709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36"/>
                  </a:lnTo>
                  <a:lnTo>
                    <a:pt x="2052679" y="998398"/>
                  </a:lnTo>
                  <a:lnTo>
                    <a:pt x="2039139" y="1042045"/>
                  </a:lnTo>
                  <a:lnTo>
                    <a:pt x="2017714" y="1081544"/>
                  </a:lnTo>
                  <a:lnTo>
                    <a:pt x="1989338" y="1115958"/>
                  </a:lnTo>
                  <a:lnTo>
                    <a:pt x="1954943" y="1144352"/>
                  </a:lnTo>
                  <a:lnTo>
                    <a:pt x="1915465" y="1165791"/>
                  </a:lnTo>
                  <a:lnTo>
                    <a:pt x="1871835" y="1179341"/>
                  </a:lnTo>
                  <a:lnTo>
                    <a:pt x="1824989"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105" name="object 105"/>
            <p:cNvSpPr/>
            <p:nvPr/>
          </p:nvSpPr>
          <p:spPr>
            <a:xfrm>
              <a:off x="6659880" y="4919471"/>
              <a:ext cx="2481072" cy="1938527"/>
            </a:xfrm>
            <a:prstGeom prst="rect">
              <a:avLst/>
            </a:prstGeom>
            <a:blipFill>
              <a:blip r:embed="rId43" cstate="print"/>
              <a:stretch>
                <a:fillRect/>
              </a:stretch>
            </a:blipFill>
          </p:spPr>
          <p:txBody>
            <a:bodyPr wrap="square" lIns="0" tIns="0" rIns="0" bIns="0" rtlCol="0"/>
            <a:lstStyle/>
            <a:p>
              <a:endParaRPr/>
            </a:p>
          </p:txBody>
        </p:sp>
        <p:sp>
          <p:nvSpPr>
            <p:cNvPr id="106" name="object 106"/>
            <p:cNvSpPr/>
            <p:nvPr/>
          </p:nvSpPr>
          <p:spPr>
            <a:xfrm>
              <a:off x="7402190" y="5513319"/>
              <a:ext cx="893444" cy="727710"/>
            </a:xfrm>
            <a:custGeom>
              <a:avLst/>
              <a:gdLst/>
              <a:ahLst/>
              <a:cxnLst/>
              <a:rect l="l" t="t" r="r" b="b"/>
              <a:pathLst>
                <a:path w="893445" h="727710">
                  <a:moveTo>
                    <a:pt x="892942" y="176747"/>
                  </a:moveTo>
                  <a:lnTo>
                    <a:pt x="736610" y="176747"/>
                  </a:lnTo>
                  <a:lnTo>
                    <a:pt x="736610" y="727685"/>
                  </a:lnTo>
                  <a:lnTo>
                    <a:pt x="892942" y="727685"/>
                  </a:lnTo>
                  <a:lnTo>
                    <a:pt x="892942" y="176747"/>
                  </a:lnTo>
                  <a:close/>
                </a:path>
                <a:path w="893445" h="727710">
                  <a:moveTo>
                    <a:pt x="892942" y="0"/>
                  </a:moveTo>
                  <a:lnTo>
                    <a:pt x="798210" y="0"/>
                  </a:lnTo>
                  <a:lnTo>
                    <a:pt x="775670" y="16316"/>
                  </a:lnTo>
                  <a:lnTo>
                    <a:pt x="751876" y="31929"/>
                  </a:lnTo>
                  <a:lnTo>
                    <a:pt x="700399" y="61091"/>
                  </a:lnTo>
                  <a:lnTo>
                    <a:pt x="644533" y="86409"/>
                  </a:lnTo>
                  <a:lnTo>
                    <a:pt x="585216" y="106762"/>
                  </a:lnTo>
                  <a:lnTo>
                    <a:pt x="585216" y="238792"/>
                  </a:lnTo>
                  <a:lnTo>
                    <a:pt x="627400" y="230599"/>
                  </a:lnTo>
                  <a:lnTo>
                    <a:pt x="668670" y="216706"/>
                  </a:lnTo>
                  <a:lnTo>
                    <a:pt x="706130" y="198333"/>
                  </a:lnTo>
                  <a:lnTo>
                    <a:pt x="736610" y="176747"/>
                  </a:lnTo>
                  <a:lnTo>
                    <a:pt x="892942" y="176747"/>
                  </a:lnTo>
                  <a:lnTo>
                    <a:pt x="892942" y="0"/>
                  </a:lnTo>
                  <a:close/>
                </a:path>
                <a:path w="893445" h="727710">
                  <a:moveTo>
                    <a:pt x="307726" y="176747"/>
                  </a:moveTo>
                  <a:lnTo>
                    <a:pt x="151394" y="176747"/>
                  </a:lnTo>
                  <a:lnTo>
                    <a:pt x="151394" y="727685"/>
                  </a:lnTo>
                  <a:lnTo>
                    <a:pt x="307726" y="727685"/>
                  </a:lnTo>
                  <a:lnTo>
                    <a:pt x="307726" y="176747"/>
                  </a:lnTo>
                  <a:close/>
                </a:path>
                <a:path w="893445" h="727710">
                  <a:moveTo>
                    <a:pt x="307726" y="0"/>
                  </a:moveTo>
                  <a:lnTo>
                    <a:pt x="212994" y="0"/>
                  </a:lnTo>
                  <a:lnTo>
                    <a:pt x="190454" y="16316"/>
                  </a:lnTo>
                  <a:lnTo>
                    <a:pt x="166660" y="31929"/>
                  </a:lnTo>
                  <a:lnTo>
                    <a:pt x="115183" y="61091"/>
                  </a:lnTo>
                  <a:lnTo>
                    <a:pt x="59317" y="86409"/>
                  </a:lnTo>
                  <a:lnTo>
                    <a:pt x="0" y="106762"/>
                  </a:lnTo>
                  <a:lnTo>
                    <a:pt x="0" y="238792"/>
                  </a:lnTo>
                  <a:lnTo>
                    <a:pt x="42184" y="230599"/>
                  </a:lnTo>
                  <a:lnTo>
                    <a:pt x="83332" y="216706"/>
                  </a:lnTo>
                  <a:lnTo>
                    <a:pt x="120914" y="198333"/>
                  </a:lnTo>
                  <a:lnTo>
                    <a:pt x="151394" y="176747"/>
                  </a:lnTo>
                  <a:lnTo>
                    <a:pt x="307726" y="176747"/>
                  </a:lnTo>
                  <a:lnTo>
                    <a:pt x="307726" y="0"/>
                  </a:lnTo>
                  <a:close/>
                </a:path>
              </a:pathLst>
            </a:custGeom>
            <a:solidFill>
              <a:srgbClr val="FFFF00"/>
            </a:solidFill>
          </p:spPr>
          <p:txBody>
            <a:bodyPr wrap="square" lIns="0" tIns="0" rIns="0" bIns="0" rtlCol="0"/>
            <a:lstStyle/>
            <a:p>
              <a:endParaRPr/>
            </a:p>
          </p:txBody>
        </p:sp>
        <p:sp>
          <p:nvSpPr>
            <p:cNvPr id="107" name="object 107"/>
            <p:cNvSpPr/>
            <p:nvPr/>
          </p:nvSpPr>
          <p:spPr>
            <a:xfrm>
              <a:off x="7402189" y="5513320"/>
              <a:ext cx="893444" cy="727710"/>
            </a:xfrm>
            <a:custGeom>
              <a:avLst/>
              <a:gdLst/>
              <a:ahLst/>
              <a:cxnLst/>
              <a:rect l="l" t="t" r="r" b="b"/>
              <a:pathLst>
                <a:path w="893445" h="727710">
                  <a:moveTo>
                    <a:pt x="798210" y="0"/>
                  </a:moveTo>
                  <a:lnTo>
                    <a:pt x="892942" y="0"/>
                  </a:lnTo>
                  <a:lnTo>
                    <a:pt x="892942" y="727685"/>
                  </a:lnTo>
                  <a:lnTo>
                    <a:pt x="736610" y="727685"/>
                  </a:lnTo>
                  <a:lnTo>
                    <a:pt x="736610" y="176747"/>
                  </a:lnTo>
                  <a:lnTo>
                    <a:pt x="729850" y="182377"/>
                  </a:lnTo>
                  <a:lnTo>
                    <a:pt x="697143" y="203299"/>
                  </a:lnTo>
                  <a:lnTo>
                    <a:pt x="658587" y="220647"/>
                  </a:lnTo>
                  <a:lnTo>
                    <a:pt x="616749" y="233254"/>
                  </a:lnTo>
                  <a:lnTo>
                    <a:pt x="585215" y="238792"/>
                  </a:lnTo>
                  <a:lnTo>
                    <a:pt x="585215" y="106762"/>
                  </a:lnTo>
                  <a:lnTo>
                    <a:pt x="615296" y="97205"/>
                  </a:lnTo>
                  <a:lnTo>
                    <a:pt x="644533" y="86409"/>
                  </a:lnTo>
                  <a:lnTo>
                    <a:pt x="700399" y="61091"/>
                  </a:lnTo>
                  <a:lnTo>
                    <a:pt x="751876" y="31929"/>
                  </a:lnTo>
                  <a:lnTo>
                    <a:pt x="775670" y="16316"/>
                  </a:lnTo>
                  <a:lnTo>
                    <a:pt x="798210" y="0"/>
                  </a:lnTo>
                  <a:close/>
                </a:path>
                <a:path w="893445" h="727710">
                  <a:moveTo>
                    <a:pt x="212994" y="0"/>
                  </a:moveTo>
                  <a:lnTo>
                    <a:pt x="307726" y="0"/>
                  </a:lnTo>
                  <a:lnTo>
                    <a:pt x="307726" y="727685"/>
                  </a:lnTo>
                  <a:lnTo>
                    <a:pt x="151394" y="727685"/>
                  </a:lnTo>
                  <a:lnTo>
                    <a:pt x="151394" y="176747"/>
                  </a:lnTo>
                  <a:lnTo>
                    <a:pt x="144634" y="182377"/>
                  </a:lnTo>
                  <a:lnTo>
                    <a:pt x="111925" y="203299"/>
                  </a:lnTo>
                  <a:lnTo>
                    <a:pt x="73319" y="220647"/>
                  </a:lnTo>
                  <a:lnTo>
                    <a:pt x="31533" y="233254"/>
                  </a:lnTo>
                  <a:lnTo>
                    <a:pt x="0" y="238792"/>
                  </a:lnTo>
                  <a:lnTo>
                    <a:pt x="0" y="106762"/>
                  </a:lnTo>
                  <a:lnTo>
                    <a:pt x="30080" y="97205"/>
                  </a:lnTo>
                  <a:lnTo>
                    <a:pt x="59317" y="86409"/>
                  </a:lnTo>
                  <a:lnTo>
                    <a:pt x="115183" y="61091"/>
                  </a:lnTo>
                  <a:lnTo>
                    <a:pt x="166660" y="31929"/>
                  </a:lnTo>
                  <a:lnTo>
                    <a:pt x="190454" y="16316"/>
                  </a:lnTo>
                  <a:lnTo>
                    <a:pt x="212994" y="0"/>
                  </a:lnTo>
                  <a:close/>
                </a:path>
              </a:pathLst>
            </a:custGeom>
            <a:ln w="12191">
              <a:solidFill>
                <a:srgbClr val="000000"/>
              </a:solidFill>
            </a:ln>
          </p:spPr>
          <p:txBody>
            <a:bodyPr wrap="square" lIns="0" tIns="0" rIns="0" bIns="0" rtlCol="0"/>
            <a:lstStyle/>
            <a:p>
              <a:endParaRPr/>
            </a:p>
          </p:txBody>
        </p:sp>
        <p:sp>
          <p:nvSpPr>
            <p:cNvPr id="108" name="object 108"/>
            <p:cNvSpPr/>
            <p:nvPr/>
          </p:nvSpPr>
          <p:spPr>
            <a:xfrm>
              <a:off x="6754368" y="5231891"/>
              <a:ext cx="2218944" cy="1345692"/>
            </a:xfrm>
            <a:prstGeom prst="rect">
              <a:avLst/>
            </a:prstGeom>
            <a:blipFill>
              <a:blip r:embed="rId44" cstate="print"/>
              <a:stretch>
                <a:fillRect/>
              </a:stretch>
            </a:blipFill>
          </p:spPr>
          <p:txBody>
            <a:bodyPr wrap="square" lIns="0" tIns="0" rIns="0" bIns="0" rtlCol="0"/>
            <a:lstStyle/>
            <a:p>
              <a:endParaRPr/>
            </a:p>
          </p:txBody>
        </p:sp>
        <p:sp>
          <p:nvSpPr>
            <p:cNvPr id="109" name="object 109"/>
            <p:cNvSpPr/>
            <p:nvPr/>
          </p:nvSpPr>
          <p:spPr>
            <a:xfrm>
              <a:off x="6600444" y="4914899"/>
              <a:ext cx="2543555" cy="1943100"/>
            </a:xfrm>
            <a:prstGeom prst="rect">
              <a:avLst/>
            </a:prstGeom>
            <a:blipFill>
              <a:blip r:embed="rId45" cstate="print"/>
              <a:stretch>
                <a:fillRect/>
              </a:stretch>
            </a:blipFill>
          </p:spPr>
          <p:txBody>
            <a:bodyPr wrap="square" lIns="0" tIns="0" rIns="0" bIns="0" rtlCol="0"/>
            <a:lstStyle/>
            <a:p>
              <a:endParaRPr/>
            </a:p>
          </p:txBody>
        </p:sp>
        <p:sp>
          <p:nvSpPr>
            <p:cNvPr id="110" name="object 110"/>
            <p:cNvSpPr/>
            <p:nvPr/>
          </p:nvSpPr>
          <p:spPr>
            <a:xfrm>
              <a:off x="6835658" y="5292983"/>
              <a:ext cx="2057400" cy="1184275"/>
            </a:xfrm>
            <a:custGeom>
              <a:avLst/>
              <a:gdLst/>
              <a:ahLst/>
              <a:cxnLst/>
              <a:rect l="l" t="t" r="r" b="b"/>
              <a:pathLst>
                <a:path w="2057400" h="1184275">
                  <a:moveTo>
                    <a:pt x="1824868"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488"/>
                  </a:lnTo>
                  <a:lnTo>
                    <a:pt x="4724" y="998354"/>
                  </a:lnTo>
                  <a:lnTo>
                    <a:pt x="18275" y="1042003"/>
                  </a:lnTo>
                  <a:lnTo>
                    <a:pt x="39715" y="1081502"/>
                  </a:lnTo>
                  <a:lnTo>
                    <a:pt x="68111" y="1115915"/>
                  </a:lnTo>
                  <a:lnTo>
                    <a:pt x="102526" y="1144307"/>
                  </a:lnTo>
                  <a:lnTo>
                    <a:pt x="142024" y="1165745"/>
                  </a:lnTo>
                  <a:lnTo>
                    <a:pt x="185671" y="1179293"/>
                  </a:lnTo>
                  <a:lnTo>
                    <a:pt x="232531" y="1184016"/>
                  </a:lnTo>
                  <a:lnTo>
                    <a:pt x="1824868" y="1184016"/>
                  </a:lnTo>
                  <a:lnTo>
                    <a:pt x="1871719" y="1179293"/>
                  </a:lnTo>
                  <a:lnTo>
                    <a:pt x="1915362" y="1165745"/>
                  </a:lnTo>
                  <a:lnTo>
                    <a:pt x="1954860" y="1144307"/>
                  </a:lnTo>
                  <a:lnTo>
                    <a:pt x="1989277" y="1115915"/>
                  </a:lnTo>
                  <a:lnTo>
                    <a:pt x="2017676" y="1081502"/>
                  </a:lnTo>
                  <a:lnTo>
                    <a:pt x="2039120" y="1042003"/>
                  </a:lnTo>
                  <a:lnTo>
                    <a:pt x="2052674" y="998354"/>
                  </a:lnTo>
                  <a:lnTo>
                    <a:pt x="2057399" y="951488"/>
                  </a:lnTo>
                  <a:lnTo>
                    <a:pt x="2057399" y="232528"/>
                  </a:lnTo>
                  <a:lnTo>
                    <a:pt x="2052674" y="185673"/>
                  </a:lnTo>
                  <a:lnTo>
                    <a:pt x="2039120" y="142028"/>
                  </a:lnTo>
                  <a:lnTo>
                    <a:pt x="2017676" y="102530"/>
                  </a:lnTo>
                  <a:lnTo>
                    <a:pt x="1989277" y="68115"/>
                  </a:lnTo>
                  <a:lnTo>
                    <a:pt x="1954860" y="39718"/>
                  </a:lnTo>
                  <a:lnTo>
                    <a:pt x="1915362" y="18276"/>
                  </a:lnTo>
                  <a:lnTo>
                    <a:pt x="1871719" y="4725"/>
                  </a:lnTo>
                  <a:lnTo>
                    <a:pt x="1824868" y="0"/>
                  </a:lnTo>
                  <a:close/>
                </a:path>
              </a:pathLst>
            </a:custGeom>
            <a:solidFill>
              <a:srgbClr val="252525"/>
            </a:solidFill>
          </p:spPr>
          <p:txBody>
            <a:bodyPr wrap="square" lIns="0" tIns="0" rIns="0" bIns="0" rtlCol="0"/>
            <a:lstStyle/>
            <a:p>
              <a:endParaRPr/>
            </a:p>
          </p:txBody>
        </p:sp>
        <p:sp>
          <p:nvSpPr>
            <p:cNvPr id="111" name="object 111"/>
            <p:cNvSpPr/>
            <p:nvPr/>
          </p:nvSpPr>
          <p:spPr>
            <a:xfrm>
              <a:off x="6835658" y="529298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68" y="0"/>
                  </a:lnTo>
                  <a:lnTo>
                    <a:pt x="1871719" y="4725"/>
                  </a:lnTo>
                  <a:lnTo>
                    <a:pt x="1915362" y="18276"/>
                  </a:lnTo>
                  <a:lnTo>
                    <a:pt x="1954860" y="39718"/>
                  </a:lnTo>
                  <a:lnTo>
                    <a:pt x="1989277" y="68115"/>
                  </a:lnTo>
                  <a:lnTo>
                    <a:pt x="2017676" y="102530"/>
                  </a:lnTo>
                  <a:lnTo>
                    <a:pt x="2039120" y="142028"/>
                  </a:lnTo>
                  <a:lnTo>
                    <a:pt x="2052674" y="185673"/>
                  </a:lnTo>
                  <a:lnTo>
                    <a:pt x="2057399" y="232528"/>
                  </a:lnTo>
                  <a:lnTo>
                    <a:pt x="2057399" y="951488"/>
                  </a:lnTo>
                  <a:lnTo>
                    <a:pt x="2052674" y="998354"/>
                  </a:lnTo>
                  <a:lnTo>
                    <a:pt x="2039120" y="1042003"/>
                  </a:lnTo>
                  <a:lnTo>
                    <a:pt x="2017676" y="1081502"/>
                  </a:lnTo>
                  <a:lnTo>
                    <a:pt x="1989277" y="1115915"/>
                  </a:lnTo>
                  <a:lnTo>
                    <a:pt x="1954860" y="1144307"/>
                  </a:lnTo>
                  <a:lnTo>
                    <a:pt x="1915362" y="1165745"/>
                  </a:lnTo>
                  <a:lnTo>
                    <a:pt x="1871719" y="1179293"/>
                  </a:lnTo>
                  <a:lnTo>
                    <a:pt x="1824868" y="1184016"/>
                  </a:lnTo>
                  <a:lnTo>
                    <a:pt x="232531" y="1184016"/>
                  </a:lnTo>
                  <a:lnTo>
                    <a:pt x="185671" y="1179293"/>
                  </a:lnTo>
                  <a:lnTo>
                    <a:pt x="142024" y="1165745"/>
                  </a:lnTo>
                  <a:lnTo>
                    <a:pt x="102526" y="1144307"/>
                  </a:lnTo>
                  <a:lnTo>
                    <a:pt x="68111" y="1115915"/>
                  </a:lnTo>
                  <a:lnTo>
                    <a:pt x="39715" y="1081502"/>
                  </a:lnTo>
                  <a:lnTo>
                    <a:pt x="18275" y="1042003"/>
                  </a:lnTo>
                  <a:lnTo>
                    <a:pt x="4724"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112" name="object 112"/>
            <p:cNvSpPr/>
            <p:nvPr/>
          </p:nvSpPr>
          <p:spPr>
            <a:xfrm>
              <a:off x="6641592" y="4936234"/>
              <a:ext cx="2481072" cy="1921764"/>
            </a:xfrm>
            <a:prstGeom prst="rect">
              <a:avLst/>
            </a:prstGeom>
            <a:blipFill>
              <a:blip r:embed="rId46" cstate="print"/>
              <a:stretch>
                <a:fillRect/>
              </a:stretch>
            </a:blipFill>
          </p:spPr>
          <p:txBody>
            <a:bodyPr wrap="square" lIns="0" tIns="0" rIns="0" bIns="0" rtlCol="0"/>
            <a:lstStyle/>
            <a:p>
              <a:endParaRPr/>
            </a:p>
          </p:txBody>
        </p:sp>
        <p:sp>
          <p:nvSpPr>
            <p:cNvPr id="113" name="object 113"/>
            <p:cNvSpPr/>
            <p:nvPr/>
          </p:nvSpPr>
          <p:spPr>
            <a:xfrm>
              <a:off x="7383658" y="5529202"/>
              <a:ext cx="996315" cy="727710"/>
            </a:xfrm>
            <a:custGeom>
              <a:avLst/>
              <a:gdLst/>
              <a:ahLst/>
              <a:cxnLst/>
              <a:rect l="l" t="t" r="r" b="b"/>
              <a:pathLst>
                <a:path w="996315" h="727710">
                  <a:moveTo>
                    <a:pt x="982439" y="129052"/>
                  </a:moveTo>
                  <a:lnTo>
                    <a:pt x="731123" y="129052"/>
                  </a:lnTo>
                  <a:lnTo>
                    <a:pt x="755992" y="130510"/>
                  </a:lnTo>
                  <a:lnTo>
                    <a:pt x="777438" y="134885"/>
                  </a:lnTo>
                  <a:lnTo>
                    <a:pt x="821396" y="165441"/>
                  </a:lnTo>
                  <a:lnTo>
                    <a:pt x="835914" y="221373"/>
                  </a:lnTo>
                  <a:lnTo>
                    <a:pt x="835413" y="232862"/>
                  </a:lnTo>
                  <a:lnTo>
                    <a:pt x="823545" y="275561"/>
                  </a:lnTo>
                  <a:lnTo>
                    <a:pt x="795359" y="316059"/>
                  </a:lnTo>
                  <a:lnTo>
                    <a:pt x="764164" y="346447"/>
                  </a:lnTo>
                  <a:lnTo>
                    <a:pt x="724443" y="378133"/>
                  </a:lnTo>
                  <a:lnTo>
                    <a:pt x="694226" y="400128"/>
                  </a:lnTo>
                  <a:lnTo>
                    <a:pt x="678732" y="411777"/>
                  </a:lnTo>
                  <a:lnTo>
                    <a:pt x="646541" y="437031"/>
                  </a:lnTo>
                  <a:lnTo>
                    <a:pt x="614857" y="465569"/>
                  </a:lnTo>
                  <a:lnTo>
                    <a:pt x="585734" y="498073"/>
                  </a:lnTo>
                  <a:lnTo>
                    <a:pt x="560287" y="534805"/>
                  </a:lnTo>
                  <a:lnTo>
                    <a:pt x="539617" y="576001"/>
                  </a:lnTo>
                  <a:lnTo>
                    <a:pt x="525795" y="622228"/>
                  </a:lnTo>
                  <a:lnTo>
                    <a:pt x="521208" y="674037"/>
                  </a:lnTo>
                  <a:lnTo>
                    <a:pt x="521208" y="727639"/>
                  </a:lnTo>
                  <a:lnTo>
                    <a:pt x="994775" y="727639"/>
                  </a:lnTo>
                  <a:lnTo>
                    <a:pt x="994775" y="597596"/>
                  </a:lnTo>
                  <a:lnTo>
                    <a:pt x="693023" y="597596"/>
                  </a:lnTo>
                  <a:lnTo>
                    <a:pt x="693645" y="590556"/>
                  </a:lnTo>
                  <a:lnTo>
                    <a:pt x="714580" y="552740"/>
                  </a:lnTo>
                  <a:lnTo>
                    <a:pt x="747895" y="520542"/>
                  </a:lnTo>
                  <a:lnTo>
                    <a:pt x="779825" y="495705"/>
                  </a:lnTo>
                  <a:lnTo>
                    <a:pt x="814578" y="470535"/>
                  </a:lnTo>
                  <a:lnTo>
                    <a:pt x="832034" y="458264"/>
                  </a:lnTo>
                  <a:lnTo>
                    <a:pt x="849165" y="445774"/>
                  </a:lnTo>
                  <a:lnTo>
                    <a:pt x="882517" y="420148"/>
                  </a:lnTo>
                  <a:lnTo>
                    <a:pt x="913382" y="392791"/>
                  </a:lnTo>
                  <a:lnTo>
                    <a:pt x="940429" y="362818"/>
                  </a:lnTo>
                  <a:lnTo>
                    <a:pt x="962981" y="329819"/>
                  </a:lnTo>
                  <a:lnTo>
                    <a:pt x="980572" y="293345"/>
                  </a:lnTo>
                  <a:lnTo>
                    <a:pt x="991998" y="252394"/>
                  </a:lnTo>
                  <a:lnTo>
                    <a:pt x="995812" y="205977"/>
                  </a:lnTo>
                  <a:lnTo>
                    <a:pt x="994815" y="183438"/>
                  </a:lnTo>
                  <a:lnTo>
                    <a:pt x="991842" y="161988"/>
                  </a:lnTo>
                  <a:lnTo>
                    <a:pt x="986913" y="141626"/>
                  </a:lnTo>
                  <a:lnTo>
                    <a:pt x="982439" y="129052"/>
                  </a:lnTo>
                  <a:close/>
                </a:path>
                <a:path w="996315" h="727710">
                  <a:moveTo>
                    <a:pt x="764926" y="3928"/>
                  </a:moveTo>
                  <a:lnTo>
                    <a:pt x="708109" y="7690"/>
                  </a:lnTo>
                  <a:lnTo>
                    <a:pt x="654257" y="18969"/>
                  </a:lnTo>
                  <a:lnTo>
                    <a:pt x="603381" y="37753"/>
                  </a:lnTo>
                  <a:lnTo>
                    <a:pt x="555498" y="64032"/>
                  </a:lnTo>
                  <a:lnTo>
                    <a:pt x="555498" y="202012"/>
                  </a:lnTo>
                  <a:lnTo>
                    <a:pt x="597902" y="170093"/>
                  </a:lnTo>
                  <a:lnTo>
                    <a:pt x="641310" y="147293"/>
                  </a:lnTo>
                  <a:lnTo>
                    <a:pt x="685718" y="133612"/>
                  </a:lnTo>
                  <a:lnTo>
                    <a:pt x="731123" y="129052"/>
                  </a:lnTo>
                  <a:lnTo>
                    <a:pt x="982439" y="129052"/>
                  </a:lnTo>
                  <a:lnTo>
                    <a:pt x="980053" y="122349"/>
                  </a:lnTo>
                  <a:lnTo>
                    <a:pt x="960912" y="87664"/>
                  </a:lnTo>
                  <a:lnTo>
                    <a:pt x="934730" y="58542"/>
                  </a:lnTo>
                  <a:lnTo>
                    <a:pt x="901617" y="35300"/>
                  </a:lnTo>
                  <a:lnTo>
                    <a:pt x="861943" y="18156"/>
                  </a:lnTo>
                  <a:lnTo>
                    <a:pt x="816246" y="7471"/>
                  </a:lnTo>
                  <a:lnTo>
                    <a:pt x="791280" y="4812"/>
                  </a:lnTo>
                  <a:lnTo>
                    <a:pt x="764926" y="3928"/>
                  </a:lnTo>
                  <a:close/>
                </a:path>
                <a:path w="996315" h="727710">
                  <a:moveTo>
                    <a:pt x="307848" y="176701"/>
                  </a:moveTo>
                  <a:lnTo>
                    <a:pt x="151394" y="176701"/>
                  </a:lnTo>
                  <a:lnTo>
                    <a:pt x="151394" y="727639"/>
                  </a:lnTo>
                  <a:lnTo>
                    <a:pt x="307848" y="727639"/>
                  </a:lnTo>
                  <a:lnTo>
                    <a:pt x="307848" y="176701"/>
                  </a:lnTo>
                  <a:close/>
                </a:path>
                <a:path w="996315" h="727710">
                  <a:moveTo>
                    <a:pt x="307848" y="0"/>
                  </a:moveTo>
                  <a:lnTo>
                    <a:pt x="212963" y="0"/>
                  </a:lnTo>
                  <a:lnTo>
                    <a:pt x="190489" y="16308"/>
                  </a:lnTo>
                  <a:lnTo>
                    <a:pt x="166691" y="31914"/>
                  </a:lnTo>
                  <a:lnTo>
                    <a:pt x="115183" y="61042"/>
                  </a:lnTo>
                  <a:lnTo>
                    <a:pt x="59352" y="86362"/>
                  </a:lnTo>
                  <a:lnTo>
                    <a:pt x="0" y="106716"/>
                  </a:lnTo>
                  <a:lnTo>
                    <a:pt x="0" y="238743"/>
                  </a:lnTo>
                  <a:lnTo>
                    <a:pt x="42275" y="230553"/>
                  </a:lnTo>
                  <a:lnTo>
                    <a:pt x="83423" y="216657"/>
                  </a:lnTo>
                  <a:lnTo>
                    <a:pt x="120914" y="198299"/>
                  </a:lnTo>
                  <a:lnTo>
                    <a:pt x="151394" y="176701"/>
                  </a:lnTo>
                  <a:lnTo>
                    <a:pt x="307848" y="176701"/>
                  </a:lnTo>
                  <a:lnTo>
                    <a:pt x="307848" y="0"/>
                  </a:lnTo>
                  <a:close/>
                </a:path>
              </a:pathLst>
            </a:custGeom>
            <a:solidFill>
              <a:srgbClr val="FFFF00"/>
            </a:solidFill>
          </p:spPr>
          <p:txBody>
            <a:bodyPr wrap="square" lIns="0" tIns="0" rIns="0" bIns="0" rtlCol="0"/>
            <a:lstStyle/>
            <a:p>
              <a:endParaRPr/>
            </a:p>
          </p:txBody>
        </p:sp>
        <p:sp>
          <p:nvSpPr>
            <p:cNvPr id="114" name="object 114"/>
            <p:cNvSpPr/>
            <p:nvPr/>
          </p:nvSpPr>
          <p:spPr>
            <a:xfrm>
              <a:off x="7383658" y="5529203"/>
              <a:ext cx="996315" cy="727710"/>
            </a:xfrm>
            <a:custGeom>
              <a:avLst/>
              <a:gdLst/>
              <a:ahLst/>
              <a:cxnLst/>
              <a:rect l="l" t="t" r="r" b="b"/>
              <a:pathLst>
                <a:path w="996315" h="727710">
                  <a:moveTo>
                    <a:pt x="764926" y="3928"/>
                  </a:moveTo>
                  <a:lnTo>
                    <a:pt x="816246" y="7471"/>
                  </a:lnTo>
                  <a:lnTo>
                    <a:pt x="861943" y="18156"/>
                  </a:lnTo>
                  <a:lnTo>
                    <a:pt x="901617" y="35300"/>
                  </a:lnTo>
                  <a:lnTo>
                    <a:pt x="934730" y="58542"/>
                  </a:lnTo>
                  <a:lnTo>
                    <a:pt x="960912" y="87664"/>
                  </a:lnTo>
                  <a:lnTo>
                    <a:pt x="980053" y="122349"/>
                  </a:lnTo>
                  <a:lnTo>
                    <a:pt x="991842" y="161988"/>
                  </a:lnTo>
                  <a:lnTo>
                    <a:pt x="995812" y="205977"/>
                  </a:lnTo>
                  <a:lnTo>
                    <a:pt x="994858" y="229869"/>
                  </a:lnTo>
                  <a:lnTo>
                    <a:pt x="987235" y="273553"/>
                  </a:lnTo>
                  <a:lnTo>
                    <a:pt x="972409" y="312015"/>
                  </a:lnTo>
                  <a:lnTo>
                    <a:pt x="952312" y="346754"/>
                  </a:lnTo>
                  <a:lnTo>
                    <a:pt x="927382" y="378133"/>
                  </a:lnTo>
                  <a:lnTo>
                    <a:pt x="898428" y="406794"/>
                  </a:lnTo>
                  <a:lnTo>
                    <a:pt x="865987" y="433069"/>
                  </a:lnTo>
                  <a:lnTo>
                    <a:pt x="832034" y="458263"/>
                  </a:lnTo>
                  <a:lnTo>
                    <a:pt x="814577" y="470534"/>
                  </a:lnTo>
                  <a:lnTo>
                    <a:pt x="802768" y="478955"/>
                  </a:lnTo>
                  <a:lnTo>
                    <a:pt x="768736" y="504038"/>
                  </a:lnTo>
                  <a:lnTo>
                    <a:pt x="738475" y="528703"/>
                  </a:lnTo>
                  <a:lnTo>
                    <a:pt x="708320" y="560572"/>
                  </a:lnTo>
                  <a:lnTo>
                    <a:pt x="693023" y="597596"/>
                  </a:lnTo>
                  <a:lnTo>
                    <a:pt x="994775" y="597596"/>
                  </a:lnTo>
                  <a:lnTo>
                    <a:pt x="994775" y="727639"/>
                  </a:lnTo>
                  <a:lnTo>
                    <a:pt x="521207" y="727639"/>
                  </a:lnTo>
                  <a:lnTo>
                    <a:pt x="521207" y="674037"/>
                  </a:lnTo>
                  <a:lnTo>
                    <a:pt x="525795" y="622228"/>
                  </a:lnTo>
                  <a:lnTo>
                    <a:pt x="539617" y="576001"/>
                  </a:lnTo>
                  <a:lnTo>
                    <a:pt x="560287" y="534805"/>
                  </a:lnTo>
                  <a:lnTo>
                    <a:pt x="585734" y="498073"/>
                  </a:lnTo>
                  <a:lnTo>
                    <a:pt x="614857" y="465569"/>
                  </a:lnTo>
                  <a:lnTo>
                    <a:pt x="646541" y="437031"/>
                  </a:lnTo>
                  <a:lnTo>
                    <a:pt x="678732" y="411777"/>
                  </a:lnTo>
                  <a:lnTo>
                    <a:pt x="724507" y="378087"/>
                  </a:lnTo>
                  <a:lnTo>
                    <a:pt x="738720" y="367293"/>
                  </a:lnTo>
                  <a:lnTo>
                    <a:pt x="775492" y="336285"/>
                  </a:lnTo>
                  <a:lnTo>
                    <a:pt x="803909" y="305991"/>
                  </a:lnTo>
                  <a:lnTo>
                    <a:pt x="828050" y="265294"/>
                  </a:lnTo>
                  <a:lnTo>
                    <a:pt x="835913" y="221373"/>
                  </a:lnTo>
                  <a:lnTo>
                    <a:pt x="834298" y="199936"/>
                  </a:lnTo>
                  <a:lnTo>
                    <a:pt x="810127" y="152387"/>
                  </a:lnTo>
                  <a:lnTo>
                    <a:pt x="755992" y="130510"/>
                  </a:lnTo>
                  <a:lnTo>
                    <a:pt x="731123" y="129052"/>
                  </a:lnTo>
                  <a:lnTo>
                    <a:pt x="685718" y="133612"/>
                  </a:lnTo>
                  <a:lnTo>
                    <a:pt x="641310" y="147293"/>
                  </a:lnTo>
                  <a:lnTo>
                    <a:pt x="597902" y="170093"/>
                  </a:lnTo>
                  <a:lnTo>
                    <a:pt x="555497" y="202012"/>
                  </a:lnTo>
                  <a:lnTo>
                    <a:pt x="555497" y="64032"/>
                  </a:lnTo>
                  <a:lnTo>
                    <a:pt x="603381" y="37753"/>
                  </a:lnTo>
                  <a:lnTo>
                    <a:pt x="654256" y="18969"/>
                  </a:lnTo>
                  <a:lnTo>
                    <a:pt x="708109" y="7690"/>
                  </a:lnTo>
                  <a:lnTo>
                    <a:pt x="764926" y="3928"/>
                  </a:lnTo>
                  <a:close/>
                </a:path>
                <a:path w="996315" h="727710">
                  <a:moveTo>
                    <a:pt x="212963" y="0"/>
                  </a:moveTo>
                  <a:lnTo>
                    <a:pt x="307847" y="0"/>
                  </a:lnTo>
                  <a:lnTo>
                    <a:pt x="307847" y="727639"/>
                  </a:lnTo>
                  <a:lnTo>
                    <a:pt x="151394" y="727639"/>
                  </a:lnTo>
                  <a:lnTo>
                    <a:pt x="151394" y="176701"/>
                  </a:lnTo>
                  <a:lnTo>
                    <a:pt x="144689" y="182331"/>
                  </a:lnTo>
                  <a:lnTo>
                    <a:pt x="111978" y="203256"/>
                  </a:lnTo>
                  <a:lnTo>
                    <a:pt x="73428" y="220598"/>
                  </a:lnTo>
                  <a:lnTo>
                    <a:pt x="31641" y="233208"/>
                  </a:lnTo>
                  <a:lnTo>
                    <a:pt x="0" y="238743"/>
                  </a:lnTo>
                  <a:lnTo>
                    <a:pt x="0" y="106716"/>
                  </a:lnTo>
                  <a:lnTo>
                    <a:pt x="30119" y="97159"/>
                  </a:lnTo>
                  <a:lnTo>
                    <a:pt x="59352" y="86362"/>
                  </a:lnTo>
                  <a:lnTo>
                    <a:pt x="115183" y="61042"/>
                  </a:lnTo>
                  <a:lnTo>
                    <a:pt x="166691" y="31914"/>
                  </a:lnTo>
                  <a:lnTo>
                    <a:pt x="190489" y="16308"/>
                  </a:lnTo>
                  <a:lnTo>
                    <a:pt x="212963" y="0"/>
                  </a:lnTo>
                  <a:close/>
                </a:path>
              </a:pathLst>
            </a:custGeom>
            <a:ln w="12191">
              <a:solidFill>
                <a:srgbClr val="000000"/>
              </a:solidFill>
            </a:ln>
          </p:spPr>
          <p:txBody>
            <a:bodyPr wrap="square" lIns="0" tIns="0" rIns="0" bIns="0" rtlCol="0"/>
            <a:lstStyle/>
            <a:p>
              <a:endParaRPr/>
            </a:p>
          </p:txBody>
        </p:sp>
        <p:sp>
          <p:nvSpPr>
            <p:cNvPr id="115" name="object 115"/>
            <p:cNvSpPr/>
            <p:nvPr/>
          </p:nvSpPr>
          <p:spPr>
            <a:xfrm>
              <a:off x="6786372" y="5253227"/>
              <a:ext cx="2218944" cy="1345691"/>
            </a:xfrm>
            <a:prstGeom prst="rect">
              <a:avLst/>
            </a:prstGeom>
            <a:blipFill>
              <a:blip r:embed="rId47" cstate="print"/>
              <a:stretch>
                <a:fillRect/>
              </a:stretch>
            </a:blipFill>
          </p:spPr>
          <p:txBody>
            <a:bodyPr wrap="square" lIns="0" tIns="0" rIns="0" bIns="0" rtlCol="0"/>
            <a:lstStyle/>
            <a:p>
              <a:endParaRPr/>
            </a:p>
          </p:txBody>
        </p:sp>
        <p:sp>
          <p:nvSpPr>
            <p:cNvPr id="116" name="object 116"/>
            <p:cNvSpPr/>
            <p:nvPr/>
          </p:nvSpPr>
          <p:spPr>
            <a:xfrm>
              <a:off x="6632448" y="4934710"/>
              <a:ext cx="2511551" cy="1923288"/>
            </a:xfrm>
            <a:prstGeom prst="rect">
              <a:avLst/>
            </a:prstGeom>
            <a:blipFill>
              <a:blip r:embed="rId48" cstate="print"/>
              <a:stretch>
                <a:fillRect/>
              </a:stretch>
            </a:blipFill>
          </p:spPr>
          <p:txBody>
            <a:bodyPr wrap="square" lIns="0" tIns="0" rIns="0" bIns="0" rtlCol="0"/>
            <a:lstStyle/>
            <a:p>
              <a:endParaRPr/>
            </a:p>
          </p:txBody>
        </p:sp>
        <p:sp>
          <p:nvSpPr>
            <p:cNvPr id="117" name="object 117"/>
            <p:cNvSpPr/>
            <p:nvPr/>
          </p:nvSpPr>
          <p:spPr>
            <a:xfrm>
              <a:off x="6867540" y="5313426"/>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837" y="1184087"/>
                  </a:lnTo>
                  <a:lnTo>
                    <a:pt x="1871698" y="1179362"/>
                  </a:lnTo>
                  <a:lnTo>
                    <a:pt x="1915349" y="1165813"/>
                  </a:lnTo>
                  <a:lnTo>
                    <a:pt x="1954852" y="1144375"/>
                  </a:lnTo>
                  <a:lnTo>
                    <a:pt x="1989273" y="1115982"/>
                  </a:lnTo>
                  <a:lnTo>
                    <a:pt x="2017674" y="1081569"/>
                  </a:lnTo>
                  <a:lnTo>
                    <a:pt x="2039120" y="1042073"/>
                  </a:lnTo>
                  <a:lnTo>
                    <a:pt x="2052673" y="998428"/>
                  </a:lnTo>
                  <a:lnTo>
                    <a:pt x="2057399" y="951570"/>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18" name="object 118"/>
            <p:cNvSpPr/>
            <p:nvPr/>
          </p:nvSpPr>
          <p:spPr>
            <a:xfrm>
              <a:off x="6867540" y="53134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70"/>
                  </a:lnTo>
                  <a:lnTo>
                    <a:pt x="2052673" y="998428"/>
                  </a:lnTo>
                  <a:lnTo>
                    <a:pt x="2039120" y="1042073"/>
                  </a:lnTo>
                  <a:lnTo>
                    <a:pt x="2017674" y="1081569"/>
                  </a:lnTo>
                  <a:lnTo>
                    <a:pt x="1989273" y="1115982"/>
                  </a:lnTo>
                  <a:lnTo>
                    <a:pt x="1954852" y="1144375"/>
                  </a:lnTo>
                  <a:lnTo>
                    <a:pt x="1915349" y="1165813"/>
                  </a:lnTo>
                  <a:lnTo>
                    <a:pt x="1871698" y="1179362"/>
                  </a:lnTo>
                  <a:lnTo>
                    <a:pt x="1824837"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19" name="object 119"/>
            <p:cNvSpPr/>
            <p:nvPr/>
          </p:nvSpPr>
          <p:spPr>
            <a:xfrm>
              <a:off x="6673596" y="4956047"/>
              <a:ext cx="2470404" cy="1901952"/>
            </a:xfrm>
            <a:prstGeom prst="rect">
              <a:avLst/>
            </a:prstGeom>
            <a:blipFill>
              <a:blip r:embed="rId49" cstate="print"/>
              <a:stretch>
                <a:fillRect/>
              </a:stretch>
            </a:blipFill>
          </p:spPr>
          <p:txBody>
            <a:bodyPr wrap="square" lIns="0" tIns="0" rIns="0" bIns="0" rtlCol="0"/>
            <a:lstStyle/>
            <a:p>
              <a:endParaRPr/>
            </a:p>
          </p:txBody>
        </p:sp>
        <p:sp>
          <p:nvSpPr>
            <p:cNvPr id="120" name="object 120"/>
            <p:cNvSpPr/>
            <p:nvPr/>
          </p:nvSpPr>
          <p:spPr>
            <a:xfrm>
              <a:off x="7415662" y="5549776"/>
              <a:ext cx="991869" cy="740410"/>
            </a:xfrm>
            <a:custGeom>
              <a:avLst/>
              <a:gdLst/>
              <a:ahLst/>
              <a:cxnLst/>
              <a:rect l="l" t="t" r="r" b="b"/>
              <a:pathLst>
                <a:path w="991870" h="740410">
                  <a:moveTo>
                    <a:pt x="537972" y="567760"/>
                  </a:moveTo>
                  <a:lnTo>
                    <a:pt x="537972" y="704255"/>
                  </a:lnTo>
                  <a:lnTo>
                    <a:pt x="575040" y="719888"/>
                  </a:lnTo>
                  <a:lnTo>
                    <a:pt x="617280" y="731053"/>
                  </a:lnTo>
                  <a:lnTo>
                    <a:pt x="664664" y="737751"/>
                  </a:lnTo>
                  <a:lnTo>
                    <a:pt x="717163" y="739984"/>
                  </a:lnTo>
                  <a:lnTo>
                    <a:pt x="777989" y="736356"/>
                  </a:lnTo>
                  <a:lnTo>
                    <a:pt x="831856" y="725470"/>
                  </a:lnTo>
                  <a:lnTo>
                    <a:pt x="878768" y="707321"/>
                  </a:lnTo>
                  <a:lnTo>
                    <a:pt x="918728" y="681907"/>
                  </a:lnTo>
                  <a:lnTo>
                    <a:pt x="950625" y="650268"/>
                  </a:lnTo>
                  <a:lnTo>
                    <a:pt x="969407" y="619874"/>
                  </a:lnTo>
                  <a:lnTo>
                    <a:pt x="704728" y="619874"/>
                  </a:lnTo>
                  <a:lnTo>
                    <a:pt x="658569" y="616616"/>
                  </a:lnTo>
                  <a:lnTo>
                    <a:pt x="615383" y="606841"/>
                  </a:lnTo>
                  <a:lnTo>
                    <a:pt x="575180" y="590555"/>
                  </a:lnTo>
                  <a:lnTo>
                    <a:pt x="537972" y="567760"/>
                  </a:lnTo>
                  <a:close/>
                </a:path>
                <a:path w="991870" h="740410">
                  <a:moveTo>
                    <a:pt x="959842" y="123526"/>
                  </a:moveTo>
                  <a:lnTo>
                    <a:pt x="703844" y="123526"/>
                  </a:lnTo>
                  <a:lnTo>
                    <a:pt x="750512" y="128955"/>
                  </a:lnTo>
                  <a:lnTo>
                    <a:pt x="783850" y="145243"/>
                  </a:lnTo>
                  <a:lnTo>
                    <a:pt x="803855" y="172389"/>
                  </a:lnTo>
                  <a:lnTo>
                    <a:pt x="810524" y="210394"/>
                  </a:lnTo>
                  <a:lnTo>
                    <a:pt x="801833" y="250783"/>
                  </a:lnTo>
                  <a:lnTo>
                    <a:pt x="775769" y="279634"/>
                  </a:lnTo>
                  <a:lnTo>
                    <a:pt x="732342" y="296944"/>
                  </a:lnTo>
                  <a:lnTo>
                    <a:pt x="671565" y="302715"/>
                  </a:lnTo>
                  <a:lnTo>
                    <a:pt x="610483" y="302715"/>
                  </a:lnTo>
                  <a:lnTo>
                    <a:pt x="610483" y="422827"/>
                  </a:lnTo>
                  <a:lnTo>
                    <a:pt x="676534" y="422827"/>
                  </a:lnTo>
                  <a:lnTo>
                    <a:pt x="710795" y="424439"/>
                  </a:lnTo>
                  <a:lnTo>
                    <a:pt x="767749" y="437342"/>
                  </a:lnTo>
                  <a:lnTo>
                    <a:pt x="808534" y="462908"/>
                  </a:lnTo>
                  <a:lnTo>
                    <a:pt x="829262" y="499635"/>
                  </a:lnTo>
                  <a:lnTo>
                    <a:pt x="831860" y="522088"/>
                  </a:lnTo>
                  <a:lnTo>
                    <a:pt x="829763" y="543900"/>
                  </a:lnTo>
                  <a:lnTo>
                    <a:pt x="812996" y="579886"/>
                  </a:lnTo>
                  <a:lnTo>
                    <a:pt x="779908" y="605353"/>
                  </a:lnTo>
                  <a:lnTo>
                    <a:pt x="733129" y="618261"/>
                  </a:lnTo>
                  <a:lnTo>
                    <a:pt x="704728" y="619874"/>
                  </a:lnTo>
                  <a:lnTo>
                    <a:pt x="969407" y="619874"/>
                  </a:lnTo>
                  <a:lnTo>
                    <a:pt x="973397" y="613417"/>
                  </a:lnTo>
                  <a:lnTo>
                    <a:pt x="987055" y="571352"/>
                  </a:lnTo>
                  <a:lnTo>
                    <a:pt x="991605" y="524076"/>
                  </a:lnTo>
                  <a:lnTo>
                    <a:pt x="988887" y="492358"/>
                  </a:lnTo>
                  <a:lnTo>
                    <a:pt x="967071" y="436642"/>
                  </a:lnTo>
                  <a:lnTo>
                    <a:pt x="924121" y="392188"/>
                  </a:lnTo>
                  <a:lnTo>
                    <a:pt x="864551" y="364769"/>
                  </a:lnTo>
                  <a:lnTo>
                    <a:pt x="828812" y="357807"/>
                  </a:lnTo>
                  <a:lnTo>
                    <a:pt x="828812" y="355317"/>
                  </a:lnTo>
                  <a:lnTo>
                    <a:pt x="879748" y="337058"/>
                  </a:lnTo>
                  <a:lnTo>
                    <a:pt x="919358" y="310457"/>
                  </a:lnTo>
                  <a:lnTo>
                    <a:pt x="947645" y="275516"/>
                  </a:lnTo>
                  <a:lnTo>
                    <a:pt x="964614" y="232236"/>
                  </a:lnTo>
                  <a:lnTo>
                    <a:pt x="970269" y="180618"/>
                  </a:lnTo>
                  <a:lnTo>
                    <a:pt x="966484" y="143231"/>
                  </a:lnTo>
                  <a:lnTo>
                    <a:pt x="959842" y="123526"/>
                  </a:lnTo>
                  <a:close/>
                </a:path>
                <a:path w="991870" h="740410">
                  <a:moveTo>
                    <a:pt x="739505" y="3928"/>
                  </a:moveTo>
                  <a:lnTo>
                    <a:pt x="691169" y="6286"/>
                  </a:lnTo>
                  <a:lnTo>
                    <a:pt x="645951" y="13357"/>
                  </a:lnTo>
                  <a:lnTo>
                    <a:pt x="603824" y="25140"/>
                  </a:lnTo>
                  <a:lnTo>
                    <a:pt x="564763" y="41635"/>
                  </a:lnTo>
                  <a:lnTo>
                    <a:pt x="564763" y="169688"/>
                  </a:lnTo>
                  <a:lnTo>
                    <a:pt x="598796" y="149495"/>
                  </a:lnTo>
                  <a:lnTo>
                    <a:pt x="633298" y="135069"/>
                  </a:lnTo>
                  <a:lnTo>
                    <a:pt x="668302" y="126412"/>
                  </a:lnTo>
                  <a:lnTo>
                    <a:pt x="703844" y="123526"/>
                  </a:lnTo>
                  <a:lnTo>
                    <a:pt x="959842" y="123526"/>
                  </a:lnTo>
                  <a:lnTo>
                    <a:pt x="955117" y="109509"/>
                  </a:lnTo>
                  <a:lnTo>
                    <a:pt x="909584" y="53053"/>
                  </a:lnTo>
                  <a:lnTo>
                    <a:pt x="876091" y="31564"/>
                  </a:lnTo>
                  <a:lnTo>
                    <a:pt x="836592" y="16213"/>
                  </a:lnTo>
                  <a:lnTo>
                    <a:pt x="791069" y="7000"/>
                  </a:lnTo>
                  <a:lnTo>
                    <a:pt x="739505" y="3928"/>
                  </a:lnTo>
                  <a:close/>
                </a:path>
                <a:path w="991870" h="740410">
                  <a:moveTo>
                    <a:pt x="307726" y="176640"/>
                  </a:moveTo>
                  <a:lnTo>
                    <a:pt x="151394" y="176640"/>
                  </a:lnTo>
                  <a:lnTo>
                    <a:pt x="151394" y="727578"/>
                  </a:lnTo>
                  <a:lnTo>
                    <a:pt x="307726" y="727578"/>
                  </a:lnTo>
                  <a:lnTo>
                    <a:pt x="307726" y="176640"/>
                  </a:lnTo>
                  <a:close/>
                </a:path>
                <a:path w="991870" h="740410">
                  <a:moveTo>
                    <a:pt x="307726" y="0"/>
                  </a:moveTo>
                  <a:lnTo>
                    <a:pt x="212841" y="0"/>
                  </a:lnTo>
                  <a:lnTo>
                    <a:pt x="190367" y="16248"/>
                  </a:lnTo>
                  <a:lnTo>
                    <a:pt x="166569" y="31837"/>
                  </a:lnTo>
                  <a:lnTo>
                    <a:pt x="115062" y="60996"/>
                  </a:lnTo>
                  <a:lnTo>
                    <a:pt x="59245" y="86304"/>
                  </a:lnTo>
                  <a:lnTo>
                    <a:pt x="0" y="106655"/>
                  </a:lnTo>
                  <a:lnTo>
                    <a:pt x="0" y="238685"/>
                  </a:lnTo>
                  <a:lnTo>
                    <a:pt x="42153" y="230492"/>
                  </a:lnTo>
                  <a:lnTo>
                    <a:pt x="83301" y="216596"/>
                  </a:lnTo>
                  <a:lnTo>
                    <a:pt x="120761" y="198226"/>
                  </a:lnTo>
                  <a:lnTo>
                    <a:pt x="151394" y="176640"/>
                  </a:lnTo>
                  <a:lnTo>
                    <a:pt x="307726" y="176640"/>
                  </a:lnTo>
                  <a:lnTo>
                    <a:pt x="307726" y="0"/>
                  </a:lnTo>
                  <a:close/>
                </a:path>
              </a:pathLst>
            </a:custGeom>
            <a:solidFill>
              <a:srgbClr val="FFFF00"/>
            </a:solidFill>
          </p:spPr>
          <p:txBody>
            <a:bodyPr wrap="square" lIns="0" tIns="0" rIns="0" bIns="0" rtlCol="0"/>
            <a:lstStyle/>
            <a:p>
              <a:endParaRPr/>
            </a:p>
          </p:txBody>
        </p:sp>
        <p:sp>
          <p:nvSpPr>
            <p:cNvPr id="121" name="object 121"/>
            <p:cNvSpPr/>
            <p:nvPr/>
          </p:nvSpPr>
          <p:spPr>
            <a:xfrm>
              <a:off x="7415661" y="5549777"/>
              <a:ext cx="991869" cy="740410"/>
            </a:xfrm>
            <a:custGeom>
              <a:avLst/>
              <a:gdLst/>
              <a:ahLst/>
              <a:cxnLst/>
              <a:rect l="l" t="t" r="r" b="b"/>
              <a:pathLst>
                <a:path w="991870" h="740410">
                  <a:moveTo>
                    <a:pt x="739505" y="3928"/>
                  </a:moveTo>
                  <a:lnTo>
                    <a:pt x="791069" y="7000"/>
                  </a:lnTo>
                  <a:lnTo>
                    <a:pt x="836592" y="16213"/>
                  </a:lnTo>
                  <a:lnTo>
                    <a:pt x="876091" y="31564"/>
                  </a:lnTo>
                  <a:lnTo>
                    <a:pt x="909584" y="53053"/>
                  </a:lnTo>
                  <a:lnTo>
                    <a:pt x="955117" y="109509"/>
                  </a:lnTo>
                  <a:lnTo>
                    <a:pt x="970269" y="180618"/>
                  </a:lnTo>
                  <a:lnTo>
                    <a:pt x="964614" y="232235"/>
                  </a:lnTo>
                  <a:lnTo>
                    <a:pt x="947645" y="275516"/>
                  </a:lnTo>
                  <a:lnTo>
                    <a:pt x="919358" y="310457"/>
                  </a:lnTo>
                  <a:lnTo>
                    <a:pt x="879748" y="337058"/>
                  </a:lnTo>
                  <a:lnTo>
                    <a:pt x="828812" y="355317"/>
                  </a:lnTo>
                  <a:lnTo>
                    <a:pt x="828812" y="357807"/>
                  </a:lnTo>
                  <a:lnTo>
                    <a:pt x="896325" y="376229"/>
                  </a:lnTo>
                  <a:lnTo>
                    <a:pt x="947927" y="412647"/>
                  </a:lnTo>
                  <a:lnTo>
                    <a:pt x="980716" y="463213"/>
                  </a:lnTo>
                  <a:lnTo>
                    <a:pt x="991605" y="524076"/>
                  </a:lnTo>
                  <a:lnTo>
                    <a:pt x="987055" y="571352"/>
                  </a:lnTo>
                  <a:lnTo>
                    <a:pt x="973397" y="613417"/>
                  </a:lnTo>
                  <a:lnTo>
                    <a:pt x="950624" y="650268"/>
                  </a:lnTo>
                  <a:lnTo>
                    <a:pt x="918728" y="681907"/>
                  </a:lnTo>
                  <a:lnTo>
                    <a:pt x="878768" y="707321"/>
                  </a:lnTo>
                  <a:lnTo>
                    <a:pt x="831856" y="725470"/>
                  </a:lnTo>
                  <a:lnTo>
                    <a:pt x="777989" y="736356"/>
                  </a:lnTo>
                  <a:lnTo>
                    <a:pt x="717163" y="739984"/>
                  </a:lnTo>
                  <a:lnTo>
                    <a:pt x="664664" y="737751"/>
                  </a:lnTo>
                  <a:lnTo>
                    <a:pt x="617280" y="731053"/>
                  </a:lnTo>
                  <a:lnTo>
                    <a:pt x="575040" y="719888"/>
                  </a:lnTo>
                  <a:lnTo>
                    <a:pt x="537971" y="704255"/>
                  </a:lnTo>
                  <a:lnTo>
                    <a:pt x="537971" y="567760"/>
                  </a:lnTo>
                  <a:lnTo>
                    <a:pt x="575180" y="590555"/>
                  </a:lnTo>
                  <a:lnTo>
                    <a:pt x="615383" y="606841"/>
                  </a:lnTo>
                  <a:lnTo>
                    <a:pt x="658569" y="616616"/>
                  </a:lnTo>
                  <a:lnTo>
                    <a:pt x="704728" y="619874"/>
                  </a:lnTo>
                  <a:lnTo>
                    <a:pt x="733129" y="618261"/>
                  </a:lnTo>
                  <a:lnTo>
                    <a:pt x="779908" y="605353"/>
                  </a:lnTo>
                  <a:lnTo>
                    <a:pt x="812996" y="579886"/>
                  </a:lnTo>
                  <a:lnTo>
                    <a:pt x="829763" y="543900"/>
                  </a:lnTo>
                  <a:lnTo>
                    <a:pt x="831860" y="522088"/>
                  </a:lnTo>
                  <a:lnTo>
                    <a:pt x="829262" y="499635"/>
                  </a:lnTo>
                  <a:lnTo>
                    <a:pt x="808534" y="462908"/>
                  </a:lnTo>
                  <a:lnTo>
                    <a:pt x="767749" y="437342"/>
                  </a:lnTo>
                  <a:lnTo>
                    <a:pt x="710795" y="424439"/>
                  </a:lnTo>
                  <a:lnTo>
                    <a:pt x="676534" y="422827"/>
                  </a:lnTo>
                  <a:lnTo>
                    <a:pt x="610483" y="422827"/>
                  </a:lnTo>
                  <a:lnTo>
                    <a:pt x="610483" y="302715"/>
                  </a:lnTo>
                  <a:lnTo>
                    <a:pt x="671565" y="302715"/>
                  </a:lnTo>
                  <a:lnTo>
                    <a:pt x="732342" y="296944"/>
                  </a:lnTo>
                  <a:lnTo>
                    <a:pt x="775769" y="279634"/>
                  </a:lnTo>
                  <a:lnTo>
                    <a:pt x="801833" y="250783"/>
                  </a:lnTo>
                  <a:lnTo>
                    <a:pt x="810524" y="210394"/>
                  </a:lnTo>
                  <a:lnTo>
                    <a:pt x="803855" y="172389"/>
                  </a:lnTo>
                  <a:lnTo>
                    <a:pt x="783850" y="145243"/>
                  </a:lnTo>
                  <a:lnTo>
                    <a:pt x="750512" y="128955"/>
                  </a:lnTo>
                  <a:lnTo>
                    <a:pt x="703844" y="123526"/>
                  </a:lnTo>
                  <a:lnTo>
                    <a:pt x="668302" y="126412"/>
                  </a:lnTo>
                  <a:lnTo>
                    <a:pt x="633298" y="135069"/>
                  </a:lnTo>
                  <a:lnTo>
                    <a:pt x="598796" y="149495"/>
                  </a:lnTo>
                  <a:lnTo>
                    <a:pt x="564763" y="169688"/>
                  </a:lnTo>
                  <a:lnTo>
                    <a:pt x="564763" y="41635"/>
                  </a:lnTo>
                  <a:lnTo>
                    <a:pt x="603824" y="25140"/>
                  </a:lnTo>
                  <a:lnTo>
                    <a:pt x="645951" y="13357"/>
                  </a:lnTo>
                  <a:lnTo>
                    <a:pt x="691169" y="6286"/>
                  </a:lnTo>
                  <a:lnTo>
                    <a:pt x="739505" y="3928"/>
                  </a:lnTo>
                  <a:close/>
                </a:path>
                <a:path w="991870" h="740410">
                  <a:moveTo>
                    <a:pt x="212841" y="0"/>
                  </a:moveTo>
                  <a:lnTo>
                    <a:pt x="307726" y="0"/>
                  </a:lnTo>
                  <a:lnTo>
                    <a:pt x="307726" y="727578"/>
                  </a:lnTo>
                  <a:lnTo>
                    <a:pt x="151394" y="727578"/>
                  </a:lnTo>
                  <a:lnTo>
                    <a:pt x="151394" y="176640"/>
                  </a:lnTo>
                  <a:lnTo>
                    <a:pt x="144619" y="182270"/>
                  </a:lnTo>
                  <a:lnTo>
                    <a:pt x="111843" y="203192"/>
                  </a:lnTo>
                  <a:lnTo>
                    <a:pt x="73306" y="220535"/>
                  </a:lnTo>
                  <a:lnTo>
                    <a:pt x="31521" y="233147"/>
                  </a:lnTo>
                  <a:lnTo>
                    <a:pt x="0" y="238685"/>
                  </a:lnTo>
                  <a:lnTo>
                    <a:pt x="0" y="106655"/>
                  </a:lnTo>
                  <a:lnTo>
                    <a:pt x="30048" y="97098"/>
                  </a:lnTo>
                  <a:lnTo>
                    <a:pt x="59245" y="86304"/>
                  </a:lnTo>
                  <a:lnTo>
                    <a:pt x="115061" y="60996"/>
                  </a:lnTo>
                  <a:lnTo>
                    <a:pt x="166569" y="31837"/>
                  </a:lnTo>
                  <a:lnTo>
                    <a:pt x="190367" y="16248"/>
                  </a:lnTo>
                  <a:lnTo>
                    <a:pt x="212841" y="0"/>
                  </a:lnTo>
                  <a:close/>
                </a:path>
              </a:pathLst>
            </a:custGeom>
            <a:ln w="12191">
              <a:solidFill>
                <a:srgbClr val="000000"/>
              </a:solidFill>
            </a:ln>
          </p:spPr>
          <p:txBody>
            <a:bodyPr wrap="square" lIns="0" tIns="0" rIns="0" bIns="0" rtlCol="0"/>
            <a:lstStyle/>
            <a:p>
              <a:endParaRPr/>
            </a:p>
          </p:txBody>
        </p:sp>
        <p:sp>
          <p:nvSpPr>
            <p:cNvPr id="122" name="object 122"/>
            <p:cNvSpPr/>
            <p:nvPr/>
          </p:nvSpPr>
          <p:spPr>
            <a:xfrm>
              <a:off x="6749796" y="5209032"/>
              <a:ext cx="2218944" cy="1345692"/>
            </a:xfrm>
            <a:prstGeom prst="rect">
              <a:avLst/>
            </a:prstGeom>
            <a:blipFill>
              <a:blip r:embed="rId50" cstate="print"/>
              <a:stretch>
                <a:fillRect/>
              </a:stretch>
            </a:blipFill>
          </p:spPr>
          <p:txBody>
            <a:bodyPr wrap="square" lIns="0" tIns="0" rIns="0" bIns="0" rtlCol="0"/>
            <a:lstStyle/>
            <a:p>
              <a:endParaRPr/>
            </a:p>
          </p:txBody>
        </p:sp>
        <p:sp>
          <p:nvSpPr>
            <p:cNvPr id="123" name="object 123"/>
            <p:cNvSpPr/>
            <p:nvPr/>
          </p:nvSpPr>
          <p:spPr>
            <a:xfrm>
              <a:off x="6594348" y="4892039"/>
              <a:ext cx="2549651" cy="1965959"/>
            </a:xfrm>
            <a:prstGeom prst="rect">
              <a:avLst/>
            </a:prstGeom>
            <a:blipFill>
              <a:blip r:embed="rId51" cstate="print"/>
              <a:stretch>
                <a:fillRect/>
              </a:stretch>
            </a:blipFill>
          </p:spPr>
          <p:txBody>
            <a:bodyPr wrap="square" lIns="0" tIns="0" rIns="0" bIns="0" rtlCol="0"/>
            <a:lstStyle/>
            <a:p>
              <a:endParaRPr/>
            </a:p>
          </p:txBody>
        </p:sp>
        <p:sp>
          <p:nvSpPr>
            <p:cNvPr id="124" name="object 124"/>
            <p:cNvSpPr/>
            <p:nvPr/>
          </p:nvSpPr>
          <p:spPr>
            <a:xfrm>
              <a:off x="6829805" y="5270503"/>
              <a:ext cx="2057400" cy="1184275"/>
            </a:xfrm>
            <a:custGeom>
              <a:avLst/>
              <a:gdLst/>
              <a:ahLst/>
              <a:cxnLst/>
              <a:rect l="l" t="t" r="r" b="b"/>
              <a:pathLst>
                <a:path w="2057400" h="1184275">
                  <a:moveTo>
                    <a:pt x="1824989"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6"/>
                  </a:lnTo>
                  <a:lnTo>
                    <a:pt x="18279" y="1042015"/>
                  </a:lnTo>
                  <a:lnTo>
                    <a:pt x="39723" y="1081514"/>
                  </a:lnTo>
                  <a:lnTo>
                    <a:pt x="68122" y="1115927"/>
                  </a:lnTo>
                  <a:lnTo>
                    <a:pt x="102539" y="1144319"/>
                  </a:lnTo>
                  <a:lnTo>
                    <a:pt x="142037" y="1165757"/>
                  </a:lnTo>
                  <a:lnTo>
                    <a:pt x="185680" y="1179305"/>
                  </a:lnTo>
                  <a:lnTo>
                    <a:pt x="232531" y="1184029"/>
                  </a:lnTo>
                  <a:lnTo>
                    <a:pt x="1824989" y="1184029"/>
                  </a:lnTo>
                  <a:lnTo>
                    <a:pt x="1871844" y="1179305"/>
                  </a:lnTo>
                  <a:lnTo>
                    <a:pt x="1915477" y="1165757"/>
                  </a:lnTo>
                  <a:lnTo>
                    <a:pt x="1954957" y="1144319"/>
                  </a:lnTo>
                  <a:lnTo>
                    <a:pt x="1989349" y="1115927"/>
                  </a:lnTo>
                  <a:lnTo>
                    <a:pt x="2017722" y="1081514"/>
                  </a:lnTo>
                  <a:lnTo>
                    <a:pt x="2039143" y="1042015"/>
                  </a:lnTo>
                  <a:lnTo>
                    <a:pt x="2052680" y="998366"/>
                  </a:lnTo>
                  <a:lnTo>
                    <a:pt x="2057399" y="951500"/>
                  </a:lnTo>
                  <a:lnTo>
                    <a:pt x="2057399" y="232528"/>
                  </a:lnTo>
                  <a:lnTo>
                    <a:pt x="2052680" y="185673"/>
                  </a:lnTo>
                  <a:lnTo>
                    <a:pt x="2039143" y="142028"/>
                  </a:lnTo>
                  <a:lnTo>
                    <a:pt x="2017722" y="102530"/>
                  </a:lnTo>
                  <a:lnTo>
                    <a:pt x="1989349" y="68115"/>
                  </a:lnTo>
                  <a:lnTo>
                    <a:pt x="1954957" y="39718"/>
                  </a:lnTo>
                  <a:lnTo>
                    <a:pt x="1915477" y="18276"/>
                  </a:lnTo>
                  <a:lnTo>
                    <a:pt x="1871844" y="4725"/>
                  </a:lnTo>
                  <a:lnTo>
                    <a:pt x="1824989" y="0"/>
                  </a:lnTo>
                  <a:close/>
                </a:path>
              </a:pathLst>
            </a:custGeom>
            <a:solidFill>
              <a:srgbClr val="252525"/>
            </a:solidFill>
          </p:spPr>
          <p:txBody>
            <a:bodyPr wrap="square" lIns="0" tIns="0" rIns="0" bIns="0" rtlCol="0"/>
            <a:lstStyle/>
            <a:p>
              <a:endParaRPr/>
            </a:p>
          </p:txBody>
        </p:sp>
        <p:sp>
          <p:nvSpPr>
            <p:cNvPr id="125" name="object 125"/>
            <p:cNvSpPr/>
            <p:nvPr/>
          </p:nvSpPr>
          <p:spPr>
            <a:xfrm>
              <a:off x="6829805" y="5270503"/>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989" y="0"/>
                  </a:lnTo>
                  <a:lnTo>
                    <a:pt x="1871844" y="4725"/>
                  </a:lnTo>
                  <a:lnTo>
                    <a:pt x="1915477" y="18276"/>
                  </a:lnTo>
                  <a:lnTo>
                    <a:pt x="1954957" y="39718"/>
                  </a:lnTo>
                  <a:lnTo>
                    <a:pt x="1989349" y="68115"/>
                  </a:lnTo>
                  <a:lnTo>
                    <a:pt x="2017722" y="102530"/>
                  </a:lnTo>
                  <a:lnTo>
                    <a:pt x="2039143" y="142028"/>
                  </a:lnTo>
                  <a:lnTo>
                    <a:pt x="2052680" y="185673"/>
                  </a:lnTo>
                  <a:lnTo>
                    <a:pt x="2057399" y="232528"/>
                  </a:lnTo>
                  <a:lnTo>
                    <a:pt x="2057399" y="951500"/>
                  </a:lnTo>
                  <a:lnTo>
                    <a:pt x="2052680" y="998366"/>
                  </a:lnTo>
                  <a:lnTo>
                    <a:pt x="2039143" y="1042015"/>
                  </a:lnTo>
                  <a:lnTo>
                    <a:pt x="2017722" y="1081514"/>
                  </a:lnTo>
                  <a:lnTo>
                    <a:pt x="1989349" y="1115927"/>
                  </a:lnTo>
                  <a:lnTo>
                    <a:pt x="1954957" y="1144319"/>
                  </a:lnTo>
                  <a:lnTo>
                    <a:pt x="1915477" y="1165757"/>
                  </a:lnTo>
                  <a:lnTo>
                    <a:pt x="1871844" y="1179305"/>
                  </a:lnTo>
                  <a:lnTo>
                    <a:pt x="1824989" y="1184029"/>
                  </a:lnTo>
                  <a:lnTo>
                    <a:pt x="232531" y="1184029"/>
                  </a:lnTo>
                  <a:lnTo>
                    <a:pt x="185680" y="1179305"/>
                  </a:lnTo>
                  <a:lnTo>
                    <a:pt x="142037" y="1165757"/>
                  </a:lnTo>
                  <a:lnTo>
                    <a:pt x="102539" y="1144319"/>
                  </a:lnTo>
                  <a:lnTo>
                    <a:pt x="68122" y="1115927"/>
                  </a:lnTo>
                  <a:lnTo>
                    <a:pt x="39723" y="1081514"/>
                  </a:lnTo>
                  <a:lnTo>
                    <a:pt x="18279" y="1042015"/>
                  </a:lnTo>
                  <a:lnTo>
                    <a:pt x="4725"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126" name="object 126"/>
            <p:cNvSpPr/>
            <p:nvPr/>
          </p:nvSpPr>
          <p:spPr>
            <a:xfrm>
              <a:off x="6635496" y="4913374"/>
              <a:ext cx="2481072" cy="1944624"/>
            </a:xfrm>
            <a:prstGeom prst="rect">
              <a:avLst/>
            </a:prstGeom>
            <a:blipFill>
              <a:blip r:embed="rId52" cstate="print"/>
              <a:stretch>
                <a:fillRect/>
              </a:stretch>
            </a:blipFill>
          </p:spPr>
          <p:txBody>
            <a:bodyPr wrap="square" lIns="0" tIns="0" rIns="0" bIns="0" rtlCol="0"/>
            <a:lstStyle/>
            <a:p>
              <a:endParaRPr/>
            </a:p>
          </p:txBody>
        </p:sp>
        <p:sp>
          <p:nvSpPr>
            <p:cNvPr id="127" name="object 127"/>
            <p:cNvSpPr/>
            <p:nvPr/>
          </p:nvSpPr>
          <p:spPr>
            <a:xfrm>
              <a:off x="7377928" y="5506723"/>
              <a:ext cx="1038225" cy="727710"/>
            </a:xfrm>
            <a:custGeom>
              <a:avLst/>
              <a:gdLst/>
              <a:ahLst/>
              <a:cxnLst/>
              <a:rect l="l" t="t" r="r" b="b"/>
              <a:pathLst>
                <a:path w="1038225" h="727710">
                  <a:moveTo>
                    <a:pt x="952500" y="581716"/>
                  </a:moveTo>
                  <a:lnTo>
                    <a:pt x="809518" y="581716"/>
                  </a:lnTo>
                  <a:lnTo>
                    <a:pt x="809518" y="727639"/>
                  </a:lnTo>
                  <a:lnTo>
                    <a:pt x="952500" y="727639"/>
                  </a:lnTo>
                  <a:lnTo>
                    <a:pt x="952500" y="581716"/>
                  </a:lnTo>
                  <a:close/>
                </a:path>
                <a:path w="1038225" h="727710">
                  <a:moveTo>
                    <a:pt x="952500" y="15870"/>
                  </a:moveTo>
                  <a:lnTo>
                    <a:pt x="807110" y="15870"/>
                  </a:lnTo>
                  <a:lnTo>
                    <a:pt x="794033" y="43033"/>
                  </a:lnTo>
                  <a:lnTo>
                    <a:pt x="779598" y="70814"/>
                  </a:lnTo>
                  <a:lnTo>
                    <a:pt x="746760" y="128314"/>
                  </a:lnTo>
                  <a:lnTo>
                    <a:pt x="709890" y="186944"/>
                  </a:lnTo>
                  <a:lnTo>
                    <a:pt x="670072" y="245208"/>
                  </a:lnTo>
                  <a:lnTo>
                    <a:pt x="628154" y="302471"/>
                  </a:lnTo>
                  <a:lnTo>
                    <a:pt x="584728" y="358127"/>
                  </a:lnTo>
                  <a:lnTo>
                    <a:pt x="541290" y="410798"/>
                  </a:lnTo>
                  <a:lnTo>
                    <a:pt x="499384" y="459129"/>
                  </a:lnTo>
                  <a:lnTo>
                    <a:pt x="499384" y="581716"/>
                  </a:lnTo>
                  <a:lnTo>
                    <a:pt x="1037844" y="581716"/>
                  </a:lnTo>
                  <a:lnTo>
                    <a:pt x="1037844" y="464582"/>
                  </a:lnTo>
                  <a:lnTo>
                    <a:pt x="639836" y="464582"/>
                  </a:lnTo>
                  <a:lnTo>
                    <a:pt x="650603" y="451196"/>
                  </a:lnTo>
                  <a:lnTo>
                    <a:pt x="684032" y="408252"/>
                  </a:lnTo>
                  <a:lnTo>
                    <a:pt x="717949" y="362090"/>
                  </a:lnTo>
                  <a:lnTo>
                    <a:pt x="740215" y="330138"/>
                  </a:lnTo>
                  <a:lnTo>
                    <a:pt x="761554" y="297630"/>
                  </a:lnTo>
                  <a:lnTo>
                    <a:pt x="781790" y="264732"/>
                  </a:lnTo>
                  <a:lnTo>
                    <a:pt x="809518" y="215920"/>
                  </a:lnTo>
                  <a:lnTo>
                    <a:pt x="952500" y="215920"/>
                  </a:lnTo>
                  <a:lnTo>
                    <a:pt x="952500" y="15870"/>
                  </a:lnTo>
                  <a:close/>
                </a:path>
                <a:path w="1038225" h="727710">
                  <a:moveTo>
                    <a:pt x="952500" y="215920"/>
                  </a:moveTo>
                  <a:lnTo>
                    <a:pt x="809518" y="215920"/>
                  </a:lnTo>
                  <a:lnTo>
                    <a:pt x="809518" y="464582"/>
                  </a:lnTo>
                  <a:lnTo>
                    <a:pt x="952500" y="464582"/>
                  </a:lnTo>
                  <a:lnTo>
                    <a:pt x="952500" y="215920"/>
                  </a:lnTo>
                  <a:close/>
                </a:path>
                <a:path w="1038225" h="727710">
                  <a:moveTo>
                    <a:pt x="307726" y="176701"/>
                  </a:moveTo>
                  <a:lnTo>
                    <a:pt x="151394" y="176701"/>
                  </a:lnTo>
                  <a:lnTo>
                    <a:pt x="151394" y="727639"/>
                  </a:lnTo>
                  <a:lnTo>
                    <a:pt x="307726" y="727639"/>
                  </a:lnTo>
                  <a:lnTo>
                    <a:pt x="307726" y="176701"/>
                  </a:lnTo>
                  <a:close/>
                </a:path>
                <a:path w="1038225" h="727710">
                  <a:moveTo>
                    <a:pt x="307726" y="0"/>
                  </a:moveTo>
                  <a:lnTo>
                    <a:pt x="212994" y="0"/>
                  </a:lnTo>
                  <a:lnTo>
                    <a:pt x="190468" y="16309"/>
                  </a:lnTo>
                  <a:lnTo>
                    <a:pt x="166676" y="31919"/>
                  </a:lnTo>
                  <a:lnTo>
                    <a:pt x="115214" y="61078"/>
                  </a:lnTo>
                  <a:lnTo>
                    <a:pt x="59321" y="86389"/>
                  </a:lnTo>
                  <a:lnTo>
                    <a:pt x="0" y="106728"/>
                  </a:lnTo>
                  <a:lnTo>
                    <a:pt x="0" y="238755"/>
                  </a:lnTo>
                  <a:lnTo>
                    <a:pt x="42184" y="230562"/>
                  </a:lnTo>
                  <a:lnTo>
                    <a:pt x="83454" y="216657"/>
                  </a:lnTo>
                  <a:lnTo>
                    <a:pt x="120914" y="198299"/>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28" name="object 128"/>
            <p:cNvSpPr/>
            <p:nvPr/>
          </p:nvSpPr>
          <p:spPr>
            <a:xfrm>
              <a:off x="7377927" y="5506723"/>
              <a:ext cx="1038225" cy="727710"/>
            </a:xfrm>
            <a:custGeom>
              <a:avLst/>
              <a:gdLst/>
              <a:ahLst/>
              <a:cxnLst/>
              <a:rect l="l" t="t" r="r" b="b"/>
              <a:pathLst>
                <a:path w="1038225" h="727710">
                  <a:moveTo>
                    <a:pt x="809518" y="215920"/>
                  </a:moveTo>
                  <a:lnTo>
                    <a:pt x="781790" y="264732"/>
                  </a:lnTo>
                  <a:lnTo>
                    <a:pt x="761554" y="297630"/>
                  </a:lnTo>
                  <a:lnTo>
                    <a:pt x="740215" y="330138"/>
                  </a:lnTo>
                  <a:lnTo>
                    <a:pt x="717949" y="362090"/>
                  </a:lnTo>
                  <a:lnTo>
                    <a:pt x="695417" y="393115"/>
                  </a:lnTo>
                  <a:lnTo>
                    <a:pt x="661556" y="437346"/>
                  </a:lnTo>
                  <a:lnTo>
                    <a:pt x="639836" y="464582"/>
                  </a:lnTo>
                  <a:lnTo>
                    <a:pt x="809518" y="464582"/>
                  </a:lnTo>
                  <a:lnTo>
                    <a:pt x="809518" y="215920"/>
                  </a:lnTo>
                  <a:close/>
                </a:path>
                <a:path w="1038225" h="727710">
                  <a:moveTo>
                    <a:pt x="807110" y="15870"/>
                  </a:moveTo>
                  <a:lnTo>
                    <a:pt x="952499" y="15870"/>
                  </a:lnTo>
                  <a:lnTo>
                    <a:pt x="952499" y="464582"/>
                  </a:lnTo>
                  <a:lnTo>
                    <a:pt x="1037843" y="464582"/>
                  </a:lnTo>
                  <a:lnTo>
                    <a:pt x="1037843" y="581716"/>
                  </a:lnTo>
                  <a:lnTo>
                    <a:pt x="952499" y="581716"/>
                  </a:lnTo>
                  <a:lnTo>
                    <a:pt x="952499" y="727639"/>
                  </a:lnTo>
                  <a:lnTo>
                    <a:pt x="809518" y="727639"/>
                  </a:lnTo>
                  <a:lnTo>
                    <a:pt x="809518" y="581716"/>
                  </a:lnTo>
                  <a:lnTo>
                    <a:pt x="499384" y="581716"/>
                  </a:lnTo>
                  <a:lnTo>
                    <a:pt x="499384" y="459129"/>
                  </a:lnTo>
                  <a:lnTo>
                    <a:pt x="520147" y="435504"/>
                  </a:lnTo>
                  <a:lnTo>
                    <a:pt x="541290" y="410798"/>
                  </a:lnTo>
                  <a:lnTo>
                    <a:pt x="584728" y="358127"/>
                  </a:lnTo>
                  <a:lnTo>
                    <a:pt x="628154" y="302471"/>
                  </a:lnTo>
                  <a:lnTo>
                    <a:pt x="670072" y="245208"/>
                  </a:lnTo>
                  <a:lnTo>
                    <a:pt x="709890" y="186944"/>
                  </a:lnTo>
                  <a:lnTo>
                    <a:pt x="746759" y="128314"/>
                  </a:lnTo>
                  <a:lnTo>
                    <a:pt x="779598" y="70814"/>
                  </a:lnTo>
                  <a:lnTo>
                    <a:pt x="794033" y="43033"/>
                  </a:lnTo>
                  <a:lnTo>
                    <a:pt x="807110" y="15870"/>
                  </a:lnTo>
                  <a:close/>
                </a:path>
                <a:path w="1038225" h="727710">
                  <a:moveTo>
                    <a:pt x="212994" y="0"/>
                  </a:moveTo>
                  <a:lnTo>
                    <a:pt x="307726" y="0"/>
                  </a:lnTo>
                  <a:lnTo>
                    <a:pt x="307726" y="727639"/>
                  </a:lnTo>
                  <a:lnTo>
                    <a:pt x="151394" y="727639"/>
                  </a:lnTo>
                  <a:lnTo>
                    <a:pt x="151394" y="176701"/>
                  </a:lnTo>
                  <a:lnTo>
                    <a:pt x="144634" y="182336"/>
                  </a:lnTo>
                  <a:lnTo>
                    <a:pt x="111940" y="203263"/>
                  </a:lnTo>
                  <a:lnTo>
                    <a:pt x="73371" y="220600"/>
                  </a:lnTo>
                  <a:lnTo>
                    <a:pt x="31538" y="233212"/>
                  </a:lnTo>
                  <a:lnTo>
                    <a:pt x="0" y="238755"/>
                  </a:lnTo>
                  <a:lnTo>
                    <a:pt x="0" y="106728"/>
                  </a:lnTo>
                  <a:lnTo>
                    <a:pt x="30080" y="97175"/>
                  </a:lnTo>
                  <a:lnTo>
                    <a:pt x="59321" y="86389"/>
                  </a:lnTo>
                  <a:lnTo>
                    <a:pt x="115214" y="61078"/>
                  </a:lnTo>
                  <a:lnTo>
                    <a:pt x="166676" y="31919"/>
                  </a:lnTo>
                  <a:lnTo>
                    <a:pt x="190468" y="16309"/>
                  </a:lnTo>
                  <a:lnTo>
                    <a:pt x="212994" y="0"/>
                  </a:lnTo>
                  <a:close/>
                </a:path>
              </a:pathLst>
            </a:custGeom>
            <a:ln w="12191">
              <a:solidFill>
                <a:srgbClr val="000000"/>
              </a:solidFill>
            </a:ln>
          </p:spPr>
          <p:txBody>
            <a:bodyPr wrap="square" lIns="0" tIns="0" rIns="0" bIns="0" rtlCol="0"/>
            <a:lstStyle/>
            <a:p>
              <a:endParaRPr/>
            </a:p>
          </p:txBody>
        </p:sp>
        <p:sp>
          <p:nvSpPr>
            <p:cNvPr id="129" name="object 129"/>
            <p:cNvSpPr/>
            <p:nvPr/>
          </p:nvSpPr>
          <p:spPr>
            <a:xfrm>
              <a:off x="6748272" y="5225795"/>
              <a:ext cx="2218944" cy="1345691"/>
            </a:xfrm>
            <a:prstGeom prst="rect">
              <a:avLst/>
            </a:prstGeom>
            <a:blipFill>
              <a:blip r:embed="rId53" cstate="print"/>
              <a:stretch>
                <a:fillRect/>
              </a:stretch>
            </a:blipFill>
          </p:spPr>
          <p:txBody>
            <a:bodyPr wrap="square" lIns="0" tIns="0" rIns="0" bIns="0" rtlCol="0"/>
            <a:lstStyle/>
            <a:p>
              <a:endParaRPr/>
            </a:p>
          </p:txBody>
        </p:sp>
        <p:sp>
          <p:nvSpPr>
            <p:cNvPr id="130" name="object 130"/>
            <p:cNvSpPr/>
            <p:nvPr/>
          </p:nvSpPr>
          <p:spPr>
            <a:xfrm>
              <a:off x="6594348" y="4908802"/>
              <a:ext cx="2549651" cy="1949195"/>
            </a:xfrm>
            <a:prstGeom prst="rect">
              <a:avLst/>
            </a:prstGeom>
            <a:blipFill>
              <a:blip r:embed="rId54" cstate="print"/>
              <a:stretch>
                <a:fillRect/>
              </a:stretch>
            </a:blipFill>
          </p:spPr>
          <p:txBody>
            <a:bodyPr wrap="square" lIns="0" tIns="0" rIns="0" bIns="0" rtlCol="0"/>
            <a:lstStyle/>
            <a:p>
              <a:endParaRPr/>
            </a:p>
          </p:txBody>
        </p:sp>
        <p:sp>
          <p:nvSpPr>
            <p:cNvPr id="131" name="object 131"/>
            <p:cNvSpPr/>
            <p:nvPr/>
          </p:nvSpPr>
          <p:spPr>
            <a:xfrm>
              <a:off x="6829440" y="5286755"/>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5"/>
                  </a:lnTo>
                  <a:lnTo>
                    <a:pt x="18275" y="1042031"/>
                  </a:lnTo>
                  <a:lnTo>
                    <a:pt x="39715" y="1081528"/>
                  </a:lnTo>
                  <a:lnTo>
                    <a:pt x="68111" y="1115939"/>
                  </a:lnTo>
                  <a:lnTo>
                    <a:pt x="102526" y="1144331"/>
                  </a:lnTo>
                  <a:lnTo>
                    <a:pt x="142024" y="1165769"/>
                  </a:lnTo>
                  <a:lnTo>
                    <a:pt x="185671" y="1179317"/>
                  </a:lnTo>
                  <a:lnTo>
                    <a:pt x="232531" y="1184041"/>
                  </a:lnTo>
                  <a:lnTo>
                    <a:pt x="1824837" y="1184041"/>
                  </a:lnTo>
                  <a:lnTo>
                    <a:pt x="1871698" y="1179317"/>
                  </a:lnTo>
                  <a:lnTo>
                    <a:pt x="1915349" y="1165769"/>
                  </a:lnTo>
                  <a:lnTo>
                    <a:pt x="1954852" y="1144331"/>
                  </a:lnTo>
                  <a:lnTo>
                    <a:pt x="1989273" y="1115939"/>
                  </a:lnTo>
                  <a:lnTo>
                    <a:pt x="2017674" y="1081528"/>
                  </a:lnTo>
                  <a:lnTo>
                    <a:pt x="2039120" y="1042031"/>
                  </a:lnTo>
                  <a:lnTo>
                    <a:pt x="2052673" y="998385"/>
                  </a:lnTo>
                  <a:lnTo>
                    <a:pt x="2057399" y="951524"/>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32" name="object 132"/>
            <p:cNvSpPr/>
            <p:nvPr/>
          </p:nvSpPr>
          <p:spPr>
            <a:xfrm>
              <a:off x="6829440" y="5286755"/>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24"/>
                  </a:lnTo>
                  <a:lnTo>
                    <a:pt x="2052673" y="998385"/>
                  </a:lnTo>
                  <a:lnTo>
                    <a:pt x="2039120" y="1042031"/>
                  </a:lnTo>
                  <a:lnTo>
                    <a:pt x="2017674" y="1081528"/>
                  </a:lnTo>
                  <a:lnTo>
                    <a:pt x="1989273" y="1115939"/>
                  </a:lnTo>
                  <a:lnTo>
                    <a:pt x="1954852" y="1144331"/>
                  </a:lnTo>
                  <a:lnTo>
                    <a:pt x="1915349" y="1165769"/>
                  </a:lnTo>
                  <a:lnTo>
                    <a:pt x="1871698" y="1179317"/>
                  </a:lnTo>
                  <a:lnTo>
                    <a:pt x="1824837" y="1184041"/>
                  </a:lnTo>
                  <a:lnTo>
                    <a:pt x="232531" y="1184041"/>
                  </a:lnTo>
                  <a:lnTo>
                    <a:pt x="185671" y="1179317"/>
                  </a:lnTo>
                  <a:lnTo>
                    <a:pt x="142024" y="1165769"/>
                  </a:lnTo>
                  <a:lnTo>
                    <a:pt x="102526" y="1144331"/>
                  </a:lnTo>
                  <a:lnTo>
                    <a:pt x="68111" y="1115939"/>
                  </a:lnTo>
                  <a:lnTo>
                    <a:pt x="39715" y="1081528"/>
                  </a:lnTo>
                  <a:lnTo>
                    <a:pt x="18275" y="1042031"/>
                  </a:lnTo>
                  <a:lnTo>
                    <a:pt x="4724" y="998385"/>
                  </a:lnTo>
                  <a:lnTo>
                    <a:pt x="0" y="951524"/>
                  </a:lnTo>
                  <a:lnTo>
                    <a:pt x="0" y="232541"/>
                  </a:lnTo>
                  <a:close/>
                </a:path>
              </a:pathLst>
            </a:custGeom>
            <a:ln w="76199">
              <a:solidFill>
                <a:srgbClr val="00AF50"/>
              </a:solidFill>
            </a:ln>
          </p:spPr>
          <p:txBody>
            <a:bodyPr wrap="square" lIns="0" tIns="0" rIns="0" bIns="0" rtlCol="0"/>
            <a:lstStyle/>
            <a:p>
              <a:endParaRPr/>
            </a:p>
          </p:txBody>
        </p:sp>
        <p:sp>
          <p:nvSpPr>
            <p:cNvPr id="133" name="object 133"/>
            <p:cNvSpPr/>
            <p:nvPr/>
          </p:nvSpPr>
          <p:spPr>
            <a:xfrm>
              <a:off x="6635496" y="4928615"/>
              <a:ext cx="2481072" cy="1929383"/>
            </a:xfrm>
            <a:prstGeom prst="rect">
              <a:avLst/>
            </a:prstGeom>
            <a:blipFill>
              <a:blip r:embed="rId55" cstate="print"/>
              <a:stretch>
                <a:fillRect/>
              </a:stretch>
            </a:blipFill>
          </p:spPr>
          <p:txBody>
            <a:bodyPr wrap="square" lIns="0" tIns="0" rIns="0" bIns="0" rtlCol="0"/>
            <a:lstStyle/>
            <a:p>
              <a:endParaRPr/>
            </a:p>
          </p:txBody>
        </p:sp>
        <p:sp>
          <p:nvSpPr>
            <p:cNvPr id="134" name="object 134"/>
            <p:cNvSpPr/>
            <p:nvPr/>
          </p:nvSpPr>
          <p:spPr>
            <a:xfrm>
              <a:off x="7377562" y="5522976"/>
              <a:ext cx="997585" cy="740410"/>
            </a:xfrm>
            <a:custGeom>
              <a:avLst/>
              <a:gdLst/>
              <a:ahLst/>
              <a:cxnLst/>
              <a:rect l="l" t="t" r="r" b="b"/>
              <a:pathLst>
                <a:path w="997584" h="740410">
                  <a:moveTo>
                    <a:pt x="550407" y="575285"/>
                  </a:moveTo>
                  <a:lnTo>
                    <a:pt x="550407" y="709290"/>
                  </a:lnTo>
                  <a:lnTo>
                    <a:pt x="587431" y="722759"/>
                  </a:lnTo>
                  <a:lnTo>
                    <a:pt x="628577" y="732377"/>
                  </a:lnTo>
                  <a:lnTo>
                    <a:pt x="673821" y="738146"/>
                  </a:lnTo>
                  <a:lnTo>
                    <a:pt x="723138" y="740069"/>
                  </a:lnTo>
                  <a:lnTo>
                    <a:pt x="783119" y="735803"/>
                  </a:lnTo>
                  <a:lnTo>
                    <a:pt x="836546" y="723007"/>
                  </a:lnTo>
                  <a:lnTo>
                    <a:pt x="883400" y="701683"/>
                  </a:lnTo>
                  <a:lnTo>
                    <a:pt x="923665" y="671834"/>
                  </a:lnTo>
                  <a:lnTo>
                    <a:pt x="956007" y="635239"/>
                  </a:lnTo>
                  <a:lnTo>
                    <a:pt x="964508" y="619957"/>
                  </a:lnTo>
                  <a:lnTo>
                    <a:pt x="705733" y="619957"/>
                  </a:lnTo>
                  <a:lnTo>
                    <a:pt x="665159" y="617164"/>
                  </a:lnTo>
                  <a:lnTo>
                    <a:pt x="625739" y="608788"/>
                  </a:lnTo>
                  <a:lnTo>
                    <a:pt x="587484" y="594828"/>
                  </a:lnTo>
                  <a:lnTo>
                    <a:pt x="550407" y="575285"/>
                  </a:lnTo>
                  <a:close/>
                </a:path>
                <a:path w="997584" h="740410">
                  <a:moveTo>
                    <a:pt x="979952" y="404551"/>
                  </a:moveTo>
                  <a:lnTo>
                    <a:pt x="688329" y="404551"/>
                  </a:lnTo>
                  <a:lnTo>
                    <a:pt x="742159" y="408780"/>
                  </a:lnTo>
                  <a:lnTo>
                    <a:pt x="784015" y="421466"/>
                  </a:lnTo>
                  <a:lnTo>
                    <a:pt x="813902" y="442610"/>
                  </a:lnTo>
                  <a:lnTo>
                    <a:pt x="831829" y="472209"/>
                  </a:lnTo>
                  <a:lnTo>
                    <a:pt x="837803" y="510265"/>
                  </a:lnTo>
                  <a:lnTo>
                    <a:pt x="835614" y="534261"/>
                  </a:lnTo>
                  <a:lnTo>
                    <a:pt x="818091" y="574338"/>
                  </a:lnTo>
                  <a:lnTo>
                    <a:pt x="783615" y="603342"/>
                  </a:lnTo>
                  <a:lnTo>
                    <a:pt x="735089" y="618111"/>
                  </a:lnTo>
                  <a:lnTo>
                    <a:pt x="705733" y="619957"/>
                  </a:lnTo>
                  <a:lnTo>
                    <a:pt x="964508" y="619957"/>
                  </a:lnTo>
                  <a:lnTo>
                    <a:pt x="979105" y="593714"/>
                  </a:lnTo>
                  <a:lnTo>
                    <a:pt x="992961" y="547258"/>
                  </a:lnTo>
                  <a:lnTo>
                    <a:pt x="997579" y="495869"/>
                  </a:lnTo>
                  <a:lnTo>
                    <a:pt x="993701" y="449713"/>
                  </a:lnTo>
                  <a:lnTo>
                    <a:pt x="982073" y="408520"/>
                  </a:lnTo>
                  <a:lnTo>
                    <a:pt x="979952" y="404551"/>
                  </a:lnTo>
                  <a:close/>
                </a:path>
                <a:path w="997584" h="740410">
                  <a:moveTo>
                    <a:pt x="964813" y="15870"/>
                  </a:moveTo>
                  <a:lnTo>
                    <a:pt x="588142" y="15870"/>
                  </a:lnTo>
                  <a:lnTo>
                    <a:pt x="561350" y="412979"/>
                  </a:lnTo>
                  <a:lnTo>
                    <a:pt x="596282" y="409287"/>
                  </a:lnTo>
                  <a:lnTo>
                    <a:pt x="629080" y="406654"/>
                  </a:lnTo>
                  <a:lnTo>
                    <a:pt x="659758" y="405077"/>
                  </a:lnTo>
                  <a:lnTo>
                    <a:pt x="688329" y="404551"/>
                  </a:lnTo>
                  <a:lnTo>
                    <a:pt x="979952" y="404551"/>
                  </a:lnTo>
                  <a:lnTo>
                    <a:pt x="962707" y="372289"/>
                  </a:lnTo>
                  <a:lnTo>
                    <a:pt x="935614" y="341019"/>
                  </a:lnTo>
                  <a:lnTo>
                    <a:pt x="901575" y="315828"/>
                  </a:lnTo>
                  <a:lnTo>
                    <a:pt x="861589" y="297834"/>
                  </a:lnTo>
                  <a:lnTo>
                    <a:pt x="815654" y="287038"/>
                  </a:lnTo>
                  <a:lnTo>
                    <a:pt x="806527" y="286405"/>
                  </a:lnTo>
                  <a:lnTo>
                    <a:pt x="697870" y="286405"/>
                  </a:lnTo>
                  <a:lnTo>
                    <a:pt x="707776" y="143969"/>
                  </a:lnTo>
                  <a:lnTo>
                    <a:pt x="964813" y="143969"/>
                  </a:lnTo>
                  <a:lnTo>
                    <a:pt x="964813" y="15870"/>
                  </a:lnTo>
                  <a:close/>
                </a:path>
                <a:path w="997584" h="740410">
                  <a:moveTo>
                    <a:pt x="763767" y="283439"/>
                  </a:moveTo>
                  <a:lnTo>
                    <a:pt x="749275" y="283624"/>
                  </a:lnTo>
                  <a:lnTo>
                    <a:pt x="733436" y="284180"/>
                  </a:lnTo>
                  <a:lnTo>
                    <a:pt x="716289" y="285107"/>
                  </a:lnTo>
                  <a:lnTo>
                    <a:pt x="697870" y="286405"/>
                  </a:lnTo>
                  <a:lnTo>
                    <a:pt x="806527" y="286405"/>
                  </a:lnTo>
                  <a:lnTo>
                    <a:pt x="763767" y="283439"/>
                  </a:lnTo>
                  <a:close/>
                </a:path>
                <a:path w="997584" h="740410">
                  <a:moveTo>
                    <a:pt x="307726" y="176723"/>
                  </a:moveTo>
                  <a:lnTo>
                    <a:pt x="151394" y="176723"/>
                  </a:lnTo>
                  <a:lnTo>
                    <a:pt x="151394" y="727661"/>
                  </a:lnTo>
                  <a:lnTo>
                    <a:pt x="307726" y="727661"/>
                  </a:lnTo>
                  <a:lnTo>
                    <a:pt x="307726" y="176723"/>
                  </a:lnTo>
                  <a:close/>
                </a:path>
                <a:path w="997584" h="740410">
                  <a:moveTo>
                    <a:pt x="307726" y="0"/>
                  </a:moveTo>
                  <a:lnTo>
                    <a:pt x="212841" y="0"/>
                  </a:lnTo>
                  <a:lnTo>
                    <a:pt x="190367" y="16314"/>
                  </a:lnTo>
                  <a:lnTo>
                    <a:pt x="166569" y="31925"/>
                  </a:lnTo>
                  <a:lnTo>
                    <a:pt x="115062" y="61091"/>
                  </a:lnTo>
                  <a:lnTo>
                    <a:pt x="59245" y="86392"/>
                  </a:lnTo>
                  <a:lnTo>
                    <a:pt x="0" y="106740"/>
                  </a:lnTo>
                  <a:lnTo>
                    <a:pt x="0" y="238768"/>
                  </a:lnTo>
                  <a:lnTo>
                    <a:pt x="42153" y="230575"/>
                  </a:lnTo>
                  <a:lnTo>
                    <a:pt x="83301" y="216670"/>
                  </a:lnTo>
                  <a:lnTo>
                    <a:pt x="120761" y="198308"/>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35" name="object 135"/>
            <p:cNvSpPr/>
            <p:nvPr/>
          </p:nvSpPr>
          <p:spPr>
            <a:xfrm>
              <a:off x="7377561" y="5522976"/>
              <a:ext cx="997585" cy="740410"/>
            </a:xfrm>
            <a:custGeom>
              <a:avLst/>
              <a:gdLst/>
              <a:ahLst/>
              <a:cxnLst/>
              <a:rect l="l" t="t" r="r" b="b"/>
              <a:pathLst>
                <a:path w="997584" h="740410">
                  <a:moveTo>
                    <a:pt x="588142" y="15870"/>
                  </a:moveTo>
                  <a:lnTo>
                    <a:pt x="964813" y="15870"/>
                  </a:lnTo>
                  <a:lnTo>
                    <a:pt x="964813" y="143969"/>
                  </a:lnTo>
                  <a:lnTo>
                    <a:pt x="707776" y="143969"/>
                  </a:lnTo>
                  <a:lnTo>
                    <a:pt x="697870" y="286405"/>
                  </a:lnTo>
                  <a:lnTo>
                    <a:pt x="716289" y="285107"/>
                  </a:lnTo>
                  <a:lnTo>
                    <a:pt x="733436" y="284180"/>
                  </a:lnTo>
                  <a:lnTo>
                    <a:pt x="749275" y="283624"/>
                  </a:lnTo>
                  <a:lnTo>
                    <a:pt x="763767" y="283439"/>
                  </a:lnTo>
                  <a:lnTo>
                    <a:pt x="815654" y="287038"/>
                  </a:lnTo>
                  <a:lnTo>
                    <a:pt x="861589" y="297834"/>
                  </a:lnTo>
                  <a:lnTo>
                    <a:pt x="901575" y="315828"/>
                  </a:lnTo>
                  <a:lnTo>
                    <a:pt x="935614" y="341019"/>
                  </a:lnTo>
                  <a:lnTo>
                    <a:pt x="962706" y="372289"/>
                  </a:lnTo>
                  <a:lnTo>
                    <a:pt x="982073" y="408520"/>
                  </a:lnTo>
                  <a:lnTo>
                    <a:pt x="993701" y="449713"/>
                  </a:lnTo>
                  <a:lnTo>
                    <a:pt x="997579" y="495869"/>
                  </a:lnTo>
                  <a:lnTo>
                    <a:pt x="992961" y="547258"/>
                  </a:lnTo>
                  <a:lnTo>
                    <a:pt x="979105" y="593714"/>
                  </a:lnTo>
                  <a:lnTo>
                    <a:pt x="956007" y="635239"/>
                  </a:lnTo>
                  <a:lnTo>
                    <a:pt x="923665" y="671834"/>
                  </a:lnTo>
                  <a:lnTo>
                    <a:pt x="883400" y="701683"/>
                  </a:lnTo>
                  <a:lnTo>
                    <a:pt x="836546" y="723007"/>
                  </a:lnTo>
                  <a:lnTo>
                    <a:pt x="783119" y="735803"/>
                  </a:lnTo>
                  <a:lnTo>
                    <a:pt x="723137" y="740069"/>
                  </a:lnTo>
                  <a:lnTo>
                    <a:pt x="673821" y="738146"/>
                  </a:lnTo>
                  <a:lnTo>
                    <a:pt x="628577" y="732377"/>
                  </a:lnTo>
                  <a:lnTo>
                    <a:pt x="587431" y="722759"/>
                  </a:lnTo>
                  <a:lnTo>
                    <a:pt x="550407" y="709290"/>
                  </a:lnTo>
                  <a:lnTo>
                    <a:pt x="550407" y="575285"/>
                  </a:lnTo>
                  <a:lnTo>
                    <a:pt x="587484" y="594828"/>
                  </a:lnTo>
                  <a:lnTo>
                    <a:pt x="625739" y="608788"/>
                  </a:lnTo>
                  <a:lnTo>
                    <a:pt x="665159" y="617164"/>
                  </a:lnTo>
                  <a:lnTo>
                    <a:pt x="705733" y="619957"/>
                  </a:lnTo>
                  <a:lnTo>
                    <a:pt x="735089" y="618111"/>
                  </a:lnTo>
                  <a:lnTo>
                    <a:pt x="783615" y="603342"/>
                  </a:lnTo>
                  <a:lnTo>
                    <a:pt x="818091" y="574338"/>
                  </a:lnTo>
                  <a:lnTo>
                    <a:pt x="835614" y="534261"/>
                  </a:lnTo>
                  <a:lnTo>
                    <a:pt x="837803" y="510265"/>
                  </a:lnTo>
                  <a:lnTo>
                    <a:pt x="831829" y="472209"/>
                  </a:lnTo>
                  <a:lnTo>
                    <a:pt x="813902" y="442610"/>
                  </a:lnTo>
                  <a:lnTo>
                    <a:pt x="784015" y="421466"/>
                  </a:lnTo>
                  <a:lnTo>
                    <a:pt x="742159" y="408780"/>
                  </a:lnTo>
                  <a:lnTo>
                    <a:pt x="688329" y="404551"/>
                  </a:lnTo>
                  <a:lnTo>
                    <a:pt x="659758" y="405077"/>
                  </a:lnTo>
                  <a:lnTo>
                    <a:pt x="629080" y="406654"/>
                  </a:lnTo>
                  <a:lnTo>
                    <a:pt x="596282" y="409287"/>
                  </a:lnTo>
                  <a:lnTo>
                    <a:pt x="561350" y="412979"/>
                  </a:lnTo>
                  <a:lnTo>
                    <a:pt x="588142" y="15870"/>
                  </a:lnTo>
                  <a:close/>
                </a:path>
                <a:path w="997584" h="740410">
                  <a:moveTo>
                    <a:pt x="212841" y="0"/>
                  </a:moveTo>
                  <a:lnTo>
                    <a:pt x="307726" y="0"/>
                  </a:lnTo>
                  <a:lnTo>
                    <a:pt x="307726" y="727661"/>
                  </a:lnTo>
                  <a:lnTo>
                    <a:pt x="151394" y="727661"/>
                  </a:lnTo>
                  <a:lnTo>
                    <a:pt x="151394" y="176723"/>
                  </a:lnTo>
                  <a:lnTo>
                    <a:pt x="144619" y="182356"/>
                  </a:lnTo>
                  <a:lnTo>
                    <a:pt x="111843" y="203281"/>
                  </a:lnTo>
                  <a:lnTo>
                    <a:pt x="73306" y="220612"/>
                  </a:lnTo>
                  <a:lnTo>
                    <a:pt x="31521" y="233226"/>
                  </a:lnTo>
                  <a:lnTo>
                    <a:pt x="0" y="238768"/>
                  </a:lnTo>
                  <a:lnTo>
                    <a:pt x="0" y="106740"/>
                  </a:lnTo>
                  <a:lnTo>
                    <a:pt x="30048" y="97187"/>
                  </a:lnTo>
                  <a:lnTo>
                    <a:pt x="59245" y="86392"/>
                  </a:lnTo>
                  <a:lnTo>
                    <a:pt x="115061" y="61091"/>
                  </a:lnTo>
                  <a:lnTo>
                    <a:pt x="166569" y="31925"/>
                  </a:lnTo>
                  <a:lnTo>
                    <a:pt x="190367" y="16314"/>
                  </a:lnTo>
                  <a:lnTo>
                    <a:pt x="212841" y="0"/>
                  </a:lnTo>
                  <a:close/>
                </a:path>
              </a:pathLst>
            </a:custGeom>
            <a:ln w="12191">
              <a:solidFill>
                <a:srgbClr val="000000"/>
              </a:solidFill>
            </a:ln>
          </p:spPr>
          <p:txBody>
            <a:bodyPr wrap="square" lIns="0" tIns="0" rIns="0" bIns="0" rtlCol="0"/>
            <a:lstStyle/>
            <a:p>
              <a:endParaRPr/>
            </a:p>
          </p:txBody>
        </p:sp>
        <p:sp>
          <p:nvSpPr>
            <p:cNvPr id="136" name="object 136"/>
            <p:cNvSpPr/>
            <p:nvPr/>
          </p:nvSpPr>
          <p:spPr>
            <a:xfrm>
              <a:off x="6739128" y="5209032"/>
              <a:ext cx="2218944" cy="1345692"/>
            </a:xfrm>
            <a:prstGeom prst="rect">
              <a:avLst/>
            </a:prstGeom>
            <a:blipFill>
              <a:blip r:embed="rId56" cstate="print"/>
              <a:stretch>
                <a:fillRect/>
              </a:stretch>
            </a:blipFill>
          </p:spPr>
          <p:txBody>
            <a:bodyPr wrap="square" lIns="0" tIns="0" rIns="0" bIns="0" rtlCol="0"/>
            <a:lstStyle/>
            <a:p>
              <a:endParaRPr/>
            </a:p>
          </p:txBody>
        </p:sp>
        <p:sp>
          <p:nvSpPr>
            <p:cNvPr id="137" name="object 137"/>
            <p:cNvSpPr/>
            <p:nvPr/>
          </p:nvSpPr>
          <p:spPr>
            <a:xfrm>
              <a:off x="6585204" y="4892039"/>
              <a:ext cx="2558795" cy="1965959"/>
            </a:xfrm>
            <a:prstGeom prst="rect">
              <a:avLst/>
            </a:prstGeom>
            <a:blipFill>
              <a:blip r:embed="rId57" cstate="print"/>
              <a:stretch>
                <a:fillRect/>
              </a:stretch>
            </a:blipFill>
          </p:spPr>
          <p:txBody>
            <a:bodyPr wrap="square" lIns="0" tIns="0" rIns="0" bIns="0" rtlCol="0"/>
            <a:lstStyle/>
            <a:p>
              <a:endParaRPr/>
            </a:p>
          </p:txBody>
        </p:sp>
        <p:sp>
          <p:nvSpPr>
            <p:cNvPr id="138" name="object 138"/>
            <p:cNvSpPr/>
            <p:nvPr/>
          </p:nvSpPr>
          <p:spPr>
            <a:xfrm>
              <a:off x="6819899" y="5269991"/>
              <a:ext cx="2057400" cy="1184275"/>
            </a:xfrm>
            <a:custGeom>
              <a:avLst/>
              <a:gdLst/>
              <a:ahLst/>
              <a:cxnLst/>
              <a:rect l="l" t="t" r="r" b="b"/>
              <a:pathLst>
                <a:path w="2057400" h="1184275">
                  <a:moveTo>
                    <a:pt x="1824868"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1"/>
                  </a:lnTo>
                  <a:lnTo>
                    <a:pt x="18279" y="1041965"/>
                  </a:lnTo>
                  <a:lnTo>
                    <a:pt x="39723" y="1081459"/>
                  </a:lnTo>
                  <a:lnTo>
                    <a:pt x="68122" y="1115869"/>
                  </a:lnTo>
                  <a:lnTo>
                    <a:pt x="102539" y="1144260"/>
                  </a:lnTo>
                  <a:lnTo>
                    <a:pt x="142037" y="1165696"/>
                  </a:lnTo>
                  <a:lnTo>
                    <a:pt x="185680" y="1179244"/>
                  </a:lnTo>
                  <a:lnTo>
                    <a:pt x="232531" y="1183968"/>
                  </a:lnTo>
                  <a:lnTo>
                    <a:pt x="1824868" y="1183968"/>
                  </a:lnTo>
                  <a:lnTo>
                    <a:pt x="1871719" y="1179244"/>
                  </a:lnTo>
                  <a:lnTo>
                    <a:pt x="1915362" y="1165696"/>
                  </a:lnTo>
                  <a:lnTo>
                    <a:pt x="1954860" y="1144260"/>
                  </a:lnTo>
                  <a:lnTo>
                    <a:pt x="1989277" y="1115869"/>
                  </a:lnTo>
                  <a:lnTo>
                    <a:pt x="2017676" y="1081459"/>
                  </a:lnTo>
                  <a:lnTo>
                    <a:pt x="2039120" y="1041965"/>
                  </a:lnTo>
                  <a:lnTo>
                    <a:pt x="2052674" y="998321"/>
                  </a:lnTo>
                  <a:lnTo>
                    <a:pt x="2057399" y="951463"/>
                  </a:lnTo>
                  <a:lnTo>
                    <a:pt x="2057399" y="232409"/>
                  </a:lnTo>
                  <a:lnTo>
                    <a:pt x="2052674" y="185559"/>
                  </a:lnTo>
                  <a:lnTo>
                    <a:pt x="2039120" y="141928"/>
                  </a:lnTo>
                  <a:lnTo>
                    <a:pt x="2017676" y="102449"/>
                  </a:lnTo>
                  <a:lnTo>
                    <a:pt x="1989277" y="68056"/>
                  </a:lnTo>
                  <a:lnTo>
                    <a:pt x="1954860" y="39681"/>
                  </a:lnTo>
                  <a:lnTo>
                    <a:pt x="1915362" y="18258"/>
                  </a:lnTo>
                  <a:lnTo>
                    <a:pt x="1871719" y="4720"/>
                  </a:lnTo>
                  <a:lnTo>
                    <a:pt x="1824868" y="0"/>
                  </a:lnTo>
                  <a:close/>
                </a:path>
              </a:pathLst>
            </a:custGeom>
            <a:solidFill>
              <a:srgbClr val="252525"/>
            </a:solidFill>
          </p:spPr>
          <p:txBody>
            <a:bodyPr wrap="square" lIns="0" tIns="0" rIns="0" bIns="0" rtlCol="0"/>
            <a:lstStyle/>
            <a:p>
              <a:endParaRPr/>
            </a:p>
          </p:txBody>
        </p:sp>
        <p:sp>
          <p:nvSpPr>
            <p:cNvPr id="139" name="object 139"/>
            <p:cNvSpPr/>
            <p:nvPr/>
          </p:nvSpPr>
          <p:spPr>
            <a:xfrm>
              <a:off x="6819899" y="5269991"/>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868" y="0"/>
                  </a:lnTo>
                  <a:lnTo>
                    <a:pt x="1871719" y="4720"/>
                  </a:lnTo>
                  <a:lnTo>
                    <a:pt x="1915362" y="18258"/>
                  </a:lnTo>
                  <a:lnTo>
                    <a:pt x="1954860" y="39681"/>
                  </a:lnTo>
                  <a:lnTo>
                    <a:pt x="1989277" y="68056"/>
                  </a:lnTo>
                  <a:lnTo>
                    <a:pt x="2017676" y="102449"/>
                  </a:lnTo>
                  <a:lnTo>
                    <a:pt x="2039120" y="141928"/>
                  </a:lnTo>
                  <a:lnTo>
                    <a:pt x="2052674" y="185559"/>
                  </a:lnTo>
                  <a:lnTo>
                    <a:pt x="2057399" y="232409"/>
                  </a:lnTo>
                  <a:lnTo>
                    <a:pt x="2057399" y="951463"/>
                  </a:lnTo>
                  <a:lnTo>
                    <a:pt x="2052674" y="998321"/>
                  </a:lnTo>
                  <a:lnTo>
                    <a:pt x="2039120" y="1041965"/>
                  </a:lnTo>
                  <a:lnTo>
                    <a:pt x="2017676" y="1081459"/>
                  </a:lnTo>
                  <a:lnTo>
                    <a:pt x="1989277" y="1115869"/>
                  </a:lnTo>
                  <a:lnTo>
                    <a:pt x="1954860" y="1144260"/>
                  </a:lnTo>
                  <a:lnTo>
                    <a:pt x="1915362" y="1165696"/>
                  </a:lnTo>
                  <a:lnTo>
                    <a:pt x="1871719" y="1179244"/>
                  </a:lnTo>
                  <a:lnTo>
                    <a:pt x="1824868" y="1183968"/>
                  </a:lnTo>
                  <a:lnTo>
                    <a:pt x="232531" y="1183968"/>
                  </a:lnTo>
                  <a:lnTo>
                    <a:pt x="185680" y="1179244"/>
                  </a:lnTo>
                  <a:lnTo>
                    <a:pt x="142037" y="1165696"/>
                  </a:lnTo>
                  <a:lnTo>
                    <a:pt x="102539" y="1144260"/>
                  </a:lnTo>
                  <a:lnTo>
                    <a:pt x="68122" y="1115869"/>
                  </a:lnTo>
                  <a:lnTo>
                    <a:pt x="39723" y="1081459"/>
                  </a:lnTo>
                  <a:lnTo>
                    <a:pt x="18279" y="1041965"/>
                  </a:lnTo>
                  <a:lnTo>
                    <a:pt x="4725"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40" name="object 140"/>
            <p:cNvSpPr/>
            <p:nvPr/>
          </p:nvSpPr>
          <p:spPr>
            <a:xfrm>
              <a:off x="6626352" y="4911850"/>
              <a:ext cx="2481072" cy="1946147"/>
            </a:xfrm>
            <a:prstGeom prst="rect">
              <a:avLst/>
            </a:prstGeom>
            <a:blipFill>
              <a:blip r:embed="rId58" cstate="print"/>
              <a:stretch>
                <a:fillRect/>
              </a:stretch>
            </a:blipFill>
          </p:spPr>
          <p:txBody>
            <a:bodyPr wrap="square" lIns="0" tIns="0" rIns="0" bIns="0" rtlCol="0"/>
            <a:lstStyle/>
            <a:p>
              <a:endParaRPr/>
            </a:p>
          </p:txBody>
        </p:sp>
        <p:sp>
          <p:nvSpPr>
            <p:cNvPr id="141" name="object 141"/>
            <p:cNvSpPr/>
            <p:nvPr/>
          </p:nvSpPr>
          <p:spPr>
            <a:xfrm>
              <a:off x="7368022" y="5506211"/>
              <a:ext cx="1031240" cy="740410"/>
            </a:xfrm>
            <a:custGeom>
              <a:avLst/>
              <a:gdLst/>
              <a:ahLst/>
              <a:cxnLst/>
              <a:rect l="l" t="t" r="r" b="b"/>
              <a:pathLst>
                <a:path w="1031240" h="740410">
                  <a:moveTo>
                    <a:pt x="852190" y="3941"/>
                  </a:moveTo>
                  <a:lnTo>
                    <a:pt x="781480" y="11191"/>
                  </a:lnTo>
                  <a:lnTo>
                    <a:pt x="718200" y="33015"/>
                  </a:lnTo>
                  <a:lnTo>
                    <a:pt x="663031" y="68048"/>
                  </a:lnTo>
                  <a:lnTo>
                    <a:pt x="616732" y="115110"/>
                  </a:lnTo>
                  <a:lnTo>
                    <a:pt x="579611" y="173612"/>
                  </a:lnTo>
                  <a:lnTo>
                    <a:pt x="552206" y="242910"/>
                  </a:lnTo>
                  <a:lnTo>
                    <a:pt x="542294" y="281332"/>
                  </a:lnTo>
                  <a:lnTo>
                    <a:pt x="535228" y="321893"/>
                  </a:lnTo>
                  <a:lnTo>
                    <a:pt x="530997" y="364593"/>
                  </a:lnTo>
                  <a:lnTo>
                    <a:pt x="529594" y="409591"/>
                  </a:lnTo>
                  <a:lnTo>
                    <a:pt x="530667" y="447374"/>
                  </a:lnTo>
                  <a:lnTo>
                    <a:pt x="539349" y="517107"/>
                  </a:lnTo>
                  <a:lnTo>
                    <a:pt x="556614" y="578486"/>
                  </a:lnTo>
                  <a:lnTo>
                    <a:pt x="581626" y="630479"/>
                  </a:lnTo>
                  <a:lnTo>
                    <a:pt x="614356" y="672857"/>
                  </a:lnTo>
                  <a:lnTo>
                    <a:pt x="654495" y="705241"/>
                  </a:lnTo>
                  <a:lnTo>
                    <a:pt x="701739" y="727436"/>
                  </a:lnTo>
                  <a:lnTo>
                    <a:pt x="755460" y="738611"/>
                  </a:lnTo>
                  <a:lnTo>
                    <a:pt x="784738" y="740008"/>
                  </a:lnTo>
                  <a:lnTo>
                    <a:pt x="810981" y="738812"/>
                  </a:lnTo>
                  <a:lnTo>
                    <a:pt x="860326" y="729249"/>
                  </a:lnTo>
                  <a:lnTo>
                    <a:pt x="905233" y="710433"/>
                  </a:lnTo>
                  <a:lnTo>
                    <a:pt x="944228" y="684126"/>
                  </a:lnTo>
                  <a:lnTo>
                    <a:pt x="976884" y="650768"/>
                  </a:lnTo>
                  <a:lnTo>
                    <a:pt x="997422" y="619887"/>
                  </a:lnTo>
                  <a:lnTo>
                    <a:pt x="784738" y="619887"/>
                  </a:lnTo>
                  <a:lnTo>
                    <a:pt x="774321" y="619266"/>
                  </a:lnTo>
                  <a:lnTo>
                    <a:pt x="737619" y="604542"/>
                  </a:lnTo>
                  <a:lnTo>
                    <a:pt x="709963" y="573992"/>
                  </a:lnTo>
                  <a:lnTo>
                    <a:pt x="693326" y="531318"/>
                  </a:lnTo>
                  <a:lnTo>
                    <a:pt x="689366" y="493812"/>
                  </a:lnTo>
                  <a:lnTo>
                    <a:pt x="689792" y="482170"/>
                  </a:lnTo>
                  <a:lnTo>
                    <a:pt x="699794" y="440906"/>
                  </a:lnTo>
                  <a:lnTo>
                    <a:pt x="721726" y="409591"/>
                  </a:lnTo>
                  <a:lnTo>
                    <a:pt x="763356" y="388098"/>
                  </a:lnTo>
                  <a:lnTo>
                    <a:pt x="783732" y="386108"/>
                  </a:lnTo>
                  <a:lnTo>
                    <a:pt x="1011404" y="386108"/>
                  </a:lnTo>
                  <a:lnTo>
                    <a:pt x="1009362" y="380880"/>
                  </a:lnTo>
                  <a:lnTo>
                    <a:pt x="1000269" y="362719"/>
                  </a:lnTo>
                  <a:lnTo>
                    <a:pt x="989748" y="346015"/>
                  </a:lnTo>
                  <a:lnTo>
                    <a:pt x="985001" y="339958"/>
                  </a:lnTo>
                  <a:lnTo>
                    <a:pt x="684428" y="339958"/>
                  </a:lnTo>
                  <a:lnTo>
                    <a:pt x="685674" y="315959"/>
                  </a:lnTo>
                  <a:lnTo>
                    <a:pt x="692808" y="271409"/>
                  </a:lnTo>
                  <a:lnTo>
                    <a:pt x="705833" y="231606"/>
                  </a:lnTo>
                  <a:lnTo>
                    <a:pt x="723938" y="197490"/>
                  </a:lnTo>
                  <a:lnTo>
                    <a:pt x="760186" y="157548"/>
                  </a:lnTo>
                  <a:lnTo>
                    <a:pt x="806778" y="132200"/>
                  </a:lnTo>
                  <a:lnTo>
                    <a:pt x="862096" y="123550"/>
                  </a:lnTo>
                  <a:lnTo>
                    <a:pt x="980206" y="123550"/>
                  </a:lnTo>
                  <a:lnTo>
                    <a:pt x="980206" y="23241"/>
                  </a:lnTo>
                  <a:lnTo>
                    <a:pt x="955128" y="14815"/>
                  </a:lnTo>
                  <a:lnTo>
                    <a:pt x="925433" y="8782"/>
                  </a:lnTo>
                  <a:lnTo>
                    <a:pt x="891120" y="5153"/>
                  </a:lnTo>
                  <a:lnTo>
                    <a:pt x="852190" y="3941"/>
                  </a:lnTo>
                  <a:close/>
                </a:path>
                <a:path w="1031240" h="740410">
                  <a:moveTo>
                    <a:pt x="1011404" y="386108"/>
                  </a:moveTo>
                  <a:lnTo>
                    <a:pt x="783732" y="386108"/>
                  </a:lnTo>
                  <a:lnTo>
                    <a:pt x="824737" y="393274"/>
                  </a:lnTo>
                  <a:lnTo>
                    <a:pt x="854026" y="414772"/>
                  </a:lnTo>
                  <a:lnTo>
                    <a:pt x="871600" y="450602"/>
                  </a:lnTo>
                  <a:lnTo>
                    <a:pt x="877458" y="500765"/>
                  </a:lnTo>
                  <a:lnTo>
                    <a:pt x="877072" y="513653"/>
                  </a:lnTo>
                  <a:lnTo>
                    <a:pt x="867517" y="559799"/>
                  </a:lnTo>
                  <a:lnTo>
                    <a:pt x="846028" y="594263"/>
                  </a:lnTo>
                  <a:lnTo>
                    <a:pt x="805037" y="617715"/>
                  </a:lnTo>
                  <a:lnTo>
                    <a:pt x="784738" y="619887"/>
                  </a:lnTo>
                  <a:lnTo>
                    <a:pt x="997422" y="619887"/>
                  </a:lnTo>
                  <a:lnTo>
                    <a:pt x="1020577" y="565847"/>
                  </a:lnTo>
                  <a:lnTo>
                    <a:pt x="1029721" y="516713"/>
                  </a:lnTo>
                  <a:lnTo>
                    <a:pt x="1030864" y="490846"/>
                  </a:lnTo>
                  <a:lnTo>
                    <a:pt x="1030004" y="466583"/>
                  </a:lnTo>
                  <a:lnTo>
                    <a:pt x="1027419" y="443438"/>
                  </a:lnTo>
                  <a:lnTo>
                    <a:pt x="1023097" y="421411"/>
                  </a:lnTo>
                  <a:lnTo>
                    <a:pt x="1017026" y="400501"/>
                  </a:lnTo>
                  <a:lnTo>
                    <a:pt x="1011404" y="386108"/>
                  </a:lnTo>
                  <a:close/>
                </a:path>
                <a:path w="1031240" h="740410">
                  <a:moveTo>
                    <a:pt x="836828" y="269961"/>
                  </a:moveTo>
                  <a:lnTo>
                    <a:pt x="790462" y="274337"/>
                  </a:lnTo>
                  <a:lnTo>
                    <a:pt x="750093" y="287462"/>
                  </a:lnTo>
                  <a:lnTo>
                    <a:pt x="715754" y="309337"/>
                  </a:lnTo>
                  <a:lnTo>
                    <a:pt x="687476" y="339958"/>
                  </a:lnTo>
                  <a:lnTo>
                    <a:pt x="985001" y="339958"/>
                  </a:lnTo>
                  <a:lnTo>
                    <a:pt x="949859" y="305026"/>
                  </a:lnTo>
                  <a:lnTo>
                    <a:pt x="916686" y="285856"/>
                  </a:lnTo>
                  <a:lnTo>
                    <a:pt x="878894" y="273935"/>
                  </a:lnTo>
                  <a:lnTo>
                    <a:pt x="836828" y="269961"/>
                  </a:lnTo>
                  <a:close/>
                </a:path>
                <a:path w="1031240" h="740410">
                  <a:moveTo>
                    <a:pt x="980206" y="123550"/>
                  </a:moveTo>
                  <a:lnTo>
                    <a:pt x="862096" y="123550"/>
                  </a:lnTo>
                  <a:lnTo>
                    <a:pt x="893478" y="125472"/>
                  </a:lnTo>
                  <a:lnTo>
                    <a:pt x="923620" y="131240"/>
                  </a:lnTo>
                  <a:lnTo>
                    <a:pt x="952527" y="140854"/>
                  </a:lnTo>
                  <a:lnTo>
                    <a:pt x="980206" y="154317"/>
                  </a:lnTo>
                  <a:lnTo>
                    <a:pt x="980206" y="123550"/>
                  </a:lnTo>
                  <a:close/>
                </a:path>
                <a:path w="1031240" h="740410">
                  <a:moveTo>
                    <a:pt x="307726" y="176652"/>
                  </a:moveTo>
                  <a:lnTo>
                    <a:pt x="151394" y="176652"/>
                  </a:lnTo>
                  <a:lnTo>
                    <a:pt x="151394" y="727591"/>
                  </a:lnTo>
                  <a:lnTo>
                    <a:pt x="307726" y="727591"/>
                  </a:lnTo>
                  <a:lnTo>
                    <a:pt x="307726" y="176652"/>
                  </a:lnTo>
                  <a:close/>
                </a:path>
                <a:path w="1031240" h="740410">
                  <a:moveTo>
                    <a:pt x="307726" y="0"/>
                  </a:moveTo>
                  <a:lnTo>
                    <a:pt x="212872" y="0"/>
                  </a:lnTo>
                  <a:lnTo>
                    <a:pt x="190397" y="16240"/>
                  </a:lnTo>
                  <a:lnTo>
                    <a:pt x="166596" y="31815"/>
                  </a:lnTo>
                  <a:lnTo>
                    <a:pt x="115062" y="60960"/>
                  </a:lnTo>
                  <a:lnTo>
                    <a:pt x="59256" y="86296"/>
                  </a:lnTo>
                  <a:lnTo>
                    <a:pt x="0" y="106667"/>
                  </a:lnTo>
                  <a:lnTo>
                    <a:pt x="0" y="238694"/>
                  </a:lnTo>
                  <a:lnTo>
                    <a:pt x="42184" y="230505"/>
                  </a:lnTo>
                  <a:lnTo>
                    <a:pt x="83332" y="216609"/>
                  </a:lnTo>
                  <a:lnTo>
                    <a:pt x="120792" y="198251"/>
                  </a:lnTo>
                  <a:lnTo>
                    <a:pt x="151394" y="176652"/>
                  </a:lnTo>
                  <a:lnTo>
                    <a:pt x="307726" y="176652"/>
                  </a:lnTo>
                  <a:lnTo>
                    <a:pt x="307726" y="0"/>
                  </a:lnTo>
                  <a:close/>
                </a:path>
              </a:pathLst>
            </a:custGeom>
            <a:solidFill>
              <a:srgbClr val="FFFF00"/>
            </a:solidFill>
          </p:spPr>
          <p:txBody>
            <a:bodyPr wrap="square" lIns="0" tIns="0" rIns="0" bIns="0" rtlCol="0"/>
            <a:lstStyle/>
            <a:p>
              <a:endParaRPr/>
            </a:p>
          </p:txBody>
        </p:sp>
        <p:sp>
          <p:nvSpPr>
            <p:cNvPr id="142" name="object 142"/>
            <p:cNvSpPr/>
            <p:nvPr/>
          </p:nvSpPr>
          <p:spPr>
            <a:xfrm>
              <a:off x="8051291" y="5886224"/>
              <a:ext cx="200284" cy="245970"/>
            </a:xfrm>
            <a:prstGeom prst="rect">
              <a:avLst/>
            </a:prstGeom>
            <a:blipFill>
              <a:blip r:embed="rId59" cstate="print"/>
              <a:stretch>
                <a:fillRect/>
              </a:stretch>
            </a:blipFill>
          </p:spPr>
          <p:txBody>
            <a:bodyPr wrap="square" lIns="0" tIns="0" rIns="0" bIns="0" rtlCol="0"/>
            <a:lstStyle/>
            <a:p>
              <a:endParaRPr/>
            </a:p>
          </p:txBody>
        </p:sp>
        <p:sp>
          <p:nvSpPr>
            <p:cNvPr id="143" name="object 143"/>
            <p:cNvSpPr/>
            <p:nvPr/>
          </p:nvSpPr>
          <p:spPr>
            <a:xfrm>
              <a:off x="7368021" y="5506211"/>
              <a:ext cx="1031240" cy="740410"/>
            </a:xfrm>
            <a:custGeom>
              <a:avLst/>
              <a:gdLst/>
              <a:ahLst/>
              <a:cxnLst/>
              <a:rect l="l" t="t" r="r" b="b"/>
              <a:pathLst>
                <a:path w="1031240" h="740410">
                  <a:moveTo>
                    <a:pt x="852190" y="3941"/>
                  </a:moveTo>
                  <a:lnTo>
                    <a:pt x="891120" y="5153"/>
                  </a:lnTo>
                  <a:lnTo>
                    <a:pt x="925433" y="8782"/>
                  </a:lnTo>
                  <a:lnTo>
                    <a:pt x="955128" y="14815"/>
                  </a:lnTo>
                  <a:lnTo>
                    <a:pt x="980206" y="23240"/>
                  </a:lnTo>
                  <a:lnTo>
                    <a:pt x="980206" y="154317"/>
                  </a:lnTo>
                  <a:lnTo>
                    <a:pt x="952527" y="140854"/>
                  </a:lnTo>
                  <a:lnTo>
                    <a:pt x="923620" y="131240"/>
                  </a:lnTo>
                  <a:lnTo>
                    <a:pt x="893478" y="125472"/>
                  </a:lnTo>
                  <a:lnTo>
                    <a:pt x="862096" y="123550"/>
                  </a:lnTo>
                  <a:lnTo>
                    <a:pt x="842734" y="124511"/>
                  </a:lnTo>
                  <a:lnTo>
                    <a:pt x="790193" y="138933"/>
                  </a:lnTo>
                  <a:lnTo>
                    <a:pt x="746937" y="169278"/>
                  </a:lnTo>
                  <a:lnTo>
                    <a:pt x="714268" y="213819"/>
                  </a:lnTo>
                  <a:lnTo>
                    <a:pt x="698632" y="250853"/>
                  </a:lnTo>
                  <a:lnTo>
                    <a:pt x="688478" y="293110"/>
                  </a:lnTo>
                  <a:lnTo>
                    <a:pt x="684428" y="339958"/>
                  </a:lnTo>
                  <a:lnTo>
                    <a:pt x="687476" y="339958"/>
                  </a:lnTo>
                  <a:lnTo>
                    <a:pt x="715754" y="309337"/>
                  </a:lnTo>
                  <a:lnTo>
                    <a:pt x="750093" y="287462"/>
                  </a:lnTo>
                  <a:lnTo>
                    <a:pt x="790462" y="274337"/>
                  </a:lnTo>
                  <a:lnTo>
                    <a:pt x="836828" y="269961"/>
                  </a:lnTo>
                  <a:lnTo>
                    <a:pt x="878894" y="273935"/>
                  </a:lnTo>
                  <a:lnTo>
                    <a:pt x="916685" y="285856"/>
                  </a:lnTo>
                  <a:lnTo>
                    <a:pt x="949859" y="305026"/>
                  </a:lnTo>
                  <a:lnTo>
                    <a:pt x="989748" y="346015"/>
                  </a:lnTo>
                  <a:lnTo>
                    <a:pt x="1009362" y="380880"/>
                  </a:lnTo>
                  <a:lnTo>
                    <a:pt x="1023097" y="421411"/>
                  </a:lnTo>
                  <a:lnTo>
                    <a:pt x="1030004" y="466583"/>
                  </a:lnTo>
                  <a:lnTo>
                    <a:pt x="1030864" y="490846"/>
                  </a:lnTo>
                  <a:lnTo>
                    <a:pt x="1029721" y="516713"/>
                  </a:lnTo>
                  <a:lnTo>
                    <a:pt x="1020577" y="565847"/>
                  </a:lnTo>
                  <a:lnTo>
                    <a:pt x="1002458" y="611183"/>
                  </a:lnTo>
                  <a:lnTo>
                    <a:pt x="976884" y="650768"/>
                  </a:lnTo>
                  <a:lnTo>
                    <a:pt x="944228" y="684126"/>
                  </a:lnTo>
                  <a:lnTo>
                    <a:pt x="905233" y="710433"/>
                  </a:lnTo>
                  <a:lnTo>
                    <a:pt x="860326" y="729249"/>
                  </a:lnTo>
                  <a:lnTo>
                    <a:pt x="810981" y="738812"/>
                  </a:lnTo>
                  <a:lnTo>
                    <a:pt x="784738" y="740008"/>
                  </a:lnTo>
                  <a:lnTo>
                    <a:pt x="755460" y="738611"/>
                  </a:lnTo>
                  <a:lnTo>
                    <a:pt x="701739" y="727436"/>
                  </a:lnTo>
                  <a:lnTo>
                    <a:pt x="654495" y="705241"/>
                  </a:lnTo>
                  <a:lnTo>
                    <a:pt x="614356" y="672857"/>
                  </a:lnTo>
                  <a:lnTo>
                    <a:pt x="581626" y="630479"/>
                  </a:lnTo>
                  <a:lnTo>
                    <a:pt x="556614" y="578486"/>
                  </a:lnTo>
                  <a:lnTo>
                    <a:pt x="539349" y="517107"/>
                  </a:lnTo>
                  <a:lnTo>
                    <a:pt x="530667" y="447374"/>
                  </a:lnTo>
                  <a:lnTo>
                    <a:pt x="529589" y="409431"/>
                  </a:lnTo>
                  <a:lnTo>
                    <a:pt x="530997" y="364593"/>
                  </a:lnTo>
                  <a:lnTo>
                    <a:pt x="535228" y="321893"/>
                  </a:lnTo>
                  <a:lnTo>
                    <a:pt x="542294" y="281332"/>
                  </a:lnTo>
                  <a:lnTo>
                    <a:pt x="552206" y="242910"/>
                  </a:lnTo>
                  <a:lnTo>
                    <a:pt x="579611" y="173612"/>
                  </a:lnTo>
                  <a:lnTo>
                    <a:pt x="616732" y="115110"/>
                  </a:lnTo>
                  <a:lnTo>
                    <a:pt x="663031" y="68048"/>
                  </a:lnTo>
                  <a:lnTo>
                    <a:pt x="718200" y="33015"/>
                  </a:lnTo>
                  <a:lnTo>
                    <a:pt x="781480" y="11191"/>
                  </a:lnTo>
                  <a:lnTo>
                    <a:pt x="815896" y="5751"/>
                  </a:lnTo>
                  <a:lnTo>
                    <a:pt x="852190" y="3941"/>
                  </a:lnTo>
                  <a:close/>
                </a:path>
                <a:path w="1031240" h="740410">
                  <a:moveTo>
                    <a:pt x="212872" y="0"/>
                  </a:moveTo>
                  <a:lnTo>
                    <a:pt x="307726" y="0"/>
                  </a:lnTo>
                  <a:lnTo>
                    <a:pt x="307726" y="727591"/>
                  </a:lnTo>
                  <a:lnTo>
                    <a:pt x="151394" y="727591"/>
                  </a:lnTo>
                  <a:lnTo>
                    <a:pt x="151394" y="176652"/>
                  </a:lnTo>
                  <a:lnTo>
                    <a:pt x="144632" y="182282"/>
                  </a:lnTo>
                  <a:lnTo>
                    <a:pt x="111870" y="203209"/>
                  </a:lnTo>
                  <a:lnTo>
                    <a:pt x="73319" y="220551"/>
                  </a:lnTo>
                  <a:lnTo>
                    <a:pt x="31538" y="233159"/>
                  </a:lnTo>
                  <a:lnTo>
                    <a:pt x="0" y="238694"/>
                  </a:lnTo>
                  <a:lnTo>
                    <a:pt x="0" y="106667"/>
                  </a:lnTo>
                  <a:lnTo>
                    <a:pt x="30061" y="97105"/>
                  </a:lnTo>
                  <a:lnTo>
                    <a:pt x="59256" y="86296"/>
                  </a:lnTo>
                  <a:lnTo>
                    <a:pt x="115061" y="60959"/>
                  </a:lnTo>
                  <a:lnTo>
                    <a:pt x="166596" y="31815"/>
                  </a:lnTo>
                  <a:lnTo>
                    <a:pt x="190397" y="16240"/>
                  </a:lnTo>
                  <a:lnTo>
                    <a:pt x="212872" y="0"/>
                  </a:lnTo>
                  <a:close/>
                </a:path>
              </a:pathLst>
            </a:custGeom>
            <a:ln w="12191">
              <a:solidFill>
                <a:srgbClr val="000000"/>
              </a:solidFill>
            </a:ln>
          </p:spPr>
          <p:txBody>
            <a:bodyPr wrap="square" lIns="0" tIns="0" rIns="0" bIns="0" rtlCol="0"/>
            <a:lstStyle/>
            <a:p>
              <a:endParaRPr/>
            </a:p>
          </p:txBody>
        </p:sp>
        <p:sp>
          <p:nvSpPr>
            <p:cNvPr id="144" name="object 144"/>
            <p:cNvSpPr/>
            <p:nvPr/>
          </p:nvSpPr>
          <p:spPr>
            <a:xfrm>
              <a:off x="6748272" y="5234939"/>
              <a:ext cx="2218944" cy="1345692"/>
            </a:xfrm>
            <a:prstGeom prst="rect">
              <a:avLst/>
            </a:prstGeom>
            <a:blipFill>
              <a:blip r:embed="rId60" cstate="print"/>
              <a:stretch>
                <a:fillRect/>
              </a:stretch>
            </a:blipFill>
          </p:spPr>
          <p:txBody>
            <a:bodyPr wrap="square" lIns="0" tIns="0" rIns="0" bIns="0" rtlCol="0"/>
            <a:lstStyle/>
            <a:p>
              <a:endParaRPr/>
            </a:p>
          </p:txBody>
        </p:sp>
        <p:sp>
          <p:nvSpPr>
            <p:cNvPr id="145" name="object 145"/>
            <p:cNvSpPr/>
            <p:nvPr/>
          </p:nvSpPr>
          <p:spPr>
            <a:xfrm>
              <a:off x="6594348" y="4916422"/>
              <a:ext cx="2549651" cy="1941576"/>
            </a:xfrm>
            <a:prstGeom prst="rect">
              <a:avLst/>
            </a:prstGeom>
            <a:blipFill>
              <a:blip r:embed="rId61" cstate="print"/>
              <a:stretch>
                <a:fillRect/>
              </a:stretch>
            </a:blipFill>
          </p:spPr>
          <p:txBody>
            <a:bodyPr wrap="square" lIns="0" tIns="0" rIns="0" bIns="0" rtlCol="0"/>
            <a:lstStyle/>
            <a:p>
              <a:endParaRPr/>
            </a:p>
          </p:txBody>
        </p:sp>
        <p:sp>
          <p:nvSpPr>
            <p:cNvPr id="146" name="object 146"/>
            <p:cNvSpPr/>
            <p:nvPr/>
          </p:nvSpPr>
          <p:spPr>
            <a:xfrm>
              <a:off x="6829440" y="5295388"/>
              <a:ext cx="2057400" cy="1184275"/>
            </a:xfrm>
            <a:custGeom>
              <a:avLst/>
              <a:gdLst/>
              <a:ahLst/>
              <a:cxnLst/>
              <a:rect l="l" t="t" r="r" b="b"/>
              <a:pathLst>
                <a:path w="2057400" h="1184275">
                  <a:moveTo>
                    <a:pt x="1824837" y="0"/>
                  </a:moveTo>
                  <a:lnTo>
                    <a:pt x="232531" y="0"/>
                  </a:lnTo>
                  <a:lnTo>
                    <a:pt x="185671" y="4720"/>
                  </a:lnTo>
                  <a:lnTo>
                    <a:pt x="142024" y="18258"/>
                  </a:lnTo>
                  <a:lnTo>
                    <a:pt x="102526" y="39681"/>
                  </a:lnTo>
                  <a:lnTo>
                    <a:pt x="68111" y="68056"/>
                  </a:lnTo>
                  <a:lnTo>
                    <a:pt x="39715" y="102449"/>
                  </a:lnTo>
                  <a:lnTo>
                    <a:pt x="18275" y="141928"/>
                  </a:lnTo>
                  <a:lnTo>
                    <a:pt x="4724" y="185559"/>
                  </a:lnTo>
                  <a:lnTo>
                    <a:pt x="0" y="232409"/>
                  </a:lnTo>
                  <a:lnTo>
                    <a:pt x="0" y="951463"/>
                  </a:lnTo>
                  <a:lnTo>
                    <a:pt x="4724" y="998321"/>
                  </a:lnTo>
                  <a:lnTo>
                    <a:pt x="18275" y="1041965"/>
                  </a:lnTo>
                  <a:lnTo>
                    <a:pt x="39715" y="1081459"/>
                  </a:lnTo>
                  <a:lnTo>
                    <a:pt x="68111" y="1115869"/>
                  </a:lnTo>
                  <a:lnTo>
                    <a:pt x="102526" y="1144260"/>
                  </a:lnTo>
                  <a:lnTo>
                    <a:pt x="142024" y="1165696"/>
                  </a:lnTo>
                  <a:lnTo>
                    <a:pt x="185671" y="1179244"/>
                  </a:lnTo>
                  <a:lnTo>
                    <a:pt x="232531" y="1183968"/>
                  </a:lnTo>
                  <a:lnTo>
                    <a:pt x="1824837" y="1183968"/>
                  </a:lnTo>
                  <a:lnTo>
                    <a:pt x="1871698" y="1179244"/>
                  </a:lnTo>
                  <a:lnTo>
                    <a:pt x="1915349" y="1165696"/>
                  </a:lnTo>
                  <a:lnTo>
                    <a:pt x="1954852" y="1144260"/>
                  </a:lnTo>
                  <a:lnTo>
                    <a:pt x="1989273" y="1115869"/>
                  </a:lnTo>
                  <a:lnTo>
                    <a:pt x="2017674" y="1081459"/>
                  </a:lnTo>
                  <a:lnTo>
                    <a:pt x="2039120" y="1041965"/>
                  </a:lnTo>
                  <a:lnTo>
                    <a:pt x="2052673" y="998321"/>
                  </a:lnTo>
                  <a:lnTo>
                    <a:pt x="2057399" y="951463"/>
                  </a:lnTo>
                  <a:lnTo>
                    <a:pt x="2057399" y="232409"/>
                  </a:lnTo>
                  <a:lnTo>
                    <a:pt x="2052673" y="185559"/>
                  </a:lnTo>
                  <a:lnTo>
                    <a:pt x="2039120" y="141928"/>
                  </a:lnTo>
                  <a:lnTo>
                    <a:pt x="2017674" y="102449"/>
                  </a:lnTo>
                  <a:lnTo>
                    <a:pt x="1989273" y="68056"/>
                  </a:lnTo>
                  <a:lnTo>
                    <a:pt x="1954852" y="39681"/>
                  </a:lnTo>
                  <a:lnTo>
                    <a:pt x="1915349" y="18258"/>
                  </a:lnTo>
                  <a:lnTo>
                    <a:pt x="1871698" y="4720"/>
                  </a:lnTo>
                  <a:lnTo>
                    <a:pt x="1824837" y="0"/>
                  </a:lnTo>
                  <a:close/>
                </a:path>
              </a:pathLst>
            </a:custGeom>
            <a:solidFill>
              <a:srgbClr val="252525"/>
            </a:solidFill>
          </p:spPr>
          <p:txBody>
            <a:bodyPr wrap="square" lIns="0" tIns="0" rIns="0" bIns="0" rtlCol="0"/>
            <a:lstStyle/>
            <a:p>
              <a:endParaRPr/>
            </a:p>
          </p:txBody>
        </p:sp>
        <p:sp>
          <p:nvSpPr>
            <p:cNvPr id="147" name="object 147"/>
            <p:cNvSpPr/>
            <p:nvPr/>
          </p:nvSpPr>
          <p:spPr>
            <a:xfrm>
              <a:off x="6829440" y="5295388"/>
              <a:ext cx="2057400" cy="1184275"/>
            </a:xfrm>
            <a:custGeom>
              <a:avLst/>
              <a:gdLst/>
              <a:ahLst/>
              <a:cxnLst/>
              <a:rect l="l" t="t" r="r" b="b"/>
              <a:pathLst>
                <a:path w="2057400" h="1184275">
                  <a:moveTo>
                    <a:pt x="0" y="232409"/>
                  </a:moveTo>
                  <a:lnTo>
                    <a:pt x="4724" y="185559"/>
                  </a:lnTo>
                  <a:lnTo>
                    <a:pt x="18275" y="141928"/>
                  </a:lnTo>
                  <a:lnTo>
                    <a:pt x="39715" y="102449"/>
                  </a:lnTo>
                  <a:lnTo>
                    <a:pt x="68111" y="68056"/>
                  </a:lnTo>
                  <a:lnTo>
                    <a:pt x="102526" y="39681"/>
                  </a:lnTo>
                  <a:lnTo>
                    <a:pt x="142024" y="18258"/>
                  </a:lnTo>
                  <a:lnTo>
                    <a:pt x="185671" y="4720"/>
                  </a:lnTo>
                  <a:lnTo>
                    <a:pt x="232531" y="0"/>
                  </a:lnTo>
                  <a:lnTo>
                    <a:pt x="1824837" y="0"/>
                  </a:lnTo>
                  <a:lnTo>
                    <a:pt x="1871698" y="4720"/>
                  </a:lnTo>
                  <a:lnTo>
                    <a:pt x="1915349" y="18258"/>
                  </a:lnTo>
                  <a:lnTo>
                    <a:pt x="1954852" y="39681"/>
                  </a:lnTo>
                  <a:lnTo>
                    <a:pt x="1989273" y="68056"/>
                  </a:lnTo>
                  <a:lnTo>
                    <a:pt x="2017674" y="102449"/>
                  </a:lnTo>
                  <a:lnTo>
                    <a:pt x="2039120" y="141928"/>
                  </a:lnTo>
                  <a:lnTo>
                    <a:pt x="2052673" y="185559"/>
                  </a:lnTo>
                  <a:lnTo>
                    <a:pt x="2057399" y="232409"/>
                  </a:lnTo>
                  <a:lnTo>
                    <a:pt x="2057399" y="951463"/>
                  </a:lnTo>
                  <a:lnTo>
                    <a:pt x="2052673" y="998321"/>
                  </a:lnTo>
                  <a:lnTo>
                    <a:pt x="2039120" y="1041965"/>
                  </a:lnTo>
                  <a:lnTo>
                    <a:pt x="2017674" y="1081459"/>
                  </a:lnTo>
                  <a:lnTo>
                    <a:pt x="1989273" y="1115869"/>
                  </a:lnTo>
                  <a:lnTo>
                    <a:pt x="1954852" y="1144260"/>
                  </a:lnTo>
                  <a:lnTo>
                    <a:pt x="1915349" y="1165696"/>
                  </a:lnTo>
                  <a:lnTo>
                    <a:pt x="1871698" y="1179244"/>
                  </a:lnTo>
                  <a:lnTo>
                    <a:pt x="1824837" y="1183968"/>
                  </a:lnTo>
                  <a:lnTo>
                    <a:pt x="232531" y="1183968"/>
                  </a:lnTo>
                  <a:lnTo>
                    <a:pt x="185671" y="1179244"/>
                  </a:lnTo>
                  <a:lnTo>
                    <a:pt x="142024" y="1165696"/>
                  </a:lnTo>
                  <a:lnTo>
                    <a:pt x="102526" y="1144260"/>
                  </a:lnTo>
                  <a:lnTo>
                    <a:pt x="68111" y="1115869"/>
                  </a:lnTo>
                  <a:lnTo>
                    <a:pt x="39715" y="1081459"/>
                  </a:lnTo>
                  <a:lnTo>
                    <a:pt x="18275" y="1041965"/>
                  </a:lnTo>
                  <a:lnTo>
                    <a:pt x="4724"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48" name="object 148"/>
            <p:cNvSpPr/>
            <p:nvPr/>
          </p:nvSpPr>
          <p:spPr>
            <a:xfrm>
              <a:off x="6635496" y="4937759"/>
              <a:ext cx="2481072" cy="1920239"/>
            </a:xfrm>
            <a:prstGeom prst="rect">
              <a:avLst/>
            </a:prstGeom>
            <a:blipFill>
              <a:blip r:embed="rId62" cstate="print"/>
              <a:stretch>
                <a:fillRect/>
              </a:stretch>
            </a:blipFill>
          </p:spPr>
          <p:txBody>
            <a:bodyPr wrap="square" lIns="0" tIns="0" rIns="0" bIns="0" rtlCol="0"/>
            <a:lstStyle/>
            <a:p>
              <a:endParaRPr/>
            </a:p>
          </p:txBody>
        </p:sp>
        <p:sp>
          <p:nvSpPr>
            <p:cNvPr id="149" name="object 149"/>
            <p:cNvSpPr/>
            <p:nvPr/>
          </p:nvSpPr>
          <p:spPr>
            <a:xfrm>
              <a:off x="7377562" y="5531607"/>
              <a:ext cx="1022985" cy="727710"/>
            </a:xfrm>
            <a:custGeom>
              <a:avLst/>
              <a:gdLst/>
              <a:ahLst/>
              <a:cxnLst/>
              <a:rect l="l" t="t" r="r" b="b"/>
              <a:pathLst>
                <a:path w="1022984" h="727710">
                  <a:moveTo>
                    <a:pt x="1022969" y="15883"/>
                  </a:moveTo>
                  <a:lnTo>
                    <a:pt x="527547" y="15883"/>
                  </a:lnTo>
                  <a:lnTo>
                    <a:pt x="527547" y="143899"/>
                  </a:lnTo>
                  <a:lnTo>
                    <a:pt x="858133" y="143899"/>
                  </a:lnTo>
                  <a:lnTo>
                    <a:pt x="838029" y="176845"/>
                  </a:lnTo>
                  <a:lnTo>
                    <a:pt x="818479" y="210159"/>
                  </a:lnTo>
                  <a:lnTo>
                    <a:pt x="799455" y="243845"/>
                  </a:lnTo>
                  <a:lnTo>
                    <a:pt x="780928" y="277904"/>
                  </a:lnTo>
                  <a:lnTo>
                    <a:pt x="763118" y="312388"/>
                  </a:lnTo>
                  <a:lnTo>
                    <a:pt x="746097" y="347335"/>
                  </a:lnTo>
                  <a:lnTo>
                    <a:pt x="729887" y="382746"/>
                  </a:lnTo>
                  <a:lnTo>
                    <a:pt x="714512" y="418624"/>
                  </a:lnTo>
                  <a:lnTo>
                    <a:pt x="699904" y="455030"/>
                  </a:lnTo>
                  <a:lnTo>
                    <a:pt x="686207" y="492024"/>
                  </a:lnTo>
                  <a:lnTo>
                    <a:pt x="673419" y="529605"/>
                  </a:lnTo>
                  <a:lnTo>
                    <a:pt x="661537" y="567772"/>
                  </a:lnTo>
                  <a:lnTo>
                    <a:pt x="650728" y="606614"/>
                  </a:lnTo>
                  <a:lnTo>
                    <a:pt x="640994" y="646200"/>
                  </a:lnTo>
                  <a:lnTo>
                    <a:pt x="632357" y="686531"/>
                  </a:lnTo>
                  <a:lnTo>
                    <a:pt x="624840" y="727603"/>
                  </a:lnTo>
                  <a:lnTo>
                    <a:pt x="788670" y="727603"/>
                  </a:lnTo>
                  <a:lnTo>
                    <a:pt x="795598" y="684649"/>
                  </a:lnTo>
                  <a:lnTo>
                    <a:pt x="803449" y="643158"/>
                  </a:lnTo>
                  <a:lnTo>
                    <a:pt x="812231" y="603125"/>
                  </a:lnTo>
                  <a:lnTo>
                    <a:pt x="821954" y="564547"/>
                  </a:lnTo>
                  <a:lnTo>
                    <a:pt x="832657" y="526857"/>
                  </a:lnTo>
                  <a:lnTo>
                    <a:pt x="844417" y="489476"/>
                  </a:lnTo>
                  <a:lnTo>
                    <a:pt x="857230" y="452405"/>
                  </a:lnTo>
                  <a:lnTo>
                    <a:pt x="871087" y="415646"/>
                  </a:lnTo>
                  <a:lnTo>
                    <a:pt x="886017" y="378916"/>
                  </a:lnTo>
                  <a:lnTo>
                    <a:pt x="902055" y="341936"/>
                  </a:lnTo>
                  <a:lnTo>
                    <a:pt x="919213" y="304708"/>
                  </a:lnTo>
                  <a:lnTo>
                    <a:pt x="937503" y="267236"/>
                  </a:lnTo>
                  <a:lnTo>
                    <a:pt x="956987" y="228973"/>
                  </a:lnTo>
                  <a:lnTo>
                    <a:pt x="977722" y="189377"/>
                  </a:lnTo>
                  <a:lnTo>
                    <a:pt x="999714" y="148446"/>
                  </a:lnTo>
                  <a:lnTo>
                    <a:pt x="1022969" y="106180"/>
                  </a:lnTo>
                  <a:lnTo>
                    <a:pt x="1022969" y="15883"/>
                  </a:lnTo>
                  <a:close/>
                </a:path>
                <a:path w="1022984" h="727710">
                  <a:moveTo>
                    <a:pt x="307726" y="176665"/>
                  </a:moveTo>
                  <a:lnTo>
                    <a:pt x="151394" y="176665"/>
                  </a:lnTo>
                  <a:lnTo>
                    <a:pt x="151394" y="727603"/>
                  </a:lnTo>
                  <a:lnTo>
                    <a:pt x="307726" y="727603"/>
                  </a:lnTo>
                  <a:lnTo>
                    <a:pt x="307726" y="176665"/>
                  </a:lnTo>
                  <a:close/>
                </a:path>
                <a:path w="1022984" h="727710">
                  <a:moveTo>
                    <a:pt x="307726" y="0"/>
                  </a:moveTo>
                  <a:lnTo>
                    <a:pt x="212841" y="0"/>
                  </a:lnTo>
                  <a:lnTo>
                    <a:pt x="190367" y="16241"/>
                  </a:lnTo>
                  <a:lnTo>
                    <a:pt x="166569" y="31822"/>
                  </a:lnTo>
                  <a:lnTo>
                    <a:pt x="115062" y="61020"/>
                  </a:lnTo>
                  <a:lnTo>
                    <a:pt x="59245" y="86326"/>
                  </a:lnTo>
                  <a:lnTo>
                    <a:pt x="0" y="106667"/>
                  </a:lnTo>
                  <a:lnTo>
                    <a:pt x="0" y="238698"/>
                  </a:lnTo>
                  <a:lnTo>
                    <a:pt x="42153" y="230505"/>
                  </a:lnTo>
                  <a:lnTo>
                    <a:pt x="83301" y="216609"/>
                  </a:lnTo>
                  <a:lnTo>
                    <a:pt x="120761" y="198251"/>
                  </a:lnTo>
                  <a:lnTo>
                    <a:pt x="151394" y="176665"/>
                  </a:lnTo>
                  <a:lnTo>
                    <a:pt x="307726" y="176665"/>
                  </a:lnTo>
                  <a:lnTo>
                    <a:pt x="307726" y="0"/>
                  </a:lnTo>
                  <a:close/>
                </a:path>
              </a:pathLst>
            </a:custGeom>
            <a:solidFill>
              <a:srgbClr val="FFFF00"/>
            </a:solidFill>
          </p:spPr>
          <p:txBody>
            <a:bodyPr wrap="square" lIns="0" tIns="0" rIns="0" bIns="0" rtlCol="0"/>
            <a:lstStyle/>
            <a:p>
              <a:endParaRPr/>
            </a:p>
          </p:txBody>
        </p:sp>
        <p:sp>
          <p:nvSpPr>
            <p:cNvPr id="150" name="object 150"/>
            <p:cNvSpPr/>
            <p:nvPr/>
          </p:nvSpPr>
          <p:spPr>
            <a:xfrm>
              <a:off x="7377561" y="5531607"/>
              <a:ext cx="1022985" cy="727710"/>
            </a:xfrm>
            <a:custGeom>
              <a:avLst/>
              <a:gdLst/>
              <a:ahLst/>
              <a:cxnLst/>
              <a:rect l="l" t="t" r="r" b="b"/>
              <a:pathLst>
                <a:path w="1022984" h="727710">
                  <a:moveTo>
                    <a:pt x="527547" y="15883"/>
                  </a:moveTo>
                  <a:lnTo>
                    <a:pt x="1022969" y="15883"/>
                  </a:lnTo>
                  <a:lnTo>
                    <a:pt x="1022969" y="106180"/>
                  </a:lnTo>
                  <a:lnTo>
                    <a:pt x="999714" y="148446"/>
                  </a:lnTo>
                  <a:lnTo>
                    <a:pt x="977722" y="189377"/>
                  </a:lnTo>
                  <a:lnTo>
                    <a:pt x="956987" y="228973"/>
                  </a:lnTo>
                  <a:lnTo>
                    <a:pt x="937503" y="267236"/>
                  </a:lnTo>
                  <a:lnTo>
                    <a:pt x="919213" y="304708"/>
                  </a:lnTo>
                  <a:lnTo>
                    <a:pt x="902055" y="341936"/>
                  </a:lnTo>
                  <a:lnTo>
                    <a:pt x="886017" y="378916"/>
                  </a:lnTo>
                  <a:lnTo>
                    <a:pt x="871087" y="415646"/>
                  </a:lnTo>
                  <a:lnTo>
                    <a:pt x="857229" y="452405"/>
                  </a:lnTo>
                  <a:lnTo>
                    <a:pt x="844417" y="489476"/>
                  </a:lnTo>
                  <a:lnTo>
                    <a:pt x="832657" y="526857"/>
                  </a:lnTo>
                  <a:lnTo>
                    <a:pt x="821954" y="564547"/>
                  </a:lnTo>
                  <a:lnTo>
                    <a:pt x="812231" y="603125"/>
                  </a:lnTo>
                  <a:lnTo>
                    <a:pt x="803448" y="643158"/>
                  </a:lnTo>
                  <a:lnTo>
                    <a:pt x="795597" y="684649"/>
                  </a:lnTo>
                  <a:lnTo>
                    <a:pt x="788669" y="727603"/>
                  </a:lnTo>
                  <a:lnTo>
                    <a:pt x="624839" y="727603"/>
                  </a:lnTo>
                  <a:lnTo>
                    <a:pt x="632357" y="686530"/>
                  </a:lnTo>
                  <a:lnTo>
                    <a:pt x="640994" y="646200"/>
                  </a:lnTo>
                  <a:lnTo>
                    <a:pt x="650728" y="606614"/>
                  </a:lnTo>
                  <a:lnTo>
                    <a:pt x="661537" y="567772"/>
                  </a:lnTo>
                  <a:lnTo>
                    <a:pt x="673419" y="529605"/>
                  </a:lnTo>
                  <a:lnTo>
                    <a:pt x="686207" y="492024"/>
                  </a:lnTo>
                  <a:lnTo>
                    <a:pt x="699904" y="455030"/>
                  </a:lnTo>
                  <a:lnTo>
                    <a:pt x="714512" y="418624"/>
                  </a:lnTo>
                  <a:lnTo>
                    <a:pt x="729887" y="382746"/>
                  </a:lnTo>
                  <a:lnTo>
                    <a:pt x="746097" y="347335"/>
                  </a:lnTo>
                  <a:lnTo>
                    <a:pt x="763118" y="312388"/>
                  </a:lnTo>
                  <a:lnTo>
                    <a:pt x="780928" y="277904"/>
                  </a:lnTo>
                  <a:lnTo>
                    <a:pt x="799455" y="243845"/>
                  </a:lnTo>
                  <a:lnTo>
                    <a:pt x="818479" y="210159"/>
                  </a:lnTo>
                  <a:lnTo>
                    <a:pt x="838029" y="176845"/>
                  </a:lnTo>
                  <a:lnTo>
                    <a:pt x="858133" y="143899"/>
                  </a:lnTo>
                  <a:lnTo>
                    <a:pt x="527547" y="143899"/>
                  </a:lnTo>
                  <a:lnTo>
                    <a:pt x="527547" y="15883"/>
                  </a:lnTo>
                  <a:close/>
                </a:path>
                <a:path w="1022984" h="727710">
                  <a:moveTo>
                    <a:pt x="212841" y="0"/>
                  </a:moveTo>
                  <a:lnTo>
                    <a:pt x="307726" y="0"/>
                  </a:lnTo>
                  <a:lnTo>
                    <a:pt x="307726" y="727603"/>
                  </a:lnTo>
                  <a:lnTo>
                    <a:pt x="151394" y="727603"/>
                  </a:lnTo>
                  <a:lnTo>
                    <a:pt x="151394" y="176665"/>
                  </a:lnTo>
                  <a:lnTo>
                    <a:pt x="144619" y="182292"/>
                  </a:lnTo>
                  <a:lnTo>
                    <a:pt x="111843" y="203216"/>
                  </a:lnTo>
                  <a:lnTo>
                    <a:pt x="73306" y="220551"/>
                  </a:lnTo>
                  <a:lnTo>
                    <a:pt x="31521" y="233161"/>
                  </a:lnTo>
                  <a:lnTo>
                    <a:pt x="0" y="238698"/>
                  </a:lnTo>
                  <a:lnTo>
                    <a:pt x="0" y="106667"/>
                  </a:lnTo>
                  <a:lnTo>
                    <a:pt x="30048" y="97118"/>
                  </a:lnTo>
                  <a:lnTo>
                    <a:pt x="59245" y="86326"/>
                  </a:lnTo>
                  <a:lnTo>
                    <a:pt x="115061" y="61020"/>
                  </a:lnTo>
                  <a:lnTo>
                    <a:pt x="166569" y="31822"/>
                  </a:lnTo>
                  <a:lnTo>
                    <a:pt x="190367" y="16241"/>
                  </a:lnTo>
                  <a:lnTo>
                    <a:pt x="212841" y="0"/>
                  </a:lnTo>
                  <a:close/>
                </a:path>
              </a:pathLst>
            </a:custGeom>
            <a:ln w="12191">
              <a:solidFill>
                <a:srgbClr val="000000"/>
              </a:solidFill>
            </a:ln>
          </p:spPr>
          <p:txBody>
            <a:bodyPr wrap="square" lIns="0" tIns="0" rIns="0" bIns="0" rtlCol="0"/>
            <a:lstStyle/>
            <a:p>
              <a:endParaRPr/>
            </a:p>
          </p:txBody>
        </p:sp>
        <p:sp>
          <p:nvSpPr>
            <p:cNvPr id="151" name="object 151"/>
            <p:cNvSpPr/>
            <p:nvPr/>
          </p:nvSpPr>
          <p:spPr>
            <a:xfrm>
              <a:off x="6751320" y="5213603"/>
              <a:ext cx="2218944" cy="1345692"/>
            </a:xfrm>
            <a:prstGeom prst="rect">
              <a:avLst/>
            </a:prstGeom>
            <a:blipFill>
              <a:blip r:embed="rId63" cstate="print"/>
              <a:stretch>
                <a:fillRect/>
              </a:stretch>
            </a:blipFill>
          </p:spPr>
          <p:txBody>
            <a:bodyPr wrap="square" lIns="0" tIns="0" rIns="0" bIns="0" rtlCol="0"/>
            <a:lstStyle/>
            <a:p>
              <a:endParaRPr/>
            </a:p>
          </p:txBody>
        </p:sp>
        <p:sp>
          <p:nvSpPr>
            <p:cNvPr id="152" name="object 152"/>
            <p:cNvSpPr/>
            <p:nvPr/>
          </p:nvSpPr>
          <p:spPr>
            <a:xfrm>
              <a:off x="6597396" y="4895086"/>
              <a:ext cx="2546603" cy="1962912"/>
            </a:xfrm>
            <a:prstGeom prst="rect">
              <a:avLst/>
            </a:prstGeom>
            <a:blipFill>
              <a:blip r:embed="rId64" cstate="print"/>
              <a:stretch>
                <a:fillRect/>
              </a:stretch>
            </a:blipFill>
          </p:spPr>
          <p:txBody>
            <a:bodyPr wrap="square" lIns="0" tIns="0" rIns="0" bIns="0" rtlCol="0"/>
            <a:lstStyle/>
            <a:p>
              <a:endParaRPr/>
            </a:p>
          </p:txBody>
        </p:sp>
        <p:sp>
          <p:nvSpPr>
            <p:cNvPr id="153" name="object 153"/>
            <p:cNvSpPr/>
            <p:nvPr/>
          </p:nvSpPr>
          <p:spPr>
            <a:xfrm>
              <a:off x="6832488" y="5274051"/>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7"/>
                  </a:lnTo>
                  <a:lnTo>
                    <a:pt x="18275" y="1042035"/>
                  </a:lnTo>
                  <a:lnTo>
                    <a:pt x="39715" y="1081533"/>
                  </a:lnTo>
                  <a:lnTo>
                    <a:pt x="68111" y="1115947"/>
                  </a:lnTo>
                  <a:lnTo>
                    <a:pt x="102526" y="1144341"/>
                  </a:lnTo>
                  <a:lnTo>
                    <a:pt x="142024" y="1165780"/>
                  </a:lnTo>
                  <a:lnTo>
                    <a:pt x="185671" y="1179329"/>
                  </a:lnTo>
                  <a:lnTo>
                    <a:pt x="232531" y="1184053"/>
                  </a:lnTo>
                  <a:lnTo>
                    <a:pt x="1824989" y="1184053"/>
                  </a:lnTo>
                  <a:lnTo>
                    <a:pt x="1871835" y="1179329"/>
                  </a:lnTo>
                  <a:lnTo>
                    <a:pt x="1915465" y="1165780"/>
                  </a:lnTo>
                  <a:lnTo>
                    <a:pt x="1954943" y="1144341"/>
                  </a:lnTo>
                  <a:lnTo>
                    <a:pt x="1989338" y="1115947"/>
                  </a:lnTo>
                  <a:lnTo>
                    <a:pt x="2017714" y="1081533"/>
                  </a:lnTo>
                  <a:lnTo>
                    <a:pt x="2039139" y="1042035"/>
                  </a:lnTo>
                  <a:lnTo>
                    <a:pt x="2052679" y="998387"/>
                  </a:lnTo>
                  <a:lnTo>
                    <a:pt x="2057399" y="951524"/>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54" name="object 154"/>
            <p:cNvSpPr/>
            <p:nvPr/>
          </p:nvSpPr>
          <p:spPr>
            <a:xfrm>
              <a:off x="6832488" y="5274051"/>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24"/>
                  </a:lnTo>
                  <a:lnTo>
                    <a:pt x="2052679" y="998387"/>
                  </a:lnTo>
                  <a:lnTo>
                    <a:pt x="2039139" y="1042035"/>
                  </a:lnTo>
                  <a:lnTo>
                    <a:pt x="2017714" y="1081533"/>
                  </a:lnTo>
                  <a:lnTo>
                    <a:pt x="1989338" y="1115947"/>
                  </a:lnTo>
                  <a:lnTo>
                    <a:pt x="1954943" y="1144341"/>
                  </a:lnTo>
                  <a:lnTo>
                    <a:pt x="1915465" y="1165780"/>
                  </a:lnTo>
                  <a:lnTo>
                    <a:pt x="1871835" y="1179329"/>
                  </a:lnTo>
                  <a:lnTo>
                    <a:pt x="1824989" y="1184053"/>
                  </a:lnTo>
                  <a:lnTo>
                    <a:pt x="232531" y="1184053"/>
                  </a:lnTo>
                  <a:lnTo>
                    <a:pt x="185671" y="1179329"/>
                  </a:lnTo>
                  <a:lnTo>
                    <a:pt x="142024" y="1165780"/>
                  </a:lnTo>
                  <a:lnTo>
                    <a:pt x="102526" y="1144341"/>
                  </a:lnTo>
                  <a:lnTo>
                    <a:pt x="68111" y="1115947"/>
                  </a:lnTo>
                  <a:lnTo>
                    <a:pt x="39715" y="1081533"/>
                  </a:lnTo>
                  <a:lnTo>
                    <a:pt x="18275" y="1042035"/>
                  </a:lnTo>
                  <a:lnTo>
                    <a:pt x="4724" y="998387"/>
                  </a:lnTo>
                  <a:lnTo>
                    <a:pt x="0" y="951524"/>
                  </a:lnTo>
                  <a:lnTo>
                    <a:pt x="0" y="232541"/>
                  </a:lnTo>
                  <a:close/>
                </a:path>
              </a:pathLst>
            </a:custGeom>
            <a:ln w="76199">
              <a:solidFill>
                <a:srgbClr val="00AF50"/>
              </a:solidFill>
            </a:ln>
          </p:spPr>
          <p:txBody>
            <a:bodyPr wrap="square" lIns="0" tIns="0" rIns="0" bIns="0" rtlCol="0"/>
            <a:lstStyle/>
            <a:p>
              <a:endParaRPr/>
            </a:p>
          </p:txBody>
        </p:sp>
        <p:sp>
          <p:nvSpPr>
            <p:cNvPr id="155" name="object 155"/>
            <p:cNvSpPr/>
            <p:nvPr/>
          </p:nvSpPr>
          <p:spPr>
            <a:xfrm>
              <a:off x="6638544" y="4916422"/>
              <a:ext cx="2481072" cy="1941576"/>
            </a:xfrm>
            <a:prstGeom prst="rect">
              <a:avLst/>
            </a:prstGeom>
            <a:blipFill>
              <a:blip r:embed="rId65" cstate="print"/>
              <a:stretch>
                <a:fillRect/>
              </a:stretch>
            </a:blipFill>
          </p:spPr>
          <p:txBody>
            <a:bodyPr wrap="square" lIns="0" tIns="0" rIns="0" bIns="0" rtlCol="0"/>
            <a:lstStyle/>
            <a:p>
              <a:endParaRPr/>
            </a:p>
          </p:txBody>
        </p:sp>
        <p:sp>
          <p:nvSpPr>
            <p:cNvPr id="156" name="object 156"/>
            <p:cNvSpPr/>
            <p:nvPr/>
          </p:nvSpPr>
          <p:spPr>
            <a:xfrm>
              <a:off x="7380610" y="5510271"/>
              <a:ext cx="1025525" cy="739140"/>
            </a:xfrm>
            <a:custGeom>
              <a:avLst/>
              <a:gdLst/>
              <a:ahLst/>
              <a:cxnLst/>
              <a:rect l="l" t="t" r="r" b="b"/>
              <a:pathLst>
                <a:path w="1025525" h="739139">
                  <a:moveTo>
                    <a:pt x="773795" y="3941"/>
                  </a:moveTo>
                  <a:lnTo>
                    <a:pt x="726117" y="7527"/>
                  </a:lnTo>
                  <a:lnTo>
                    <a:pt x="682233" y="18169"/>
                  </a:lnTo>
                  <a:lnTo>
                    <a:pt x="643208" y="35102"/>
                  </a:lnTo>
                  <a:lnTo>
                    <a:pt x="609965" y="57662"/>
                  </a:lnTo>
                  <a:lnTo>
                    <a:pt x="583002" y="85262"/>
                  </a:lnTo>
                  <a:lnTo>
                    <a:pt x="562599" y="117658"/>
                  </a:lnTo>
                  <a:lnTo>
                    <a:pt x="549748" y="153895"/>
                  </a:lnTo>
                  <a:lnTo>
                    <a:pt x="545470" y="193106"/>
                  </a:lnTo>
                  <a:lnTo>
                    <a:pt x="547329" y="218096"/>
                  </a:lnTo>
                  <a:lnTo>
                    <a:pt x="562237" y="264631"/>
                  </a:lnTo>
                  <a:lnTo>
                    <a:pt x="591694" y="306196"/>
                  </a:lnTo>
                  <a:lnTo>
                    <a:pt x="633607" y="340568"/>
                  </a:lnTo>
                  <a:lnTo>
                    <a:pt x="659130" y="354912"/>
                  </a:lnTo>
                  <a:lnTo>
                    <a:pt x="642078" y="361287"/>
                  </a:lnTo>
                  <a:lnTo>
                    <a:pt x="597926" y="385440"/>
                  </a:lnTo>
                  <a:lnTo>
                    <a:pt x="563704" y="416153"/>
                  </a:lnTo>
                  <a:lnTo>
                    <a:pt x="539206" y="452200"/>
                  </a:lnTo>
                  <a:lnTo>
                    <a:pt x="524557" y="492665"/>
                  </a:lnTo>
                  <a:lnTo>
                    <a:pt x="519684" y="536079"/>
                  </a:lnTo>
                  <a:lnTo>
                    <a:pt x="520871" y="558182"/>
                  </a:lnTo>
                  <a:lnTo>
                    <a:pt x="530343" y="599503"/>
                  </a:lnTo>
                  <a:lnTo>
                    <a:pt x="548940" y="636789"/>
                  </a:lnTo>
                  <a:lnTo>
                    <a:pt x="575083" y="668931"/>
                  </a:lnTo>
                  <a:lnTo>
                    <a:pt x="608498" y="695638"/>
                  </a:lnTo>
                  <a:lnTo>
                    <a:pt x="648454" y="716360"/>
                  </a:lnTo>
                  <a:lnTo>
                    <a:pt x="694574" y="730843"/>
                  </a:lnTo>
                  <a:lnTo>
                    <a:pt x="745294" y="738164"/>
                  </a:lnTo>
                  <a:lnTo>
                    <a:pt x="772271" y="739079"/>
                  </a:lnTo>
                  <a:lnTo>
                    <a:pt x="799762" y="738148"/>
                  </a:lnTo>
                  <a:lnTo>
                    <a:pt x="851005" y="730708"/>
                  </a:lnTo>
                  <a:lnTo>
                    <a:pt x="897213" y="715990"/>
                  </a:lnTo>
                  <a:lnTo>
                    <a:pt x="937218" y="695014"/>
                  </a:lnTo>
                  <a:lnTo>
                    <a:pt x="970541" y="668073"/>
                  </a:lnTo>
                  <a:lnTo>
                    <a:pt x="996486" y="635814"/>
                  </a:lnTo>
                  <a:lnTo>
                    <a:pt x="1001466" y="626912"/>
                  </a:lnTo>
                  <a:lnTo>
                    <a:pt x="772789" y="626912"/>
                  </a:lnTo>
                  <a:lnTo>
                    <a:pt x="761189" y="626463"/>
                  </a:lnTo>
                  <a:lnTo>
                    <a:pt x="720656" y="615722"/>
                  </a:lnTo>
                  <a:lnTo>
                    <a:pt x="690289" y="592041"/>
                  </a:lnTo>
                  <a:lnTo>
                    <a:pt x="672266" y="556372"/>
                  </a:lnTo>
                  <a:lnTo>
                    <a:pt x="668152" y="522671"/>
                  </a:lnTo>
                  <a:lnTo>
                    <a:pt x="668630" y="511475"/>
                  </a:lnTo>
                  <a:lnTo>
                    <a:pt x="680377" y="471134"/>
                  </a:lnTo>
                  <a:lnTo>
                    <a:pt x="705153" y="440315"/>
                  </a:lnTo>
                  <a:lnTo>
                    <a:pt x="741011" y="421781"/>
                  </a:lnTo>
                  <a:lnTo>
                    <a:pt x="772789" y="417457"/>
                  </a:lnTo>
                  <a:lnTo>
                    <a:pt x="983514" y="417457"/>
                  </a:lnTo>
                  <a:lnTo>
                    <a:pt x="979716" y="412818"/>
                  </a:lnTo>
                  <a:lnTo>
                    <a:pt x="945001" y="381963"/>
                  </a:lnTo>
                  <a:lnTo>
                    <a:pt x="900849" y="357812"/>
                  </a:lnTo>
                  <a:lnTo>
                    <a:pt x="884041" y="351437"/>
                  </a:lnTo>
                  <a:lnTo>
                    <a:pt x="910543" y="337121"/>
                  </a:lnTo>
                  <a:lnTo>
                    <a:pt x="934021" y="320975"/>
                  </a:lnTo>
                  <a:lnTo>
                    <a:pt x="954447" y="302999"/>
                  </a:lnTo>
                  <a:lnTo>
                    <a:pt x="958969" y="297835"/>
                  </a:lnTo>
                  <a:lnTo>
                    <a:pt x="774832" y="297835"/>
                  </a:lnTo>
                  <a:lnTo>
                    <a:pt x="766261" y="297401"/>
                  </a:lnTo>
                  <a:lnTo>
                    <a:pt x="727150" y="282569"/>
                  </a:lnTo>
                  <a:lnTo>
                    <a:pt x="700285" y="251027"/>
                  </a:lnTo>
                  <a:lnTo>
                    <a:pt x="689975" y="207501"/>
                  </a:lnTo>
                  <a:lnTo>
                    <a:pt x="690358" y="198210"/>
                  </a:lnTo>
                  <a:lnTo>
                    <a:pt x="703596" y="156502"/>
                  </a:lnTo>
                  <a:lnTo>
                    <a:pt x="732751" y="127782"/>
                  </a:lnTo>
                  <a:lnTo>
                    <a:pt x="774832" y="116668"/>
                  </a:lnTo>
                  <a:lnTo>
                    <a:pt x="986790" y="116668"/>
                  </a:lnTo>
                  <a:lnTo>
                    <a:pt x="977471" y="100119"/>
                  </a:lnTo>
                  <a:lnTo>
                    <a:pt x="939302" y="57412"/>
                  </a:lnTo>
                  <a:lnTo>
                    <a:pt x="905873" y="35026"/>
                  </a:lnTo>
                  <a:lnTo>
                    <a:pt x="866637" y="18169"/>
                  </a:lnTo>
                  <a:lnTo>
                    <a:pt x="822319" y="7527"/>
                  </a:lnTo>
                  <a:lnTo>
                    <a:pt x="798597" y="4841"/>
                  </a:lnTo>
                  <a:lnTo>
                    <a:pt x="773795" y="3941"/>
                  </a:lnTo>
                  <a:close/>
                </a:path>
                <a:path w="1025525" h="739139">
                  <a:moveTo>
                    <a:pt x="983514" y="417457"/>
                  </a:moveTo>
                  <a:lnTo>
                    <a:pt x="772789" y="417457"/>
                  </a:lnTo>
                  <a:lnTo>
                    <a:pt x="784411" y="417984"/>
                  </a:lnTo>
                  <a:lnTo>
                    <a:pt x="795448" y="419564"/>
                  </a:lnTo>
                  <a:lnTo>
                    <a:pt x="833563" y="435752"/>
                  </a:lnTo>
                  <a:lnTo>
                    <a:pt x="861025" y="463926"/>
                  </a:lnTo>
                  <a:lnTo>
                    <a:pt x="875682" y="501829"/>
                  </a:lnTo>
                  <a:lnTo>
                    <a:pt x="877580" y="522671"/>
                  </a:lnTo>
                  <a:lnTo>
                    <a:pt x="877077" y="534304"/>
                  </a:lnTo>
                  <a:lnTo>
                    <a:pt x="865257" y="575170"/>
                  </a:lnTo>
                  <a:lnTo>
                    <a:pt x="840447" y="604947"/>
                  </a:lnTo>
                  <a:lnTo>
                    <a:pt x="804932" y="622716"/>
                  </a:lnTo>
                  <a:lnTo>
                    <a:pt x="772789" y="626912"/>
                  </a:lnTo>
                  <a:lnTo>
                    <a:pt x="1001466" y="626912"/>
                  </a:lnTo>
                  <a:lnTo>
                    <a:pt x="1020378" y="578206"/>
                  </a:lnTo>
                  <a:lnTo>
                    <a:pt x="1024934" y="536079"/>
                  </a:lnTo>
                  <a:lnTo>
                    <a:pt x="1025001" y="534304"/>
                  </a:lnTo>
                  <a:lnTo>
                    <a:pt x="1024442" y="519594"/>
                  </a:lnTo>
                  <a:lnTo>
                    <a:pt x="1015989" y="476262"/>
                  </a:lnTo>
                  <a:lnTo>
                    <a:pt x="997584" y="436578"/>
                  </a:lnTo>
                  <a:lnTo>
                    <a:pt x="989197" y="424397"/>
                  </a:lnTo>
                  <a:lnTo>
                    <a:pt x="983514" y="417457"/>
                  </a:lnTo>
                  <a:close/>
                </a:path>
                <a:path w="1025525" h="739139">
                  <a:moveTo>
                    <a:pt x="986790" y="116668"/>
                  </a:moveTo>
                  <a:lnTo>
                    <a:pt x="774832" y="116668"/>
                  </a:lnTo>
                  <a:lnTo>
                    <a:pt x="783726" y="117117"/>
                  </a:lnTo>
                  <a:lnTo>
                    <a:pt x="792156" y="118407"/>
                  </a:lnTo>
                  <a:lnTo>
                    <a:pt x="829534" y="136976"/>
                  </a:lnTo>
                  <a:lnTo>
                    <a:pt x="853683" y="171520"/>
                  </a:lnTo>
                  <a:lnTo>
                    <a:pt x="860176" y="207501"/>
                  </a:lnTo>
                  <a:lnTo>
                    <a:pt x="859764" y="216793"/>
                  </a:lnTo>
                  <a:lnTo>
                    <a:pt x="845530" y="258130"/>
                  </a:lnTo>
                  <a:lnTo>
                    <a:pt x="815539" y="287084"/>
                  </a:lnTo>
                  <a:lnTo>
                    <a:pt x="774832" y="297835"/>
                  </a:lnTo>
                  <a:lnTo>
                    <a:pt x="958969" y="297835"/>
                  </a:lnTo>
                  <a:lnTo>
                    <a:pt x="985725" y="261897"/>
                  </a:lnTo>
                  <a:lnTo>
                    <a:pt x="1001677" y="215865"/>
                  </a:lnTo>
                  <a:lnTo>
                    <a:pt x="1003675" y="191130"/>
                  </a:lnTo>
                  <a:lnTo>
                    <a:pt x="1002610" y="171395"/>
                  </a:lnTo>
                  <a:lnTo>
                    <a:pt x="999427" y="152409"/>
                  </a:lnTo>
                  <a:lnTo>
                    <a:pt x="994147" y="134167"/>
                  </a:lnTo>
                  <a:lnTo>
                    <a:pt x="986790" y="116668"/>
                  </a:lnTo>
                  <a:close/>
                </a:path>
                <a:path w="1025525" h="739139">
                  <a:moveTo>
                    <a:pt x="307726" y="176723"/>
                  </a:moveTo>
                  <a:lnTo>
                    <a:pt x="151394" y="176723"/>
                  </a:lnTo>
                  <a:lnTo>
                    <a:pt x="151394" y="727661"/>
                  </a:lnTo>
                  <a:lnTo>
                    <a:pt x="307726" y="727661"/>
                  </a:lnTo>
                  <a:lnTo>
                    <a:pt x="307726" y="176723"/>
                  </a:lnTo>
                  <a:close/>
                </a:path>
                <a:path w="1025525" h="739139">
                  <a:moveTo>
                    <a:pt x="307726" y="0"/>
                  </a:moveTo>
                  <a:lnTo>
                    <a:pt x="212963" y="0"/>
                  </a:lnTo>
                  <a:lnTo>
                    <a:pt x="190437" y="16316"/>
                  </a:lnTo>
                  <a:lnTo>
                    <a:pt x="166645" y="31929"/>
                  </a:lnTo>
                  <a:lnTo>
                    <a:pt x="115183" y="61091"/>
                  </a:lnTo>
                  <a:lnTo>
                    <a:pt x="59306" y="86394"/>
                  </a:lnTo>
                  <a:lnTo>
                    <a:pt x="0" y="106750"/>
                  </a:lnTo>
                  <a:lnTo>
                    <a:pt x="0" y="238780"/>
                  </a:lnTo>
                  <a:lnTo>
                    <a:pt x="42153" y="230587"/>
                  </a:lnTo>
                  <a:lnTo>
                    <a:pt x="83423" y="216682"/>
                  </a:lnTo>
                  <a:lnTo>
                    <a:pt x="120914" y="198312"/>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57" name="object 157"/>
            <p:cNvSpPr/>
            <p:nvPr/>
          </p:nvSpPr>
          <p:spPr>
            <a:xfrm>
              <a:off x="8042666" y="5921633"/>
              <a:ext cx="221620" cy="221647"/>
            </a:xfrm>
            <a:prstGeom prst="rect">
              <a:avLst/>
            </a:prstGeom>
            <a:blipFill>
              <a:blip r:embed="rId66" cstate="print"/>
              <a:stretch>
                <a:fillRect/>
              </a:stretch>
            </a:blipFill>
          </p:spPr>
          <p:txBody>
            <a:bodyPr wrap="square" lIns="0" tIns="0" rIns="0" bIns="0" rtlCol="0"/>
            <a:lstStyle/>
            <a:p>
              <a:endParaRPr/>
            </a:p>
          </p:txBody>
        </p:sp>
        <p:sp>
          <p:nvSpPr>
            <p:cNvPr id="158" name="object 158"/>
            <p:cNvSpPr/>
            <p:nvPr/>
          </p:nvSpPr>
          <p:spPr>
            <a:xfrm>
              <a:off x="8064489" y="5620844"/>
              <a:ext cx="182392" cy="193359"/>
            </a:xfrm>
            <a:prstGeom prst="rect">
              <a:avLst/>
            </a:prstGeom>
            <a:blipFill>
              <a:blip r:embed="rId67" cstate="print"/>
              <a:stretch>
                <a:fillRect/>
              </a:stretch>
            </a:blipFill>
          </p:spPr>
          <p:txBody>
            <a:bodyPr wrap="square" lIns="0" tIns="0" rIns="0" bIns="0" rtlCol="0"/>
            <a:lstStyle/>
            <a:p>
              <a:endParaRPr/>
            </a:p>
          </p:txBody>
        </p:sp>
        <p:sp>
          <p:nvSpPr>
            <p:cNvPr id="159" name="object 159"/>
            <p:cNvSpPr/>
            <p:nvPr/>
          </p:nvSpPr>
          <p:spPr>
            <a:xfrm>
              <a:off x="7380609" y="5510271"/>
              <a:ext cx="1025525" cy="739140"/>
            </a:xfrm>
            <a:custGeom>
              <a:avLst/>
              <a:gdLst/>
              <a:ahLst/>
              <a:cxnLst/>
              <a:rect l="l" t="t" r="r" b="b"/>
              <a:pathLst>
                <a:path w="1025525" h="739139">
                  <a:moveTo>
                    <a:pt x="773795" y="3941"/>
                  </a:moveTo>
                  <a:lnTo>
                    <a:pt x="822319" y="7527"/>
                  </a:lnTo>
                  <a:lnTo>
                    <a:pt x="866637" y="18169"/>
                  </a:lnTo>
                  <a:lnTo>
                    <a:pt x="905873" y="35026"/>
                  </a:lnTo>
                  <a:lnTo>
                    <a:pt x="939302" y="57412"/>
                  </a:lnTo>
                  <a:lnTo>
                    <a:pt x="966463" y="84718"/>
                  </a:lnTo>
                  <a:lnTo>
                    <a:pt x="994147" y="134167"/>
                  </a:lnTo>
                  <a:lnTo>
                    <a:pt x="1002610" y="171395"/>
                  </a:lnTo>
                  <a:lnTo>
                    <a:pt x="1003675" y="191130"/>
                  </a:lnTo>
                  <a:lnTo>
                    <a:pt x="1001677" y="215865"/>
                  </a:lnTo>
                  <a:lnTo>
                    <a:pt x="985725" y="261897"/>
                  </a:lnTo>
                  <a:lnTo>
                    <a:pt x="954447" y="302999"/>
                  </a:lnTo>
                  <a:lnTo>
                    <a:pt x="910543" y="337120"/>
                  </a:lnTo>
                  <a:lnTo>
                    <a:pt x="884041" y="351437"/>
                  </a:lnTo>
                  <a:lnTo>
                    <a:pt x="900849" y="357812"/>
                  </a:lnTo>
                  <a:lnTo>
                    <a:pt x="945001" y="381963"/>
                  </a:lnTo>
                  <a:lnTo>
                    <a:pt x="979716" y="412818"/>
                  </a:lnTo>
                  <a:lnTo>
                    <a:pt x="1004834" y="449280"/>
                  </a:lnTo>
                  <a:lnTo>
                    <a:pt x="1019919" y="490429"/>
                  </a:lnTo>
                  <a:lnTo>
                    <a:pt x="1025011" y="534591"/>
                  </a:lnTo>
                  <a:lnTo>
                    <a:pt x="1023849" y="556908"/>
                  </a:lnTo>
                  <a:lnTo>
                    <a:pt x="1014622" y="598483"/>
                  </a:lnTo>
                  <a:lnTo>
                    <a:pt x="996486" y="635814"/>
                  </a:lnTo>
                  <a:lnTo>
                    <a:pt x="970541" y="668073"/>
                  </a:lnTo>
                  <a:lnTo>
                    <a:pt x="937218" y="695014"/>
                  </a:lnTo>
                  <a:lnTo>
                    <a:pt x="897213" y="715990"/>
                  </a:lnTo>
                  <a:lnTo>
                    <a:pt x="851005" y="730707"/>
                  </a:lnTo>
                  <a:lnTo>
                    <a:pt x="799762" y="738148"/>
                  </a:lnTo>
                  <a:lnTo>
                    <a:pt x="772271" y="739079"/>
                  </a:lnTo>
                  <a:lnTo>
                    <a:pt x="745294" y="738164"/>
                  </a:lnTo>
                  <a:lnTo>
                    <a:pt x="694574" y="730842"/>
                  </a:lnTo>
                  <a:lnTo>
                    <a:pt x="648454" y="716360"/>
                  </a:lnTo>
                  <a:lnTo>
                    <a:pt x="608498" y="695638"/>
                  </a:lnTo>
                  <a:lnTo>
                    <a:pt x="575083" y="668931"/>
                  </a:lnTo>
                  <a:lnTo>
                    <a:pt x="548940" y="636789"/>
                  </a:lnTo>
                  <a:lnTo>
                    <a:pt x="530343" y="599503"/>
                  </a:lnTo>
                  <a:lnTo>
                    <a:pt x="520871" y="558182"/>
                  </a:lnTo>
                  <a:lnTo>
                    <a:pt x="519683" y="536079"/>
                  </a:lnTo>
                  <a:lnTo>
                    <a:pt x="520230" y="521326"/>
                  </a:lnTo>
                  <a:lnTo>
                    <a:pt x="528309" y="478749"/>
                  </a:lnTo>
                  <a:lnTo>
                    <a:pt x="546286" y="439666"/>
                  </a:lnTo>
                  <a:lnTo>
                    <a:pt x="574014" y="405296"/>
                  </a:lnTo>
                  <a:lnTo>
                    <a:pt x="611462" y="376549"/>
                  </a:lnTo>
                  <a:lnTo>
                    <a:pt x="659129" y="354912"/>
                  </a:lnTo>
                  <a:lnTo>
                    <a:pt x="633607" y="340568"/>
                  </a:lnTo>
                  <a:lnTo>
                    <a:pt x="591694" y="306196"/>
                  </a:lnTo>
                  <a:lnTo>
                    <a:pt x="562237" y="264631"/>
                  </a:lnTo>
                  <a:lnTo>
                    <a:pt x="547329" y="218096"/>
                  </a:lnTo>
                  <a:lnTo>
                    <a:pt x="545470" y="193106"/>
                  </a:lnTo>
                  <a:lnTo>
                    <a:pt x="546539" y="173128"/>
                  </a:lnTo>
                  <a:lnTo>
                    <a:pt x="555101" y="135405"/>
                  </a:lnTo>
                  <a:lnTo>
                    <a:pt x="571985" y="100871"/>
                  </a:lnTo>
                  <a:lnTo>
                    <a:pt x="595659" y="70852"/>
                  </a:lnTo>
                  <a:lnTo>
                    <a:pt x="625856" y="45684"/>
                  </a:lnTo>
                  <a:lnTo>
                    <a:pt x="662005" y="25927"/>
                  </a:lnTo>
                  <a:lnTo>
                    <a:pt x="703689" y="11977"/>
                  </a:lnTo>
                  <a:lnTo>
                    <a:pt x="749493" y="4841"/>
                  </a:lnTo>
                  <a:lnTo>
                    <a:pt x="773795" y="3941"/>
                  </a:lnTo>
                  <a:close/>
                </a:path>
                <a:path w="1025525" h="739139">
                  <a:moveTo>
                    <a:pt x="212963" y="0"/>
                  </a:moveTo>
                  <a:lnTo>
                    <a:pt x="307726" y="0"/>
                  </a:lnTo>
                  <a:lnTo>
                    <a:pt x="307726" y="727661"/>
                  </a:lnTo>
                  <a:lnTo>
                    <a:pt x="151394" y="727661"/>
                  </a:lnTo>
                  <a:lnTo>
                    <a:pt x="151394" y="176723"/>
                  </a:lnTo>
                  <a:lnTo>
                    <a:pt x="144621" y="182358"/>
                  </a:lnTo>
                  <a:lnTo>
                    <a:pt x="111927" y="203276"/>
                  </a:lnTo>
                  <a:lnTo>
                    <a:pt x="73357" y="220619"/>
                  </a:lnTo>
                  <a:lnTo>
                    <a:pt x="31521" y="233235"/>
                  </a:lnTo>
                  <a:lnTo>
                    <a:pt x="0" y="238780"/>
                  </a:lnTo>
                  <a:lnTo>
                    <a:pt x="0" y="106750"/>
                  </a:lnTo>
                  <a:lnTo>
                    <a:pt x="30067" y="97191"/>
                  </a:lnTo>
                  <a:lnTo>
                    <a:pt x="59306" y="86394"/>
                  </a:lnTo>
                  <a:lnTo>
                    <a:pt x="115183" y="61091"/>
                  </a:lnTo>
                  <a:lnTo>
                    <a:pt x="166645" y="31929"/>
                  </a:lnTo>
                  <a:lnTo>
                    <a:pt x="190437" y="16316"/>
                  </a:lnTo>
                  <a:lnTo>
                    <a:pt x="212963" y="0"/>
                  </a:lnTo>
                  <a:close/>
                </a:path>
              </a:pathLst>
            </a:custGeom>
            <a:ln w="12191">
              <a:solidFill>
                <a:srgbClr val="000000"/>
              </a:solidFill>
            </a:ln>
          </p:spPr>
          <p:txBody>
            <a:bodyPr wrap="square" lIns="0" tIns="0" rIns="0" bIns="0" rtlCol="0"/>
            <a:lstStyle/>
            <a:p>
              <a:endParaRPr/>
            </a:p>
          </p:txBody>
        </p:sp>
        <p:sp>
          <p:nvSpPr>
            <p:cNvPr id="160" name="object 160"/>
            <p:cNvSpPr/>
            <p:nvPr/>
          </p:nvSpPr>
          <p:spPr>
            <a:xfrm>
              <a:off x="6768084" y="5218176"/>
              <a:ext cx="2218944" cy="1345692"/>
            </a:xfrm>
            <a:prstGeom prst="rect">
              <a:avLst/>
            </a:prstGeom>
            <a:blipFill>
              <a:blip r:embed="rId2" cstate="print"/>
              <a:stretch>
                <a:fillRect/>
              </a:stretch>
            </a:blipFill>
          </p:spPr>
          <p:txBody>
            <a:bodyPr wrap="square" lIns="0" tIns="0" rIns="0" bIns="0" rtlCol="0"/>
            <a:lstStyle/>
            <a:p>
              <a:endParaRPr/>
            </a:p>
          </p:txBody>
        </p:sp>
        <p:sp>
          <p:nvSpPr>
            <p:cNvPr id="161" name="object 161"/>
            <p:cNvSpPr/>
            <p:nvPr/>
          </p:nvSpPr>
          <p:spPr>
            <a:xfrm>
              <a:off x="6612636" y="4899658"/>
              <a:ext cx="2531363" cy="1958339"/>
            </a:xfrm>
            <a:prstGeom prst="rect">
              <a:avLst/>
            </a:prstGeom>
            <a:blipFill>
              <a:blip r:embed="rId68" cstate="print"/>
              <a:stretch>
                <a:fillRect/>
              </a:stretch>
            </a:blipFill>
          </p:spPr>
          <p:txBody>
            <a:bodyPr wrap="square" lIns="0" tIns="0" rIns="0" bIns="0" rtlCol="0"/>
            <a:lstStyle/>
            <a:p>
              <a:endParaRPr/>
            </a:p>
          </p:txBody>
        </p:sp>
        <p:sp>
          <p:nvSpPr>
            <p:cNvPr id="162" name="object 162"/>
            <p:cNvSpPr/>
            <p:nvPr/>
          </p:nvSpPr>
          <p:spPr>
            <a:xfrm>
              <a:off x="6848215" y="5278504"/>
              <a:ext cx="2057400" cy="1184275"/>
            </a:xfrm>
            <a:custGeom>
              <a:avLst/>
              <a:gdLst/>
              <a:ahLst/>
              <a:cxnLst/>
              <a:rect l="l" t="t" r="r" b="b"/>
              <a:pathLst>
                <a:path w="2057400" h="1184275">
                  <a:moveTo>
                    <a:pt x="1824868"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63" y="1179304"/>
                  </a:lnTo>
                  <a:lnTo>
                    <a:pt x="1915426" y="1165755"/>
                  </a:lnTo>
                  <a:lnTo>
                    <a:pt x="1954927" y="1144316"/>
                  </a:lnTo>
                  <a:lnTo>
                    <a:pt x="1989334" y="1115922"/>
                  </a:lnTo>
                  <a:lnTo>
                    <a:pt x="2017716" y="1081508"/>
                  </a:lnTo>
                  <a:lnTo>
                    <a:pt x="2039141" y="1042010"/>
                  </a:lnTo>
                  <a:lnTo>
                    <a:pt x="2052680" y="998362"/>
                  </a:lnTo>
                  <a:lnTo>
                    <a:pt x="2057399" y="951500"/>
                  </a:lnTo>
                  <a:lnTo>
                    <a:pt x="2057399" y="232528"/>
                  </a:lnTo>
                  <a:lnTo>
                    <a:pt x="2052680" y="185673"/>
                  </a:lnTo>
                  <a:lnTo>
                    <a:pt x="2039141" y="142028"/>
                  </a:lnTo>
                  <a:lnTo>
                    <a:pt x="2017716" y="102530"/>
                  </a:lnTo>
                  <a:lnTo>
                    <a:pt x="1989334" y="68115"/>
                  </a:lnTo>
                  <a:lnTo>
                    <a:pt x="1954927" y="39718"/>
                  </a:lnTo>
                  <a:lnTo>
                    <a:pt x="1915426" y="18276"/>
                  </a:lnTo>
                  <a:lnTo>
                    <a:pt x="1871763" y="4725"/>
                  </a:lnTo>
                  <a:lnTo>
                    <a:pt x="1824868" y="0"/>
                  </a:lnTo>
                  <a:close/>
                </a:path>
              </a:pathLst>
            </a:custGeom>
            <a:solidFill>
              <a:srgbClr val="252525"/>
            </a:solidFill>
          </p:spPr>
          <p:txBody>
            <a:bodyPr wrap="square" lIns="0" tIns="0" rIns="0" bIns="0" rtlCol="0"/>
            <a:lstStyle/>
            <a:p>
              <a:endParaRPr/>
            </a:p>
          </p:txBody>
        </p:sp>
        <p:sp>
          <p:nvSpPr>
            <p:cNvPr id="163" name="object 163"/>
            <p:cNvSpPr/>
            <p:nvPr/>
          </p:nvSpPr>
          <p:spPr>
            <a:xfrm>
              <a:off x="6848215" y="5278504"/>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868" y="0"/>
                  </a:lnTo>
                  <a:lnTo>
                    <a:pt x="1871763" y="4725"/>
                  </a:lnTo>
                  <a:lnTo>
                    <a:pt x="1915426" y="18276"/>
                  </a:lnTo>
                  <a:lnTo>
                    <a:pt x="1954927" y="39718"/>
                  </a:lnTo>
                  <a:lnTo>
                    <a:pt x="1989334" y="68115"/>
                  </a:lnTo>
                  <a:lnTo>
                    <a:pt x="2017716" y="102530"/>
                  </a:lnTo>
                  <a:lnTo>
                    <a:pt x="2039141" y="142028"/>
                  </a:lnTo>
                  <a:lnTo>
                    <a:pt x="2052680" y="185673"/>
                  </a:lnTo>
                  <a:lnTo>
                    <a:pt x="2057399" y="232528"/>
                  </a:lnTo>
                  <a:lnTo>
                    <a:pt x="2057399" y="951500"/>
                  </a:lnTo>
                  <a:lnTo>
                    <a:pt x="2052680" y="998362"/>
                  </a:lnTo>
                  <a:lnTo>
                    <a:pt x="2039141" y="1042010"/>
                  </a:lnTo>
                  <a:lnTo>
                    <a:pt x="2017716" y="1081508"/>
                  </a:lnTo>
                  <a:lnTo>
                    <a:pt x="1989334" y="1115922"/>
                  </a:lnTo>
                  <a:lnTo>
                    <a:pt x="1954927" y="1144316"/>
                  </a:lnTo>
                  <a:lnTo>
                    <a:pt x="1915426" y="1165755"/>
                  </a:lnTo>
                  <a:lnTo>
                    <a:pt x="1871763"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28"/>
                  </a:lnTo>
                  <a:close/>
                </a:path>
              </a:pathLst>
            </a:custGeom>
            <a:ln w="76199">
              <a:solidFill>
                <a:srgbClr val="00AF50"/>
              </a:solidFill>
            </a:ln>
          </p:spPr>
          <p:txBody>
            <a:bodyPr wrap="square" lIns="0" tIns="0" rIns="0" bIns="0" rtlCol="0"/>
            <a:lstStyle/>
            <a:p>
              <a:endParaRPr/>
            </a:p>
          </p:txBody>
        </p:sp>
        <p:sp>
          <p:nvSpPr>
            <p:cNvPr id="164" name="object 164"/>
            <p:cNvSpPr/>
            <p:nvPr/>
          </p:nvSpPr>
          <p:spPr>
            <a:xfrm>
              <a:off x="6653784" y="4920994"/>
              <a:ext cx="2481072" cy="1937003"/>
            </a:xfrm>
            <a:prstGeom prst="rect">
              <a:avLst/>
            </a:prstGeom>
            <a:blipFill>
              <a:blip r:embed="rId69" cstate="print"/>
              <a:stretch>
                <a:fillRect/>
              </a:stretch>
            </a:blipFill>
          </p:spPr>
          <p:txBody>
            <a:bodyPr wrap="square" lIns="0" tIns="0" rIns="0" bIns="0" rtlCol="0"/>
            <a:lstStyle/>
            <a:p>
              <a:endParaRPr/>
            </a:p>
          </p:txBody>
        </p:sp>
        <p:sp>
          <p:nvSpPr>
            <p:cNvPr id="165" name="object 165"/>
            <p:cNvSpPr/>
            <p:nvPr/>
          </p:nvSpPr>
          <p:spPr>
            <a:xfrm>
              <a:off x="7396368" y="5514725"/>
              <a:ext cx="1019810" cy="740410"/>
            </a:xfrm>
            <a:custGeom>
              <a:avLst/>
              <a:gdLst/>
              <a:ahLst/>
              <a:cxnLst/>
              <a:rect l="l" t="t" r="r" b="b"/>
              <a:pathLst>
                <a:path w="1019809" h="740410">
                  <a:moveTo>
                    <a:pt x="559429" y="583204"/>
                  </a:moveTo>
                  <a:lnTo>
                    <a:pt x="559429" y="712268"/>
                  </a:lnTo>
                  <a:lnTo>
                    <a:pt x="592408" y="724424"/>
                  </a:lnTo>
                  <a:lnTo>
                    <a:pt x="628470" y="733104"/>
                  </a:lnTo>
                  <a:lnTo>
                    <a:pt x="667602" y="738310"/>
                  </a:lnTo>
                  <a:lnTo>
                    <a:pt x="709787" y="740045"/>
                  </a:lnTo>
                  <a:lnTo>
                    <a:pt x="745387" y="738310"/>
                  </a:lnTo>
                  <a:lnTo>
                    <a:pt x="810548" y="724554"/>
                  </a:lnTo>
                  <a:lnTo>
                    <a:pt x="868012" y="697224"/>
                  </a:lnTo>
                  <a:lnTo>
                    <a:pt x="916774" y="657643"/>
                  </a:lnTo>
                  <a:lnTo>
                    <a:pt x="947088" y="619935"/>
                  </a:lnTo>
                  <a:lnTo>
                    <a:pt x="694425" y="619935"/>
                  </a:lnTo>
                  <a:lnTo>
                    <a:pt x="656350" y="617640"/>
                  </a:lnTo>
                  <a:lnTo>
                    <a:pt x="621167" y="610754"/>
                  </a:lnTo>
                  <a:lnTo>
                    <a:pt x="588864" y="599275"/>
                  </a:lnTo>
                  <a:lnTo>
                    <a:pt x="559429" y="583204"/>
                  </a:lnTo>
                  <a:close/>
                </a:path>
                <a:path w="1019809" h="740410">
                  <a:moveTo>
                    <a:pt x="1016256" y="404527"/>
                  </a:moveTo>
                  <a:lnTo>
                    <a:pt x="864108" y="404527"/>
                  </a:lnTo>
                  <a:lnTo>
                    <a:pt x="867156" y="405515"/>
                  </a:lnTo>
                  <a:lnTo>
                    <a:pt x="864050" y="454559"/>
                  </a:lnTo>
                  <a:lnTo>
                    <a:pt x="855318" y="497462"/>
                  </a:lnTo>
                  <a:lnTo>
                    <a:pt x="840945" y="534224"/>
                  </a:lnTo>
                  <a:lnTo>
                    <a:pt x="795868" y="588947"/>
                  </a:lnTo>
                  <a:lnTo>
                    <a:pt x="732625" y="616492"/>
                  </a:lnTo>
                  <a:lnTo>
                    <a:pt x="694425" y="619935"/>
                  </a:lnTo>
                  <a:lnTo>
                    <a:pt x="947088" y="619935"/>
                  </a:lnTo>
                  <a:lnTo>
                    <a:pt x="972994" y="575952"/>
                  </a:lnTo>
                  <a:lnTo>
                    <a:pt x="998585" y="507016"/>
                  </a:lnTo>
                  <a:lnTo>
                    <a:pt x="1007727" y="468413"/>
                  </a:lnTo>
                  <a:lnTo>
                    <a:pt x="1014229" y="427294"/>
                  </a:lnTo>
                  <a:lnTo>
                    <a:pt x="1016256" y="404527"/>
                  </a:lnTo>
                  <a:close/>
                </a:path>
                <a:path w="1019809" h="740410">
                  <a:moveTo>
                    <a:pt x="769863" y="3928"/>
                  </a:moveTo>
                  <a:lnTo>
                    <a:pt x="716222" y="8486"/>
                  </a:lnTo>
                  <a:lnTo>
                    <a:pt x="667633" y="22098"/>
                  </a:lnTo>
                  <a:lnTo>
                    <a:pt x="624672" y="43993"/>
                  </a:lnTo>
                  <a:lnTo>
                    <a:pt x="588385" y="73462"/>
                  </a:lnTo>
                  <a:lnTo>
                    <a:pt x="559052" y="109949"/>
                  </a:lnTo>
                  <a:lnTo>
                    <a:pt x="537057" y="152875"/>
                  </a:lnTo>
                  <a:lnTo>
                    <a:pt x="523234" y="201523"/>
                  </a:lnTo>
                  <a:lnTo>
                    <a:pt x="518652" y="255239"/>
                  </a:lnTo>
                  <a:lnTo>
                    <a:pt x="519599" y="278698"/>
                  </a:lnTo>
                  <a:lnTo>
                    <a:pt x="527173" y="322876"/>
                  </a:lnTo>
                  <a:lnTo>
                    <a:pt x="542101" y="362879"/>
                  </a:lnTo>
                  <a:lnTo>
                    <a:pt x="563160" y="397500"/>
                  </a:lnTo>
                  <a:lnTo>
                    <a:pt x="590089" y="426445"/>
                  </a:lnTo>
                  <a:lnTo>
                    <a:pt x="622189" y="449155"/>
                  </a:lnTo>
                  <a:lnTo>
                    <a:pt x="658960" y="465300"/>
                  </a:lnTo>
                  <a:lnTo>
                    <a:pt x="699247" y="473488"/>
                  </a:lnTo>
                  <a:lnTo>
                    <a:pt x="720699" y="474512"/>
                  </a:lnTo>
                  <a:lnTo>
                    <a:pt x="765760" y="470137"/>
                  </a:lnTo>
                  <a:lnTo>
                    <a:pt x="804691" y="457012"/>
                  </a:lnTo>
                  <a:lnTo>
                    <a:pt x="837478" y="435141"/>
                  </a:lnTo>
                  <a:lnTo>
                    <a:pt x="864108" y="404527"/>
                  </a:lnTo>
                  <a:lnTo>
                    <a:pt x="1016256" y="404527"/>
                  </a:lnTo>
                  <a:lnTo>
                    <a:pt x="1018113" y="383662"/>
                  </a:lnTo>
                  <a:lnTo>
                    <a:pt x="1018834" y="357865"/>
                  </a:lnTo>
                  <a:lnTo>
                    <a:pt x="768858" y="357865"/>
                  </a:lnTo>
                  <a:lnTo>
                    <a:pt x="758150" y="357385"/>
                  </a:lnTo>
                  <a:lnTo>
                    <a:pt x="720470" y="345877"/>
                  </a:lnTo>
                  <a:lnTo>
                    <a:pt x="692602" y="319724"/>
                  </a:lnTo>
                  <a:lnTo>
                    <a:pt x="675941" y="279925"/>
                  </a:lnTo>
                  <a:lnTo>
                    <a:pt x="672084" y="241733"/>
                  </a:lnTo>
                  <a:lnTo>
                    <a:pt x="672512" y="229286"/>
                  </a:lnTo>
                  <a:lnTo>
                    <a:pt x="682794" y="184043"/>
                  </a:lnTo>
                  <a:lnTo>
                    <a:pt x="704857" y="149701"/>
                  </a:lnTo>
                  <a:lnTo>
                    <a:pt x="736612" y="128618"/>
                  </a:lnTo>
                  <a:lnTo>
                    <a:pt x="765291" y="123587"/>
                  </a:lnTo>
                  <a:lnTo>
                    <a:pt x="972930" y="123587"/>
                  </a:lnTo>
                  <a:lnTo>
                    <a:pt x="967998" y="114383"/>
                  </a:lnTo>
                  <a:lnTo>
                    <a:pt x="935611" y="71745"/>
                  </a:lnTo>
                  <a:lnTo>
                    <a:pt x="896272" y="39111"/>
                  </a:lnTo>
                  <a:lnTo>
                    <a:pt x="850196" y="16682"/>
                  </a:lnTo>
                  <a:lnTo>
                    <a:pt x="798104" y="5353"/>
                  </a:lnTo>
                  <a:lnTo>
                    <a:pt x="769863" y="3928"/>
                  </a:lnTo>
                  <a:close/>
                </a:path>
                <a:path w="1019809" h="740410">
                  <a:moveTo>
                    <a:pt x="972930" y="123587"/>
                  </a:moveTo>
                  <a:lnTo>
                    <a:pt x="765291" y="123587"/>
                  </a:lnTo>
                  <a:lnTo>
                    <a:pt x="775750" y="124223"/>
                  </a:lnTo>
                  <a:lnTo>
                    <a:pt x="785774" y="126131"/>
                  </a:lnTo>
                  <a:lnTo>
                    <a:pt x="821035" y="145753"/>
                  </a:lnTo>
                  <a:lnTo>
                    <a:pt x="845922" y="180363"/>
                  </a:lnTo>
                  <a:lnTo>
                    <a:pt x="859452" y="227642"/>
                  </a:lnTo>
                  <a:lnTo>
                    <a:pt x="861181" y="254139"/>
                  </a:lnTo>
                  <a:lnTo>
                    <a:pt x="860755" y="264867"/>
                  </a:lnTo>
                  <a:lnTo>
                    <a:pt x="850755" y="303952"/>
                  </a:lnTo>
                  <a:lnTo>
                    <a:pt x="822239" y="340064"/>
                  </a:lnTo>
                  <a:lnTo>
                    <a:pt x="778996" y="357354"/>
                  </a:lnTo>
                  <a:lnTo>
                    <a:pt x="768858" y="357865"/>
                  </a:lnTo>
                  <a:lnTo>
                    <a:pt x="1018834" y="357865"/>
                  </a:lnTo>
                  <a:lnTo>
                    <a:pt x="1019332" y="340064"/>
                  </a:lnTo>
                  <a:lnTo>
                    <a:pt x="1019312" y="334185"/>
                  </a:lnTo>
                  <a:lnTo>
                    <a:pt x="1018353" y="299113"/>
                  </a:lnTo>
                  <a:lnTo>
                    <a:pt x="1009875" y="228631"/>
                  </a:lnTo>
                  <a:lnTo>
                    <a:pt x="992850" y="166737"/>
                  </a:lnTo>
                  <a:lnTo>
                    <a:pt x="981355" y="139312"/>
                  </a:lnTo>
                  <a:lnTo>
                    <a:pt x="972930" y="123587"/>
                  </a:lnTo>
                  <a:close/>
                </a:path>
                <a:path w="1019809" h="740410">
                  <a:moveTo>
                    <a:pt x="307695" y="176701"/>
                  </a:moveTo>
                  <a:lnTo>
                    <a:pt x="151363" y="176701"/>
                  </a:lnTo>
                  <a:lnTo>
                    <a:pt x="151363" y="727639"/>
                  </a:lnTo>
                  <a:lnTo>
                    <a:pt x="307695" y="727639"/>
                  </a:lnTo>
                  <a:lnTo>
                    <a:pt x="307695" y="176701"/>
                  </a:lnTo>
                  <a:close/>
                </a:path>
                <a:path w="1019809" h="740410">
                  <a:moveTo>
                    <a:pt x="307695" y="0"/>
                  </a:moveTo>
                  <a:lnTo>
                    <a:pt x="212841" y="0"/>
                  </a:lnTo>
                  <a:lnTo>
                    <a:pt x="190367" y="16309"/>
                  </a:lnTo>
                  <a:lnTo>
                    <a:pt x="166569" y="31919"/>
                  </a:lnTo>
                  <a:lnTo>
                    <a:pt x="115062" y="61078"/>
                  </a:lnTo>
                  <a:lnTo>
                    <a:pt x="59234" y="86370"/>
                  </a:lnTo>
                  <a:lnTo>
                    <a:pt x="0" y="106716"/>
                  </a:lnTo>
                  <a:lnTo>
                    <a:pt x="0" y="238743"/>
                  </a:lnTo>
                  <a:lnTo>
                    <a:pt x="42153" y="230553"/>
                  </a:lnTo>
                  <a:lnTo>
                    <a:pt x="83301" y="216657"/>
                  </a:lnTo>
                  <a:lnTo>
                    <a:pt x="120761" y="198299"/>
                  </a:lnTo>
                  <a:lnTo>
                    <a:pt x="151363" y="176701"/>
                  </a:lnTo>
                  <a:lnTo>
                    <a:pt x="307695" y="176701"/>
                  </a:lnTo>
                  <a:lnTo>
                    <a:pt x="307695" y="0"/>
                  </a:lnTo>
                  <a:close/>
                </a:path>
              </a:pathLst>
            </a:custGeom>
            <a:solidFill>
              <a:srgbClr val="FFFF00"/>
            </a:solidFill>
          </p:spPr>
          <p:txBody>
            <a:bodyPr wrap="square" lIns="0" tIns="0" rIns="0" bIns="0" rtlCol="0"/>
            <a:lstStyle/>
            <a:p>
              <a:endParaRPr/>
            </a:p>
          </p:txBody>
        </p:sp>
        <p:sp>
          <p:nvSpPr>
            <p:cNvPr id="166" name="object 166"/>
            <p:cNvSpPr/>
            <p:nvPr/>
          </p:nvSpPr>
          <p:spPr>
            <a:xfrm>
              <a:off x="8062356" y="5632216"/>
              <a:ext cx="201289" cy="246470"/>
            </a:xfrm>
            <a:prstGeom prst="rect">
              <a:avLst/>
            </a:prstGeom>
            <a:blipFill>
              <a:blip r:embed="rId70" cstate="print"/>
              <a:stretch>
                <a:fillRect/>
              </a:stretch>
            </a:blipFill>
          </p:spPr>
          <p:txBody>
            <a:bodyPr wrap="square" lIns="0" tIns="0" rIns="0" bIns="0" rtlCol="0"/>
            <a:lstStyle/>
            <a:p>
              <a:endParaRPr/>
            </a:p>
          </p:txBody>
        </p:sp>
        <p:sp>
          <p:nvSpPr>
            <p:cNvPr id="167" name="object 167"/>
            <p:cNvSpPr/>
            <p:nvPr/>
          </p:nvSpPr>
          <p:spPr>
            <a:xfrm>
              <a:off x="7396368" y="5514725"/>
              <a:ext cx="1019810" cy="740410"/>
            </a:xfrm>
            <a:custGeom>
              <a:avLst/>
              <a:gdLst/>
              <a:ahLst/>
              <a:cxnLst/>
              <a:rect l="l" t="t" r="r" b="b"/>
              <a:pathLst>
                <a:path w="1019809" h="740410">
                  <a:moveTo>
                    <a:pt x="769863" y="3928"/>
                  </a:moveTo>
                  <a:lnTo>
                    <a:pt x="824887" y="9612"/>
                  </a:lnTo>
                  <a:lnTo>
                    <a:pt x="874013" y="26538"/>
                  </a:lnTo>
                  <a:lnTo>
                    <a:pt x="916796" y="54176"/>
                  </a:lnTo>
                  <a:lnTo>
                    <a:pt x="952743" y="91833"/>
                  </a:lnTo>
                  <a:lnTo>
                    <a:pt x="981375" y="139350"/>
                  </a:lnTo>
                  <a:lnTo>
                    <a:pt x="1002395" y="196547"/>
                  </a:lnTo>
                  <a:lnTo>
                    <a:pt x="1015185" y="262819"/>
                  </a:lnTo>
                  <a:lnTo>
                    <a:pt x="1019403" y="337517"/>
                  </a:lnTo>
                  <a:lnTo>
                    <a:pt x="1018113" y="383662"/>
                  </a:lnTo>
                  <a:lnTo>
                    <a:pt x="1014229" y="427294"/>
                  </a:lnTo>
                  <a:lnTo>
                    <a:pt x="1007727" y="468413"/>
                  </a:lnTo>
                  <a:lnTo>
                    <a:pt x="998585" y="507016"/>
                  </a:lnTo>
                  <a:lnTo>
                    <a:pt x="972993" y="575951"/>
                  </a:lnTo>
                  <a:lnTo>
                    <a:pt x="937869" y="633340"/>
                  </a:lnTo>
                  <a:lnTo>
                    <a:pt x="893490" y="678937"/>
                  </a:lnTo>
                  <a:lnTo>
                    <a:pt x="840333" y="712506"/>
                  </a:lnTo>
                  <a:lnTo>
                    <a:pt x="778878" y="733160"/>
                  </a:lnTo>
                  <a:lnTo>
                    <a:pt x="709787" y="740045"/>
                  </a:lnTo>
                  <a:lnTo>
                    <a:pt x="667601" y="738310"/>
                  </a:lnTo>
                  <a:lnTo>
                    <a:pt x="628470" y="733104"/>
                  </a:lnTo>
                  <a:lnTo>
                    <a:pt x="592408" y="724424"/>
                  </a:lnTo>
                  <a:lnTo>
                    <a:pt x="559429" y="712268"/>
                  </a:lnTo>
                  <a:lnTo>
                    <a:pt x="559429" y="583204"/>
                  </a:lnTo>
                  <a:lnTo>
                    <a:pt x="588864" y="599275"/>
                  </a:lnTo>
                  <a:lnTo>
                    <a:pt x="621167" y="610754"/>
                  </a:lnTo>
                  <a:lnTo>
                    <a:pt x="656350" y="617640"/>
                  </a:lnTo>
                  <a:lnTo>
                    <a:pt x="694425" y="619935"/>
                  </a:lnTo>
                  <a:lnTo>
                    <a:pt x="732625" y="616492"/>
                  </a:lnTo>
                  <a:lnTo>
                    <a:pt x="795868" y="588947"/>
                  </a:lnTo>
                  <a:lnTo>
                    <a:pt x="840945" y="534224"/>
                  </a:lnTo>
                  <a:lnTo>
                    <a:pt x="855318" y="497462"/>
                  </a:lnTo>
                  <a:lnTo>
                    <a:pt x="864050" y="454559"/>
                  </a:lnTo>
                  <a:lnTo>
                    <a:pt x="867155" y="405515"/>
                  </a:lnTo>
                  <a:lnTo>
                    <a:pt x="864107" y="404527"/>
                  </a:lnTo>
                  <a:lnTo>
                    <a:pt x="837478" y="435141"/>
                  </a:lnTo>
                  <a:lnTo>
                    <a:pt x="804691" y="457012"/>
                  </a:lnTo>
                  <a:lnTo>
                    <a:pt x="765759" y="470137"/>
                  </a:lnTo>
                  <a:lnTo>
                    <a:pt x="720699" y="474512"/>
                  </a:lnTo>
                  <a:lnTo>
                    <a:pt x="699247" y="473488"/>
                  </a:lnTo>
                  <a:lnTo>
                    <a:pt x="658960" y="465300"/>
                  </a:lnTo>
                  <a:lnTo>
                    <a:pt x="622189" y="449155"/>
                  </a:lnTo>
                  <a:lnTo>
                    <a:pt x="590089" y="426445"/>
                  </a:lnTo>
                  <a:lnTo>
                    <a:pt x="563160" y="397500"/>
                  </a:lnTo>
                  <a:lnTo>
                    <a:pt x="542101" y="362879"/>
                  </a:lnTo>
                  <a:lnTo>
                    <a:pt x="527173" y="322876"/>
                  </a:lnTo>
                  <a:lnTo>
                    <a:pt x="519599" y="278698"/>
                  </a:lnTo>
                  <a:lnTo>
                    <a:pt x="518647" y="255126"/>
                  </a:lnTo>
                  <a:lnTo>
                    <a:pt x="519792" y="227705"/>
                  </a:lnTo>
                  <a:lnTo>
                    <a:pt x="528986" y="176579"/>
                  </a:lnTo>
                  <a:lnTo>
                    <a:pt x="547130" y="130606"/>
                  </a:lnTo>
                  <a:lnTo>
                    <a:pt x="572809" y="90901"/>
                  </a:lnTo>
                  <a:lnTo>
                    <a:pt x="605697" y="57784"/>
                  </a:lnTo>
                  <a:lnTo>
                    <a:pt x="645315" y="32095"/>
                  </a:lnTo>
                  <a:lnTo>
                    <a:pt x="691301" y="14165"/>
                  </a:lnTo>
                  <a:lnTo>
                    <a:pt x="742407" y="5070"/>
                  </a:lnTo>
                  <a:lnTo>
                    <a:pt x="769863" y="3928"/>
                  </a:lnTo>
                  <a:close/>
                </a:path>
                <a:path w="1019809" h="740410">
                  <a:moveTo>
                    <a:pt x="212841" y="0"/>
                  </a:moveTo>
                  <a:lnTo>
                    <a:pt x="307695" y="0"/>
                  </a:lnTo>
                  <a:lnTo>
                    <a:pt x="307695" y="727639"/>
                  </a:lnTo>
                  <a:lnTo>
                    <a:pt x="151363" y="727639"/>
                  </a:lnTo>
                  <a:lnTo>
                    <a:pt x="151363" y="176701"/>
                  </a:lnTo>
                  <a:lnTo>
                    <a:pt x="144606" y="182331"/>
                  </a:lnTo>
                  <a:lnTo>
                    <a:pt x="111856" y="203256"/>
                  </a:lnTo>
                  <a:lnTo>
                    <a:pt x="73306" y="220600"/>
                  </a:lnTo>
                  <a:lnTo>
                    <a:pt x="31508" y="233208"/>
                  </a:lnTo>
                  <a:lnTo>
                    <a:pt x="0" y="238743"/>
                  </a:lnTo>
                  <a:lnTo>
                    <a:pt x="0" y="106716"/>
                  </a:lnTo>
                  <a:lnTo>
                    <a:pt x="30044" y="97163"/>
                  </a:lnTo>
                  <a:lnTo>
                    <a:pt x="59234" y="86370"/>
                  </a:lnTo>
                  <a:lnTo>
                    <a:pt x="115061" y="61078"/>
                  </a:lnTo>
                  <a:lnTo>
                    <a:pt x="166569" y="31919"/>
                  </a:lnTo>
                  <a:lnTo>
                    <a:pt x="190367" y="16309"/>
                  </a:lnTo>
                  <a:lnTo>
                    <a:pt x="212841" y="0"/>
                  </a:lnTo>
                  <a:close/>
                </a:path>
              </a:pathLst>
            </a:custGeom>
            <a:ln w="12191">
              <a:solidFill>
                <a:srgbClr val="000000"/>
              </a:solidFill>
            </a:ln>
          </p:spPr>
          <p:txBody>
            <a:bodyPr wrap="square" lIns="0" tIns="0" rIns="0" bIns="0" rtlCol="0"/>
            <a:lstStyle/>
            <a:p>
              <a:endParaRPr/>
            </a:p>
          </p:txBody>
        </p:sp>
        <p:sp>
          <p:nvSpPr>
            <p:cNvPr id="168" name="object 168"/>
            <p:cNvSpPr/>
            <p:nvPr/>
          </p:nvSpPr>
          <p:spPr>
            <a:xfrm>
              <a:off x="6742176" y="5237988"/>
              <a:ext cx="2218944" cy="1345692"/>
            </a:xfrm>
            <a:prstGeom prst="rect">
              <a:avLst/>
            </a:prstGeom>
            <a:blipFill>
              <a:blip r:embed="rId71" cstate="print"/>
              <a:stretch>
                <a:fillRect/>
              </a:stretch>
            </a:blipFill>
          </p:spPr>
          <p:txBody>
            <a:bodyPr wrap="square" lIns="0" tIns="0" rIns="0" bIns="0" rtlCol="0"/>
            <a:lstStyle/>
            <a:p>
              <a:endParaRPr/>
            </a:p>
          </p:txBody>
        </p:sp>
        <p:sp>
          <p:nvSpPr>
            <p:cNvPr id="169" name="object 169"/>
            <p:cNvSpPr/>
            <p:nvPr/>
          </p:nvSpPr>
          <p:spPr>
            <a:xfrm>
              <a:off x="6588252" y="4920994"/>
              <a:ext cx="2555747" cy="1937003"/>
            </a:xfrm>
            <a:prstGeom prst="rect">
              <a:avLst/>
            </a:prstGeom>
            <a:blipFill>
              <a:blip r:embed="rId72" cstate="print"/>
              <a:stretch>
                <a:fillRect/>
              </a:stretch>
            </a:blipFill>
          </p:spPr>
          <p:txBody>
            <a:bodyPr wrap="square" lIns="0" tIns="0" rIns="0" bIns="0" rtlCol="0"/>
            <a:lstStyle/>
            <a:p>
              <a:endParaRPr/>
            </a:p>
          </p:txBody>
        </p:sp>
        <p:sp>
          <p:nvSpPr>
            <p:cNvPr id="170" name="object 170"/>
            <p:cNvSpPr/>
            <p:nvPr/>
          </p:nvSpPr>
          <p:spPr>
            <a:xfrm>
              <a:off x="6822947" y="5299197"/>
              <a:ext cx="2057400" cy="1184275"/>
            </a:xfrm>
            <a:custGeom>
              <a:avLst/>
              <a:gdLst/>
              <a:ahLst/>
              <a:cxnLst/>
              <a:rect l="l" t="t" r="r" b="b"/>
              <a:pathLst>
                <a:path w="2057400" h="1184275">
                  <a:moveTo>
                    <a:pt x="1824989"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5"/>
                  </a:lnTo>
                  <a:lnTo>
                    <a:pt x="18279" y="1041972"/>
                  </a:lnTo>
                  <a:lnTo>
                    <a:pt x="39723" y="1081468"/>
                  </a:lnTo>
                  <a:lnTo>
                    <a:pt x="68122" y="1115880"/>
                  </a:lnTo>
                  <a:lnTo>
                    <a:pt x="102539" y="1144271"/>
                  </a:lnTo>
                  <a:lnTo>
                    <a:pt x="142037" y="1165708"/>
                  </a:lnTo>
                  <a:lnTo>
                    <a:pt x="185680" y="1179256"/>
                  </a:lnTo>
                  <a:lnTo>
                    <a:pt x="232531" y="1183980"/>
                  </a:lnTo>
                  <a:lnTo>
                    <a:pt x="1824989" y="1183980"/>
                  </a:lnTo>
                  <a:lnTo>
                    <a:pt x="1871844" y="1179256"/>
                  </a:lnTo>
                  <a:lnTo>
                    <a:pt x="1915477" y="1165708"/>
                  </a:lnTo>
                  <a:lnTo>
                    <a:pt x="1954957" y="1144271"/>
                  </a:lnTo>
                  <a:lnTo>
                    <a:pt x="1989349" y="1115880"/>
                  </a:lnTo>
                  <a:lnTo>
                    <a:pt x="2017722" y="1081468"/>
                  </a:lnTo>
                  <a:lnTo>
                    <a:pt x="2039143" y="1041972"/>
                  </a:lnTo>
                  <a:lnTo>
                    <a:pt x="2052680" y="998325"/>
                  </a:lnTo>
                  <a:lnTo>
                    <a:pt x="2057399" y="951463"/>
                  </a:lnTo>
                  <a:lnTo>
                    <a:pt x="2057399" y="232409"/>
                  </a:lnTo>
                  <a:lnTo>
                    <a:pt x="2052680" y="185559"/>
                  </a:lnTo>
                  <a:lnTo>
                    <a:pt x="2039143" y="141928"/>
                  </a:lnTo>
                  <a:lnTo>
                    <a:pt x="2017722" y="102449"/>
                  </a:lnTo>
                  <a:lnTo>
                    <a:pt x="1989349" y="68056"/>
                  </a:lnTo>
                  <a:lnTo>
                    <a:pt x="1954957" y="39681"/>
                  </a:lnTo>
                  <a:lnTo>
                    <a:pt x="1915477" y="18258"/>
                  </a:lnTo>
                  <a:lnTo>
                    <a:pt x="1871844" y="4720"/>
                  </a:lnTo>
                  <a:lnTo>
                    <a:pt x="1824989" y="0"/>
                  </a:lnTo>
                  <a:close/>
                </a:path>
              </a:pathLst>
            </a:custGeom>
            <a:solidFill>
              <a:srgbClr val="252525"/>
            </a:solidFill>
          </p:spPr>
          <p:txBody>
            <a:bodyPr wrap="square" lIns="0" tIns="0" rIns="0" bIns="0" rtlCol="0"/>
            <a:lstStyle/>
            <a:p>
              <a:endParaRPr/>
            </a:p>
          </p:txBody>
        </p:sp>
        <p:sp>
          <p:nvSpPr>
            <p:cNvPr id="171" name="object 171"/>
            <p:cNvSpPr/>
            <p:nvPr/>
          </p:nvSpPr>
          <p:spPr>
            <a:xfrm>
              <a:off x="6822947" y="5299197"/>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989" y="0"/>
                  </a:lnTo>
                  <a:lnTo>
                    <a:pt x="1871844" y="4720"/>
                  </a:lnTo>
                  <a:lnTo>
                    <a:pt x="1915477" y="18258"/>
                  </a:lnTo>
                  <a:lnTo>
                    <a:pt x="1954957" y="39681"/>
                  </a:lnTo>
                  <a:lnTo>
                    <a:pt x="1989349" y="68056"/>
                  </a:lnTo>
                  <a:lnTo>
                    <a:pt x="2017722" y="102449"/>
                  </a:lnTo>
                  <a:lnTo>
                    <a:pt x="2039143" y="141928"/>
                  </a:lnTo>
                  <a:lnTo>
                    <a:pt x="2052680" y="185559"/>
                  </a:lnTo>
                  <a:lnTo>
                    <a:pt x="2057399" y="232409"/>
                  </a:lnTo>
                  <a:lnTo>
                    <a:pt x="2057399" y="951463"/>
                  </a:lnTo>
                  <a:lnTo>
                    <a:pt x="2052680" y="998325"/>
                  </a:lnTo>
                  <a:lnTo>
                    <a:pt x="2039143" y="1041972"/>
                  </a:lnTo>
                  <a:lnTo>
                    <a:pt x="2017722" y="1081468"/>
                  </a:lnTo>
                  <a:lnTo>
                    <a:pt x="1989349" y="1115880"/>
                  </a:lnTo>
                  <a:lnTo>
                    <a:pt x="1954957" y="1144271"/>
                  </a:lnTo>
                  <a:lnTo>
                    <a:pt x="1915477" y="1165708"/>
                  </a:lnTo>
                  <a:lnTo>
                    <a:pt x="1871844" y="1179256"/>
                  </a:lnTo>
                  <a:lnTo>
                    <a:pt x="1824989" y="1183980"/>
                  </a:lnTo>
                  <a:lnTo>
                    <a:pt x="232531" y="1183980"/>
                  </a:lnTo>
                  <a:lnTo>
                    <a:pt x="185680" y="1179256"/>
                  </a:lnTo>
                  <a:lnTo>
                    <a:pt x="142037" y="1165708"/>
                  </a:lnTo>
                  <a:lnTo>
                    <a:pt x="102539" y="1144271"/>
                  </a:lnTo>
                  <a:lnTo>
                    <a:pt x="68122" y="1115880"/>
                  </a:lnTo>
                  <a:lnTo>
                    <a:pt x="39723" y="1081468"/>
                  </a:lnTo>
                  <a:lnTo>
                    <a:pt x="18279" y="1041972"/>
                  </a:lnTo>
                  <a:lnTo>
                    <a:pt x="4725"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172" name="object 172"/>
            <p:cNvSpPr/>
            <p:nvPr/>
          </p:nvSpPr>
          <p:spPr>
            <a:xfrm>
              <a:off x="6629400" y="4942331"/>
              <a:ext cx="2481072" cy="1915668"/>
            </a:xfrm>
            <a:prstGeom prst="rect">
              <a:avLst/>
            </a:prstGeom>
            <a:blipFill>
              <a:blip r:embed="rId73" cstate="print"/>
              <a:stretch>
                <a:fillRect/>
              </a:stretch>
            </a:blipFill>
          </p:spPr>
          <p:txBody>
            <a:bodyPr wrap="square" lIns="0" tIns="0" rIns="0" bIns="0" rtlCol="0"/>
            <a:lstStyle/>
            <a:p>
              <a:endParaRPr/>
            </a:p>
          </p:txBody>
        </p:sp>
        <p:sp>
          <p:nvSpPr>
            <p:cNvPr id="173" name="object 173"/>
            <p:cNvSpPr/>
            <p:nvPr/>
          </p:nvSpPr>
          <p:spPr>
            <a:xfrm>
              <a:off x="7307062" y="5539358"/>
              <a:ext cx="1095375" cy="736600"/>
            </a:xfrm>
            <a:custGeom>
              <a:avLst/>
              <a:gdLst/>
              <a:ahLst/>
              <a:cxnLst/>
              <a:rect l="l" t="t" r="r" b="b"/>
              <a:pathLst>
                <a:path w="1095375" h="736600">
                  <a:moveTo>
                    <a:pt x="846734" y="0"/>
                  </a:moveTo>
                  <a:lnTo>
                    <a:pt x="796994" y="3885"/>
                  </a:lnTo>
                  <a:lnTo>
                    <a:pt x="752198" y="15536"/>
                  </a:lnTo>
                  <a:lnTo>
                    <a:pt x="712343" y="34947"/>
                  </a:lnTo>
                  <a:lnTo>
                    <a:pt x="677430" y="62112"/>
                  </a:lnTo>
                  <a:lnTo>
                    <a:pt x="647456" y="97023"/>
                  </a:lnTo>
                  <a:lnTo>
                    <a:pt x="626449" y="131820"/>
                  </a:lnTo>
                  <a:lnTo>
                    <a:pt x="609270" y="171510"/>
                  </a:lnTo>
                  <a:lnTo>
                    <a:pt x="595914" y="216092"/>
                  </a:lnTo>
                  <a:lnTo>
                    <a:pt x="586378" y="265569"/>
                  </a:lnTo>
                  <a:lnTo>
                    <a:pt x="580659" y="319938"/>
                  </a:lnTo>
                  <a:lnTo>
                    <a:pt x="578754" y="379201"/>
                  </a:lnTo>
                  <a:lnTo>
                    <a:pt x="580854" y="441137"/>
                  </a:lnTo>
                  <a:lnTo>
                    <a:pt x="587154" y="497174"/>
                  </a:lnTo>
                  <a:lnTo>
                    <a:pt x="597655" y="547312"/>
                  </a:lnTo>
                  <a:lnTo>
                    <a:pt x="612355" y="591552"/>
                  </a:lnTo>
                  <a:lnTo>
                    <a:pt x="631256" y="629893"/>
                  </a:lnTo>
                  <a:lnTo>
                    <a:pt x="654357" y="662335"/>
                  </a:lnTo>
                  <a:lnTo>
                    <a:pt x="713160" y="709524"/>
                  </a:lnTo>
                  <a:lnTo>
                    <a:pt x="748862" y="724270"/>
                  </a:lnTo>
                  <a:lnTo>
                    <a:pt x="788763" y="733118"/>
                  </a:lnTo>
                  <a:lnTo>
                    <a:pt x="832866" y="736067"/>
                  </a:lnTo>
                  <a:lnTo>
                    <a:pt x="881120" y="732215"/>
                  </a:lnTo>
                  <a:lnTo>
                    <a:pt x="924679" y="720660"/>
                  </a:lnTo>
                  <a:lnTo>
                    <a:pt x="963541" y="701400"/>
                  </a:lnTo>
                  <a:lnTo>
                    <a:pt x="997706" y="674436"/>
                  </a:lnTo>
                  <a:lnTo>
                    <a:pt x="1027176" y="639769"/>
                  </a:lnTo>
                  <a:lnTo>
                    <a:pt x="1041516" y="615945"/>
                  </a:lnTo>
                  <a:lnTo>
                    <a:pt x="837834" y="615945"/>
                  </a:lnTo>
                  <a:lnTo>
                    <a:pt x="807345" y="609259"/>
                  </a:lnTo>
                  <a:lnTo>
                    <a:pt x="763032" y="555768"/>
                  </a:lnTo>
                  <a:lnTo>
                    <a:pt x="749196" y="508964"/>
                  </a:lnTo>
                  <a:lnTo>
                    <a:pt x="740898" y="448786"/>
                  </a:lnTo>
                  <a:lnTo>
                    <a:pt x="738134" y="375236"/>
                  </a:lnTo>
                  <a:lnTo>
                    <a:pt x="740961" y="297129"/>
                  </a:lnTo>
                  <a:lnTo>
                    <a:pt x="749441" y="233223"/>
                  </a:lnTo>
                  <a:lnTo>
                    <a:pt x="763573" y="183517"/>
                  </a:lnTo>
                  <a:lnTo>
                    <a:pt x="783357" y="148013"/>
                  </a:lnTo>
                  <a:lnTo>
                    <a:pt x="839876" y="119609"/>
                  </a:lnTo>
                  <a:lnTo>
                    <a:pt x="1049214" y="119609"/>
                  </a:lnTo>
                  <a:lnTo>
                    <a:pt x="1043690" y="107950"/>
                  </a:lnTo>
                  <a:lnTo>
                    <a:pt x="1021119" y="74965"/>
                  </a:lnTo>
                  <a:lnTo>
                    <a:pt x="963669" y="26987"/>
                  </a:lnTo>
                  <a:lnTo>
                    <a:pt x="889813" y="2998"/>
                  </a:lnTo>
                  <a:lnTo>
                    <a:pt x="846734" y="0"/>
                  </a:lnTo>
                  <a:close/>
                </a:path>
                <a:path w="1095375" h="736600">
                  <a:moveTo>
                    <a:pt x="1049214" y="119609"/>
                  </a:moveTo>
                  <a:lnTo>
                    <a:pt x="839876" y="119609"/>
                  </a:lnTo>
                  <a:lnTo>
                    <a:pt x="868977" y="126503"/>
                  </a:lnTo>
                  <a:lnTo>
                    <a:pt x="892788" y="147184"/>
                  </a:lnTo>
                  <a:lnTo>
                    <a:pt x="911310" y="181653"/>
                  </a:lnTo>
                  <a:lnTo>
                    <a:pt x="924540" y="229909"/>
                  </a:lnTo>
                  <a:lnTo>
                    <a:pt x="932479" y="291953"/>
                  </a:lnTo>
                  <a:lnTo>
                    <a:pt x="935126" y="367783"/>
                  </a:lnTo>
                  <a:lnTo>
                    <a:pt x="932425" y="443613"/>
                  </a:lnTo>
                  <a:lnTo>
                    <a:pt x="924322" y="505654"/>
                  </a:lnTo>
                  <a:lnTo>
                    <a:pt x="910814" y="553908"/>
                  </a:lnTo>
                  <a:lnTo>
                    <a:pt x="891899" y="588373"/>
                  </a:lnTo>
                  <a:lnTo>
                    <a:pt x="837834" y="615945"/>
                  </a:lnTo>
                  <a:lnTo>
                    <a:pt x="1041516" y="615945"/>
                  </a:lnTo>
                  <a:lnTo>
                    <a:pt x="1064861" y="566209"/>
                  </a:lnTo>
                  <a:lnTo>
                    <a:pt x="1078047" y="522397"/>
                  </a:lnTo>
                  <a:lnTo>
                    <a:pt x="1087463" y="473897"/>
                  </a:lnTo>
                  <a:lnTo>
                    <a:pt x="1093111" y="420708"/>
                  </a:lnTo>
                  <a:lnTo>
                    <a:pt x="1094994" y="362830"/>
                  </a:lnTo>
                  <a:lnTo>
                    <a:pt x="1092941" y="299860"/>
                  </a:lnTo>
                  <a:lnTo>
                    <a:pt x="1086784" y="242887"/>
                  </a:lnTo>
                  <a:lnTo>
                    <a:pt x="1076523" y="191910"/>
                  </a:lnTo>
                  <a:lnTo>
                    <a:pt x="1062158" y="146931"/>
                  </a:lnTo>
                  <a:lnTo>
                    <a:pt x="1049214" y="119609"/>
                  </a:lnTo>
                  <a:close/>
                </a:path>
                <a:path w="1095375" h="736600">
                  <a:moveTo>
                    <a:pt x="461248" y="125074"/>
                  </a:moveTo>
                  <a:lnTo>
                    <a:pt x="209946" y="125074"/>
                  </a:lnTo>
                  <a:lnTo>
                    <a:pt x="234799" y="126532"/>
                  </a:lnTo>
                  <a:lnTo>
                    <a:pt x="256230" y="130905"/>
                  </a:lnTo>
                  <a:lnTo>
                    <a:pt x="300137" y="161463"/>
                  </a:lnTo>
                  <a:lnTo>
                    <a:pt x="314706" y="217395"/>
                  </a:lnTo>
                  <a:lnTo>
                    <a:pt x="314208" y="228888"/>
                  </a:lnTo>
                  <a:lnTo>
                    <a:pt x="302217" y="271589"/>
                  </a:lnTo>
                  <a:lnTo>
                    <a:pt x="274155" y="312083"/>
                  </a:lnTo>
                  <a:lnTo>
                    <a:pt x="242956" y="342470"/>
                  </a:lnTo>
                  <a:lnTo>
                    <a:pt x="203190" y="374156"/>
                  </a:lnTo>
                  <a:lnTo>
                    <a:pt x="173023" y="396156"/>
                  </a:lnTo>
                  <a:lnTo>
                    <a:pt x="157539" y="407805"/>
                  </a:lnTo>
                  <a:lnTo>
                    <a:pt x="125364" y="433053"/>
                  </a:lnTo>
                  <a:lnTo>
                    <a:pt x="93607" y="461594"/>
                  </a:lnTo>
                  <a:lnTo>
                    <a:pt x="64526" y="494108"/>
                  </a:lnTo>
                  <a:lnTo>
                    <a:pt x="39086" y="530835"/>
                  </a:lnTo>
                  <a:lnTo>
                    <a:pt x="18288" y="572036"/>
                  </a:lnTo>
                  <a:lnTo>
                    <a:pt x="4572" y="618252"/>
                  </a:lnTo>
                  <a:lnTo>
                    <a:pt x="0" y="670047"/>
                  </a:lnTo>
                  <a:lnTo>
                    <a:pt x="0" y="723662"/>
                  </a:lnTo>
                  <a:lnTo>
                    <a:pt x="473476" y="723662"/>
                  </a:lnTo>
                  <a:lnTo>
                    <a:pt x="473476" y="593622"/>
                  </a:lnTo>
                  <a:lnTo>
                    <a:pt x="171724" y="593622"/>
                  </a:lnTo>
                  <a:lnTo>
                    <a:pt x="172342" y="586576"/>
                  </a:lnTo>
                  <a:lnTo>
                    <a:pt x="193300" y="548761"/>
                  </a:lnTo>
                  <a:lnTo>
                    <a:pt x="226634" y="516559"/>
                  </a:lnTo>
                  <a:lnTo>
                    <a:pt x="258548" y="491733"/>
                  </a:lnTo>
                  <a:lnTo>
                    <a:pt x="310831" y="454288"/>
                  </a:lnTo>
                  <a:lnTo>
                    <a:pt x="327972" y="441803"/>
                  </a:lnTo>
                  <a:lnTo>
                    <a:pt x="361340" y="416183"/>
                  </a:lnTo>
                  <a:lnTo>
                    <a:pt x="392174" y="388813"/>
                  </a:lnTo>
                  <a:lnTo>
                    <a:pt x="419100" y="358853"/>
                  </a:lnTo>
                  <a:lnTo>
                    <a:pt x="441712" y="325847"/>
                  </a:lnTo>
                  <a:lnTo>
                    <a:pt x="459364" y="289358"/>
                  </a:lnTo>
                  <a:lnTo>
                    <a:pt x="470683" y="248407"/>
                  </a:lnTo>
                  <a:lnTo>
                    <a:pt x="474482" y="202000"/>
                  </a:lnTo>
                  <a:lnTo>
                    <a:pt x="473505" y="179469"/>
                  </a:lnTo>
                  <a:lnTo>
                    <a:pt x="470576" y="158021"/>
                  </a:lnTo>
                  <a:lnTo>
                    <a:pt x="465699" y="137655"/>
                  </a:lnTo>
                  <a:lnTo>
                    <a:pt x="461248" y="125074"/>
                  </a:lnTo>
                  <a:close/>
                </a:path>
                <a:path w="1095375" h="736600">
                  <a:moveTo>
                    <a:pt x="243718" y="0"/>
                  </a:moveTo>
                  <a:lnTo>
                    <a:pt x="186852" y="3759"/>
                  </a:lnTo>
                  <a:lnTo>
                    <a:pt x="132999" y="15030"/>
                  </a:lnTo>
                  <a:lnTo>
                    <a:pt x="82117" y="33799"/>
                  </a:lnTo>
                  <a:lnTo>
                    <a:pt x="34168" y="60054"/>
                  </a:lnTo>
                  <a:lnTo>
                    <a:pt x="34168" y="198037"/>
                  </a:lnTo>
                  <a:lnTo>
                    <a:pt x="76661" y="166113"/>
                  </a:lnTo>
                  <a:lnTo>
                    <a:pt x="120114" y="143312"/>
                  </a:lnTo>
                  <a:lnTo>
                    <a:pt x="164538" y="129633"/>
                  </a:lnTo>
                  <a:lnTo>
                    <a:pt x="209946" y="125074"/>
                  </a:lnTo>
                  <a:lnTo>
                    <a:pt x="461248" y="125074"/>
                  </a:lnTo>
                  <a:lnTo>
                    <a:pt x="458876" y="118372"/>
                  </a:lnTo>
                  <a:lnTo>
                    <a:pt x="439704" y="83696"/>
                  </a:lnTo>
                  <a:lnTo>
                    <a:pt x="413400" y="54601"/>
                  </a:lnTo>
                  <a:lnTo>
                    <a:pt x="380363" y="31353"/>
                  </a:lnTo>
                  <a:lnTo>
                    <a:pt x="340766" y="14097"/>
                  </a:lnTo>
                  <a:lnTo>
                    <a:pt x="295008" y="3525"/>
                  </a:lnTo>
                  <a:lnTo>
                    <a:pt x="270069" y="881"/>
                  </a:lnTo>
                  <a:lnTo>
                    <a:pt x="243718" y="0"/>
                  </a:lnTo>
                  <a:close/>
                </a:path>
              </a:pathLst>
            </a:custGeom>
            <a:solidFill>
              <a:srgbClr val="FFFF00"/>
            </a:solidFill>
          </p:spPr>
          <p:txBody>
            <a:bodyPr wrap="square" lIns="0" tIns="0" rIns="0" bIns="0" rtlCol="0"/>
            <a:lstStyle/>
            <a:p>
              <a:endParaRPr/>
            </a:p>
          </p:txBody>
        </p:sp>
        <p:sp>
          <p:nvSpPr>
            <p:cNvPr id="174" name="object 174"/>
            <p:cNvSpPr/>
            <p:nvPr/>
          </p:nvSpPr>
          <p:spPr>
            <a:xfrm>
              <a:off x="7307061" y="5539358"/>
              <a:ext cx="1095375" cy="736600"/>
            </a:xfrm>
            <a:custGeom>
              <a:avLst/>
              <a:gdLst/>
              <a:ahLst/>
              <a:cxnLst/>
              <a:rect l="l" t="t" r="r" b="b"/>
              <a:pathLst>
                <a:path w="1095375" h="736600">
                  <a:moveTo>
                    <a:pt x="839876" y="119609"/>
                  </a:moveTo>
                  <a:lnTo>
                    <a:pt x="783357" y="148013"/>
                  </a:lnTo>
                  <a:lnTo>
                    <a:pt x="763573" y="183517"/>
                  </a:lnTo>
                  <a:lnTo>
                    <a:pt x="749441" y="233223"/>
                  </a:lnTo>
                  <a:lnTo>
                    <a:pt x="740961" y="297129"/>
                  </a:lnTo>
                  <a:lnTo>
                    <a:pt x="738134" y="375236"/>
                  </a:lnTo>
                  <a:lnTo>
                    <a:pt x="740898" y="448786"/>
                  </a:lnTo>
                  <a:lnTo>
                    <a:pt x="749196" y="508964"/>
                  </a:lnTo>
                  <a:lnTo>
                    <a:pt x="763032" y="555768"/>
                  </a:lnTo>
                  <a:lnTo>
                    <a:pt x="782413" y="589200"/>
                  </a:lnTo>
                  <a:lnTo>
                    <a:pt x="837834" y="615945"/>
                  </a:lnTo>
                  <a:lnTo>
                    <a:pt x="867572" y="609053"/>
                  </a:lnTo>
                  <a:lnTo>
                    <a:pt x="910814" y="553908"/>
                  </a:lnTo>
                  <a:lnTo>
                    <a:pt x="924322" y="505654"/>
                  </a:lnTo>
                  <a:lnTo>
                    <a:pt x="932425" y="443613"/>
                  </a:lnTo>
                  <a:lnTo>
                    <a:pt x="935126" y="367783"/>
                  </a:lnTo>
                  <a:lnTo>
                    <a:pt x="932479" y="291953"/>
                  </a:lnTo>
                  <a:lnTo>
                    <a:pt x="924540" y="229909"/>
                  </a:lnTo>
                  <a:lnTo>
                    <a:pt x="911310" y="181653"/>
                  </a:lnTo>
                  <a:lnTo>
                    <a:pt x="892788" y="147184"/>
                  </a:lnTo>
                  <a:lnTo>
                    <a:pt x="839876" y="119609"/>
                  </a:lnTo>
                  <a:close/>
                </a:path>
                <a:path w="1095375" h="736600">
                  <a:moveTo>
                    <a:pt x="846734" y="0"/>
                  </a:moveTo>
                  <a:lnTo>
                    <a:pt x="889813" y="2998"/>
                  </a:lnTo>
                  <a:lnTo>
                    <a:pt x="928792" y="11994"/>
                  </a:lnTo>
                  <a:lnTo>
                    <a:pt x="994445" y="47977"/>
                  </a:lnTo>
                  <a:lnTo>
                    <a:pt x="1043690" y="107950"/>
                  </a:lnTo>
                  <a:lnTo>
                    <a:pt x="1062158" y="146931"/>
                  </a:lnTo>
                  <a:lnTo>
                    <a:pt x="1076523" y="191910"/>
                  </a:lnTo>
                  <a:lnTo>
                    <a:pt x="1086784" y="242887"/>
                  </a:lnTo>
                  <a:lnTo>
                    <a:pt x="1092941" y="299860"/>
                  </a:lnTo>
                  <a:lnTo>
                    <a:pt x="1094993" y="362830"/>
                  </a:lnTo>
                  <a:lnTo>
                    <a:pt x="1093111" y="420708"/>
                  </a:lnTo>
                  <a:lnTo>
                    <a:pt x="1087463" y="473897"/>
                  </a:lnTo>
                  <a:lnTo>
                    <a:pt x="1078047" y="522397"/>
                  </a:lnTo>
                  <a:lnTo>
                    <a:pt x="1064861" y="566209"/>
                  </a:lnTo>
                  <a:lnTo>
                    <a:pt x="1047905" y="605332"/>
                  </a:lnTo>
                  <a:lnTo>
                    <a:pt x="1027175" y="639769"/>
                  </a:lnTo>
                  <a:lnTo>
                    <a:pt x="997706" y="674436"/>
                  </a:lnTo>
                  <a:lnTo>
                    <a:pt x="963541" y="701400"/>
                  </a:lnTo>
                  <a:lnTo>
                    <a:pt x="924679" y="720660"/>
                  </a:lnTo>
                  <a:lnTo>
                    <a:pt x="881120" y="732215"/>
                  </a:lnTo>
                  <a:lnTo>
                    <a:pt x="832865" y="736067"/>
                  </a:lnTo>
                  <a:lnTo>
                    <a:pt x="788763" y="733118"/>
                  </a:lnTo>
                  <a:lnTo>
                    <a:pt x="748862" y="724270"/>
                  </a:lnTo>
                  <a:lnTo>
                    <a:pt x="713160" y="709524"/>
                  </a:lnTo>
                  <a:lnTo>
                    <a:pt x="654357" y="662335"/>
                  </a:lnTo>
                  <a:lnTo>
                    <a:pt x="631256" y="629893"/>
                  </a:lnTo>
                  <a:lnTo>
                    <a:pt x="612355" y="591552"/>
                  </a:lnTo>
                  <a:lnTo>
                    <a:pt x="597655" y="547312"/>
                  </a:lnTo>
                  <a:lnTo>
                    <a:pt x="587154" y="497174"/>
                  </a:lnTo>
                  <a:lnTo>
                    <a:pt x="580854" y="441137"/>
                  </a:lnTo>
                  <a:lnTo>
                    <a:pt x="578754" y="379201"/>
                  </a:lnTo>
                  <a:lnTo>
                    <a:pt x="580659" y="319938"/>
                  </a:lnTo>
                  <a:lnTo>
                    <a:pt x="586378" y="265569"/>
                  </a:lnTo>
                  <a:lnTo>
                    <a:pt x="595914" y="216092"/>
                  </a:lnTo>
                  <a:lnTo>
                    <a:pt x="609270" y="171510"/>
                  </a:lnTo>
                  <a:lnTo>
                    <a:pt x="626449" y="131820"/>
                  </a:lnTo>
                  <a:lnTo>
                    <a:pt x="647456" y="97023"/>
                  </a:lnTo>
                  <a:lnTo>
                    <a:pt x="677430" y="62112"/>
                  </a:lnTo>
                  <a:lnTo>
                    <a:pt x="712343" y="34947"/>
                  </a:lnTo>
                  <a:lnTo>
                    <a:pt x="752198" y="15536"/>
                  </a:lnTo>
                  <a:lnTo>
                    <a:pt x="796994" y="3885"/>
                  </a:lnTo>
                  <a:lnTo>
                    <a:pt x="846734" y="0"/>
                  </a:lnTo>
                  <a:close/>
                </a:path>
                <a:path w="1095375" h="736600">
                  <a:moveTo>
                    <a:pt x="243718" y="0"/>
                  </a:moveTo>
                  <a:lnTo>
                    <a:pt x="295008" y="3525"/>
                  </a:lnTo>
                  <a:lnTo>
                    <a:pt x="340766" y="14096"/>
                  </a:lnTo>
                  <a:lnTo>
                    <a:pt x="380363" y="31353"/>
                  </a:lnTo>
                  <a:lnTo>
                    <a:pt x="413400" y="54601"/>
                  </a:lnTo>
                  <a:lnTo>
                    <a:pt x="439704" y="83696"/>
                  </a:lnTo>
                  <a:lnTo>
                    <a:pt x="458876" y="118372"/>
                  </a:lnTo>
                  <a:lnTo>
                    <a:pt x="470576" y="158021"/>
                  </a:lnTo>
                  <a:lnTo>
                    <a:pt x="474482" y="202000"/>
                  </a:lnTo>
                  <a:lnTo>
                    <a:pt x="473530" y="225885"/>
                  </a:lnTo>
                  <a:lnTo>
                    <a:pt x="465956" y="269565"/>
                  </a:lnTo>
                  <a:lnTo>
                    <a:pt x="451148" y="308039"/>
                  </a:lnTo>
                  <a:lnTo>
                    <a:pt x="431036" y="342785"/>
                  </a:lnTo>
                  <a:lnTo>
                    <a:pt x="406135" y="374156"/>
                  </a:lnTo>
                  <a:lnTo>
                    <a:pt x="377236" y="402822"/>
                  </a:lnTo>
                  <a:lnTo>
                    <a:pt x="344804" y="429101"/>
                  </a:lnTo>
                  <a:lnTo>
                    <a:pt x="310831" y="454288"/>
                  </a:lnTo>
                  <a:lnTo>
                    <a:pt x="293369" y="466557"/>
                  </a:lnTo>
                  <a:lnTo>
                    <a:pt x="281507" y="474981"/>
                  </a:lnTo>
                  <a:lnTo>
                    <a:pt x="247406" y="500060"/>
                  </a:lnTo>
                  <a:lnTo>
                    <a:pt x="217213" y="524716"/>
                  </a:lnTo>
                  <a:lnTo>
                    <a:pt x="187020" y="556594"/>
                  </a:lnTo>
                  <a:lnTo>
                    <a:pt x="171724" y="593622"/>
                  </a:lnTo>
                  <a:lnTo>
                    <a:pt x="473476" y="593622"/>
                  </a:lnTo>
                  <a:lnTo>
                    <a:pt x="473476" y="723662"/>
                  </a:lnTo>
                  <a:lnTo>
                    <a:pt x="0" y="723662"/>
                  </a:lnTo>
                  <a:lnTo>
                    <a:pt x="0" y="670047"/>
                  </a:lnTo>
                  <a:lnTo>
                    <a:pt x="4571" y="618252"/>
                  </a:lnTo>
                  <a:lnTo>
                    <a:pt x="18287" y="572036"/>
                  </a:lnTo>
                  <a:lnTo>
                    <a:pt x="39086" y="530835"/>
                  </a:lnTo>
                  <a:lnTo>
                    <a:pt x="64526" y="494108"/>
                  </a:lnTo>
                  <a:lnTo>
                    <a:pt x="93607" y="461594"/>
                  </a:lnTo>
                  <a:lnTo>
                    <a:pt x="125364" y="433053"/>
                  </a:lnTo>
                  <a:lnTo>
                    <a:pt x="157539" y="407805"/>
                  </a:lnTo>
                  <a:lnTo>
                    <a:pt x="203248" y="374114"/>
                  </a:lnTo>
                  <a:lnTo>
                    <a:pt x="217444" y="363320"/>
                  </a:lnTo>
                  <a:lnTo>
                    <a:pt x="254297" y="332313"/>
                  </a:lnTo>
                  <a:lnTo>
                    <a:pt x="282701" y="302014"/>
                  </a:lnTo>
                  <a:lnTo>
                    <a:pt x="306720" y="261317"/>
                  </a:lnTo>
                  <a:lnTo>
                    <a:pt x="314705" y="217395"/>
                  </a:lnTo>
                  <a:lnTo>
                    <a:pt x="313088" y="195959"/>
                  </a:lnTo>
                  <a:lnTo>
                    <a:pt x="288797" y="148397"/>
                  </a:lnTo>
                  <a:lnTo>
                    <a:pt x="234799" y="126532"/>
                  </a:lnTo>
                  <a:lnTo>
                    <a:pt x="209946" y="125074"/>
                  </a:lnTo>
                  <a:lnTo>
                    <a:pt x="164538" y="129633"/>
                  </a:lnTo>
                  <a:lnTo>
                    <a:pt x="120114" y="143312"/>
                  </a:lnTo>
                  <a:lnTo>
                    <a:pt x="76661" y="166113"/>
                  </a:lnTo>
                  <a:lnTo>
                    <a:pt x="34168" y="198037"/>
                  </a:lnTo>
                  <a:lnTo>
                    <a:pt x="34168" y="60054"/>
                  </a:lnTo>
                  <a:lnTo>
                    <a:pt x="82117" y="33799"/>
                  </a:lnTo>
                  <a:lnTo>
                    <a:pt x="132999" y="15030"/>
                  </a:lnTo>
                  <a:lnTo>
                    <a:pt x="186852" y="3759"/>
                  </a:lnTo>
                  <a:lnTo>
                    <a:pt x="243718" y="0"/>
                  </a:lnTo>
                  <a:close/>
                </a:path>
              </a:pathLst>
            </a:custGeom>
            <a:ln w="12191">
              <a:solidFill>
                <a:srgbClr val="000000"/>
              </a:solidFill>
            </a:ln>
          </p:spPr>
          <p:txBody>
            <a:bodyPr wrap="square" lIns="0" tIns="0" rIns="0" bIns="0" rtlCol="0"/>
            <a:lstStyle/>
            <a:p>
              <a:endParaRPr/>
            </a:p>
          </p:txBody>
        </p:sp>
        <p:sp>
          <p:nvSpPr>
            <p:cNvPr id="175" name="object 175"/>
            <p:cNvSpPr/>
            <p:nvPr/>
          </p:nvSpPr>
          <p:spPr>
            <a:xfrm>
              <a:off x="6748272" y="5234939"/>
              <a:ext cx="2218944" cy="1345692"/>
            </a:xfrm>
            <a:prstGeom prst="rect">
              <a:avLst/>
            </a:prstGeom>
            <a:blipFill>
              <a:blip r:embed="rId74" cstate="print"/>
              <a:stretch>
                <a:fillRect/>
              </a:stretch>
            </a:blipFill>
          </p:spPr>
          <p:txBody>
            <a:bodyPr wrap="square" lIns="0" tIns="0" rIns="0" bIns="0" rtlCol="0"/>
            <a:lstStyle/>
            <a:p>
              <a:endParaRPr/>
            </a:p>
          </p:txBody>
        </p:sp>
        <p:sp>
          <p:nvSpPr>
            <p:cNvPr id="176" name="object 176"/>
            <p:cNvSpPr/>
            <p:nvPr/>
          </p:nvSpPr>
          <p:spPr>
            <a:xfrm>
              <a:off x="6594348" y="4917946"/>
              <a:ext cx="2549651" cy="1940052"/>
            </a:xfrm>
            <a:prstGeom prst="rect">
              <a:avLst/>
            </a:prstGeom>
            <a:blipFill>
              <a:blip r:embed="rId75" cstate="print"/>
              <a:stretch>
                <a:fillRect/>
              </a:stretch>
            </a:blipFill>
          </p:spPr>
          <p:txBody>
            <a:bodyPr wrap="square" lIns="0" tIns="0" rIns="0" bIns="0" rtlCol="0"/>
            <a:lstStyle/>
            <a:p>
              <a:endParaRPr/>
            </a:p>
          </p:txBody>
        </p:sp>
        <p:sp>
          <p:nvSpPr>
            <p:cNvPr id="177" name="object 177"/>
            <p:cNvSpPr/>
            <p:nvPr/>
          </p:nvSpPr>
          <p:spPr>
            <a:xfrm>
              <a:off x="6829440" y="5295900"/>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12"/>
                  </a:lnTo>
                  <a:lnTo>
                    <a:pt x="4724" y="998374"/>
                  </a:lnTo>
                  <a:lnTo>
                    <a:pt x="18275" y="1042020"/>
                  </a:lnTo>
                  <a:lnTo>
                    <a:pt x="39715" y="1081517"/>
                  </a:lnTo>
                  <a:lnTo>
                    <a:pt x="68111" y="1115928"/>
                  </a:lnTo>
                  <a:lnTo>
                    <a:pt x="102526" y="1144320"/>
                  </a:lnTo>
                  <a:lnTo>
                    <a:pt x="142024" y="1165757"/>
                  </a:lnTo>
                  <a:lnTo>
                    <a:pt x="185671" y="1179305"/>
                  </a:lnTo>
                  <a:lnTo>
                    <a:pt x="232531" y="1184029"/>
                  </a:lnTo>
                  <a:lnTo>
                    <a:pt x="1824837" y="1184029"/>
                  </a:lnTo>
                  <a:lnTo>
                    <a:pt x="1871698" y="1179305"/>
                  </a:lnTo>
                  <a:lnTo>
                    <a:pt x="1915349" y="1165757"/>
                  </a:lnTo>
                  <a:lnTo>
                    <a:pt x="1954852" y="1144320"/>
                  </a:lnTo>
                  <a:lnTo>
                    <a:pt x="1989273" y="1115928"/>
                  </a:lnTo>
                  <a:lnTo>
                    <a:pt x="2017674" y="1081517"/>
                  </a:lnTo>
                  <a:lnTo>
                    <a:pt x="2039120" y="1042020"/>
                  </a:lnTo>
                  <a:lnTo>
                    <a:pt x="2052673" y="998374"/>
                  </a:lnTo>
                  <a:lnTo>
                    <a:pt x="2057399" y="951512"/>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78" name="object 178"/>
            <p:cNvSpPr/>
            <p:nvPr/>
          </p:nvSpPr>
          <p:spPr>
            <a:xfrm>
              <a:off x="6829440" y="5295900"/>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12"/>
                  </a:lnTo>
                  <a:lnTo>
                    <a:pt x="2052673" y="998374"/>
                  </a:lnTo>
                  <a:lnTo>
                    <a:pt x="2039120" y="1042020"/>
                  </a:lnTo>
                  <a:lnTo>
                    <a:pt x="2017674" y="1081517"/>
                  </a:lnTo>
                  <a:lnTo>
                    <a:pt x="1989273" y="1115928"/>
                  </a:lnTo>
                  <a:lnTo>
                    <a:pt x="1954852" y="1144320"/>
                  </a:lnTo>
                  <a:lnTo>
                    <a:pt x="1915349" y="1165757"/>
                  </a:lnTo>
                  <a:lnTo>
                    <a:pt x="1871698" y="1179305"/>
                  </a:lnTo>
                  <a:lnTo>
                    <a:pt x="1824837" y="1184029"/>
                  </a:lnTo>
                  <a:lnTo>
                    <a:pt x="232531" y="1184029"/>
                  </a:lnTo>
                  <a:lnTo>
                    <a:pt x="185671" y="1179305"/>
                  </a:lnTo>
                  <a:lnTo>
                    <a:pt x="142024" y="1165757"/>
                  </a:lnTo>
                  <a:lnTo>
                    <a:pt x="102526" y="1144320"/>
                  </a:lnTo>
                  <a:lnTo>
                    <a:pt x="68111" y="1115928"/>
                  </a:lnTo>
                  <a:lnTo>
                    <a:pt x="39715" y="1081517"/>
                  </a:lnTo>
                  <a:lnTo>
                    <a:pt x="18275" y="1042020"/>
                  </a:lnTo>
                  <a:lnTo>
                    <a:pt x="4724" y="998374"/>
                  </a:lnTo>
                  <a:lnTo>
                    <a:pt x="0" y="951512"/>
                  </a:lnTo>
                  <a:lnTo>
                    <a:pt x="0" y="232541"/>
                  </a:lnTo>
                  <a:close/>
                </a:path>
              </a:pathLst>
            </a:custGeom>
            <a:ln w="76199">
              <a:solidFill>
                <a:srgbClr val="00AF50"/>
              </a:solidFill>
            </a:ln>
          </p:spPr>
          <p:txBody>
            <a:bodyPr wrap="square" lIns="0" tIns="0" rIns="0" bIns="0" rtlCol="0"/>
            <a:lstStyle/>
            <a:p>
              <a:endParaRPr/>
            </a:p>
          </p:txBody>
        </p:sp>
        <p:sp>
          <p:nvSpPr>
            <p:cNvPr id="179" name="object 179"/>
            <p:cNvSpPr/>
            <p:nvPr/>
          </p:nvSpPr>
          <p:spPr>
            <a:xfrm>
              <a:off x="6635496" y="4937759"/>
              <a:ext cx="2481072" cy="1920239"/>
            </a:xfrm>
            <a:prstGeom prst="rect">
              <a:avLst/>
            </a:prstGeom>
            <a:blipFill>
              <a:blip r:embed="rId76" cstate="print"/>
              <a:stretch>
                <a:fillRect/>
              </a:stretch>
            </a:blipFill>
          </p:spPr>
          <p:txBody>
            <a:bodyPr wrap="square" lIns="0" tIns="0" rIns="0" bIns="0" rtlCol="0"/>
            <a:lstStyle/>
            <a:p>
              <a:endParaRPr/>
            </a:p>
          </p:txBody>
        </p:sp>
        <p:sp>
          <p:nvSpPr>
            <p:cNvPr id="180" name="object 180"/>
            <p:cNvSpPr/>
            <p:nvPr/>
          </p:nvSpPr>
          <p:spPr>
            <a:xfrm>
              <a:off x="7313432" y="5532119"/>
              <a:ext cx="957580" cy="727710"/>
            </a:xfrm>
            <a:custGeom>
              <a:avLst/>
              <a:gdLst/>
              <a:ahLst/>
              <a:cxnLst/>
              <a:rect l="l" t="t" r="r" b="b"/>
              <a:pathLst>
                <a:path w="957579" h="727710">
                  <a:moveTo>
                    <a:pt x="461350" y="129076"/>
                  </a:moveTo>
                  <a:lnTo>
                    <a:pt x="210037" y="129076"/>
                  </a:lnTo>
                  <a:lnTo>
                    <a:pt x="234836" y="130532"/>
                  </a:lnTo>
                  <a:lnTo>
                    <a:pt x="256245" y="134901"/>
                  </a:lnTo>
                  <a:lnTo>
                    <a:pt x="300175" y="165453"/>
                  </a:lnTo>
                  <a:lnTo>
                    <a:pt x="314706" y="221385"/>
                  </a:lnTo>
                  <a:lnTo>
                    <a:pt x="314205" y="232877"/>
                  </a:lnTo>
                  <a:lnTo>
                    <a:pt x="302311" y="275584"/>
                  </a:lnTo>
                  <a:lnTo>
                    <a:pt x="274151" y="316071"/>
                  </a:lnTo>
                  <a:lnTo>
                    <a:pt x="242956" y="346460"/>
                  </a:lnTo>
                  <a:lnTo>
                    <a:pt x="203294" y="378151"/>
                  </a:lnTo>
                  <a:lnTo>
                    <a:pt x="173069" y="400146"/>
                  </a:lnTo>
                  <a:lnTo>
                    <a:pt x="157539" y="411791"/>
                  </a:lnTo>
                  <a:lnTo>
                    <a:pt x="125333" y="437043"/>
                  </a:lnTo>
                  <a:lnTo>
                    <a:pt x="93634" y="465583"/>
                  </a:lnTo>
                  <a:lnTo>
                    <a:pt x="64495" y="498098"/>
                  </a:lnTo>
                  <a:lnTo>
                    <a:pt x="39121" y="534823"/>
                  </a:lnTo>
                  <a:lnTo>
                    <a:pt x="18409" y="576023"/>
                  </a:lnTo>
                  <a:lnTo>
                    <a:pt x="4632" y="622245"/>
                  </a:lnTo>
                  <a:lnTo>
                    <a:pt x="0" y="674049"/>
                  </a:lnTo>
                  <a:lnTo>
                    <a:pt x="0" y="727649"/>
                  </a:lnTo>
                  <a:lnTo>
                    <a:pt x="473567" y="727649"/>
                  </a:lnTo>
                  <a:lnTo>
                    <a:pt x="473567" y="597609"/>
                  </a:lnTo>
                  <a:lnTo>
                    <a:pt x="171815" y="597609"/>
                  </a:lnTo>
                  <a:lnTo>
                    <a:pt x="172437" y="590563"/>
                  </a:lnTo>
                  <a:lnTo>
                    <a:pt x="193368" y="552746"/>
                  </a:lnTo>
                  <a:lnTo>
                    <a:pt x="226683" y="520553"/>
                  </a:lnTo>
                  <a:lnTo>
                    <a:pt x="258668" y="495721"/>
                  </a:lnTo>
                  <a:lnTo>
                    <a:pt x="293370" y="470547"/>
                  </a:lnTo>
                  <a:lnTo>
                    <a:pt x="310845" y="458278"/>
                  </a:lnTo>
                  <a:lnTo>
                    <a:pt x="328018" y="445793"/>
                  </a:lnTo>
                  <a:lnTo>
                    <a:pt x="361431" y="420172"/>
                  </a:lnTo>
                  <a:lnTo>
                    <a:pt x="392235" y="392806"/>
                  </a:lnTo>
                  <a:lnTo>
                    <a:pt x="419221" y="362843"/>
                  </a:lnTo>
                  <a:lnTo>
                    <a:pt x="441761" y="329836"/>
                  </a:lnTo>
                  <a:lnTo>
                    <a:pt x="459364" y="293357"/>
                  </a:lnTo>
                  <a:lnTo>
                    <a:pt x="470790" y="252402"/>
                  </a:lnTo>
                  <a:lnTo>
                    <a:pt x="474604" y="205989"/>
                  </a:lnTo>
                  <a:lnTo>
                    <a:pt x="473626" y="183456"/>
                  </a:lnTo>
                  <a:lnTo>
                    <a:pt x="470695" y="162005"/>
                  </a:lnTo>
                  <a:lnTo>
                    <a:pt x="465808" y="141640"/>
                  </a:lnTo>
                  <a:lnTo>
                    <a:pt x="461350" y="129076"/>
                  </a:lnTo>
                  <a:close/>
                </a:path>
                <a:path w="957579" h="727710">
                  <a:moveTo>
                    <a:pt x="243718" y="3941"/>
                  </a:moveTo>
                  <a:lnTo>
                    <a:pt x="186901" y="7701"/>
                  </a:lnTo>
                  <a:lnTo>
                    <a:pt x="133049" y="18977"/>
                  </a:lnTo>
                  <a:lnTo>
                    <a:pt x="82173" y="37760"/>
                  </a:lnTo>
                  <a:lnTo>
                    <a:pt x="34290" y="64044"/>
                  </a:lnTo>
                  <a:lnTo>
                    <a:pt x="34290" y="202036"/>
                  </a:lnTo>
                  <a:lnTo>
                    <a:pt x="76713" y="170112"/>
                  </a:lnTo>
                  <a:lnTo>
                    <a:pt x="120163" y="147313"/>
                  </a:lnTo>
                  <a:lnTo>
                    <a:pt x="164613" y="133635"/>
                  </a:lnTo>
                  <a:lnTo>
                    <a:pt x="210037" y="129076"/>
                  </a:lnTo>
                  <a:lnTo>
                    <a:pt x="461350" y="129076"/>
                  </a:lnTo>
                  <a:lnTo>
                    <a:pt x="458967" y="122361"/>
                  </a:lnTo>
                  <a:lnTo>
                    <a:pt x="439704" y="87685"/>
                  </a:lnTo>
                  <a:lnTo>
                    <a:pt x="413491" y="58591"/>
                  </a:lnTo>
                  <a:lnTo>
                    <a:pt x="380451" y="35311"/>
                  </a:lnTo>
                  <a:lnTo>
                    <a:pt x="340735" y="18156"/>
                  </a:lnTo>
                  <a:lnTo>
                    <a:pt x="295027" y="7526"/>
                  </a:lnTo>
                  <a:lnTo>
                    <a:pt x="270068" y="4841"/>
                  </a:lnTo>
                  <a:lnTo>
                    <a:pt x="243718" y="3941"/>
                  </a:lnTo>
                  <a:close/>
                </a:path>
                <a:path w="957579" h="727710">
                  <a:moveTo>
                    <a:pt x="957072" y="176713"/>
                  </a:moveTo>
                  <a:lnTo>
                    <a:pt x="800740" y="176713"/>
                  </a:lnTo>
                  <a:lnTo>
                    <a:pt x="800740" y="727649"/>
                  </a:lnTo>
                  <a:lnTo>
                    <a:pt x="957072" y="727649"/>
                  </a:lnTo>
                  <a:lnTo>
                    <a:pt x="957072" y="176713"/>
                  </a:lnTo>
                  <a:close/>
                </a:path>
                <a:path w="957579" h="727710">
                  <a:moveTo>
                    <a:pt x="957072" y="0"/>
                  </a:moveTo>
                  <a:lnTo>
                    <a:pt x="862187" y="0"/>
                  </a:lnTo>
                  <a:lnTo>
                    <a:pt x="839713" y="16314"/>
                  </a:lnTo>
                  <a:lnTo>
                    <a:pt x="815915" y="31922"/>
                  </a:lnTo>
                  <a:lnTo>
                    <a:pt x="764407" y="61066"/>
                  </a:lnTo>
                  <a:lnTo>
                    <a:pt x="708591" y="86379"/>
                  </a:lnTo>
                  <a:lnTo>
                    <a:pt x="649345" y="106728"/>
                  </a:lnTo>
                  <a:lnTo>
                    <a:pt x="649345" y="238755"/>
                  </a:lnTo>
                  <a:lnTo>
                    <a:pt x="691499" y="230565"/>
                  </a:lnTo>
                  <a:lnTo>
                    <a:pt x="732647" y="216657"/>
                  </a:lnTo>
                  <a:lnTo>
                    <a:pt x="770107" y="198299"/>
                  </a:lnTo>
                  <a:lnTo>
                    <a:pt x="800740" y="176713"/>
                  </a:lnTo>
                  <a:lnTo>
                    <a:pt x="957072" y="176713"/>
                  </a:lnTo>
                  <a:lnTo>
                    <a:pt x="957072" y="0"/>
                  </a:lnTo>
                  <a:close/>
                </a:path>
              </a:pathLst>
            </a:custGeom>
            <a:solidFill>
              <a:srgbClr val="FFFF00"/>
            </a:solidFill>
          </p:spPr>
          <p:txBody>
            <a:bodyPr wrap="square" lIns="0" tIns="0" rIns="0" bIns="0" rtlCol="0"/>
            <a:lstStyle/>
            <a:p>
              <a:endParaRPr/>
            </a:p>
          </p:txBody>
        </p:sp>
        <p:sp>
          <p:nvSpPr>
            <p:cNvPr id="181" name="object 181"/>
            <p:cNvSpPr/>
            <p:nvPr/>
          </p:nvSpPr>
          <p:spPr>
            <a:xfrm>
              <a:off x="7313432" y="5532120"/>
              <a:ext cx="957580" cy="727710"/>
            </a:xfrm>
            <a:custGeom>
              <a:avLst/>
              <a:gdLst/>
              <a:ahLst/>
              <a:cxnLst/>
              <a:rect l="l" t="t" r="r" b="b"/>
              <a:pathLst>
                <a:path w="957579" h="727710">
                  <a:moveTo>
                    <a:pt x="243718" y="3941"/>
                  </a:moveTo>
                  <a:lnTo>
                    <a:pt x="295027" y="7526"/>
                  </a:lnTo>
                  <a:lnTo>
                    <a:pt x="340735" y="18156"/>
                  </a:lnTo>
                  <a:lnTo>
                    <a:pt x="380451" y="35311"/>
                  </a:lnTo>
                  <a:lnTo>
                    <a:pt x="413491" y="58591"/>
                  </a:lnTo>
                  <a:lnTo>
                    <a:pt x="439704" y="87685"/>
                  </a:lnTo>
                  <a:lnTo>
                    <a:pt x="458967" y="122361"/>
                  </a:lnTo>
                  <a:lnTo>
                    <a:pt x="470695" y="162005"/>
                  </a:lnTo>
                  <a:lnTo>
                    <a:pt x="474604" y="205989"/>
                  </a:lnTo>
                  <a:lnTo>
                    <a:pt x="473650" y="229879"/>
                  </a:lnTo>
                  <a:lnTo>
                    <a:pt x="466027" y="273560"/>
                  </a:lnTo>
                  <a:lnTo>
                    <a:pt x="451188" y="312031"/>
                  </a:lnTo>
                  <a:lnTo>
                    <a:pt x="431100" y="346773"/>
                  </a:lnTo>
                  <a:lnTo>
                    <a:pt x="406193" y="378151"/>
                  </a:lnTo>
                  <a:lnTo>
                    <a:pt x="377323" y="406812"/>
                  </a:lnTo>
                  <a:lnTo>
                    <a:pt x="344882" y="433091"/>
                  </a:lnTo>
                  <a:lnTo>
                    <a:pt x="310845" y="458278"/>
                  </a:lnTo>
                  <a:lnTo>
                    <a:pt x="293369" y="470547"/>
                  </a:lnTo>
                  <a:lnTo>
                    <a:pt x="281578" y="478969"/>
                  </a:lnTo>
                  <a:lnTo>
                    <a:pt x="247528" y="504050"/>
                  </a:lnTo>
                  <a:lnTo>
                    <a:pt x="217254" y="528710"/>
                  </a:lnTo>
                  <a:lnTo>
                    <a:pt x="187112" y="560579"/>
                  </a:lnTo>
                  <a:lnTo>
                    <a:pt x="171815" y="597609"/>
                  </a:lnTo>
                  <a:lnTo>
                    <a:pt x="473567" y="597609"/>
                  </a:lnTo>
                  <a:lnTo>
                    <a:pt x="473567" y="727649"/>
                  </a:lnTo>
                  <a:lnTo>
                    <a:pt x="0" y="727649"/>
                  </a:lnTo>
                  <a:lnTo>
                    <a:pt x="0" y="674049"/>
                  </a:lnTo>
                  <a:lnTo>
                    <a:pt x="4632" y="622245"/>
                  </a:lnTo>
                  <a:lnTo>
                    <a:pt x="18409" y="576023"/>
                  </a:lnTo>
                  <a:lnTo>
                    <a:pt x="39121" y="534823"/>
                  </a:lnTo>
                  <a:lnTo>
                    <a:pt x="64495" y="498098"/>
                  </a:lnTo>
                  <a:lnTo>
                    <a:pt x="93634" y="465583"/>
                  </a:lnTo>
                  <a:lnTo>
                    <a:pt x="125333" y="437043"/>
                  </a:lnTo>
                  <a:lnTo>
                    <a:pt x="157539" y="411791"/>
                  </a:lnTo>
                  <a:lnTo>
                    <a:pt x="188213" y="389156"/>
                  </a:lnTo>
                  <a:lnTo>
                    <a:pt x="203351" y="378109"/>
                  </a:lnTo>
                  <a:lnTo>
                    <a:pt x="242956" y="346460"/>
                  </a:lnTo>
                  <a:lnTo>
                    <a:pt x="274151" y="316071"/>
                  </a:lnTo>
                  <a:lnTo>
                    <a:pt x="302311" y="275584"/>
                  </a:lnTo>
                  <a:lnTo>
                    <a:pt x="314205" y="232877"/>
                  </a:lnTo>
                  <a:lnTo>
                    <a:pt x="314705" y="221385"/>
                  </a:lnTo>
                  <a:lnTo>
                    <a:pt x="313085" y="199949"/>
                  </a:lnTo>
                  <a:lnTo>
                    <a:pt x="288919" y="152387"/>
                  </a:lnTo>
                  <a:lnTo>
                    <a:pt x="234836" y="130532"/>
                  </a:lnTo>
                  <a:lnTo>
                    <a:pt x="210037" y="129076"/>
                  </a:lnTo>
                  <a:lnTo>
                    <a:pt x="164613" y="133635"/>
                  </a:lnTo>
                  <a:lnTo>
                    <a:pt x="120163" y="147313"/>
                  </a:lnTo>
                  <a:lnTo>
                    <a:pt x="76713" y="170112"/>
                  </a:lnTo>
                  <a:lnTo>
                    <a:pt x="34289" y="202036"/>
                  </a:lnTo>
                  <a:lnTo>
                    <a:pt x="34289" y="64044"/>
                  </a:lnTo>
                  <a:lnTo>
                    <a:pt x="82173" y="37760"/>
                  </a:lnTo>
                  <a:lnTo>
                    <a:pt x="133049" y="18977"/>
                  </a:lnTo>
                  <a:lnTo>
                    <a:pt x="186901" y="7701"/>
                  </a:lnTo>
                  <a:lnTo>
                    <a:pt x="243718" y="3941"/>
                  </a:lnTo>
                  <a:close/>
                </a:path>
                <a:path w="957579" h="727710">
                  <a:moveTo>
                    <a:pt x="862187" y="0"/>
                  </a:moveTo>
                  <a:lnTo>
                    <a:pt x="957071" y="0"/>
                  </a:lnTo>
                  <a:lnTo>
                    <a:pt x="957071" y="727649"/>
                  </a:lnTo>
                  <a:lnTo>
                    <a:pt x="800740" y="727649"/>
                  </a:lnTo>
                  <a:lnTo>
                    <a:pt x="800740" y="176713"/>
                  </a:lnTo>
                  <a:lnTo>
                    <a:pt x="793964" y="182346"/>
                  </a:lnTo>
                  <a:lnTo>
                    <a:pt x="761189" y="203270"/>
                  </a:lnTo>
                  <a:lnTo>
                    <a:pt x="722652" y="220600"/>
                  </a:lnTo>
                  <a:lnTo>
                    <a:pt x="680866" y="233215"/>
                  </a:lnTo>
                  <a:lnTo>
                    <a:pt x="649345" y="238755"/>
                  </a:lnTo>
                  <a:lnTo>
                    <a:pt x="649345" y="106728"/>
                  </a:lnTo>
                  <a:lnTo>
                    <a:pt x="679394" y="97175"/>
                  </a:lnTo>
                  <a:lnTo>
                    <a:pt x="708591" y="86379"/>
                  </a:lnTo>
                  <a:lnTo>
                    <a:pt x="764407" y="61066"/>
                  </a:lnTo>
                  <a:lnTo>
                    <a:pt x="815915" y="31922"/>
                  </a:lnTo>
                  <a:lnTo>
                    <a:pt x="839713" y="16314"/>
                  </a:lnTo>
                  <a:lnTo>
                    <a:pt x="862187" y="0"/>
                  </a:lnTo>
                  <a:close/>
                </a:path>
              </a:pathLst>
            </a:custGeom>
            <a:ln w="12191">
              <a:solidFill>
                <a:srgbClr val="000000"/>
              </a:solidFill>
            </a:ln>
          </p:spPr>
          <p:txBody>
            <a:bodyPr wrap="square" lIns="0" tIns="0" rIns="0" bIns="0" rtlCol="0"/>
            <a:lstStyle/>
            <a:p>
              <a:endParaRPr/>
            </a:p>
          </p:txBody>
        </p:sp>
        <p:sp>
          <p:nvSpPr>
            <p:cNvPr id="182" name="object 182"/>
            <p:cNvSpPr/>
            <p:nvPr/>
          </p:nvSpPr>
          <p:spPr>
            <a:xfrm>
              <a:off x="6754368" y="5222747"/>
              <a:ext cx="2244852" cy="1351788"/>
            </a:xfrm>
            <a:prstGeom prst="rect">
              <a:avLst/>
            </a:prstGeom>
            <a:blipFill>
              <a:blip r:embed="rId77" cstate="print"/>
              <a:stretch>
                <a:fillRect/>
              </a:stretch>
            </a:blipFill>
          </p:spPr>
          <p:txBody>
            <a:bodyPr wrap="square" lIns="0" tIns="0" rIns="0" bIns="0" rtlCol="0"/>
            <a:lstStyle/>
            <a:p>
              <a:endParaRPr/>
            </a:p>
          </p:txBody>
        </p:sp>
        <p:sp>
          <p:nvSpPr>
            <p:cNvPr id="183" name="object 183"/>
            <p:cNvSpPr/>
            <p:nvPr/>
          </p:nvSpPr>
          <p:spPr>
            <a:xfrm>
              <a:off x="6614160" y="4907278"/>
              <a:ext cx="2529839" cy="1950720"/>
            </a:xfrm>
            <a:prstGeom prst="rect">
              <a:avLst/>
            </a:prstGeom>
            <a:blipFill>
              <a:blip r:embed="rId78" cstate="print"/>
              <a:stretch>
                <a:fillRect/>
              </a:stretch>
            </a:blipFill>
          </p:spPr>
          <p:txBody>
            <a:bodyPr wrap="square" lIns="0" tIns="0" rIns="0" bIns="0" rtlCol="0"/>
            <a:lstStyle/>
            <a:p>
              <a:endParaRPr/>
            </a:p>
          </p:txBody>
        </p:sp>
        <p:sp>
          <p:nvSpPr>
            <p:cNvPr id="184" name="object 184"/>
            <p:cNvSpPr/>
            <p:nvPr/>
          </p:nvSpPr>
          <p:spPr>
            <a:xfrm>
              <a:off x="6835261" y="5283195"/>
              <a:ext cx="2084070" cy="1191260"/>
            </a:xfrm>
            <a:custGeom>
              <a:avLst/>
              <a:gdLst/>
              <a:ahLst/>
              <a:cxnLst/>
              <a:rect l="l" t="t" r="r" b="b"/>
              <a:pathLst>
                <a:path w="2084070" h="1191260">
                  <a:moveTo>
                    <a:pt x="1849892" y="0"/>
                  </a:moveTo>
                  <a:lnTo>
                    <a:pt x="233933" y="0"/>
                  </a:lnTo>
                  <a:lnTo>
                    <a:pt x="186803" y="4749"/>
                  </a:lnTo>
                  <a:lnTo>
                    <a:pt x="142899" y="18370"/>
                  </a:lnTo>
                  <a:lnTo>
                    <a:pt x="103163" y="39924"/>
                  </a:lnTo>
                  <a:lnTo>
                    <a:pt x="68538" y="68472"/>
                  </a:lnTo>
                  <a:lnTo>
                    <a:pt x="39966" y="103075"/>
                  </a:lnTo>
                  <a:lnTo>
                    <a:pt x="18391" y="142792"/>
                  </a:lnTo>
                  <a:lnTo>
                    <a:pt x="4754" y="186685"/>
                  </a:lnTo>
                  <a:lnTo>
                    <a:pt x="0" y="233815"/>
                  </a:lnTo>
                  <a:lnTo>
                    <a:pt x="0" y="956989"/>
                  </a:lnTo>
                  <a:lnTo>
                    <a:pt x="4754" y="1004121"/>
                  </a:lnTo>
                  <a:lnTo>
                    <a:pt x="18391" y="1048021"/>
                  </a:lnTo>
                  <a:lnTo>
                    <a:pt x="39966" y="1087747"/>
                  </a:lnTo>
                  <a:lnTo>
                    <a:pt x="68538" y="1122360"/>
                  </a:lnTo>
                  <a:lnTo>
                    <a:pt x="103163" y="1150919"/>
                  </a:lnTo>
                  <a:lnTo>
                    <a:pt x="142899" y="1172483"/>
                  </a:lnTo>
                  <a:lnTo>
                    <a:pt x="186803" y="1186111"/>
                  </a:lnTo>
                  <a:lnTo>
                    <a:pt x="233933" y="1190862"/>
                  </a:lnTo>
                  <a:lnTo>
                    <a:pt x="1849892" y="1190862"/>
                  </a:lnTo>
                  <a:lnTo>
                    <a:pt x="1897022" y="1186111"/>
                  </a:lnTo>
                  <a:lnTo>
                    <a:pt x="1940926" y="1172483"/>
                  </a:lnTo>
                  <a:lnTo>
                    <a:pt x="1980662" y="1150919"/>
                  </a:lnTo>
                  <a:lnTo>
                    <a:pt x="2015288" y="1122360"/>
                  </a:lnTo>
                  <a:lnTo>
                    <a:pt x="2043859" y="1087747"/>
                  </a:lnTo>
                  <a:lnTo>
                    <a:pt x="2065434" y="1048021"/>
                  </a:lnTo>
                  <a:lnTo>
                    <a:pt x="2079071" y="1004121"/>
                  </a:lnTo>
                  <a:lnTo>
                    <a:pt x="2083826" y="956989"/>
                  </a:lnTo>
                  <a:lnTo>
                    <a:pt x="2083826" y="233815"/>
                  </a:lnTo>
                  <a:lnTo>
                    <a:pt x="2079071" y="186685"/>
                  </a:lnTo>
                  <a:lnTo>
                    <a:pt x="2065434" y="142792"/>
                  </a:lnTo>
                  <a:lnTo>
                    <a:pt x="2043859" y="103075"/>
                  </a:lnTo>
                  <a:lnTo>
                    <a:pt x="2015288" y="68472"/>
                  </a:lnTo>
                  <a:lnTo>
                    <a:pt x="1980662" y="39924"/>
                  </a:lnTo>
                  <a:lnTo>
                    <a:pt x="1940926" y="18370"/>
                  </a:lnTo>
                  <a:lnTo>
                    <a:pt x="1897022" y="4749"/>
                  </a:lnTo>
                  <a:lnTo>
                    <a:pt x="1849892" y="0"/>
                  </a:lnTo>
                  <a:close/>
                </a:path>
              </a:pathLst>
            </a:custGeom>
            <a:solidFill>
              <a:srgbClr val="252525"/>
            </a:solidFill>
          </p:spPr>
          <p:txBody>
            <a:bodyPr wrap="square" lIns="0" tIns="0" rIns="0" bIns="0" rtlCol="0"/>
            <a:lstStyle/>
            <a:p>
              <a:endParaRPr/>
            </a:p>
          </p:txBody>
        </p:sp>
        <p:sp>
          <p:nvSpPr>
            <p:cNvPr id="185" name="object 185"/>
            <p:cNvSpPr/>
            <p:nvPr/>
          </p:nvSpPr>
          <p:spPr>
            <a:xfrm>
              <a:off x="6835261" y="5283195"/>
              <a:ext cx="2084070" cy="1191260"/>
            </a:xfrm>
            <a:custGeom>
              <a:avLst/>
              <a:gdLst/>
              <a:ahLst/>
              <a:cxnLst/>
              <a:rect l="l" t="t" r="r" b="b"/>
              <a:pathLst>
                <a:path w="2084070" h="1191260">
                  <a:moveTo>
                    <a:pt x="0" y="233815"/>
                  </a:moveTo>
                  <a:lnTo>
                    <a:pt x="4754" y="186685"/>
                  </a:lnTo>
                  <a:lnTo>
                    <a:pt x="18391" y="142792"/>
                  </a:lnTo>
                  <a:lnTo>
                    <a:pt x="39966" y="103075"/>
                  </a:lnTo>
                  <a:lnTo>
                    <a:pt x="68538" y="68472"/>
                  </a:lnTo>
                  <a:lnTo>
                    <a:pt x="103163" y="39924"/>
                  </a:lnTo>
                  <a:lnTo>
                    <a:pt x="142899" y="18370"/>
                  </a:lnTo>
                  <a:lnTo>
                    <a:pt x="186803" y="4749"/>
                  </a:lnTo>
                  <a:lnTo>
                    <a:pt x="233933" y="0"/>
                  </a:lnTo>
                  <a:lnTo>
                    <a:pt x="1849892" y="0"/>
                  </a:lnTo>
                  <a:lnTo>
                    <a:pt x="1897022" y="4749"/>
                  </a:lnTo>
                  <a:lnTo>
                    <a:pt x="1940926" y="18370"/>
                  </a:lnTo>
                  <a:lnTo>
                    <a:pt x="1980662" y="39924"/>
                  </a:lnTo>
                  <a:lnTo>
                    <a:pt x="2015288" y="68472"/>
                  </a:lnTo>
                  <a:lnTo>
                    <a:pt x="2043859" y="103075"/>
                  </a:lnTo>
                  <a:lnTo>
                    <a:pt x="2065434" y="142792"/>
                  </a:lnTo>
                  <a:lnTo>
                    <a:pt x="2079071" y="186685"/>
                  </a:lnTo>
                  <a:lnTo>
                    <a:pt x="2083826" y="233815"/>
                  </a:lnTo>
                  <a:lnTo>
                    <a:pt x="2083826" y="956989"/>
                  </a:lnTo>
                  <a:lnTo>
                    <a:pt x="2079071" y="1004121"/>
                  </a:lnTo>
                  <a:lnTo>
                    <a:pt x="2065434" y="1048021"/>
                  </a:lnTo>
                  <a:lnTo>
                    <a:pt x="2043859" y="1087747"/>
                  </a:lnTo>
                  <a:lnTo>
                    <a:pt x="2015288" y="1122360"/>
                  </a:lnTo>
                  <a:lnTo>
                    <a:pt x="1980662" y="1150919"/>
                  </a:lnTo>
                  <a:lnTo>
                    <a:pt x="1940926" y="1172483"/>
                  </a:lnTo>
                  <a:lnTo>
                    <a:pt x="1897022" y="1186111"/>
                  </a:lnTo>
                  <a:lnTo>
                    <a:pt x="1849892" y="1190862"/>
                  </a:lnTo>
                  <a:lnTo>
                    <a:pt x="233933" y="1190862"/>
                  </a:lnTo>
                  <a:lnTo>
                    <a:pt x="186803" y="1186111"/>
                  </a:lnTo>
                  <a:lnTo>
                    <a:pt x="142899" y="1172483"/>
                  </a:lnTo>
                  <a:lnTo>
                    <a:pt x="103163" y="1150919"/>
                  </a:lnTo>
                  <a:lnTo>
                    <a:pt x="68538" y="1122360"/>
                  </a:lnTo>
                  <a:lnTo>
                    <a:pt x="39966" y="1087747"/>
                  </a:lnTo>
                  <a:lnTo>
                    <a:pt x="18391" y="1048021"/>
                  </a:lnTo>
                  <a:lnTo>
                    <a:pt x="4754" y="1004121"/>
                  </a:lnTo>
                  <a:lnTo>
                    <a:pt x="0" y="956989"/>
                  </a:lnTo>
                  <a:lnTo>
                    <a:pt x="0" y="233815"/>
                  </a:lnTo>
                  <a:close/>
                </a:path>
              </a:pathLst>
            </a:custGeom>
            <a:ln w="76199">
              <a:solidFill>
                <a:srgbClr val="00AF50"/>
              </a:solidFill>
            </a:ln>
          </p:spPr>
          <p:txBody>
            <a:bodyPr wrap="square" lIns="0" tIns="0" rIns="0" bIns="0" rtlCol="0"/>
            <a:lstStyle/>
            <a:p>
              <a:endParaRPr/>
            </a:p>
          </p:txBody>
        </p:sp>
        <p:sp>
          <p:nvSpPr>
            <p:cNvPr id="186" name="object 186"/>
            <p:cNvSpPr/>
            <p:nvPr/>
          </p:nvSpPr>
          <p:spPr>
            <a:xfrm>
              <a:off x="6655308" y="4928615"/>
              <a:ext cx="2481072" cy="1929383"/>
            </a:xfrm>
            <a:prstGeom prst="rect">
              <a:avLst/>
            </a:prstGeom>
            <a:blipFill>
              <a:blip r:embed="rId79" cstate="print"/>
              <a:stretch>
                <a:fillRect/>
              </a:stretch>
            </a:blipFill>
          </p:spPr>
          <p:txBody>
            <a:bodyPr wrap="square" lIns="0" tIns="0" rIns="0" bIns="0" rtlCol="0"/>
            <a:lstStyle/>
            <a:p>
              <a:endParaRPr/>
            </a:p>
          </p:txBody>
        </p:sp>
        <p:sp>
          <p:nvSpPr>
            <p:cNvPr id="187" name="object 187"/>
            <p:cNvSpPr/>
            <p:nvPr/>
          </p:nvSpPr>
          <p:spPr>
            <a:xfrm>
              <a:off x="7333488" y="5526785"/>
              <a:ext cx="1059815" cy="723900"/>
            </a:xfrm>
            <a:custGeom>
              <a:avLst/>
              <a:gdLst/>
              <a:ahLst/>
              <a:cxnLst/>
              <a:rect l="l" t="t" r="r" b="b"/>
              <a:pathLst>
                <a:path w="1059815" h="723900">
                  <a:moveTo>
                    <a:pt x="1046562" y="125111"/>
                  </a:moveTo>
                  <a:lnTo>
                    <a:pt x="795284" y="125111"/>
                  </a:lnTo>
                  <a:lnTo>
                    <a:pt x="820069" y="126569"/>
                  </a:lnTo>
                  <a:lnTo>
                    <a:pt x="841476" y="130942"/>
                  </a:lnTo>
                  <a:lnTo>
                    <a:pt x="885404" y="161494"/>
                  </a:lnTo>
                  <a:lnTo>
                    <a:pt x="899922" y="217419"/>
                  </a:lnTo>
                  <a:lnTo>
                    <a:pt x="899426" y="228918"/>
                  </a:lnTo>
                  <a:lnTo>
                    <a:pt x="887553" y="271618"/>
                  </a:lnTo>
                  <a:lnTo>
                    <a:pt x="859371" y="312125"/>
                  </a:lnTo>
                  <a:lnTo>
                    <a:pt x="828172" y="342506"/>
                  </a:lnTo>
                  <a:lnTo>
                    <a:pt x="788498" y="374194"/>
                  </a:lnTo>
                  <a:lnTo>
                    <a:pt x="758286" y="396185"/>
                  </a:lnTo>
                  <a:lnTo>
                    <a:pt x="742759" y="407830"/>
                  </a:lnTo>
                  <a:lnTo>
                    <a:pt x="710580" y="433078"/>
                  </a:lnTo>
                  <a:lnTo>
                    <a:pt x="678869" y="461623"/>
                  </a:lnTo>
                  <a:lnTo>
                    <a:pt x="649742" y="494132"/>
                  </a:lnTo>
                  <a:lnTo>
                    <a:pt x="624352" y="530864"/>
                  </a:lnTo>
                  <a:lnTo>
                    <a:pt x="603625" y="572060"/>
                  </a:lnTo>
                  <a:lnTo>
                    <a:pt x="589848" y="618283"/>
                  </a:lnTo>
                  <a:lnTo>
                    <a:pt x="585216" y="670096"/>
                  </a:lnTo>
                  <a:lnTo>
                    <a:pt x="585216" y="723698"/>
                  </a:lnTo>
                  <a:lnTo>
                    <a:pt x="1058814" y="723698"/>
                  </a:lnTo>
                  <a:lnTo>
                    <a:pt x="1058814" y="593646"/>
                  </a:lnTo>
                  <a:lnTo>
                    <a:pt x="757062" y="593646"/>
                  </a:lnTo>
                  <a:lnTo>
                    <a:pt x="757679" y="586609"/>
                  </a:lnTo>
                  <a:lnTo>
                    <a:pt x="778592" y="548802"/>
                  </a:lnTo>
                  <a:lnTo>
                    <a:pt x="811914" y="516594"/>
                  </a:lnTo>
                  <a:lnTo>
                    <a:pt x="843884" y="491761"/>
                  </a:lnTo>
                  <a:lnTo>
                    <a:pt x="878586" y="466581"/>
                  </a:lnTo>
                  <a:lnTo>
                    <a:pt x="896065" y="454317"/>
                  </a:lnTo>
                  <a:lnTo>
                    <a:pt x="913245" y="441832"/>
                  </a:lnTo>
                  <a:lnTo>
                    <a:pt x="946647" y="416207"/>
                  </a:lnTo>
                  <a:lnTo>
                    <a:pt x="977451" y="388851"/>
                  </a:lnTo>
                  <a:lnTo>
                    <a:pt x="1004437" y="358889"/>
                  </a:lnTo>
                  <a:lnTo>
                    <a:pt x="1026989" y="325873"/>
                  </a:lnTo>
                  <a:lnTo>
                    <a:pt x="1044580" y="289392"/>
                  </a:lnTo>
                  <a:lnTo>
                    <a:pt x="1056006" y="248448"/>
                  </a:lnTo>
                  <a:lnTo>
                    <a:pt x="1059820" y="202048"/>
                  </a:lnTo>
                  <a:lnTo>
                    <a:pt x="1058842" y="179502"/>
                  </a:lnTo>
                  <a:lnTo>
                    <a:pt x="1055911" y="158049"/>
                  </a:lnTo>
                  <a:lnTo>
                    <a:pt x="1051024" y="137685"/>
                  </a:lnTo>
                  <a:lnTo>
                    <a:pt x="1046562" y="125111"/>
                  </a:lnTo>
                  <a:close/>
                </a:path>
                <a:path w="1059815" h="723900">
                  <a:moveTo>
                    <a:pt x="828934" y="0"/>
                  </a:moveTo>
                  <a:lnTo>
                    <a:pt x="772117" y="3759"/>
                  </a:lnTo>
                  <a:lnTo>
                    <a:pt x="718265" y="15031"/>
                  </a:lnTo>
                  <a:lnTo>
                    <a:pt x="667389" y="33804"/>
                  </a:lnTo>
                  <a:lnTo>
                    <a:pt x="619506" y="60066"/>
                  </a:lnTo>
                  <a:lnTo>
                    <a:pt x="619506" y="198071"/>
                  </a:lnTo>
                  <a:lnTo>
                    <a:pt x="661930" y="166147"/>
                  </a:lnTo>
                  <a:lnTo>
                    <a:pt x="705383" y="143347"/>
                  </a:lnTo>
                  <a:lnTo>
                    <a:pt x="749842" y="129669"/>
                  </a:lnTo>
                  <a:lnTo>
                    <a:pt x="795284" y="125111"/>
                  </a:lnTo>
                  <a:lnTo>
                    <a:pt x="1046562" y="125111"/>
                  </a:lnTo>
                  <a:lnTo>
                    <a:pt x="1044183" y="118408"/>
                  </a:lnTo>
                  <a:lnTo>
                    <a:pt x="1024947" y="83720"/>
                  </a:lnTo>
                  <a:lnTo>
                    <a:pt x="998738" y="54614"/>
                  </a:lnTo>
                  <a:lnTo>
                    <a:pt x="965682" y="31371"/>
                  </a:lnTo>
                  <a:lnTo>
                    <a:pt x="925951" y="14228"/>
                  </a:lnTo>
                  <a:lnTo>
                    <a:pt x="880254" y="3542"/>
                  </a:lnTo>
                  <a:lnTo>
                    <a:pt x="855288" y="883"/>
                  </a:lnTo>
                  <a:lnTo>
                    <a:pt x="828934" y="0"/>
                  </a:lnTo>
                  <a:close/>
                </a:path>
                <a:path w="1059815" h="723900">
                  <a:moveTo>
                    <a:pt x="461346" y="125111"/>
                  </a:moveTo>
                  <a:lnTo>
                    <a:pt x="210068" y="125111"/>
                  </a:lnTo>
                  <a:lnTo>
                    <a:pt x="234853" y="126569"/>
                  </a:lnTo>
                  <a:lnTo>
                    <a:pt x="256260" y="130942"/>
                  </a:lnTo>
                  <a:lnTo>
                    <a:pt x="300188" y="161494"/>
                  </a:lnTo>
                  <a:lnTo>
                    <a:pt x="314706" y="217419"/>
                  </a:lnTo>
                  <a:lnTo>
                    <a:pt x="314210" y="228918"/>
                  </a:lnTo>
                  <a:lnTo>
                    <a:pt x="302337" y="271618"/>
                  </a:lnTo>
                  <a:lnTo>
                    <a:pt x="274155" y="312125"/>
                  </a:lnTo>
                  <a:lnTo>
                    <a:pt x="242956" y="342506"/>
                  </a:lnTo>
                  <a:lnTo>
                    <a:pt x="203282" y="374194"/>
                  </a:lnTo>
                  <a:lnTo>
                    <a:pt x="173070" y="396185"/>
                  </a:lnTo>
                  <a:lnTo>
                    <a:pt x="157543" y="407830"/>
                  </a:lnTo>
                  <a:lnTo>
                    <a:pt x="125364" y="433078"/>
                  </a:lnTo>
                  <a:lnTo>
                    <a:pt x="93653" y="461623"/>
                  </a:lnTo>
                  <a:lnTo>
                    <a:pt x="64526" y="494132"/>
                  </a:lnTo>
                  <a:lnTo>
                    <a:pt x="39136" y="530864"/>
                  </a:lnTo>
                  <a:lnTo>
                    <a:pt x="18409" y="572060"/>
                  </a:lnTo>
                  <a:lnTo>
                    <a:pt x="4632" y="618283"/>
                  </a:lnTo>
                  <a:lnTo>
                    <a:pt x="0" y="670096"/>
                  </a:lnTo>
                  <a:lnTo>
                    <a:pt x="0" y="723698"/>
                  </a:lnTo>
                  <a:lnTo>
                    <a:pt x="473598" y="723698"/>
                  </a:lnTo>
                  <a:lnTo>
                    <a:pt x="473598" y="593646"/>
                  </a:lnTo>
                  <a:lnTo>
                    <a:pt x="171846" y="593646"/>
                  </a:lnTo>
                  <a:lnTo>
                    <a:pt x="172463" y="586609"/>
                  </a:lnTo>
                  <a:lnTo>
                    <a:pt x="193376" y="548802"/>
                  </a:lnTo>
                  <a:lnTo>
                    <a:pt x="226698" y="516594"/>
                  </a:lnTo>
                  <a:lnTo>
                    <a:pt x="258668" y="491761"/>
                  </a:lnTo>
                  <a:lnTo>
                    <a:pt x="293370" y="466581"/>
                  </a:lnTo>
                  <a:lnTo>
                    <a:pt x="310849" y="454317"/>
                  </a:lnTo>
                  <a:lnTo>
                    <a:pt x="328029" y="441832"/>
                  </a:lnTo>
                  <a:lnTo>
                    <a:pt x="361431" y="416207"/>
                  </a:lnTo>
                  <a:lnTo>
                    <a:pt x="392235" y="388851"/>
                  </a:lnTo>
                  <a:lnTo>
                    <a:pt x="419221" y="358889"/>
                  </a:lnTo>
                  <a:lnTo>
                    <a:pt x="441773" y="325873"/>
                  </a:lnTo>
                  <a:lnTo>
                    <a:pt x="459364" y="289392"/>
                  </a:lnTo>
                  <a:lnTo>
                    <a:pt x="470790" y="248448"/>
                  </a:lnTo>
                  <a:lnTo>
                    <a:pt x="474604" y="202048"/>
                  </a:lnTo>
                  <a:lnTo>
                    <a:pt x="473626" y="179502"/>
                  </a:lnTo>
                  <a:lnTo>
                    <a:pt x="470695" y="158049"/>
                  </a:lnTo>
                  <a:lnTo>
                    <a:pt x="465808" y="137685"/>
                  </a:lnTo>
                  <a:lnTo>
                    <a:pt x="461346" y="125111"/>
                  </a:lnTo>
                  <a:close/>
                </a:path>
                <a:path w="1059815" h="723900">
                  <a:moveTo>
                    <a:pt x="243718" y="0"/>
                  </a:moveTo>
                  <a:lnTo>
                    <a:pt x="186901" y="3759"/>
                  </a:lnTo>
                  <a:lnTo>
                    <a:pt x="133049" y="15031"/>
                  </a:lnTo>
                  <a:lnTo>
                    <a:pt x="82173" y="33804"/>
                  </a:lnTo>
                  <a:lnTo>
                    <a:pt x="34290" y="60066"/>
                  </a:lnTo>
                  <a:lnTo>
                    <a:pt x="34290" y="198071"/>
                  </a:lnTo>
                  <a:lnTo>
                    <a:pt x="76714" y="166147"/>
                  </a:lnTo>
                  <a:lnTo>
                    <a:pt x="120167" y="143347"/>
                  </a:lnTo>
                  <a:lnTo>
                    <a:pt x="164626" y="129669"/>
                  </a:lnTo>
                  <a:lnTo>
                    <a:pt x="210068" y="125111"/>
                  </a:lnTo>
                  <a:lnTo>
                    <a:pt x="461346" y="125111"/>
                  </a:lnTo>
                  <a:lnTo>
                    <a:pt x="458967" y="118408"/>
                  </a:lnTo>
                  <a:lnTo>
                    <a:pt x="439731" y="83720"/>
                  </a:lnTo>
                  <a:lnTo>
                    <a:pt x="413522" y="54614"/>
                  </a:lnTo>
                  <a:lnTo>
                    <a:pt x="380466" y="31371"/>
                  </a:lnTo>
                  <a:lnTo>
                    <a:pt x="340735" y="14228"/>
                  </a:lnTo>
                  <a:lnTo>
                    <a:pt x="295038" y="3542"/>
                  </a:lnTo>
                  <a:lnTo>
                    <a:pt x="270072" y="883"/>
                  </a:lnTo>
                  <a:lnTo>
                    <a:pt x="243718" y="0"/>
                  </a:lnTo>
                  <a:close/>
                </a:path>
              </a:pathLst>
            </a:custGeom>
            <a:solidFill>
              <a:srgbClr val="FFFF00"/>
            </a:solidFill>
          </p:spPr>
          <p:txBody>
            <a:bodyPr wrap="square" lIns="0" tIns="0" rIns="0" bIns="0" rtlCol="0"/>
            <a:lstStyle/>
            <a:p>
              <a:endParaRPr/>
            </a:p>
          </p:txBody>
        </p:sp>
        <p:sp>
          <p:nvSpPr>
            <p:cNvPr id="188" name="object 188"/>
            <p:cNvSpPr/>
            <p:nvPr/>
          </p:nvSpPr>
          <p:spPr>
            <a:xfrm>
              <a:off x="7333487" y="5526785"/>
              <a:ext cx="1059815" cy="723900"/>
            </a:xfrm>
            <a:custGeom>
              <a:avLst/>
              <a:gdLst/>
              <a:ahLst/>
              <a:cxnLst/>
              <a:rect l="l" t="t" r="r" b="b"/>
              <a:pathLst>
                <a:path w="1059815" h="723900">
                  <a:moveTo>
                    <a:pt x="828934" y="0"/>
                  </a:moveTo>
                  <a:lnTo>
                    <a:pt x="880254" y="3542"/>
                  </a:lnTo>
                  <a:lnTo>
                    <a:pt x="925951" y="14228"/>
                  </a:lnTo>
                  <a:lnTo>
                    <a:pt x="965682" y="31371"/>
                  </a:lnTo>
                  <a:lnTo>
                    <a:pt x="998738" y="54614"/>
                  </a:lnTo>
                  <a:lnTo>
                    <a:pt x="1024947" y="83720"/>
                  </a:lnTo>
                  <a:lnTo>
                    <a:pt x="1044183" y="118408"/>
                  </a:lnTo>
                  <a:lnTo>
                    <a:pt x="1055910" y="158049"/>
                  </a:lnTo>
                  <a:lnTo>
                    <a:pt x="1059820" y="202048"/>
                  </a:lnTo>
                  <a:lnTo>
                    <a:pt x="1058866" y="225931"/>
                  </a:lnTo>
                  <a:lnTo>
                    <a:pt x="1051243" y="269602"/>
                  </a:lnTo>
                  <a:lnTo>
                    <a:pt x="1036417" y="308067"/>
                  </a:lnTo>
                  <a:lnTo>
                    <a:pt x="1016320" y="342813"/>
                  </a:lnTo>
                  <a:lnTo>
                    <a:pt x="991409" y="374194"/>
                  </a:lnTo>
                  <a:lnTo>
                    <a:pt x="962539" y="402857"/>
                  </a:lnTo>
                  <a:lnTo>
                    <a:pt x="930110" y="429128"/>
                  </a:lnTo>
                  <a:lnTo>
                    <a:pt x="896065" y="454317"/>
                  </a:lnTo>
                  <a:lnTo>
                    <a:pt x="878585" y="466581"/>
                  </a:lnTo>
                  <a:lnTo>
                    <a:pt x="866794" y="475006"/>
                  </a:lnTo>
                  <a:lnTo>
                    <a:pt x="832744" y="500085"/>
                  </a:lnTo>
                  <a:lnTo>
                    <a:pt x="802487" y="524755"/>
                  </a:lnTo>
                  <a:lnTo>
                    <a:pt x="772341" y="556632"/>
                  </a:lnTo>
                  <a:lnTo>
                    <a:pt x="757062" y="593646"/>
                  </a:lnTo>
                  <a:lnTo>
                    <a:pt x="1058814" y="593646"/>
                  </a:lnTo>
                  <a:lnTo>
                    <a:pt x="1058814" y="723698"/>
                  </a:lnTo>
                  <a:lnTo>
                    <a:pt x="585215" y="723698"/>
                  </a:lnTo>
                  <a:lnTo>
                    <a:pt x="585215" y="670096"/>
                  </a:lnTo>
                  <a:lnTo>
                    <a:pt x="589848" y="618282"/>
                  </a:lnTo>
                  <a:lnTo>
                    <a:pt x="603625" y="572060"/>
                  </a:lnTo>
                  <a:lnTo>
                    <a:pt x="624352" y="530864"/>
                  </a:lnTo>
                  <a:lnTo>
                    <a:pt x="649742" y="494132"/>
                  </a:lnTo>
                  <a:lnTo>
                    <a:pt x="678869" y="461623"/>
                  </a:lnTo>
                  <a:lnTo>
                    <a:pt x="710580" y="433078"/>
                  </a:lnTo>
                  <a:lnTo>
                    <a:pt x="742759" y="407830"/>
                  </a:lnTo>
                  <a:lnTo>
                    <a:pt x="773429" y="385190"/>
                  </a:lnTo>
                  <a:lnTo>
                    <a:pt x="788567" y="374144"/>
                  </a:lnTo>
                  <a:lnTo>
                    <a:pt x="828172" y="342506"/>
                  </a:lnTo>
                  <a:lnTo>
                    <a:pt x="859371" y="312125"/>
                  </a:lnTo>
                  <a:lnTo>
                    <a:pt x="887553" y="271618"/>
                  </a:lnTo>
                  <a:lnTo>
                    <a:pt x="899426" y="228918"/>
                  </a:lnTo>
                  <a:lnTo>
                    <a:pt x="899921" y="217419"/>
                  </a:lnTo>
                  <a:lnTo>
                    <a:pt x="898306" y="195989"/>
                  </a:lnTo>
                  <a:lnTo>
                    <a:pt x="874135" y="148434"/>
                  </a:lnTo>
                  <a:lnTo>
                    <a:pt x="820069" y="126569"/>
                  </a:lnTo>
                  <a:lnTo>
                    <a:pt x="795284" y="125111"/>
                  </a:lnTo>
                  <a:lnTo>
                    <a:pt x="749842" y="129669"/>
                  </a:lnTo>
                  <a:lnTo>
                    <a:pt x="705383" y="143347"/>
                  </a:lnTo>
                  <a:lnTo>
                    <a:pt x="661930" y="166147"/>
                  </a:lnTo>
                  <a:lnTo>
                    <a:pt x="619505" y="198071"/>
                  </a:lnTo>
                  <a:lnTo>
                    <a:pt x="619505" y="60066"/>
                  </a:lnTo>
                  <a:lnTo>
                    <a:pt x="667389" y="33804"/>
                  </a:lnTo>
                  <a:lnTo>
                    <a:pt x="718264" y="15031"/>
                  </a:lnTo>
                  <a:lnTo>
                    <a:pt x="772117" y="3759"/>
                  </a:lnTo>
                  <a:lnTo>
                    <a:pt x="828934" y="0"/>
                  </a:lnTo>
                  <a:close/>
                </a:path>
                <a:path w="1059815" h="723900">
                  <a:moveTo>
                    <a:pt x="243718" y="0"/>
                  </a:moveTo>
                  <a:lnTo>
                    <a:pt x="295038" y="3542"/>
                  </a:lnTo>
                  <a:lnTo>
                    <a:pt x="340735" y="14228"/>
                  </a:lnTo>
                  <a:lnTo>
                    <a:pt x="380466" y="31371"/>
                  </a:lnTo>
                  <a:lnTo>
                    <a:pt x="413522" y="54614"/>
                  </a:lnTo>
                  <a:lnTo>
                    <a:pt x="439731" y="83720"/>
                  </a:lnTo>
                  <a:lnTo>
                    <a:pt x="458967" y="118408"/>
                  </a:lnTo>
                  <a:lnTo>
                    <a:pt x="470695" y="158049"/>
                  </a:lnTo>
                  <a:lnTo>
                    <a:pt x="474604" y="202048"/>
                  </a:lnTo>
                  <a:lnTo>
                    <a:pt x="473650" y="225931"/>
                  </a:lnTo>
                  <a:lnTo>
                    <a:pt x="466027" y="269602"/>
                  </a:lnTo>
                  <a:lnTo>
                    <a:pt x="451201" y="308067"/>
                  </a:lnTo>
                  <a:lnTo>
                    <a:pt x="431104" y="342813"/>
                  </a:lnTo>
                  <a:lnTo>
                    <a:pt x="406193" y="374194"/>
                  </a:lnTo>
                  <a:lnTo>
                    <a:pt x="377323" y="402857"/>
                  </a:lnTo>
                  <a:lnTo>
                    <a:pt x="344895" y="429128"/>
                  </a:lnTo>
                  <a:lnTo>
                    <a:pt x="310849" y="454317"/>
                  </a:lnTo>
                  <a:lnTo>
                    <a:pt x="293369" y="466581"/>
                  </a:lnTo>
                  <a:lnTo>
                    <a:pt x="281578" y="475006"/>
                  </a:lnTo>
                  <a:lnTo>
                    <a:pt x="247528" y="500085"/>
                  </a:lnTo>
                  <a:lnTo>
                    <a:pt x="217271" y="524755"/>
                  </a:lnTo>
                  <a:lnTo>
                    <a:pt x="187125" y="556632"/>
                  </a:lnTo>
                  <a:lnTo>
                    <a:pt x="171846" y="593646"/>
                  </a:lnTo>
                  <a:lnTo>
                    <a:pt x="473598" y="593646"/>
                  </a:lnTo>
                  <a:lnTo>
                    <a:pt x="473598" y="723698"/>
                  </a:lnTo>
                  <a:lnTo>
                    <a:pt x="0" y="723698"/>
                  </a:lnTo>
                  <a:lnTo>
                    <a:pt x="0" y="670096"/>
                  </a:lnTo>
                  <a:lnTo>
                    <a:pt x="4632" y="618282"/>
                  </a:lnTo>
                  <a:lnTo>
                    <a:pt x="18409" y="572060"/>
                  </a:lnTo>
                  <a:lnTo>
                    <a:pt x="39136" y="530864"/>
                  </a:lnTo>
                  <a:lnTo>
                    <a:pt x="64526" y="494132"/>
                  </a:lnTo>
                  <a:lnTo>
                    <a:pt x="93653" y="461623"/>
                  </a:lnTo>
                  <a:lnTo>
                    <a:pt x="125364" y="433078"/>
                  </a:lnTo>
                  <a:lnTo>
                    <a:pt x="157543" y="407830"/>
                  </a:lnTo>
                  <a:lnTo>
                    <a:pt x="188213" y="385190"/>
                  </a:lnTo>
                  <a:lnTo>
                    <a:pt x="203351" y="374144"/>
                  </a:lnTo>
                  <a:lnTo>
                    <a:pt x="242956" y="342506"/>
                  </a:lnTo>
                  <a:lnTo>
                    <a:pt x="274155" y="312125"/>
                  </a:lnTo>
                  <a:lnTo>
                    <a:pt x="302337" y="271618"/>
                  </a:lnTo>
                  <a:lnTo>
                    <a:pt x="314210" y="228918"/>
                  </a:lnTo>
                  <a:lnTo>
                    <a:pt x="314705" y="217419"/>
                  </a:lnTo>
                  <a:lnTo>
                    <a:pt x="313090" y="195989"/>
                  </a:lnTo>
                  <a:lnTo>
                    <a:pt x="288919" y="148434"/>
                  </a:lnTo>
                  <a:lnTo>
                    <a:pt x="234853" y="126569"/>
                  </a:lnTo>
                  <a:lnTo>
                    <a:pt x="210068" y="125111"/>
                  </a:lnTo>
                  <a:lnTo>
                    <a:pt x="164626" y="129669"/>
                  </a:lnTo>
                  <a:lnTo>
                    <a:pt x="120167" y="143347"/>
                  </a:lnTo>
                  <a:lnTo>
                    <a:pt x="76714" y="166147"/>
                  </a:lnTo>
                  <a:lnTo>
                    <a:pt x="34289" y="198071"/>
                  </a:lnTo>
                  <a:lnTo>
                    <a:pt x="34289" y="60066"/>
                  </a:lnTo>
                  <a:lnTo>
                    <a:pt x="82173" y="33804"/>
                  </a:lnTo>
                  <a:lnTo>
                    <a:pt x="133049" y="15031"/>
                  </a:lnTo>
                  <a:lnTo>
                    <a:pt x="186901" y="3759"/>
                  </a:lnTo>
                  <a:lnTo>
                    <a:pt x="243718" y="0"/>
                  </a:lnTo>
                  <a:close/>
                </a:path>
              </a:pathLst>
            </a:custGeom>
            <a:ln w="12191">
              <a:solidFill>
                <a:srgbClr val="000000"/>
              </a:solidFill>
            </a:ln>
          </p:spPr>
          <p:txBody>
            <a:bodyPr wrap="square" lIns="0" tIns="0" rIns="0" bIns="0" rtlCol="0"/>
            <a:lstStyle/>
            <a:p>
              <a:endParaRPr/>
            </a:p>
          </p:txBody>
        </p:sp>
        <p:sp>
          <p:nvSpPr>
            <p:cNvPr id="189" name="object 189"/>
            <p:cNvSpPr/>
            <p:nvPr/>
          </p:nvSpPr>
          <p:spPr>
            <a:xfrm>
              <a:off x="6739128" y="5215127"/>
              <a:ext cx="2218944" cy="1345691"/>
            </a:xfrm>
            <a:prstGeom prst="rect">
              <a:avLst/>
            </a:prstGeom>
            <a:blipFill>
              <a:blip r:embed="rId80" cstate="print"/>
              <a:stretch>
                <a:fillRect/>
              </a:stretch>
            </a:blipFill>
          </p:spPr>
          <p:txBody>
            <a:bodyPr wrap="square" lIns="0" tIns="0" rIns="0" bIns="0" rtlCol="0"/>
            <a:lstStyle/>
            <a:p>
              <a:endParaRPr/>
            </a:p>
          </p:txBody>
        </p:sp>
        <p:sp>
          <p:nvSpPr>
            <p:cNvPr id="190" name="object 190"/>
            <p:cNvSpPr/>
            <p:nvPr/>
          </p:nvSpPr>
          <p:spPr>
            <a:xfrm>
              <a:off x="6585204" y="4896611"/>
              <a:ext cx="2558795" cy="1961388"/>
            </a:xfrm>
            <a:prstGeom prst="rect">
              <a:avLst/>
            </a:prstGeom>
            <a:blipFill>
              <a:blip r:embed="rId81" cstate="print"/>
              <a:stretch>
                <a:fillRect/>
              </a:stretch>
            </a:blipFill>
          </p:spPr>
          <p:txBody>
            <a:bodyPr wrap="square" lIns="0" tIns="0" rIns="0" bIns="0" rtlCol="0"/>
            <a:lstStyle/>
            <a:p>
              <a:endParaRPr/>
            </a:p>
          </p:txBody>
        </p:sp>
        <p:sp>
          <p:nvSpPr>
            <p:cNvPr id="191" name="object 191"/>
            <p:cNvSpPr/>
            <p:nvPr/>
          </p:nvSpPr>
          <p:spPr>
            <a:xfrm>
              <a:off x="6820296" y="5275326"/>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989" y="1184087"/>
                  </a:lnTo>
                  <a:lnTo>
                    <a:pt x="1871835" y="1179362"/>
                  </a:lnTo>
                  <a:lnTo>
                    <a:pt x="1915465" y="1165813"/>
                  </a:lnTo>
                  <a:lnTo>
                    <a:pt x="1954943" y="1144375"/>
                  </a:lnTo>
                  <a:lnTo>
                    <a:pt x="1989338" y="1115982"/>
                  </a:lnTo>
                  <a:lnTo>
                    <a:pt x="2017714" y="1081569"/>
                  </a:lnTo>
                  <a:lnTo>
                    <a:pt x="2039139" y="1042073"/>
                  </a:lnTo>
                  <a:lnTo>
                    <a:pt x="2052679" y="998428"/>
                  </a:lnTo>
                  <a:lnTo>
                    <a:pt x="2057399" y="951570"/>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92" name="object 192"/>
            <p:cNvSpPr/>
            <p:nvPr/>
          </p:nvSpPr>
          <p:spPr>
            <a:xfrm>
              <a:off x="6820296" y="52753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70"/>
                  </a:lnTo>
                  <a:lnTo>
                    <a:pt x="2052679" y="998428"/>
                  </a:lnTo>
                  <a:lnTo>
                    <a:pt x="2039139" y="1042073"/>
                  </a:lnTo>
                  <a:lnTo>
                    <a:pt x="2017714" y="1081569"/>
                  </a:lnTo>
                  <a:lnTo>
                    <a:pt x="1989338" y="1115982"/>
                  </a:lnTo>
                  <a:lnTo>
                    <a:pt x="1954943" y="1144375"/>
                  </a:lnTo>
                  <a:lnTo>
                    <a:pt x="1915465" y="1165813"/>
                  </a:lnTo>
                  <a:lnTo>
                    <a:pt x="1871835" y="1179362"/>
                  </a:lnTo>
                  <a:lnTo>
                    <a:pt x="1824989"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93" name="object 193"/>
            <p:cNvSpPr/>
            <p:nvPr/>
          </p:nvSpPr>
          <p:spPr>
            <a:xfrm>
              <a:off x="6626352" y="4917946"/>
              <a:ext cx="2481072" cy="1940052"/>
            </a:xfrm>
            <a:prstGeom prst="rect">
              <a:avLst/>
            </a:prstGeom>
            <a:blipFill>
              <a:blip r:embed="rId82" cstate="print"/>
              <a:stretch>
                <a:fillRect/>
              </a:stretch>
            </a:blipFill>
          </p:spPr>
          <p:txBody>
            <a:bodyPr wrap="square" lIns="0" tIns="0" rIns="0" bIns="0" rtlCol="0"/>
            <a:lstStyle/>
            <a:p>
              <a:endParaRPr/>
            </a:p>
          </p:txBody>
        </p:sp>
        <p:sp>
          <p:nvSpPr>
            <p:cNvPr id="194" name="object 194"/>
            <p:cNvSpPr/>
            <p:nvPr/>
          </p:nvSpPr>
          <p:spPr>
            <a:xfrm>
              <a:off x="7304410" y="5515605"/>
              <a:ext cx="1056005" cy="736600"/>
            </a:xfrm>
            <a:custGeom>
              <a:avLst/>
              <a:gdLst/>
              <a:ahLst/>
              <a:cxnLst/>
              <a:rect l="l" t="t" r="r" b="b"/>
              <a:pathLst>
                <a:path w="1056004" h="736600">
                  <a:moveTo>
                    <a:pt x="602101" y="563831"/>
                  </a:moveTo>
                  <a:lnTo>
                    <a:pt x="602101" y="700326"/>
                  </a:lnTo>
                  <a:lnTo>
                    <a:pt x="639153" y="715959"/>
                  </a:lnTo>
                  <a:lnTo>
                    <a:pt x="681365" y="727124"/>
                  </a:lnTo>
                  <a:lnTo>
                    <a:pt x="728743" y="733822"/>
                  </a:lnTo>
                  <a:lnTo>
                    <a:pt x="781293" y="736055"/>
                  </a:lnTo>
                  <a:lnTo>
                    <a:pt x="842048" y="732427"/>
                  </a:lnTo>
                  <a:lnTo>
                    <a:pt x="895879" y="721541"/>
                  </a:lnTo>
                  <a:lnTo>
                    <a:pt x="942778" y="703392"/>
                  </a:lnTo>
                  <a:lnTo>
                    <a:pt x="982736" y="677978"/>
                  </a:lnTo>
                  <a:lnTo>
                    <a:pt x="1014652" y="646340"/>
                  </a:lnTo>
                  <a:lnTo>
                    <a:pt x="1033468" y="615945"/>
                  </a:lnTo>
                  <a:lnTo>
                    <a:pt x="768858" y="615945"/>
                  </a:lnTo>
                  <a:lnTo>
                    <a:pt x="722717" y="612687"/>
                  </a:lnTo>
                  <a:lnTo>
                    <a:pt x="679536" y="602913"/>
                  </a:lnTo>
                  <a:lnTo>
                    <a:pt x="639327" y="586626"/>
                  </a:lnTo>
                  <a:lnTo>
                    <a:pt x="602101" y="563831"/>
                  </a:lnTo>
                  <a:close/>
                </a:path>
                <a:path w="1056004" h="736600">
                  <a:moveTo>
                    <a:pt x="1023927" y="119597"/>
                  </a:moveTo>
                  <a:lnTo>
                    <a:pt x="767852" y="119597"/>
                  </a:lnTo>
                  <a:lnTo>
                    <a:pt x="814520" y="125026"/>
                  </a:lnTo>
                  <a:lnTo>
                    <a:pt x="847858" y="141314"/>
                  </a:lnTo>
                  <a:lnTo>
                    <a:pt x="867863" y="168460"/>
                  </a:lnTo>
                  <a:lnTo>
                    <a:pt x="874532" y="206465"/>
                  </a:lnTo>
                  <a:lnTo>
                    <a:pt x="865858" y="246854"/>
                  </a:lnTo>
                  <a:lnTo>
                    <a:pt x="839823" y="275705"/>
                  </a:lnTo>
                  <a:lnTo>
                    <a:pt x="796402" y="293015"/>
                  </a:lnTo>
                  <a:lnTo>
                    <a:pt x="735573" y="298786"/>
                  </a:lnTo>
                  <a:lnTo>
                    <a:pt x="674491" y="298786"/>
                  </a:lnTo>
                  <a:lnTo>
                    <a:pt x="674491" y="418898"/>
                  </a:lnTo>
                  <a:lnTo>
                    <a:pt x="740542" y="418898"/>
                  </a:lnTo>
                  <a:lnTo>
                    <a:pt x="774871" y="420510"/>
                  </a:lnTo>
                  <a:lnTo>
                    <a:pt x="831826" y="433413"/>
                  </a:lnTo>
                  <a:lnTo>
                    <a:pt x="872606" y="458979"/>
                  </a:lnTo>
                  <a:lnTo>
                    <a:pt x="893292" y="495706"/>
                  </a:lnTo>
                  <a:lnTo>
                    <a:pt x="895868" y="518160"/>
                  </a:lnTo>
                  <a:lnTo>
                    <a:pt x="893773" y="539971"/>
                  </a:lnTo>
                  <a:lnTo>
                    <a:pt x="877055" y="575957"/>
                  </a:lnTo>
                  <a:lnTo>
                    <a:pt x="844021" y="601424"/>
                  </a:lnTo>
                  <a:lnTo>
                    <a:pt x="797208" y="614332"/>
                  </a:lnTo>
                  <a:lnTo>
                    <a:pt x="768858" y="615945"/>
                  </a:lnTo>
                  <a:lnTo>
                    <a:pt x="1033468" y="615945"/>
                  </a:lnTo>
                  <a:lnTo>
                    <a:pt x="1037466" y="609488"/>
                  </a:lnTo>
                  <a:lnTo>
                    <a:pt x="1051166" y="567424"/>
                  </a:lnTo>
                  <a:lnTo>
                    <a:pt x="1055735" y="520147"/>
                  </a:lnTo>
                  <a:lnTo>
                    <a:pt x="1053000" y="488429"/>
                  </a:lnTo>
                  <a:lnTo>
                    <a:pt x="1031149" y="432713"/>
                  </a:lnTo>
                  <a:lnTo>
                    <a:pt x="988251" y="388259"/>
                  </a:lnTo>
                  <a:lnTo>
                    <a:pt x="928681" y="360841"/>
                  </a:lnTo>
                  <a:lnTo>
                    <a:pt x="892942" y="353878"/>
                  </a:lnTo>
                  <a:lnTo>
                    <a:pt x="892942" y="351388"/>
                  </a:lnTo>
                  <a:lnTo>
                    <a:pt x="943890" y="333129"/>
                  </a:lnTo>
                  <a:lnTo>
                    <a:pt x="983501" y="306528"/>
                  </a:lnTo>
                  <a:lnTo>
                    <a:pt x="1011784" y="271587"/>
                  </a:lnTo>
                  <a:lnTo>
                    <a:pt x="1028747" y="228307"/>
                  </a:lnTo>
                  <a:lnTo>
                    <a:pt x="1034399" y="176689"/>
                  </a:lnTo>
                  <a:lnTo>
                    <a:pt x="1030595" y="139303"/>
                  </a:lnTo>
                  <a:lnTo>
                    <a:pt x="1023927" y="119597"/>
                  </a:lnTo>
                  <a:close/>
                </a:path>
                <a:path w="1056004" h="736600">
                  <a:moveTo>
                    <a:pt x="803513" y="0"/>
                  </a:moveTo>
                  <a:lnTo>
                    <a:pt x="755231" y="2357"/>
                  </a:lnTo>
                  <a:lnTo>
                    <a:pt x="710020" y="9429"/>
                  </a:lnTo>
                  <a:lnTo>
                    <a:pt x="667901" y="21216"/>
                  </a:lnTo>
                  <a:lnTo>
                    <a:pt x="628893" y="37719"/>
                  </a:lnTo>
                  <a:lnTo>
                    <a:pt x="628893" y="165759"/>
                  </a:lnTo>
                  <a:lnTo>
                    <a:pt x="662873" y="145566"/>
                  </a:lnTo>
                  <a:lnTo>
                    <a:pt x="697367" y="131140"/>
                  </a:lnTo>
                  <a:lnTo>
                    <a:pt x="732363" y="122483"/>
                  </a:lnTo>
                  <a:lnTo>
                    <a:pt x="767852" y="119597"/>
                  </a:lnTo>
                  <a:lnTo>
                    <a:pt x="1023927" y="119597"/>
                  </a:lnTo>
                  <a:lnTo>
                    <a:pt x="1019186" y="105583"/>
                  </a:lnTo>
                  <a:lnTo>
                    <a:pt x="973592" y="49149"/>
                  </a:lnTo>
                  <a:lnTo>
                    <a:pt x="940168" y="27646"/>
                  </a:lnTo>
                  <a:lnTo>
                    <a:pt x="900691" y="12287"/>
                  </a:lnTo>
                  <a:lnTo>
                    <a:pt x="855145" y="3071"/>
                  </a:lnTo>
                  <a:lnTo>
                    <a:pt x="803513" y="0"/>
                  </a:lnTo>
                  <a:close/>
                </a:path>
                <a:path w="1056004" h="736600">
                  <a:moveTo>
                    <a:pt x="461223" y="125062"/>
                  </a:moveTo>
                  <a:lnTo>
                    <a:pt x="209915" y="125062"/>
                  </a:lnTo>
                  <a:lnTo>
                    <a:pt x="234782" y="126520"/>
                  </a:lnTo>
                  <a:lnTo>
                    <a:pt x="256214" y="130894"/>
                  </a:lnTo>
                  <a:lnTo>
                    <a:pt x="300137" y="161447"/>
                  </a:lnTo>
                  <a:lnTo>
                    <a:pt x="314706" y="217371"/>
                  </a:lnTo>
                  <a:lnTo>
                    <a:pt x="314203" y="228871"/>
                  </a:lnTo>
                  <a:lnTo>
                    <a:pt x="302191" y="271572"/>
                  </a:lnTo>
                  <a:lnTo>
                    <a:pt x="274151" y="312076"/>
                  </a:lnTo>
                  <a:lnTo>
                    <a:pt x="242956" y="342458"/>
                  </a:lnTo>
                  <a:lnTo>
                    <a:pt x="203171" y="374146"/>
                  </a:lnTo>
                  <a:lnTo>
                    <a:pt x="173018" y="396141"/>
                  </a:lnTo>
                  <a:lnTo>
                    <a:pt x="157524" y="407791"/>
                  </a:lnTo>
                  <a:lnTo>
                    <a:pt x="125333" y="433029"/>
                  </a:lnTo>
                  <a:lnTo>
                    <a:pt x="93592" y="461577"/>
                  </a:lnTo>
                  <a:lnTo>
                    <a:pt x="64526" y="494096"/>
                  </a:lnTo>
                  <a:lnTo>
                    <a:pt x="39063" y="530821"/>
                  </a:lnTo>
                  <a:lnTo>
                    <a:pt x="18288" y="572012"/>
                  </a:lnTo>
                  <a:lnTo>
                    <a:pt x="4572" y="618239"/>
                  </a:lnTo>
                  <a:lnTo>
                    <a:pt x="0" y="670047"/>
                  </a:lnTo>
                  <a:lnTo>
                    <a:pt x="0" y="723650"/>
                  </a:lnTo>
                  <a:lnTo>
                    <a:pt x="473445" y="723650"/>
                  </a:lnTo>
                  <a:lnTo>
                    <a:pt x="473445" y="593598"/>
                  </a:lnTo>
                  <a:lnTo>
                    <a:pt x="171693" y="593598"/>
                  </a:lnTo>
                  <a:lnTo>
                    <a:pt x="172315" y="586562"/>
                  </a:lnTo>
                  <a:lnTo>
                    <a:pt x="193292" y="548755"/>
                  </a:lnTo>
                  <a:lnTo>
                    <a:pt x="226607" y="516547"/>
                  </a:lnTo>
                  <a:lnTo>
                    <a:pt x="258565" y="491720"/>
                  </a:lnTo>
                  <a:lnTo>
                    <a:pt x="310826" y="454276"/>
                  </a:lnTo>
                  <a:lnTo>
                    <a:pt x="327957" y="441791"/>
                  </a:lnTo>
                  <a:lnTo>
                    <a:pt x="361309" y="416170"/>
                  </a:lnTo>
                  <a:lnTo>
                    <a:pt x="392159" y="388805"/>
                  </a:lnTo>
                  <a:lnTo>
                    <a:pt x="419100" y="358841"/>
                  </a:lnTo>
                  <a:lnTo>
                    <a:pt x="441700" y="325831"/>
                  </a:lnTo>
                  <a:lnTo>
                    <a:pt x="459364" y="289346"/>
                  </a:lnTo>
                  <a:lnTo>
                    <a:pt x="470683" y="248401"/>
                  </a:lnTo>
                  <a:lnTo>
                    <a:pt x="474482" y="202000"/>
                  </a:lnTo>
                  <a:lnTo>
                    <a:pt x="473504" y="179462"/>
                  </a:lnTo>
                  <a:lnTo>
                    <a:pt x="470573" y="158010"/>
                  </a:lnTo>
                  <a:lnTo>
                    <a:pt x="465686" y="137643"/>
                  </a:lnTo>
                  <a:lnTo>
                    <a:pt x="461223" y="125062"/>
                  </a:lnTo>
                  <a:close/>
                </a:path>
                <a:path w="1056004" h="736600">
                  <a:moveTo>
                    <a:pt x="243718" y="0"/>
                  </a:moveTo>
                  <a:lnTo>
                    <a:pt x="186901" y="3743"/>
                  </a:lnTo>
                  <a:lnTo>
                    <a:pt x="133049" y="14988"/>
                  </a:lnTo>
                  <a:lnTo>
                    <a:pt x="82173" y="33759"/>
                  </a:lnTo>
                  <a:lnTo>
                    <a:pt x="34290" y="60079"/>
                  </a:lnTo>
                  <a:lnTo>
                    <a:pt x="34290" y="198025"/>
                  </a:lnTo>
                  <a:lnTo>
                    <a:pt x="76694" y="166101"/>
                  </a:lnTo>
                  <a:lnTo>
                    <a:pt x="120102" y="143300"/>
                  </a:lnTo>
                  <a:lnTo>
                    <a:pt x="164510" y="129621"/>
                  </a:lnTo>
                  <a:lnTo>
                    <a:pt x="209915" y="125062"/>
                  </a:lnTo>
                  <a:lnTo>
                    <a:pt x="461223" y="125062"/>
                  </a:lnTo>
                  <a:lnTo>
                    <a:pt x="458845" y="118359"/>
                  </a:lnTo>
                  <a:lnTo>
                    <a:pt x="439685" y="83687"/>
                  </a:lnTo>
                  <a:lnTo>
                    <a:pt x="413369" y="54614"/>
                  </a:lnTo>
                  <a:lnTo>
                    <a:pt x="380344" y="31310"/>
                  </a:lnTo>
                  <a:lnTo>
                    <a:pt x="340735" y="14097"/>
                  </a:lnTo>
                  <a:lnTo>
                    <a:pt x="294981" y="3525"/>
                  </a:lnTo>
                  <a:lnTo>
                    <a:pt x="270051" y="881"/>
                  </a:lnTo>
                  <a:lnTo>
                    <a:pt x="243718" y="0"/>
                  </a:lnTo>
                  <a:close/>
                </a:path>
              </a:pathLst>
            </a:custGeom>
            <a:solidFill>
              <a:srgbClr val="FFFF00"/>
            </a:solidFill>
          </p:spPr>
          <p:txBody>
            <a:bodyPr wrap="square" lIns="0" tIns="0" rIns="0" bIns="0" rtlCol="0"/>
            <a:lstStyle/>
            <a:p>
              <a:endParaRPr/>
            </a:p>
          </p:txBody>
        </p:sp>
        <p:sp>
          <p:nvSpPr>
            <p:cNvPr id="195" name="object 195"/>
            <p:cNvSpPr/>
            <p:nvPr/>
          </p:nvSpPr>
          <p:spPr>
            <a:xfrm>
              <a:off x="7304409" y="5515605"/>
              <a:ext cx="1056005" cy="736600"/>
            </a:xfrm>
            <a:custGeom>
              <a:avLst/>
              <a:gdLst/>
              <a:ahLst/>
              <a:cxnLst/>
              <a:rect l="l" t="t" r="r" b="b"/>
              <a:pathLst>
                <a:path w="1056004" h="736600">
                  <a:moveTo>
                    <a:pt x="803513" y="0"/>
                  </a:moveTo>
                  <a:lnTo>
                    <a:pt x="855145" y="3071"/>
                  </a:lnTo>
                  <a:lnTo>
                    <a:pt x="900691" y="12287"/>
                  </a:lnTo>
                  <a:lnTo>
                    <a:pt x="940167" y="27646"/>
                  </a:lnTo>
                  <a:lnTo>
                    <a:pt x="973592" y="49148"/>
                  </a:lnTo>
                  <a:lnTo>
                    <a:pt x="1019186" y="105583"/>
                  </a:lnTo>
                  <a:lnTo>
                    <a:pt x="1034399" y="176689"/>
                  </a:lnTo>
                  <a:lnTo>
                    <a:pt x="1028747" y="228307"/>
                  </a:lnTo>
                  <a:lnTo>
                    <a:pt x="1011784" y="271587"/>
                  </a:lnTo>
                  <a:lnTo>
                    <a:pt x="983501" y="306528"/>
                  </a:lnTo>
                  <a:lnTo>
                    <a:pt x="943890" y="333129"/>
                  </a:lnTo>
                  <a:lnTo>
                    <a:pt x="892942" y="351388"/>
                  </a:lnTo>
                  <a:lnTo>
                    <a:pt x="892942" y="353878"/>
                  </a:lnTo>
                  <a:lnTo>
                    <a:pt x="960455" y="372300"/>
                  </a:lnTo>
                  <a:lnTo>
                    <a:pt x="1012057" y="408718"/>
                  </a:lnTo>
                  <a:lnTo>
                    <a:pt x="1044801" y="459284"/>
                  </a:lnTo>
                  <a:lnTo>
                    <a:pt x="1055735" y="520147"/>
                  </a:lnTo>
                  <a:lnTo>
                    <a:pt x="1051166" y="567424"/>
                  </a:lnTo>
                  <a:lnTo>
                    <a:pt x="1037466" y="609488"/>
                  </a:lnTo>
                  <a:lnTo>
                    <a:pt x="1014652" y="646340"/>
                  </a:lnTo>
                  <a:lnTo>
                    <a:pt x="982736" y="677978"/>
                  </a:lnTo>
                  <a:lnTo>
                    <a:pt x="942778" y="703392"/>
                  </a:lnTo>
                  <a:lnTo>
                    <a:pt x="895879" y="721541"/>
                  </a:lnTo>
                  <a:lnTo>
                    <a:pt x="842048" y="732427"/>
                  </a:lnTo>
                  <a:lnTo>
                    <a:pt x="781293" y="736055"/>
                  </a:lnTo>
                  <a:lnTo>
                    <a:pt x="728743" y="733822"/>
                  </a:lnTo>
                  <a:lnTo>
                    <a:pt x="681365" y="727124"/>
                  </a:lnTo>
                  <a:lnTo>
                    <a:pt x="639153" y="715959"/>
                  </a:lnTo>
                  <a:lnTo>
                    <a:pt x="602101" y="700326"/>
                  </a:lnTo>
                  <a:lnTo>
                    <a:pt x="602101" y="563831"/>
                  </a:lnTo>
                  <a:lnTo>
                    <a:pt x="639327" y="586626"/>
                  </a:lnTo>
                  <a:lnTo>
                    <a:pt x="679536" y="602913"/>
                  </a:lnTo>
                  <a:lnTo>
                    <a:pt x="722716" y="612687"/>
                  </a:lnTo>
                  <a:lnTo>
                    <a:pt x="768857" y="615945"/>
                  </a:lnTo>
                  <a:lnTo>
                    <a:pt x="797208" y="614332"/>
                  </a:lnTo>
                  <a:lnTo>
                    <a:pt x="844021" y="601424"/>
                  </a:lnTo>
                  <a:lnTo>
                    <a:pt x="877055" y="575957"/>
                  </a:lnTo>
                  <a:lnTo>
                    <a:pt x="893773" y="539971"/>
                  </a:lnTo>
                  <a:lnTo>
                    <a:pt x="895868" y="518159"/>
                  </a:lnTo>
                  <a:lnTo>
                    <a:pt x="893292" y="495706"/>
                  </a:lnTo>
                  <a:lnTo>
                    <a:pt x="872606" y="458979"/>
                  </a:lnTo>
                  <a:lnTo>
                    <a:pt x="831826" y="433413"/>
                  </a:lnTo>
                  <a:lnTo>
                    <a:pt x="774871" y="420510"/>
                  </a:lnTo>
                  <a:lnTo>
                    <a:pt x="740542" y="418898"/>
                  </a:lnTo>
                  <a:lnTo>
                    <a:pt x="674491" y="418898"/>
                  </a:lnTo>
                  <a:lnTo>
                    <a:pt x="674491" y="298786"/>
                  </a:lnTo>
                  <a:lnTo>
                    <a:pt x="735573" y="298786"/>
                  </a:lnTo>
                  <a:lnTo>
                    <a:pt x="796402" y="293015"/>
                  </a:lnTo>
                  <a:lnTo>
                    <a:pt x="839823" y="275705"/>
                  </a:lnTo>
                  <a:lnTo>
                    <a:pt x="865858" y="246854"/>
                  </a:lnTo>
                  <a:lnTo>
                    <a:pt x="874532" y="206465"/>
                  </a:lnTo>
                  <a:lnTo>
                    <a:pt x="867863" y="168460"/>
                  </a:lnTo>
                  <a:lnTo>
                    <a:pt x="847858" y="141314"/>
                  </a:lnTo>
                  <a:lnTo>
                    <a:pt x="814520" y="125026"/>
                  </a:lnTo>
                  <a:lnTo>
                    <a:pt x="767852" y="119597"/>
                  </a:lnTo>
                  <a:lnTo>
                    <a:pt x="732363" y="122483"/>
                  </a:lnTo>
                  <a:lnTo>
                    <a:pt x="697367" y="131140"/>
                  </a:lnTo>
                  <a:lnTo>
                    <a:pt x="662873" y="145566"/>
                  </a:lnTo>
                  <a:lnTo>
                    <a:pt x="628893" y="165759"/>
                  </a:lnTo>
                  <a:lnTo>
                    <a:pt x="628893" y="37718"/>
                  </a:lnTo>
                  <a:lnTo>
                    <a:pt x="667901" y="21216"/>
                  </a:lnTo>
                  <a:lnTo>
                    <a:pt x="710020" y="9429"/>
                  </a:lnTo>
                  <a:lnTo>
                    <a:pt x="755231" y="2357"/>
                  </a:lnTo>
                  <a:lnTo>
                    <a:pt x="803513" y="0"/>
                  </a:lnTo>
                  <a:close/>
                </a:path>
                <a:path w="1056004" h="736600">
                  <a:moveTo>
                    <a:pt x="243718" y="0"/>
                  </a:moveTo>
                  <a:lnTo>
                    <a:pt x="294981" y="3525"/>
                  </a:lnTo>
                  <a:lnTo>
                    <a:pt x="340735" y="14096"/>
                  </a:lnTo>
                  <a:lnTo>
                    <a:pt x="380344" y="31310"/>
                  </a:lnTo>
                  <a:lnTo>
                    <a:pt x="413369" y="54614"/>
                  </a:lnTo>
                  <a:lnTo>
                    <a:pt x="439685" y="83687"/>
                  </a:lnTo>
                  <a:lnTo>
                    <a:pt x="458845" y="118359"/>
                  </a:lnTo>
                  <a:lnTo>
                    <a:pt x="470573" y="158010"/>
                  </a:lnTo>
                  <a:lnTo>
                    <a:pt x="474482" y="202000"/>
                  </a:lnTo>
                  <a:lnTo>
                    <a:pt x="473530" y="225883"/>
                  </a:lnTo>
                  <a:lnTo>
                    <a:pt x="465956" y="269555"/>
                  </a:lnTo>
                  <a:lnTo>
                    <a:pt x="451135" y="308022"/>
                  </a:lnTo>
                  <a:lnTo>
                    <a:pt x="431031" y="342771"/>
                  </a:lnTo>
                  <a:lnTo>
                    <a:pt x="406122" y="374146"/>
                  </a:lnTo>
                  <a:lnTo>
                    <a:pt x="377219" y="402814"/>
                  </a:lnTo>
                  <a:lnTo>
                    <a:pt x="344779" y="429089"/>
                  </a:lnTo>
                  <a:lnTo>
                    <a:pt x="310826" y="454276"/>
                  </a:lnTo>
                  <a:lnTo>
                    <a:pt x="293369" y="466545"/>
                  </a:lnTo>
                  <a:lnTo>
                    <a:pt x="281558" y="474963"/>
                  </a:lnTo>
                  <a:lnTo>
                    <a:pt x="247406" y="500051"/>
                  </a:lnTo>
                  <a:lnTo>
                    <a:pt x="217183" y="524708"/>
                  </a:lnTo>
                  <a:lnTo>
                    <a:pt x="187007" y="556589"/>
                  </a:lnTo>
                  <a:lnTo>
                    <a:pt x="171693" y="593597"/>
                  </a:lnTo>
                  <a:lnTo>
                    <a:pt x="473445" y="593597"/>
                  </a:lnTo>
                  <a:lnTo>
                    <a:pt x="473445" y="723650"/>
                  </a:lnTo>
                  <a:lnTo>
                    <a:pt x="0" y="723650"/>
                  </a:lnTo>
                  <a:lnTo>
                    <a:pt x="0" y="670047"/>
                  </a:lnTo>
                  <a:lnTo>
                    <a:pt x="4571" y="618239"/>
                  </a:lnTo>
                  <a:lnTo>
                    <a:pt x="18287" y="572012"/>
                  </a:lnTo>
                  <a:lnTo>
                    <a:pt x="39063" y="530821"/>
                  </a:lnTo>
                  <a:lnTo>
                    <a:pt x="64526" y="494096"/>
                  </a:lnTo>
                  <a:lnTo>
                    <a:pt x="93592" y="461577"/>
                  </a:lnTo>
                  <a:lnTo>
                    <a:pt x="125333" y="433029"/>
                  </a:lnTo>
                  <a:lnTo>
                    <a:pt x="157524" y="407791"/>
                  </a:lnTo>
                  <a:lnTo>
                    <a:pt x="203231" y="374102"/>
                  </a:lnTo>
                  <a:lnTo>
                    <a:pt x="217421" y="363306"/>
                  </a:lnTo>
                  <a:lnTo>
                    <a:pt x="254284" y="332301"/>
                  </a:lnTo>
                  <a:lnTo>
                    <a:pt x="282701" y="302014"/>
                  </a:lnTo>
                  <a:lnTo>
                    <a:pt x="306689" y="261305"/>
                  </a:lnTo>
                  <a:lnTo>
                    <a:pt x="314705" y="217371"/>
                  </a:lnTo>
                  <a:lnTo>
                    <a:pt x="313088" y="195940"/>
                  </a:lnTo>
                  <a:lnTo>
                    <a:pt x="288797" y="148388"/>
                  </a:lnTo>
                  <a:lnTo>
                    <a:pt x="234782" y="126520"/>
                  </a:lnTo>
                  <a:lnTo>
                    <a:pt x="209915" y="125062"/>
                  </a:lnTo>
                  <a:lnTo>
                    <a:pt x="164510" y="129621"/>
                  </a:lnTo>
                  <a:lnTo>
                    <a:pt x="120102" y="143300"/>
                  </a:lnTo>
                  <a:lnTo>
                    <a:pt x="76694" y="166101"/>
                  </a:lnTo>
                  <a:lnTo>
                    <a:pt x="34289" y="198025"/>
                  </a:lnTo>
                  <a:lnTo>
                    <a:pt x="34289" y="60079"/>
                  </a:lnTo>
                  <a:lnTo>
                    <a:pt x="82173" y="33759"/>
                  </a:lnTo>
                  <a:lnTo>
                    <a:pt x="133049" y="14988"/>
                  </a:lnTo>
                  <a:lnTo>
                    <a:pt x="186901" y="3743"/>
                  </a:lnTo>
                  <a:lnTo>
                    <a:pt x="243718" y="0"/>
                  </a:lnTo>
                  <a:close/>
                </a:path>
              </a:pathLst>
            </a:custGeom>
            <a:ln w="12191">
              <a:solidFill>
                <a:srgbClr val="000000"/>
              </a:solidFill>
            </a:ln>
          </p:spPr>
          <p:txBody>
            <a:bodyPr wrap="square" lIns="0" tIns="0" rIns="0" bIns="0" rtlCol="0"/>
            <a:lstStyle/>
            <a:p>
              <a:endParaRPr/>
            </a:p>
          </p:txBody>
        </p:sp>
        <p:sp>
          <p:nvSpPr>
            <p:cNvPr id="196" name="object 196"/>
            <p:cNvSpPr/>
            <p:nvPr/>
          </p:nvSpPr>
          <p:spPr>
            <a:xfrm>
              <a:off x="6780276" y="5244083"/>
              <a:ext cx="2218944" cy="1345691"/>
            </a:xfrm>
            <a:prstGeom prst="rect">
              <a:avLst/>
            </a:prstGeom>
            <a:blipFill>
              <a:blip r:embed="rId83" cstate="print"/>
              <a:stretch>
                <a:fillRect/>
              </a:stretch>
            </a:blipFill>
          </p:spPr>
          <p:txBody>
            <a:bodyPr wrap="square" lIns="0" tIns="0" rIns="0" bIns="0" rtlCol="0"/>
            <a:lstStyle/>
            <a:p>
              <a:endParaRPr/>
            </a:p>
          </p:txBody>
        </p:sp>
        <p:sp>
          <p:nvSpPr>
            <p:cNvPr id="197" name="object 197"/>
            <p:cNvSpPr/>
            <p:nvPr/>
          </p:nvSpPr>
          <p:spPr>
            <a:xfrm>
              <a:off x="6626352" y="4927090"/>
              <a:ext cx="2517647" cy="1930908"/>
            </a:xfrm>
            <a:prstGeom prst="rect">
              <a:avLst/>
            </a:prstGeom>
            <a:blipFill>
              <a:blip r:embed="rId84" cstate="print"/>
              <a:stretch>
                <a:fillRect/>
              </a:stretch>
            </a:blipFill>
          </p:spPr>
          <p:txBody>
            <a:bodyPr wrap="square" lIns="0" tIns="0" rIns="0" bIns="0" rtlCol="0"/>
            <a:lstStyle/>
            <a:p>
              <a:endParaRPr/>
            </a:p>
          </p:txBody>
        </p:sp>
        <p:sp>
          <p:nvSpPr>
            <p:cNvPr id="198" name="object 198"/>
            <p:cNvSpPr/>
            <p:nvPr/>
          </p:nvSpPr>
          <p:spPr>
            <a:xfrm>
              <a:off x="6861809" y="5305294"/>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58"/>
                  </a:lnTo>
                  <a:lnTo>
                    <a:pt x="4720" y="998424"/>
                  </a:lnTo>
                  <a:lnTo>
                    <a:pt x="18262" y="1042073"/>
                  </a:lnTo>
                  <a:lnTo>
                    <a:pt x="39691" y="1081572"/>
                  </a:lnTo>
                  <a:lnTo>
                    <a:pt x="68077" y="1115985"/>
                  </a:lnTo>
                  <a:lnTo>
                    <a:pt x="102486" y="1144377"/>
                  </a:lnTo>
                  <a:lnTo>
                    <a:pt x="141986" y="1165815"/>
                  </a:lnTo>
                  <a:lnTo>
                    <a:pt x="185645" y="1179363"/>
                  </a:lnTo>
                  <a:lnTo>
                    <a:pt x="232531"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199" name="object 199"/>
            <p:cNvSpPr/>
            <p:nvPr/>
          </p:nvSpPr>
          <p:spPr>
            <a:xfrm>
              <a:off x="6861809" y="5305294"/>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531" y="1184087"/>
                  </a:lnTo>
                  <a:lnTo>
                    <a:pt x="185645" y="1179363"/>
                  </a:lnTo>
                  <a:lnTo>
                    <a:pt x="141986" y="1165815"/>
                  </a:lnTo>
                  <a:lnTo>
                    <a:pt x="102486" y="1144377"/>
                  </a:lnTo>
                  <a:lnTo>
                    <a:pt x="68077" y="1115985"/>
                  </a:lnTo>
                  <a:lnTo>
                    <a:pt x="39691" y="1081572"/>
                  </a:lnTo>
                  <a:lnTo>
                    <a:pt x="18262" y="1042073"/>
                  </a:lnTo>
                  <a:lnTo>
                    <a:pt x="4720"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200" name="object 200"/>
            <p:cNvSpPr/>
            <p:nvPr/>
          </p:nvSpPr>
          <p:spPr>
            <a:xfrm>
              <a:off x="6667500" y="4948426"/>
              <a:ext cx="2476500" cy="1909571"/>
            </a:xfrm>
            <a:prstGeom prst="rect">
              <a:avLst/>
            </a:prstGeom>
            <a:blipFill>
              <a:blip r:embed="rId85" cstate="print"/>
              <a:stretch>
                <a:fillRect/>
              </a:stretch>
            </a:blipFill>
          </p:spPr>
          <p:txBody>
            <a:bodyPr wrap="square" lIns="0" tIns="0" rIns="0" bIns="0" rtlCol="0"/>
            <a:lstStyle/>
            <a:p>
              <a:endParaRPr/>
            </a:p>
          </p:txBody>
        </p:sp>
        <p:sp>
          <p:nvSpPr>
            <p:cNvPr id="201" name="object 201"/>
            <p:cNvSpPr/>
            <p:nvPr/>
          </p:nvSpPr>
          <p:spPr>
            <a:xfrm>
              <a:off x="7345802" y="5545585"/>
              <a:ext cx="1102360" cy="723900"/>
            </a:xfrm>
            <a:custGeom>
              <a:avLst/>
              <a:gdLst/>
              <a:ahLst/>
              <a:cxnLst/>
              <a:rect l="l" t="t" r="r" b="b"/>
              <a:pathLst>
                <a:path w="1102359" h="723900">
                  <a:moveTo>
                    <a:pt x="1016508" y="577714"/>
                  </a:moveTo>
                  <a:lnTo>
                    <a:pt x="873648" y="577714"/>
                  </a:lnTo>
                  <a:lnTo>
                    <a:pt x="873648" y="723637"/>
                  </a:lnTo>
                  <a:lnTo>
                    <a:pt x="1016508" y="723637"/>
                  </a:lnTo>
                  <a:lnTo>
                    <a:pt x="1016508" y="577714"/>
                  </a:lnTo>
                  <a:close/>
                </a:path>
                <a:path w="1102359" h="723900">
                  <a:moveTo>
                    <a:pt x="1016508" y="11929"/>
                  </a:moveTo>
                  <a:lnTo>
                    <a:pt x="871087" y="11929"/>
                  </a:lnTo>
                  <a:lnTo>
                    <a:pt x="858045" y="39033"/>
                  </a:lnTo>
                  <a:lnTo>
                    <a:pt x="843648" y="66798"/>
                  </a:lnTo>
                  <a:lnTo>
                    <a:pt x="810768" y="124300"/>
                  </a:lnTo>
                  <a:lnTo>
                    <a:pt x="773898" y="182936"/>
                  </a:lnTo>
                  <a:lnTo>
                    <a:pt x="734080" y="241197"/>
                  </a:lnTo>
                  <a:lnTo>
                    <a:pt x="692162" y="298460"/>
                  </a:lnTo>
                  <a:lnTo>
                    <a:pt x="648736" y="354116"/>
                  </a:lnTo>
                  <a:lnTo>
                    <a:pt x="605298" y="406781"/>
                  </a:lnTo>
                  <a:lnTo>
                    <a:pt x="563392" y="455115"/>
                  </a:lnTo>
                  <a:lnTo>
                    <a:pt x="563392" y="577714"/>
                  </a:lnTo>
                  <a:lnTo>
                    <a:pt x="1101852" y="577714"/>
                  </a:lnTo>
                  <a:lnTo>
                    <a:pt x="1101852" y="460568"/>
                  </a:lnTo>
                  <a:lnTo>
                    <a:pt x="703844" y="460568"/>
                  </a:lnTo>
                  <a:lnTo>
                    <a:pt x="714611" y="447185"/>
                  </a:lnTo>
                  <a:lnTo>
                    <a:pt x="748040" y="404241"/>
                  </a:lnTo>
                  <a:lnTo>
                    <a:pt x="782008" y="358082"/>
                  </a:lnTo>
                  <a:lnTo>
                    <a:pt x="804272" y="326129"/>
                  </a:lnTo>
                  <a:lnTo>
                    <a:pt x="825603" y="293617"/>
                  </a:lnTo>
                  <a:lnTo>
                    <a:pt x="845869" y="260721"/>
                  </a:lnTo>
                  <a:lnTo>
                    <a:pt x="873648" y="211906"/>
                  </a:lnTo>
                  <a:lnTo>
                    <a:pt x="1016508" y="211906"/>
                  </a:lnTo>
                  <a:lnTo>
                    <a:pt x="1016508" y="11929"/>
                  </a:lnTo>
                  <a:close/>
                </a:path>
                <a:path w="1102359" h="723900">
                  <a:moveTo>
                    <a:pt x="1016508" y="211906"/>
                  </a:moveTo>
                  <a:lnTo>
                    <a:pt x="873648" y="211906"/>
                  </a:lnTo>
                  <a:lnTo>
                    <a:pt x="873648" y="460568"/>
                  </a:lnTo>
                  <a:lnTo>
                    <a:pt x="1016508" y="460568"/>
                  </a:lnTo>
                  <a:lnTo>
                    <a:pt x="1016508" y="211906"/>
                  </a:lnTo>
                  <a:close/>
                </a:path>
                <a:path w="1102359" h="723900">
                  <a:moveTo>
                    <a:pt x="461224" y="125050"/>
                  </a:moveTo>
                  <a:lnTo>
                    <a:pt x="209946" y="125050"/>
                  </a:lnTo>
                  <a:lnTo>
                    <a:pt x="234801" y="126508"/>
                  </a:lnTo>
                  <a:lnTo>
                    <a:pt x="256245" y="130883"/>
                  </a:lnTo>
                  <a:lnTo>
                    <a:pt x="300188" y="161440"/>
                  </a:lnTo>
                  <a:lnTo>
                    <a:pt x="314706" y="217371"/>
                  </a:lnTo>
                  <a:lnTo>
                    <a:pt x="314208" y="228862"/>
                  </a:lnTo>
                  <a:lnTo>
                    <a:pt x="302268" y="271561"/>
                  </a:lnTo>
                  <a:lnTo>
                    <a:pt x="274155" y="312058"/>
                  </a:lnTo>
                  <a:lnTo>
                    <a:pt x="242956" y="342448"/>
                  </a:lnTo>
                  <a:lnTo>
                    <a:pt x="203167" y="374133"/>
                  </a:lnTo>
                  <a:lnTo>
                    <a:pt x="173023" y="396127"/>
                  </a:lnTo>
                  <a:lnTo>
                    <a:pt x="157539" y="407776"/>
                  </a:lnTo>
                  <a:lnTo>
                    <a:pt x="125364" y="433029"/>
                  </a:lnTo>
                  <a:lnTo>
                    <a:pt x="93653" y="461570"/>
                  </a:lnTo>
                  <a:lnTo>
                    <a:pt x="64526" y="494074"/>
                  </a:lnTo>
                  <a:lnTo>
                    <a:pt x="39090" y="530803"/>
                  </a:lnTo>
                  <a:lnTo>
                    <a:pt x="18409" y="571999"/>
                  </a:lnTo>
                  <a:lnTo>
                    <a:pt x="4587" y="618227"/>
                  </a:lnTo>
                  <a:lnTo>
                    <a:pt x="0" y="670035"/>
                  </a:lnTo>
                  <a:lnTo>
                    <a:pt x="0" y="723637"/>
                  </a:lnTo>
                  <a:lnTo>
                    <a:pt x="473476" y="723637"/>
                  </a:lnTo>
                  <a:lnTo>
                    <a:pt x="473476" y="593598"/>
                  </a:lnTo>
                  <a:lnTo>
                    <a:pt x="171724" y="593598"/>
                  </a:lnTo>
                  <a:lnTo>
                    <a:pt x="172342" y="586557"/>
                  </a:lnTo>
                  <a:lnTo>
                    <a:pt x="193346" y="548739"/>
                  </a:lnTo>
                  <a:lnTo>
                    <a:pt x="226634" y="516541"/>
                  </a:lnTo>
                  <a:lnTo>
                    <a:pt x="258565" y="491704"/>
                  </a:lnTo>
                  <a:lnTo>
                    <a:pt x="293370" y="466532"/>
                  </a:lnTo>
                  <a:lnTo>
                    <a:pt x="310830" y="454261"/>
                  </a:lnTo>
                  <a:lnTo>
                    <a:pt x="327968" y="441772"/>
                  </a:lnTo>
                  <a:lnTo>
                    <a:pt x="361309" y="416146"/>
                  </a:lnTo>
                  <a:lnTo>
                    <a:pt x="392174" y="388790"/>
                  </a:lnTo>
                  <a:lnTo>
                    <a:pt x="419221" y="358819"/>
                  </a:lnTo>
                  <a:lnTo>
                    <a:pt x="441773" y="325819"/>
                  </a:lnTo>
                  <a:lnTo>
                    <a:pt x="459364" y="289346"/>
                  </a:lnTo>
                  <a:lnTo>
                    <a:pt x="470729" y="248394"/>
                  </a:lnTo>
                  <a:lnTo>
                    <a:pt x="474482" y="201978"/>
                  </a:lnTo>
                  <a:lnTo>
                    <a:pt x="473504" y="179439"/>
                  </a:lnTo>
                  <a:lnTo>
                    <a:pt x="470573" y="157988"/>
                  </a:lnTo>
                  <a:lnTo>
                    <a:pt x="465686" y="137624"/>
                  </a:lnTo>
                  <a:lnTo>
                    <a:pt x="461224" y="125050"/>
                  </a:lnTo>
                  <a:close/>
                </a:path>
                <a:path w="1102359" h="723900">
                  <a:moveTo>
                    <a:pt x="243718" y="0"/>
                  </a:moveTo>
                  <a:lnTo>
                    <a:pt x="186901" y="3740"/>
                  </a:lnTo>
                  <a:lnTo>
                    <a:pt x="133049" y="14977"/>
                  </a:lnTo>
                  <a:lnTo>
                    <a:pt x="82173" y="33733"/>
                  </a:lnTo>
                  <a:lnTo>
                    <a:pt x="34290" y="60030"/>
                  </a:lnTo>
                  <a:lnTo>
                    <a:pt x="34290" y="198013"/>
                  </a:lnTo>
                  <a:lnTo>
                    <a:pt x="76708" y="166094"/>
                  </a:lnTo>
                  <a:lnTo>
                    <a:pt x="120117" y="143292"/>
                  </a:lnTo>
                  <a:lnTo>
                    <a:pt x="164527" y="129611"/>
                  </a:lnTo>
                  <a:lnTo>
                    <a:pt x="209946" y="125050"/>
                  </a:lnTo>
                  <a:lnTo>
                    <a:pt x="461224" y="125050"/>
                  </a:lnTo>
                  <a:lnTo>
                    <a:pt x="458845" y="118347"/>
                  </a:lnTo>
                  <a:lnTo>
                    <a:pt x="439715" y="83666"/>
                  </a:lnTo>
                  <a:lnTo>
                    <a:pt x="413522" y="54565"/>
                  </a:lnTo>
                  <a:lnTo>
                    <a:pt x="380375" y="3129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02" name="object 202"/>
            <p:cNvSpPr/>
            <p:nvPr/>
          </p:nvSpPr>
          <p:spPr>
            <a:xfrm>
              <a:off x="7345801" y="5545585"/>
              <a:ext cx="1102360" cy="723900"/>
            </a:xfrm>
            <a:custGeom>
              <a:avLst/>
              <a:gdLst/>
              <a:ahLst/>
              <a:cxnLst/>
              <a:rect l="l" t="t" r="r" b="b"/>
              <a:pathLst>
                <a:path w="1102359" h="723900">
                  <a:moveTo>
                    <a:pt x="873648" y="211906"/>
                  </a:moveTo>
                  <a:lnTo>
                    <a:pt x="845869" y="260721"/>
                  </a:lnTo>
                  <a:lnTo>
                    <a:pt x="825603" y="293617"/>
                  </a:lnTo>
                  <a:lnTo>
                    <a:pt x="804272" y="326129"/>
                  </a:lnTo>
                  <a:lnTo>
                    <a:pt x="782008" y="358082"/>
                  </a:lnTo>
                  <a:lnTo>
                    <a:pt x="759427" y="389105"/>
                  </a:lnTo>
                  <a:lnTo>
                    <a:pt x="725564" y="433338"/>
                  </a:lnTo>
                  <a:lnTo>
                    <a:pt x="703844" y="460568"/>
                  </a:lnTo>
                  <a:lnTo>
                    <a:pt x="873648" y="460568"/>
                  </a:lnTo>
                  <a:lnTo>
                    <a:pt x="873648" y="211906"/>
                  </a:lnTo>
                  <a:close/>
                </a:path>
                <a:path w="1102359" h="723900">
                  <a:moveTo>
                    <a:pt x="871087" y="11929"/>
                  </a:moveTo>
                  <a:lnTo>
                    <a:pt x="1016507" y="11929"/>
                  </a:lnTo>
                  <a:lnTo>
                    <a:pt x="1016507" y="460568"/>
                  </a:lnTo>
                  <a:lnTo>
                    <a:pt x="1101851" y="460568"/>
                  </a:lnTo>
                  <a:lnTo>
                    <a:pt x="1101851" y="577714"/>
                  </a:lnTo>
                  <a:lnTo>
                    <a:pt x="1016507" y="577714"/>
                  </a:lnTo>
                  <a:lnTo>
                    <a:pt x="1016507" y="723637"/>
                  </a:lnTo>
                  <a:lnTo>
                    <a:pt x="873648" y="723637"/>
                  </a:lnTo>
                  <a:lnTo>
                    <a:pt x="873648" y="577714"/>
                  </a:lnTo>
                  <a:lnTo>
                    <a:pt x="563392" y="577714"/>
                  </a:lnTo>
                  <a:lnTo>
                    <a:pt x="563392" y="455115"/>
                  </a:lnTo>
                  <a:lnTo>
                    <a:pt x="584155" y="431490"/>
                  </a:lnTo>
                  <a:lnTo>
                    <a:pt x="605298" y="406781"/>
                  </a:lnTo>
                  <a:lnTo>
                    <a:pt x="648736" y="354116"/>
                  </a:lnTo>
                  <a:lnTo>
                    <a:pt x="692162" y="298460"/>
                  </a:lnTo>
                  <a:lnTo>
                    <a:pt x="734080" y="241197"/>
                  </a:lnTo>
                  <a:lnTo>
                    <a:pt x="773898" y="182936"/>
                  </a:lnTo>
                  <a:lnTo>
                    <a:pt x="810767" y="124300"/>
                  </a:lnTo>
                  <a:lnTo>
                    <a:pt x="843648" y="66798"/>
                  </a:lnTo>
                  <a:lnTo>
                    <a:pt x="858045" y="39033"/>
                  </a:lnTo>
                  <a:lnTo>
                    <a:pt x="871087" y="11929"/>
                  </a:lnTo>
                  <a:close/>
                </a:path>
                <a:path w="1102359" h="723900">
                  <a:moveTo>
                    <a:pt x="243718" y="0"/>
                  </a:moveTo>
                  <a:lnTo>
                    <a:pt x="295038" y="3521"/>
                  </a:lnTo>
                  <a:lnTo>
                    <a:pt x="340735" y="14096"/>
                  </a:lnTo>
                  <a:lnTo>
                    <a:pt x="380375" y="31295"/>
                  </a:lnTo>
                  <a:lnTo>
                    <a:pt x="413522" y="54565"/>
                  </a:lnTo>
                  <a:lnTo>
                    <a:pt x="439715" y="83666"/>
                  </a:lnTo>
                  <a:lnTo>
                    <a:pt x="458845" y="118347"/>
                  </a:lnTo>
                  <a:lnTo>
                    <a:pt x="470573" y="157988"/>
                  </a:lnTo>
                  <a:lnTo>
                    <a:pt x="474482" y="201978"/>
                  </a:lnTo>
                  <a:lnTo>
                    <a:pt x="473547" y="225869"/>
                  </a:lnTo>
                  <a:lnTo>
                    <a:pt x="466008" y="269553"/>
                  </a:lnTo>
                  <a:lnTo>
                    <a:pt x="451201" y="308015"/>
                  </a:lnTo>
                  <a:lnTo>
                    <a:pt x="431104" y="342755"/>
                  </a:lnTo>
                  <a:lnTo>
                    <a:pt x="406174" y="374133"/>
                  </a:lnTo>
                  <a:lnTo>
                    <a:pt x="377220" y="402794"/>
                  </a:lnTo>
                  <a:lnTo>
                    <a:pt x="344792" y="429067"/>
                  </a:lnTo>
                  <a:lnTo>
                    <a:pt x="310830" y="454261"/>
                  </a:lnTo>
                  <a:lnTo>
                    <a:pt x="293369" y="466532"/>
                  </a:lnTo>
                  <a:lnTo>
                    <a:pt x="281558" y="474955"/>
                  </a:lnTo>
                  <a:lnTo>
                    <a:pt x="247406" y="500039"/>
                  </a:lnTo>
                  <a:lnTo>
                    <a:pt x="217213" y="524702"/>
                  </a:lnTo>
                  <a:lnTo>
                    <a:pt x="187072" y="556571"/>
                  </a:lnTo>
                  <a:lnTo>
                    <a:pt x="171724" y="593597"/>
                  </a:lnTo>
                  <a:lnTo>
                    <a:pt x="473476" y="593597"/>
                  </a:lnTo>
                  <a:lnTo>
                    <a:pt x="473476" y="723637"/>
                  </a:lnTo>
                  <a:lnTo>
                    <a:pt x="0" y="723637"/>
                  </a:lnTo>
                  <a:lnTo>
                    <a:pt x="0" y="670035"/>
                  </a:lnTo>
                  <a:lnTo>
                    <a:pt x="4587" y="618227"/>
                  </a:lnTo>
                  <a:lnTo>
                    <a:pt x="18409" y="571999"/>
                  </a:lnTo>
                  <a:lnTo>
                    <a:pt x="39090" y="530803"/>
                  </a:lnTo>
                  <a:lnTo>
                    <a:pt x="64526" y="494074"/>
                  </a:lnTo>
                  <a:lnTo>
                    <a:pt x="93653" y="461570"/>
                  </a:lnTo>
                  <a:lnTo>
                    <a:pt x="125364" y="433029"/>
                  </a:lnTo>
                  <a:lnTo>
                    <a:pt x="157539" y="407776"/>
                  </a:lnTo>
                  <a:lnTo>
                    <a:pt x="203231" y="374086"/>
                  </a:lnTo>
                  <a:lnTo>
                    <a:pt x="217421" y="363294"/>
                  </a:lnTo>
                  <a:lnTo>
                    <a:pt x="254297" y="332285"/>
                  </a:lnTo>
                  <a:lnTo>
                    <a:pt x="282701" y="301989"/>
                  </a:lnTo>
                  <a:lnTo>
                    <a:pt x="306720" y="261295"/>
                  </a:lnTo>
                  <a:lnTo>
                    <a:pt x="314705" y="217371"/>
                  </a:lnTo>
                  <a:lnTo>
                    <a:pt x="313090" y="195934"/>
                  </a:lnTo>
                  <a:lnTo>
                    <a:pt x="288919" y="148388"/>
                  </a:lnTo>
                  <a:lnTo>
                    <a:pt x="234801" y="126508"/>
                  </a:lnTo>
                  <a:lnTo>
                    <a:pt x="209946" y="125050"/>
                  </a:lnTo>
                  <a:lnTo>
                    <a:pt x="164527" y="129611"/>
                  </a:lnTo>
                  <a:lnTo>
                    <a:pt x="120117" y="143292"/>
                  </a:lnTo>
                  <a:lnTo>
                    <a:pt x="76708" y="166094"/>
                  </a:lnTo>
                  <a:lnTo>
                    <a:pt x="34289" y="198013"/>
                  </a:lnTo>
                  <a:lnTo>
                    <a:pt x="34289" y="60030"/>
                  </a:lnTo>
                  <a:lnTo>
                    <a:pt x="82173" y="33733"/>
                  </a:lnTo>
                  <a:lnTo>
                    <a:pt x="133049" y="14977"/>
                  </a:lnTo>
                  <a:lnTo>
                    <a:pt x="186901" y="3740"/>
                  </a:lnTo>
                  <a:lnTo>
                    <a:pt x="243718" y="0"/>
                  </a:lnTo>
                  <a:close/>
                </a:path>
              </a:pathLst>
            </a:custGeom>
            <a:ln w="12191">
              <a:solidFill>
                <a:srgbClr val="000000"/>
              </a:solidFill>
            </a:ln>
          </p:spPr>
          <p:txBody>
            <a:bodyPr wrap="square" lIns="0" tIns="0" rIns="0" bIns="0" rtlCol="0"/>
            <a:lstStyle/>
            <a:p>
              <a:endParaRPr/>
            </a:p>
          </p:txBody>
        </p:sp>
        <p:sp>
          <p:nvSpPr>
            <p:cNvPr id="203" name="object 203"/>
            <p:cNvSpPr/>
            <p:nvPr/>
          </p:nvSpPr>
          <p:spPr>
            <a:xfrm>
              <a:off x="6774180"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04" name="object 204"/>
            <p:cNvSpPr/>
            <p:nvPr/>
          </p:nvSpPr>
          <p:spPr>
            <a:xfrm>
              <a:off x="6620256" y="4905755"/>
              <a:ext cx="2523743" cy="1952244"/>
            </a:xfrm>
            <a:prstGeom prst="rect">
              <a:avLst/>
            </a:prstGeom>
            <a:blipFill>
              <a:blip r:embed="rId87" cstate="print"/>
              <a:stretch>
                <a:fillRect/>
              </a:stretch>
            </a:blipFill>
          </p:spPr>
          <p:txBody>
            <a:bodyPr wrap="square" lIns="0" tIns="0" rIns="0" bIns="0" rtlCol="0"/>
            <a:lstStyle/>
            <a:p>
              <a:endParaRPr/>
            </a:p>
          </p:txBody>
        </p:sp>
        <p:sp>
          <p:nvSpPr>
            <p:cNvPr id="205" name="object 205"/>
            <p:cNvSpPr/>
            <p:nvPr/>
          </p:nvSpPr>
          <p:spPr>
            <a:xfrm>
              <a:off x="6855592"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6" name="object 206"/>
            <p:cNvSpPr/>
            <p:nvPr/>
          </p:nvSpPr>
          <p:spPr>
            <a:xfrm>
              <a:off x="6855592"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07" name="object 207"/>
            <p:cNvSpPr/>
            <p:nvPr/>
          </p:nvSpPr>
          <p:spPr>
            <a:xfrm>
              <a:off x="6661404" y="4927090"/>
              <a:ext cx="2481072" cy="1930908"/>
            </a:xfrm>
            <a:prstGeom prst="rect">
              <a:avLst/>
            </a:prstGeom>
            <a:blipFill>
              <a:blip r:embed="rId88" cstate="print"/>
              <a:stretch>
                <a:fillRect/>
              </a:stretch>
            </a:blipFill>
          </p:spPr>
          <p:txBody>
            <a:bodyPr wrap="square" lIns="0" tIns="0" rIns="0" bIns="0" rtlCol="0"/>
            <a:lstStyle/>
            <a:p>
              <a:endParaRPr/>
            </a:p>
          </p:txBody>
        </p:sp>
        <p:sp>
          <p:nvSpPr>
            <p:cNvPr id="208" name="object 208"/>
            <p:cNvSpPr/>
            <p:nvPr/>
          </p:nvSpPr>
          <p:spPr>
            <a:xfrm>
              <a:off x="7339584" y="5524630"/>
              <a:ext cx="1061720" cy="736600"/>
            </a:xfrm>
            <a:custGeom>
              <a:avLst/>
              <a:gdLst/>
              <a:ahLst/>
              <a:cxnLst/>
              <a:rect l="l" t="t" r="r" b="b"/>
              <a:pathLst>
                <a:path w="1061720" h="736600">
                  <a:moveTo>
                    <a:pt x="614568" y="571237"/>
                  </a:moveTo>
                  <a:lnTo>
                    <a:pt x="614568" y="705255"/>
                  </a:lnTo>
                  <a:lnTo>
                    <a:pt x="651569" y="718721"/>
                  </a:lnTo>
                  <a:lnTo>
                    <a:pt x="692677" y="728335"/>
                  </a:lnTo>
                  <a:lnTo>
                    <a:pt x="737905" y="734101"/>
                  </a:lnTo>
                  <a:lnTo>
                    <a:pt x="787267" y="736021"/>
                  </a:lnTo>
                  <a:lnTo>
                    <a:pt x="847254" y="731757"/>
                  </a:lnTo>
                  <a:lnTo>
                    <a:pt x="900687" y="718964"/>
                  </a:lnTo>
                  <a:lnTo>
                    <a:pt x="947543" y="697641"/>
                  </a:lnTo>
                  <a:lnTo>
                    <a:pt x="987795" y="667786"/>
                  </a:lnTo>
                  <a:lnTo>
                    <a:pt x="1020137" y="631191"/>
                  </a:lnTo>
                  <a:lnTo>
                    <a:pt x="1028631" y="615921"/>
                  </a:lnTo>
                  <a:lnTo>
                    <a:pt x="769863" y="615921"/>
                  </a:lnTo>
                  <a:lnTo>
                    <a:pt x="729289" y="613128"/>
                  </a:lnTo>
                  <a:lnTo>
                    <a:pt x="689872" y="604750"/>
                  </a:lnTo>
                  <a:lnTo>
                    <a:pt x="651627" y="590786"/>
                  </a:lnTo>
                  <a:lnTo>
                    <a:pt x="614568" y="571237"/>
                  </a:lnTo>
                  <a:close/>
                </a:path>
                <a:path w="1061720" h="736600">
                  <a:moveTo>
                    <a:pt x="1044080" y="400501"/>
                  </a:moveTo>
                  <a:lnTo>
                    <a:pt x="752490" y="400501"/>
                  </a:lnTo>
                  <a:lnTo>
                    <a:pt x="806308" y="404730"/>
                  </a:lnTo>
                  <a:lnTo>
                    <a:pt x="848162" y="417418"/>
                  </a:lnTo>
                  <a:lnTo>
                    <a:pt x="878054" y="438564"/>
                  </a:lnTo>
                  <a:lnTo>
                    <a:pt x="895987" y="468168"/>
                  </a:lnTo>
                  <a:lnTo>
                    <a:pt x="901964" y="506230"/>
                  </a:lnTo>
                  <a:lnTo>
                    <a:pt x="899770" y="530219"/>
                  </a:lnTo>
                  <a:lnTo>
                    <a:pt x="882238" y="570296"/>
                  </a:lnTo>
                  <a:lnTo>
                    <a:pt x="847710" y="599306"/>
                  </a:lnTo>
                  <a:lnTo>
                    <a:pt x="799215" y="614075"/>
                  </a:lnTo>
                  <a:lnTo>
                    <a:pt x="769863" y="615921"/>
                  </a:lnTo>
                  <a:lnTo>
                    <a:pt x="1028631" y="615921"/>
                  </a:lnTo>
                  <a:lnTo>
                    <a:pt x="1043235" y="589667"/>
                  </a:lnTo>
                  <a:lnTo>
                    <a:pt x="1057091" y="543211"/>
                  </a:lnTo>
                  <a:lnTo>
                    <a:pt x="1061709" y="491822"/>
                  </a:lnTo>
                  <a:lnTo>
                    <a:pt x="1057831" y="445665"/>
                  </a:lnTo>
                  <a:lnTo>
                    <a:pt x="1046203" y="404472"/>
                  </a:lnTo>
                  <a:lnTo>
                    <a:pt x="1044080" y="400501"/>
                  </a:lnTo>
                  <a:close/>
                </a:path>
                <a:path w="1061720" h="736600">
                  <a:moveTo>
                    <a:pt x="1028943" y="11811"/>
                  </a:moveTo>
                  <a:lnTo>
                    <a:pt x="652272" y="11811"/>
                  </a:lnTo>
                  <a:lnTo>
                    <a:pt x="625480" y="408931"/>
                  </a:lnTo>
                  <a:lnTo>
                    <a:pt x="660413" y="405243"/>
                  </a:lnTo>
                  <a:lnTo>
                    <a:pt x="693214" y="402608"/>
                  </a:lnTo>
                  <a:lnTo>
                    <a:pt x="723900" y="401028"/>
                  </a:lnTo>
                  <a:lnTo>
                    <a:pt x="752490" y="400501"/>
                  </a:lnTo>
                  <a:lnTo>
                    <a:pt x="1044080" y="400501"/>
                  </a:lnTo>
                  <a:lnTo>
                    <a:pt x="1026836" y="368245"/>
                  </a:lnTo>
                  <a:lnTo>
                    <a:pt x="999744" y="336983"/>
                  </a:lnTo>
                  <a:lnTo>
                    <a:pt x="965722" y="311785"/>
                  </a:lnTo>
                  <a:lnTo>
                    <a:pt x="925746" y="293788"/>
                  </a:lnTo>
                  <a:lnTo>
                    <a:pt x="879814" y="282990"/>
                  </a:lnTo>
                  <a:lnTo>
                    <a:pt x="870993" y="282378"/>
                  </a:lnTo>
                  <a:lnTo>
                    <a:pt x="762000" y="282378"/>
                  </a:lnTo>
                  <a:lnTo>
                    <a:pt x="771906" y="139921"/>
                  </a:lnTo>
                  <a:lnTo>
                    <a:pt x="1028943" y="139921"/>
                  </a:lnTo>
                  <a:lnTo>
                    <a:pt x="1028943" y="11811"/>
                  </a:lnTo>
                  <a:close/>
                </a:path>
                <a:path w="1061720" h="736600">
                  <a:moveTo>
                    <a:pt x="827928" y="279391"/>
                  </a:moveTo>
                  <a:lnTo>
                    <a:pt x="813366" y="279579"/>
                  </a:lnTo>
                  <a:lnTo>
                    <a:pt x="797524" y="280140"/>
                  </a:lnTo>
                  <a:lnTo>
                    <a:pt x="780402" y="281073"/>
                  </a:lnTo>
                  <a:lnTo>
                    <a:pt x="762000" y="282378"/>
                  </a:lnTo>
                  <a:lnTo>
                    <a:pt x="870993" y="282378"/>
                  </a:lnTo>
                  <a:lnTo>
                    <a:pt x="827928" y="279391"/>
                  </a:lnTo>
                  <a:close/>
                </a:path>
                <a:path w="1061720" h="736600">
                  <a:moveTo>
                    <a:pt x="461220" y="125025"/>
                  </a:moveTo>
                  <a:lnTo>
                    <a:pt x="209946" y="125025"/>
                  </a:lnTo>
                  <a:lnTo>
                    <a:pt x="234801" y="126485"/>
                  </a:lnTo>
                  <a:lnTo>
                    <a:pt x="256245" y="130862"/>
                  </a:lnTo>
                  <a:lnTo>
                    <a:pt x="300188" y="161417"/>
                  </a:lnTo>
                  <a:lnTo>
                    <a:pt x="314706" y="217358"/>
                  </a:lnTo>
                  <a:lnTo>
                    <a:pt x="314208" y="228845"/>
                  </a:lnTo>
                  <a:lnTo>
                    <a:pt x="302285" y="271550"/>
                  </a:lnTo>
                  <a:lnTo>
                    <a:pt x="274155" y="312041"/>
                  </a:lnTo>
                  <a:lnTo>
                    <a:pt x="242956" y="342424"/>
                  </a:lnTo>
                  <a:lnTo>
                    <a:pt x="203210" y="374121"/>
                  </a:lnTo>
                  <a:lnTo>
                    <a:pt x="173018" y="396111"/>
                  </a:lnTo>
                  <a:lnTo>
                    <a:pt x="157528" y="407763"/>
                  </a:lnTo>
                  <a:lnTo>
                    <a:pt x="125364" y="433017"/>
                  </a:lnTo>
                  <a:lnTo>
                    <a:pt x="93653" y="461553"/>
                  </a:lnTo>
                  <a:lnTo>
                    <a:pt x="64526" y="494062"/>
                  </a:lnTo>
                  <a:lnTo>
                    <a:pt x="39079" y="530792"/>
                  </a:lnTo>
                  <a:lnTo>
                    <a:pt x="18409" y="571987"/>
                  </a:lnTo>
                  <a:lnTo>
                    <a:pt x="4587" y="618215"/>
                  </a:lnTo>
                  <a:lnTo>
                    <a:pt x="0" y="670023"/>
                  </a:lnTo>
                  <a:lnTo>
                    <a:pt x="0" y="723613"/>
                  </a:lnTo>
                  <a:lnTo>
                    <a:pt x="473598" y="723613"/>
                  </a:lnTo>
                  <a:lnTo>
                    <a:pt x="473598" y="593585"/>
                  </a:lnTo>
                  <a:lnTo>
                    <a:pt x="171693" y="593585"/>
                  </a:lnTo>
                  <a:lnTo>
                    <a:pt x="172318" y="586539"/>
                  </a:lnTo>
                  <a:lnTo>
                    <a:pt x="193376" y="548719"/>
                  </a:lnTo>
                  <a:lnTo>
                    <a:pt x="226626" y="516524"/>
                  </a:lnTo>
                  <a:lnTo>
                    <a:pt x="258565" y="491687"/>
                  </a:lnTo>
                  <a:lnTo>
                    <a:pt x="293370" y="466523"/>
                  </a:lnTo>
                  <a:lnTo>
                    <a:pt x="310830" y="454246"/>
                  </a:lnTo>
                  <a:lnTo>
                    <a:pt x="327968" y="441757"/>
                  </a:lnTo>
                  <a:lnTo>
                    <a:pt x="361309" y="416134"/>
                  </a:lnTo>
                  <a:lnTo>
                    <a:pt x="392174" y="388778"/>
                  </a:lnTo>
                  <a:lnTo>
                    <a:pt x="419221" y="358807"/>
                  </a:lnTo>
                  <a:lnTo>
                    <a:pt x="441773" y="325805"/>
                  </a:lnTo>
                  <a:lnTo>
                    <a:pt x="459364" y="289322"/>
                  </a:lnTo>
                  <a:lnTo>
                    <a:pt x="470729" y="248376"/>
                  </a:lnTo>
                  <a:lnTo>
                    <a:pt x="474482" y="201966"/>
                  </a:lnTo>
                  <a:lnTo>
                    <a:pt x="473504" y="179427"/>
                  </a:lnTo>
                  <a:lnTo>
                    <a:pt x="470573" y="157975"/>
                  </a:lnTo>
                  <a:lnTo>
                    <a:pt x="465686" y="137612"/>
                  </a:lnTo>
                  <a:lnTo>
                    <a:pt x="461220" y="125025"/>
                  </a:lnTo>
                  <a:close/>
                </a:path>
                <a:path w="1061720" h="736600">
                  <a:moveTo>
                    <a:pt x="243718" y="0"/>
                  </a:moveTo>
                  <a:lnTo>
                    <a:pt x="186901" y="3741"/>
                  </a:lnTo>
                  <a:lnTo>
                    <a:pt x="133049" y="14982"/>
                  </a:lnTo>
                  <a:lnTo>
                    <a:pt x="82173" y="33749"/>
                  </a:lnTo>
                  <a:lnTo>
                    <a:pt x="34290" y="60066"/>
                  </a:lnTo>
                  <a:lnTo>
                    <a:pt x="34290" y="198001"/>
                  </a:lnTo>
                  <a:lnTo>
                    <a:pt x="76695" y="166080"/>
                  </a:lnTo>
                  <a:lnTo>
                    <a:pt x="120106" y="143274"/>
                  </a:lnTo>
                  <a:lnTo>
                    <a:pt x="164523" y="129588"/>
                  </a:lnTo>
                  <a:lnTo>
                    <a:pt x="209946" y="125025"/>
                  </a:lnTo>
                  <a:lnTo>
                    <a:pt x="461220" y="125025"/>
                  </a:lnTo>
                  <a:lnTo>
                    <a:pt x="458845" y="118335"/>
                  </a:lnTo>
                  <a:lnTo>
                    <a:pt x="439715" y="83660"/>
                  </a:lnTo>
                  <a:lnTo>
                    <a:pt x="413522" y="54601"/>
                  </a:lnTo>
                  <a:lnTo>
                    <a:pt x="380420"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09" name="object 209"/>
            <p:cNvSpPr/>
            <p:nvPr/>
          </p:nvSpPr>
          <p:spPr>
            <a:xfrm>
              <a:off x="7339583" y="5524630"/>
              <a:ext cx="1061720" cy="736600"/>
            </a:xfrm>
            <a:custGeom>
              <a:avLst/>
              <a:gdLst/>
              <a:ahLst/>
              <a:cxnLst/>
              <a:rect l="l" t="t" r="r" b="b"/>
              <a:pathLst>
                <a:path w="1061720" h="736600">
                  <a:moveTo>
                    <a:pt x="652271" y="11810"/>
                  </a:moveTo>
                  <a:lnTo>
                    <a:pt x="1028943" y="11810"/>
                  </a:lnTo>
                  <a:lnTo>
                    <a:pt x="1028943" y="139921"/>
                  </a:lnTo>
                  <a:lnTo>
                    <a:pt x="771905" y="139921"/>
                  </a:lnTo>
                  <a:lnTo>
                    <a:pt x="761999" y="282378"/>
                  </a:lnTo>
                  <a:lnTo>
                    <a:pt x="780402" y="281073"/>
                  </a:lnTo>
                  <a:lnTo>
                    <a:pt x="797524" y="280140"/>
                  </a:lnTo>
                  <a:lnTo>
                    <a:pt x="813366" y="279579"/>
                  </a:lnTo>
                  <a:lnTo>
                    <a:pt x="827928" y="279391"/>
                  </a:lnTo>
                  <a:lnTo>
                    <a:pt x="879814" y="282990"/>
                  </a:lnTo>
                  <a:lnTo>
                    <a:pt x="925746" y="293788"/>
                  </a:lnTo>
                  <a:lnTo>
                    <a:pt x="965722" y="311785"/>
                  </a:lnTo>
                  <a:lnTo>
                    <a:pt x="999743" y="336983"/>
                  </a:lnTo>
                  <a:lnTo>
                    <a:pt x="1026836" y="368245"/>
                  </a:lnTo>
                  <a:lnTo>
                    <a:pt x="1046203" y="404472"/>
                  </a:lnTo>
                  <a:lnTo>
                    <a:pt x="1057831" y="445665"/>
                  </a:lnTo>
                  <a:lnTo>
                    <a:pt x="1061709" y="491822"/>
                  </a:lnTo>
                  <a:lnTo>
                    <a:pt x="1057091" y="543211"/>
                  </a:lnTo>
                  <a:lnTo>
                    <a:pt x="1043235" y="589667"/>
                  </a:lnTo>
                  <a:lnTo>
                    <a:pt x="1020137" y="631191"/>
                  </a:lnTo>
                  <a:lnTo>
                    <a:pt x="987795" y="667786"/>
                  </a:lnTo>
                  <a:lnTo>
                    <a:pt x="947543" y="697641"/>
                  </a:lnTo>
                  <a:lnTo>
                    <a:pt x="900687" y="718964"/>
                  </a:lnTo>
                  <a:lnTo>
                    <a:pt x="847253" y="731757"/>
                  </a:lnTo>
                  <a:lnTo>
                    <a:pt x="787267" y="736021"/>
                  </a:lnTo>
                  <a:lnTo>
                    <a:pt x="737905" y="734100"/>
                  </a:lnTo>
                  <a:lnTo>
                    <a:pt x="692677" y="728335"/>
                  </a:lnTo>
                  <a:lnTo>
                    <a:pt x="651569" y="718721"/>
                  </a:lnTo>
                  <a:lnTo>
                    <a:pt x="614568" y="705255"/>
                  </a:lnTo>
                  <a:lnTo>
                    <a:pt x="614568" y="571237"/>
                  </a:lnTo>
                  <a:lnTo>
                    <a:pt x="651627" y="590786"/>
                  </a:lnTo>
                  <a:lnTo>
                    <a:pt x="689872" y="604750"/>
                  </a:lnTo>
                  <a:lnTo>
                    <a:pt x="729289" y="613128"/>
                  </a:lnTo>
                  <a:lnTo>
                    <a:pt x="769863" y="615921"/>
                  </a:lnTo>
                  <a:lnTo>
                    <a:pt x="799215" y="614075"/>
                  </a:lnTo>
                  <a:lnTo>
                    <a:pt x="847710" y="599306"/>
                  </a:lnTo>
                  <a:lnTo>
                    <a:pt x="882238" y="570296"/>
                  </a:lnTo>
                  <a:lnTo>
                    <a:pt x="899770" y="530219"/>
                  </a:lnTo>
                  <a:lnTo>
                    <a:pt x="901964" y="506230"/>
                  </a:lnTo>
                  <a:lnTo>
                    <a:pt x="895987" y="468168"/>
                  </a:lnTo>
                  <a:lnTo>
                    <a:pt x="878054" y="438563"/>
                  </a:lnTo>
                  <a:lnTo>
                    <a:pt x="848162" y="417418"/>
                  </a:lnTo>
                  <a:lnTo>
                    <a:pt x="806308" y="404730"/>
                  </a:lnTo>
                  <a:lnTo>
                    <a:pt x="752490" y="400501"/>
                  </a:lnTo>
                  <a:lnTo>
                    <a:pt x="723900" y="401028"/>
                  </a:lnTo>
                  <a:lnTo>
                    <a:pt x="693214" y="402608"/>
                  </a:lnTo>
                  <a:lnTo>
                    <a:pt x="660413" y="405243"/>
                  </a:lnTo>
                  <a:lnTo>
                    <a:pt x="625480" y="408931"/>
                  </a:lnTo>
                  <a:lnTo>
                    <a:pt x="652271" y="11810"/>
                  </a:lnTo>
                  <a:close/>
                </a:path>
                <a:path w="1061720" h="736600">
                  <a:moveTo>
                    <a:pt x="243718" y="0"/>
                  </a:moveTo>
                  <a:lnTo>
                    <a:pt x="295038" y="3521"/>
                  </a:lnTo>
                  <a:lnTo>
                    <a:pt x="340735" y="14096"/>
                  </a:lnTo>
                  <a:lnTo>
                    <a:pt x="380420" y="31255"/>
                  </a:lnTo>
                  <a:lnTo>
                    <a:pt x="413522" y="54601"/>
                  </a:lnTo>
                  <a:lnTo>
                    <a:pt x="439715" y="83660"/>
                  </a:lnTo>
                  <a:lnTo>
                    <a:pt x="458845" y="118335"/>
                  </a:lnTo>
                  <a:lnTo>
                    <a:pt x="470573" y="157975"/>
                  </a:lnTo>
                  <a:lnTo>
                    <a:pt x="474482" y="201966"/>
                  </a:lnTo>
                  <a:lnTo>
                    <a:pt x="473547" y="225855"/>
                  </a:lnTo>
                  <a:lnTo>
                    <a:pt x="466008" y="269530"/>
                  </a:lnTo>
                  <a:lnTo>
                    <a:pt x="451201" y="307997"/>
                  </a:lnTo>
                  <a:lnTo>
                    <a:pt x="431104" y="342743"/>
                  </a:lnTo>
                  <a:lnTo>
                    <a:pt x="406174" y="374121"/>
                  </a:lnTo>
                  <a:lnTo>
                    <a:pt x="377220" y="402781"/>
                  </a:lnTo>
                  <a:lnTo>
                    <a:pt x="344792" y="429054"/>
                  </a:lnTo>
                  <a:lnTo>
                    <a:pt x="310830" y="454246"/>
                  </a:lnTo>
                  <a:lnTo>
                    <a:pt x="293369" y="466523"/>
                  </a:lnTo>
                  <a:lnTo>
                    <a:pt x="281558" y="474944"/>
                  </a:lnTo>
                  <a:lnTo>
                    <a:pt x="247406" y="500015"/>
                  </a:lnTo>
                  <a:lnTo>
                    <a:pt x="217248" y="524680"/>
                  </a:lnTo>
                  <a:lnTo>
                    <a:pt x="187125" y="556553"/>
                  </a:lnTo>
                  <a:lnTo>
                    <a:pt x="171693" y="593585"/>
                  </a:lnTo>
                  <a:lnTo>
                    <a:pt x="473598" y="593585"/>
                  </a:lnTo>
                  <a:lnTo>
                    <a:pt x="473598" y="723613"/>
                  </a:lnTo>
                  <a:lnTo>
                    <a:pt x="0" y="723613"/>
                  </a:lnTo>
                  <a:lnTo>
                    <a:pt x="0" y="670023"/>
                  </a:lnTo>
                  <a:lnTo>
                    <a:pt x="4587" y="618215"/>
                  </a:lnTo>
                  <a:lnTo>
                    <a:pt x="18409" y="571987"/>
                  </a:lnTo>
                  <a:lnTo>
                    <a:pt x="39079" y="530792"/>
                  </a:lnTo>
                  <a:lnTo>
                    <a:pt x="64526" y="494062"/>
                  </a:lnTo>
                  <a:lnTo>
                    <a:pt x="93653" y="461553"/>
                  </a:lnTo>
                  <a:lnTo>
                    <a:pt x="125364" y="433017"/>
                  </a:lnTo>
                  <a:lnTo>
                    <a:pt x="157528" y="407763"/>
                  </a:lnTo>
                  <a:lnTo>
                    <a:pt x="203282" y="374069"/>
                  </a:lnTo>
                  <a:lnTo>
                    <a:pt x="217467" y="363275"/>
                  </a:lnTo>
                  <a:lnTo>
                    <a:pt x="254297" y="332266"/>
                  </a:lnTo>
                  <a:lnTo>
                    <a:pt x="282701" y="301977"/>
                  </a:lnTo>
                  <a:lnTo>
                    <a:pt x="306720" y="261283"/>
                  </a:lnTo>
                  <a:lnTo>
                    <a:pt x="314705" y="217358"/>
                  </a:lnTo>
                  <a:lnTo>
                    <a:pt x="313090" y="195921"/>
                  </a:lnTo>
                  <a:lnTo>
                    <a:pt x="288919" y="148352"/>
                  </a:lnTo>
                  <a:lnTo>
                    <a:pt x="234801" y="126485"/>
                  </a:lnTo>
                  <a:lnTo>
                    <a:pt x="209946" y="125025"/>
                  </a:lnTo>
                  <a:lnTo>
                    <a:pt x="164523" y="129588"/>
                  </a:lnTo>
                  <a:lnTo>
                    <a:pt x="120106" y="143274"/>
                  </a:lnTo>
                  <a:lnTo>
                    <a:pt x="76695"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10" name="object 210"/>
            <p:cNvSpPr/>
            <p:nvPr/>
          </p:nvSpPr>
          <p:spPr>
            <a:xfrm>
              <a:off x="6778752" y="5230367"/>
              <a:ext cx="2218944" cy="1345692"/>
            </a:xfrm>
            <a:prstGeom prst="rect">
              <a:avLst/>
            </a:prstGeom>
            <a:blipFill>
              <a:blip r:embed="rId89" cstate="print"/>
              <a:stretch>
                <a:fillRect/>
              </a:stretch>
            </a:blipFill>
          </p:spPr>
          <p:txBody>
            <a:bodyPr wrap="square" lIns="0" tIns="0" rIns="0" bIns="0" rtlCol="0"/>
            <a:lstStyle/>
            <a:p>
              <a:endParaRPr/>
            </a:p>
          </p:txBody>
        </p:sp>
        <p:sp>
          <p:nvSpPr>
            <p:cNvPr id="211" name="object 211"/>
            <p:cNvSpPr/>
            <p:nvPr/>
          </p:nvSpPr>
          <p:spPr>
            <a:xfrm>
              <a:off x="6624828" y="4911850"/>
              <a:ext cx="2519171" cy="1946147"/>
            </a:xfrm>
            <a:prstGeom prst="rect">
              <a:avLst/>
            </a:prstGeom>
            <a:blipFill>
              <a:blip r:embed="rId90" cstate="print"/>
              <a:stretch>
                <a:fillRect/>
              </a:stretch>
            </a:blipFill>
          </p:spPr>
          <p:txBody>
            <a:bodyPr wrap="square" lIns="0" tIns="0" rIns="0" bIns="0" rtlCol="0"/>
            <a:lstStyle/>
            <a:p>
              <a:endParaRPr/>
            </a:p>
          </p:txBody>
        </p:sp>
        <p:sp>
          <p:nvSpPr>
            <p:cNvPr id="212" name="object 212"/>
            <p:cNvSpPr/>
            <p:nvPr/>
          </p:nvSpPr>
          <p:spPr>
            <a:xfrm>
              <a:off x="6860042" y="5290565"/>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36"/>
                  </a:lnTo>
                  <a:lnTo>
                    <a:pt x="4719" y="998393"/>
                  </a:lnTo>
                  <a:lnTo>
                    <a:pt x="18257" y="1042036"/>
                  </a:lnTo>
                  <a:lnTo>
                    <a:pt x="39683" y="1081531"/>
                  </a:lnTo>
                  <a:lnTo>
                    <a:pt x="68065" y="1115941"/>
                  </a:lnTo>
                  <a:lnTo>
                    <a:pt x="102472" y="1144332"/>
                  </a:lnTo>
                  <a:lnTo>
                    <a:pt x="141973" y="1165769"/>
                  </a:lnTo>
                  <a:lnTo>
                    <a:pt x="185636" y="1179317"/>
                  </a:lnTo>
                  <a:lnTo>
                    <a:pt x="232531" y="1184041"/>
                  </a:lnTo>
                  <a:lnTo>
                    <a:pt x="1824868" y="1184041"/>
                  </a:lnTo>
                  <a:lnTo>
                    <a:pt x="1871719" y="1179317"/>
                  </a:lnTo>
                  <a:lnTo>
                    <a:pt x="1915362" y="1165769"/>
                  </a:lnTo>
                  <a:lnTo>
                    <a:pt x="1954860" y="1144332"/>
                  </a:lnTo>
                  <a:lnTo>
                    <a:pt x="1989277" y="1115941"/>
                  </a:lnTo>
                  <a:lnTo>
                    <a:pt x="2017676" y="1081531"/>
                  </a:lnTo>
                  <a:lnTo>
                    <a:pt x="2039120" y="1042036"/>
                  </a:lnTo>
                  <a:lnTo>
                    <a:pt x="2052674" y="998393"/>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13" name="object 213"/>
            <p:cNvSpPr/>
            <p:nvPr/>
          </p:nvSpPr>
          <p:spPr>
            <a:xfrm>
              <a:off x="6860042" y="5290565"/>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3"/>
                  </a:lnTo>
                  <a:lnTo>
                    <a:pt x="2039120" y="1042036"/>
                  </a:lnTo>
                  <a:lnTo>
                    <a:pt x="2017676" y="1081531"/>
                  </a:lnTo>
                  <a:lnTo>
                    <a:pt x="1989277" y="1115941"/>
                  </a:lnTo>
                  <a:lnTo>
                    <a:pt x="1954860" y="1144332"/>
                  </a:lnTo>
                  <a:lnTo>
                    <a:pt x="1915362" y="1165769"/>
                  </a:lnTo>
                  <a:lnTo>
                    <a:pt x="1871719" y="1179317"/>
                  </a:lnTo>
                  <a:lnTo>
                    <a:pt x="1824868" y="1184041"/>
                  </a:lnTo>
                  <a:lnTo>
                    <a:pt x="232531" y="1184041"/>
                  </a:lnTo>
                  <a:lnTo>
                    <a:pt x="185636" y="1179317"/>
                  </a:lnTo>
                  <a:lnTo>
                    <a:pt x="141973" y="1165769"/>
                  </a:lnTo>
                  <a:lnTo>
                    <a:pt x="102472" y="1144332"/>
                  </a:lnTo>
                  <a:lnTo>
                    <a:pt x="68065" y="1115941"/>
                  </a:lnTo>
                  <a:lnTo>
                    <a:pt x="39683" y="1081531"/>
                  </a:lnTo>
                  <a:lnTo>
                    <a:pt x="18257" y="1042036"/>
                  </a:lnTo>
                  <a:lnTo>
                    <a:pt x="4719" y="998393"/>
                  </a:lnTo>
                  <a:lnTo>
                    <a:pt x="0" y="951536"/>
                  </a:lnTo>
                  <a:lnTo>
                    <a:pt x="0" y="232541"/>
                  </a:lnTo>
                  <a:close/>
                </a:path>
              </a:pathLst>
            </a:custGeom>
            <a:ln w="76199">
              <a:solidFill>
                <a:srgbClr val="00AF50"/>
              </a:solidFill>
            </a:ln>
          </p:spPr>
          <p:txBody>
            <a:bodyPr wrap="square" lIns="0" tIns="0" rIns="0" bIns="0" rtlCol="0"/>
            <a:lstStyle/>
            <a:p>
              <a:endParaRPr/>
            </a:p>
          </p:txBody>
        </p:sp>
        <p:sp>
          <p:nvSpPr>
            <p:cNvPr id="214" name="object 214"/>
            <p:cNvSpPr/>
            <p:nvPr/>
          </p:nvSpPr>
          <p:spPr>
            <a:xfrm>
              <a:off x="6665976" y="4933187"/>
              <a:ext cx="2478024" cy="1924811"/>
            </a:xfrm>
            <a:prstGeom prst="rect">
              <a:avLst/>
            </a:prstGeom>
            <a:blipFill>
              <a:blip r:embed="rId91" cstate="print"/>
              <a:stretch>
                <a:fillRect/>
              </a:stretch>
            </a:blipFill>
          </p:spPr>
          <p:txBody>
            <a:bodyPr wrap="square" lIns="0" tIns="0" rIns="0" bIns="0" rtlCol="0"/>
            <a:lstStyle/>
            <a:p>
              <a:endParaRPr/>
            </a:p>
          </p:txBody>
        </p:sp>
        <p:sp>
          <p:nvSpPr>
            <p:cNvPr id="215" name="object 215"/>
            <p:cNvSpPr/>
            <p:nvPr/>
          </p:nvSpPr>
          <p:spPr>
            <a:xfrm>
              <a:off x="7344034" y="5530845"/>
              <a:ext cx="1095375" cy="736600"/>
            </a:xfrm>
            <a:custGeom>
              <a:avLst/>
              <a:gdLst/>
              <a:ahLst/>
              <a:cxnLst/>
              <a:rect l="l" t="t" r="r" b="b"/>
              <a:pathLst>
                <a:path w="1095375" h="736600">
                  <a:moveTo>
                    <a:pt x="916289" y="0"/>
                  </a:moveTo>
                  <a:lnTo>
                    <a:pt x="845549" y="7240"/>
                  </a:lnTo>
                  <a:lnTo>
                    <a:pt x="782330" y="28956"/>
                  </a:lnTo>
                  <a:lnTo>
                    <a:pt x="727130" y="64052"/>
                  </a:lnTo>
                  <a:lnTo>
                    <a:pt x="680709" y="111133"/>
                  </a:lnTo>
                  <a:lnTo>
                    <a:pt x="643649" y="169636"/>
                  </a:lnTo>
                  <a:lnTo>
                    <a:pt x="616214" y="238935"/>
                  </a:lnTo>
                  <a:lnTo>
                    <a:pt x="606372" y="277351"/>
                  </a:lnTo>
                  <a:lnTo>
                    <a:pt x="599343" y="317909"/>
                  </a:lnTo>
                  <a:lnTo>
                    <a:pt x="595125" y="360610"/>
                  </a:lnTo>
                  <a:lnTo>
                    <a:pt x="593724" y="405610"/>
                  </a:lnTo>
                  <a:lnTo>
                    <a:pt x="594795" y="443391"/>
                  </a:lnTo>
                  <a:lnTo>
                    <a:pt x="603428" y="513128"/>
                  </a:lnTo>
                  <a:lnTo>
                    <a:pt x="620641" y="574502"/>
                  </a:lnTo>
                  <a:lnTo>
                    <a:pt x="645737" y="626495"/>
                  </a:lnTo>
                  <a:lnTo>
                    <a:pt x="678450" y="668876"/>
                  </a:lnTo>
                  <a:lnTo>
                    <a:pt x="718505" y="701263"/>
                  </a:lnTo>
                  <a:lnTo>
                    <a:pt x="765798" y="723457"/>
                  </a:lnTo>
                  <a:lnTo>
                    <a:pt x="819519" y="734626"/>
                  </a:lnTo>
                  <a:lnTo>
                    <a:pt x="848746" y="736021"/>
                  </a:lnTo>
                  <a:lnTo>
                    <a:pt x="875059" y="734825"/>
                  </a:lnTo>
                  <a:lnTo>
                    <a:pt x="924441" y="725266"/>
                  </a:lnTo>
                  <a:lnTo>
                    <a:pt x="969350" y="706455"/>
                  </a:lnTo>
                  <a:lnTo>
                    <a:pt x="1008357" y="680148"/>
                  </a:lnTo>
                  <a:lnTo>
                    <a:pt x="1040999" y="646785"/>
                  </a:lnTo>
                  <a:lnTo>
                    <a:pt x="1061514" y="615897"/>
                  </a:lnTo>
                  <a:lnTo>
                    <a:pt x="848746" y="615897"/>
                  </a:lnTo>
                  <a:lnTo>
                    <a:pt x="838329" y="615278"/>
                  </a:lnTo>
                  <a:lnTo>
                    <a:pt x="801629" y="600560"/>
                  </a:lnTo>
                  <a:lnTo>
                    <a:pt x="774093" y="570003"/>
                  </a:lnTo>
                  <a:lnTo>
                    <a:pt x="757405" y="527341"/>
                  </a:lnTo>
                  <a:lnTo>
                    <a:pt x="753496" y="489834"/>
                  </a:lnTo>
                  <a:lnTo>
                    <a:pt x="753922" y="478186"/>
                  </a:lnTo>
                  <a:lnTo>
                    <a:pt x="763911" y="436928"/>
                  </a:lnTo>
                  <a:lnTo>
                    <a:pt x="785770" y="405610"/>
                  </a:lnTo>
                  <a:lnTo>
                    <a:pt x="827440" y="384108"/>
                  </a:lnTo>
                  <a:lnTo>
                    <a:pt x="847862" y="382118"/>
                  </a:lnTo>
                  <a:lnTo>
                    <a:pt x="1075409" y="382118"/>
                  </a:lnTo>
                  <a:lnTo>
                    <a:pt x="1073371" y="376899"/>
                  </a:lnTo>
                  <a:lnTo>
                    <a:pt x="1064312" y="358735"/>
                  </a:lnTo>
                  <a:lnTo>
                    <a:pt x="1053829" y="342032"/>
                  </a:lnTo>
                  <a:lnTo>
                    <a:pt x="1049084" y="335971"/>
                  </a:lnTo>
                  <a:lnTo>
                    <a:pt x="748527" y="335971"/>
                  </a:lnTo>
                  <a:lnTo>
                    <a:pt x="749768" y="311972"/>
                  </a:lnTo>
                  <a:lnTo>
                    <a:pt x="756821" y="267425"/>
                  </a:lnTo>
                  <a:lnTo>
                    <a:pt x="769825" y="227623"/>
                  </a:lnTo>
                  <a:lnTo>
                    <a:pt x="787967" y="193501"/>
                  </a:lnTo>
                  <a:lnTo>
                    <a:pt x="824297" y="153565"/>
                  </a:lnTo>
                  <a:lnTo>
                    <a:pt x="870843" y="128221"/>
                  </a:lnTo>
                  <a:lnTo>
                    <a:pt x="926195" y="119563"/>
                  </a:lnTo>
                  <a:lnTo>
                    <a:pt x="1044305" y="119563"/>
                  </a:lnTo>
                  <a:lnTo>
                    <a:pt x="1044305" y="19312"/>
                  </a:lnTo>
                  <a:lnTo>
                    <a:pt x="1019159" y="10829"/>
                  </a:lnTo>
                  <a:lnTo>
                    <a:pt x="989441" y="4798"/>
                  </a:lnTo>
                  <a:lnTo>
                    <a:pt x="955151" y="1195"/>
                  </a:lnTo>
                  <a:lnTo>
                    <a:pt x="916289" y="0"/>
                  </a:lnTo>
                  <a:close/>
                </a:path>
                <a:path w="1095375" h="736600">
                  <a:moveTo>
                    <a:pt x="1075409" y="382118"/>
                  </a:moveTo>
                  <a:lnTo>
                    <a:pt x="847862" y="382118"/>
                  </a:lnTo>
                  <a:lnTo>
                    <a:pt x="888867" y="389286"/>
                  </a:lnTo>
                  <a:lnTo>
                    <a:pt x="918156" y="410787"/>
                  </a:lnTo>
                  <a:lnTo>
                    <a:pt x="935730" y="446618"/>
                  </a:lnTo>
                  <a:lnTo>
                    <a:pt x="941588" y="496775"/>
                  </a:lnTo>
                  <a:lnTo>
                    <a:pt x="941182" y="509665"/>
                  </a:lnTo>
                  <a:lnTo>
                    <a:pt x="931514" y="555809"/>
                  </a:lnTo>
                  <a:lnTo>
                    <a:pt x="910151" y="590278"/>
                  </a:lnTo>
                  <a:lnTo>
                    <a:pt x="869019" y="613727"/>
                  </a:lnTo>
                  <a:lnTo>
                    <a:pt x="848746" y="615897"/>
                  </a:lnTo>
                  <a:lnTo>
                    <a:pt x="1061514" y="615897"/>
                  </a:lnTo>
                  <a:lnTo>
                    <a:pt x="1084655" y="561866"/>
                  </a:lnTo>
                  <a:lnTo>
                    <a:pt x="1093849" y="512729"/>
                  </a:lnTo>
                  <a:lnTo>
                    <a:pt x="1094994" y="486857"/>
                  </a:lnTo>
                  <a:lnTo>
                    <a:pt x="1094115" y="462593"/>
                  </a:lnTo>
                  <a:lnTo>
                    <a:pt x="1091488" y="439450"/>
                  </a:lnTo>
                  <a:lnTo>
                    <a:pt x="1087124" y="417427"/>
                  </a:lnTo>
                  <a:lnTo>
                    <a:pt x="1081034" y="396526"/>
                  </a:lnTo>
                  <a:lnTo>
                    <a:pt x="1075409" y="382118"/>
                  </a:lnTo>
                  <a:close/>
                </a:path>
                <a:path w="1095375" h="736600">
                  <a:moveTo>
                    <a:pt x="900927" y="265986"/>
                  </a:moveTo>
                  <a:lnTo>
                    <a:pt x="854521" y="270360"/>
                  </a:lnTo>
                  <a:lnTo>
                    <a:pt x="814143" y="283481"/>
                  </a:lnTo>
                  <a:lnTo>
                    <a:pt x="779789" y="305351"/>
                  </a:lnTo>
                  <a:lnTo>
                    <a:pt x="751453" y="335971"/>
                  </a:lnTo>
                  <a:lnTo>
                    <a:pt x="1049084" y="335971"/>
                  </a:lnTo>
                  <a:lnTo>
                    <a:pt x="1013974" y="301043"/>
                  </a:lnTo>
                  <a:lnTo>
                    <a:pt x="980815" y="281869"/>
                  </a:lnTo>
                  <a:lnTo>
                    <a:pt x="942975" y="269954"/>
                  </a:lnTo>
                  <a:lnTo>
                    <a:pt x="900927" y="265986"/>
                  </a:lnTo>
                  <a:close/>
                </a:path>
                <a:path w="1095375" h="736600">
                  <a:moveTo>
                    <a:pt x="1044305" y="119563"/>
                  </a:moveTo>
                  <a:lnTo>
                    <a:pt x="926195" y="119563"/>
                  </a:lnTo>
                  <a:lnTo>
                    <a:pt x="957582" y="121487"/>
                  </a:lnTo>
                  <a:lnTo>
                    <a:pt x="987731" y="127257"/>
                  </a:lnTo>
                  <a:lnTo>
                    <a:pt x="1016639" y="136871"/>
                  </a:lnTo>
                  <a:lnTo>
                    <a:pt x="1044305" y="150327"/>
                  </a:lnTo>
                  <a:lnTo>
                    <a:pt x="1044305" y="119563"/>
                  </a:lnTo>
                  <a:close/>
                </a:path>
                <a:path w="1095375" h="736600">
                  <a:moveTo>
                    <a:pt x="461228" y="125028"/>
                  </a:moveTo>
                  <a:lnTo>
                    <a:pt x="209915" y="125028"/>
                  </a:lnTo>
                  <a:lnTo>
                    <a:pt x="234784" y="126484"/>
                  </a:lnTo>
                  <a:lnTo>
                    <a:pt x="256230" y="130854"/>
                  </a:lnTo>
                  <a:lnTo>
                    <a:pt x="300188" y="161408"/>
                  </a:lnTo>
                  <a:lnTo>
                    <a:pt x="314706" y="217337"/>
                  </a:lnTo>
                  <a:lnTo>
                    <a:pt x="314203" y="228836"/>
                  </a:lnTo>
                  <a:lnTo>
                    <a:pt x="302255" y="271536"/>
                  </a:lnTo>
                  <a:lnTo>
                    <a:pt x="274151" y="312036"/>
                  </a:lnTo>
                  <a:lnTo>
                    <a:pt x="242956" y="342424"/>
                  </a:lnTo>
                  <a:lnTo>
                    <a:pt x="203162" y="374112"/>
                  </a:lnTo>
                  <a:lnTo>
                    <a:pt x="173018" y="396103"/>
                  </a:lnTo>
                  <a:lnTo>
                    <a:pt x="157524" y="407748"/>
                  </a:lnTo>
                  <a:lnTo>
                    <a:pt x="125333" y="432995"/>
                  </a:lnTo>
                  <a:lnTo>
                    <a:pt x="93649" y="461539"/>
                  </a:lnTo>
                  <a:lnTo>
                    <a:pt x="64526" y="494050"/>
                  </a:lnTo>
                  <a:lnTo>
                    <a:pt x="39079" y="530780"/>
                  </a:lnTo>
                  <a:lnTo>
                    <a:pt x="18409" y="571975"/>
                  </a:lnTo>
                  <a:lnTo>
                    <a:pt x="4587" y="618197"/>
                  </a:lnTo>
                  <a:lnTo>
                    <a:pt x="0" y="669999"/>
                  </a:lnTo>
                  <a:lnTo>
                    <a:pt x="0" y="723613"/>
                  </a:lnTo>
                  <a:lnTo>
                    <a:pt x="473567" y="723613"/>
                  </a:lnTo>
                  <a:lnTo>
                    <a:pt x="473567" y="593561"/>
                  </a:lnTo>
                  <a:lnTo>
                    <a:pt x="171693" y="593561"/>
                  </a:lnTo>
                  <a:lnTo>
                    <a:pt x="172315" y="586525"/>
                  </a:lnTo>
                  <a:lnTo>
                    <a:pt x="193357" y="548714"/>
                  </a:lnTo>
                  <a:lnTo>
                    <a:pt x="226626" y="516511"/>
                  </a:lnTo>
                  <a:lnTo>
                    <a:pt x="258565" y="491678"/>
                  </a:lnTo>
                  <a:lnTo>
                    <a:pt x="293370" y="466499"/>
                  </a:lnTo>
                  <a:lnTo>
                    <a:pt x="310826" y="454234"/>
                  </a:lnTo>
                  <a:lnTo>
                    <a:pt x="327957" y="441750"/>
                  </a:lnTo>
                  <a:lnTo>
                    <a:pt x="361309" y="416134"/>
                  </a:lnTo>
                  <a:lnTo>
                    <a:pt x="392174" y="388770"/>
                  </a:lnTo>
                  <a:lnTo>
                    <a:pt x="419221" y="358807"/>
                  </a:lnTo>
                  <a:lnTo>
                    <a:pt x="441773" y="325790"/>
                  </a:lnTo>
                  <a:lnTo>
                    <a:pt x="459364" y="289310"/>
                  </a:lnTo>
                  <a:lnTo>
                    <a:pt x="470729" y="248360"/>
                  </a:lnTo>
                  <a:lnTo>
                    <a:pt x="474482" y="201954"/>
                  </a:lnTo>
                  <a:lnTo>
                    <a:pt x="473504" y="179420"/>
                  </a:lnTo>
                  <a:lnTo>
                    <a:pt x="470573" y="157967"/>
                  </a:lnTo>
                  <a:lnTo>
                    <a:pt x="465686" y="137598"/>
                  </a:lnTo>
                  <a:lnTo>
                    <a:pt x="461228" y="125028"/>
                  </a:lnTo>
                  <a:close/>
                </a:path>
                <a:path w="1095375" h="736600">
                  <a:moveTo>
                    <a:pt x="243718" y="0"/>
                  </a:moveTo>
                  <a:lnTo>
                    <a:pt x="186901" y="3741"/>
                  </a:lnTo>
                  <a:lnTo>
                    <a:pt x="133049" y="14978"/>
                  </a:lnTo>
                  <a:lnTo>
                    <a:pt x="82173" y="33724"/>
                  </a:lnTo>
                  <a:lnTo>
                    <a:pt x="34290" y="59996"/>
                  </a:lnTo>
                  <a:lnTo>
                    <a:pt x="34290" y="197988"/>
                  </a:lnTo>
                  <a:lnTo>
                    <a:pt x="76694" y="166065"/>
                  </a:lnTo>
                  <a:lnTo>
                    <a:pt x="120102" y="143265"/>
                  </a:lnTo>
                  <a:lnTo>
                    <a:pt x="164510" y="129587"/>
                  </a:lnTo>
                  <a:lnTo>
                    <a:pt x="209915" y="125028"/>
                  </a:lnTo>
                  <a:lnTo>
                    <a:pt x="461228" y="125028"/>
                  </a:lnTo>
                  <a:lnTo>
                    <a:pt x="458845" y="118311"/>
                  </a:lnTo>
                  <a:lnTo>
                    <a:pt x="439704" y="83628"/>
                  </a:lnTo>
                  <a:lnTo>
                    <a:pt x="413522" y="54483"/>
                  </a:lnTo>
                  <a:lnTo>
                    <a:pt x="380363" y="31245"/>
                  </a:lnTo>
                  <a:lnTo>
                    <a:pt x="340735" y="14097"/>
                  </a:lnTo>
                  <a:lnTo>
                    <a:pt x="295038" y="3525"/>
                  </a:lnTo>
                  <a:lnTo>
                    <a:pt x="270072" y="881"/>
                  </a:lnTo>
                  <a:lnTo>
                    <a:pt x="243718" y="0"/>
                  </a:lnTo>
                  <a:close/>
                </a:path>
              </a:pathLst>
            </a:custGeom>
            <a:solidFill>
              <a:srgbClr val="FFFF00"/>
            </a:solidFill>
          </p:spPr>
          <p:txBody>
            <a:bodyPr wrap="square" lIns="0" tIns="0" rIns="0" bIns="0" rtlCol="0"/>
            <a:lstStyle/>
            <a:p>
              <a:endParaRPr/>
            </a:p>
          </p:txBody>
        </p:sp>
        <p:sp>
          <p:nvSpPr>
            <p:cNvPr id="216" name="object 216"/>
            <p:cNvSpPr/>
            <p:nvPr/>
          </p:nvSpPr>
          <p:spPr>
            <a:xfrm>
              <a:off x="8091434" y="5906868"/>
              <a:ext cx="200284" cy="245970"/>
            </a:xfrm>
            <a:prstGeom prst="rect">
              <a:avLst/>
            </a:prstGeom>
            <a:blipFill>
              <a:blip r:embed="rId92" cstate="print"/>
              <a:stretch>
                <a:fillRect/>
              </a:stretch>
            </a:blipFill>
          </p:spPr>
          <p:txBody>
            <a:bodyPr wrap="square" lIns="0" tIns="0" rIns="0" bIns="0" rtlCol="0"/>
            <a:lstStyle/>
            <a:p>
              <a:endParaRPr/>
            </a:p>
          </p:txBody>
        </p:sp>
        <p:sp>
          <p:nvSpPr>
            <p:cNvPr id="217" name="object 217"/>
            <p:cNvSpPr/>
            <p:nvPr/>
          </p:nvSpPr>
          <p:spPr>
            <a:xfrm>
              <a:off x="7344033" y="5530845"/>
              <a:ext cx="1095375" cy="736600"/>
            </a:xfrm>
            <a:custGeom>
              <a:avLst/>
              <a:gdLst/>
              <a:ahLst/>
              <a:cxnLst/>
              <a:rect l="l" t="t" r="r" b="b"/>
              <a:pathLst>
                <a:path w="1095375" h="736600">
                  <a:moveTo>
                    <a:pt x="916289" y="0"/>
                  </a:moveTo>
                  <a:lnTo>
                    <a:pt x="955151" y="1195"/>
                  </a:lnTo>
                  <a:lnTo>
                    <a:pt x="989441" y="4798"/>
                  </a:lnTo>
                  <a:lnTo>
                    <a:pt x="1019159" y="10829"/>
                  </a:lnTo>
                  <a:lnTo>
                    <a:pt x="1044305" y="19312"/>
                  </a:lnTo>
                  <a:lnTo>
                    <a:pt x="1044305" y="150327"/>
                  </a:lnTo>
                  <a:lnTo>
                    <a:pt x="1016639" y="136871"/>
                  </a:lnTo>
                  <a:lnTo>
                    <a:pt x="987731" y="127257"/>
                  </a:lnTo>
                  <a:lnTo>
                    <a:pt x="957582" y="121487"/>
                  </a:lnTo>
                  <a:lnTo>
                    <a:pt x="926195" y="119563"/>
                  </a:lnTo>
                  <a:lnTo>
                    <a:pt x="906845" y="120525"/>
                  </a:lnTo>
                  <a:lnTo>
                    <a:pt x="854201" y="134956"/>
                  </a:lnTo>
                  <a:lnTo>
                    <a:pt x="811052" y="165290"/>
                  </a:lnTo>
                  <a:lnTo>
                    <a:pt x="778264" y="209832"/>
                  </a:lnTo>
                  <a:lnTo>
                    <a:pt x="762640" y="246875"/>
                  </a:lnTo>
                  <a:lnTo>
                    <a:pt x="752532" y="289124"/>
                  </a:lnTo>
                  <a:lnTo>
                    <a:pt x="748527" y="335971"/>
                  </a:lnTo>
                  <a:lnTo>
                    <a:pt x="751453" y="335971"/>
                  </a:lnTo>
                  <a:lnTo>
                    <a:pt x="779789" y="305351"/>
                  </a:lnTo>
                  <a:lnTo>
                    <a:pt x="814143" y="283481"/>
                  </a:lnTo>
                  <a:lnTo>
                    <a:pt x="854521" y="270360"/>
                  </a:lnTo>
                  <a:lnTo>
                    <a:pt x="900927" y="265986"/>
                  </a:lnTo>
                  <a:lnTo>
                    <a:pt x="942974" y="269954"/>
                  </a:lnTo>
                  <a:lnTo>
                    <a:pt x="980815" y="281869"/>
                  </a:lnTo>
                  <a:lnTo>
                    <a:pt x="1013974" y="301043"/>
                  </a:lnTo>
                  <a:lnTo>
                    <a:pt x="1053829" y="342032"/>
                  </a:lnTo>
                  <a:lnTo>
                    <a:pt x="1073371" y="376899"/>
                  </a:lnTo>
                  <a:lnTo>
                    <a:pt x="1087124" y="417427"/>
                  </a:lnTo>
                  <a:lnTo>
                    <a:pt x="1094115" y="462593"/>
                  </a:lnTo>
                  <a:lnTo>
                    <a:pt x="1094993" y="486857"/>
                  </a:lnTo>
                  <a:lnTo>
                    <a:pt x="1093849" y="512729"/>
                  </a:lnTo>
                  <a:lnTo>
                    <a:pt x="1084655" y="561865"/>
                  </a:lnTo>
                  <a:lnTo>
                    <a:pt x="1066532" y="607205"/>
                  </a:lnTo>
                  <a:lnTo>
                    <a:pt x="1040999" y="646785"/>
                  </a:lnTo>
                  <a:lnTo>
                    <a:pt x="1008357" y="680148"/>
                  </a:lnTo>
                  <a:lnTo>
                    <a:pt x="969350" y="706455"/>
                  </a:lnTo>
                  <a:lnTo>
                    <a:pt x="924441" y="725266"/>
                  </a:lnTo>
                  <a:lnTo>
                    <a:pt x="875059" y="734825"/>
                  </a:lnTo>
                  <a:lnTo>
                    <a:pt x="848746" y="736021"/>
                  </a:lnTo>
                  <a:lnTo>
                    <a:pt x="819519" y="734626"/>
                  </a:lnTo>
                  <a:lnTo>
                    <a:pt x="765798" y="723457"/>
                  </a:lnTo>
                  <a:lnTo>
                    <a:pt x="718505" y="701263"/>
                  </a:lnTo>
                  <a:lnTo>
                    <a:pt x="678450" y="668876"/>
                  </a:lnTo>
                  <a:lnTo>
                    <a:pt x="645737" y="626495"/>
                  </a:lnTo>
                  <a:lnTo>
                    <a:pt x="620641" y="574502"/>
                  </a:lnTo>
                  <a:lnTo>
                    <a:pt x="603428" y="513128"/>
                  </a:lnTo>
                  <a:lnTo>
                    <a:pt x="594795" y="443391"/>
                  </a:lnTo>
                  <a:lnTo>
                    <a:pt x="593719" y="405454"/>
                  </a:lnTo>
                  <a:lnTo>
                    <a:pt x="595125" y="360610"/>
                  </a:lnTo>
                  <a:lnTo>
                    <a:pt x="599343" y="317909"/>
                  </a:lnTo>
                  <a:lnTo>
                    <a:pt x="606372" y="277351"/>
                  </a:lnTo>
                  <a:lnTo>
                    <a:pt x="616214" y="238935"/>
                  </a:lnTo>
                  <a:lnTo>
                    <a:pt x="628730" y="202934"/>
                  </a:lnTo>
                  <a:lnTo>
                    <a:pt x="660975" y="139036"/>
                  </a:lnTo>
                  <a:lnTo>
                    <a:pt x="702837" y="86087"/>
                  </a:lnTo>
                  <a:lnTo>
                    <a:pt x="753618" y="45014"/>
                  </a:lnTo>
                  <a:lnTo>
                    <a:pt x="812995" y="16289"/>
                  </a:lnTo>
                  <a:lnTo>
                    <a:pt x="879983" y="1810"/>
                  </a:lnTo>
                  <a:lnTo>
                    <a:pt x="916289" y="0"/>
                  </a:lnTo>
                  <a:close/>
                </a:path>
                <a:path w="1095375" h="736600">
                  <a:moveTo>
                    <a:pt x="243718" y="0"/>
                  </a:moveTo>
                  <a:lnTo>
                    <a:pt x="295038" y="3525"/>
                  </a:lnTo>
                  <a:lnTo>
                    <a:pt x="340735" y="14096"/>
                  </a:lnTo>
                  <a:lnTo>
                    <a:pt x="380363" y="31245"/>
                  </a:lnTo>
                  <a:lnTo>
                    <a:pt x="413522" y="54482"/>
                  </a:lnTo>
                  <a:lnTo>
                    <a:pt x="439704" y="83628"/>
                  </a:lnTo>
                  <a:lnTo>
                    <a:pt x="458845" y="118311"/>
                  </a:lnTo>
                  <a:lnTo>
                    <a:pt x="470573" y="157967"/>
                  </a:lnTo>
                  <a:lnTo>
                    <a:pt x="474482" y="201954"/>
                  </a:lnTo>
                  <a:lnTo>
                    <a:pt x="473547" y="225838"/>
                  </a:lnTo>
                  <a:lnTo>
                    <a:pt x="466008" y="269518"/>
                  </a:lnTo>
                  <a:lnTo>
                    <a:pt x="451201" y="307984"/>
                  </a:lnTo>
                  <a:lnTo>
                    <a:pt x="431104" y="342730"/>
                  </a:lnTo>
                  <a:lnTo>
                    <a:pt x="406174" y="374112"/>
                  </a:lnTo>
                  <a:lnTo>
                    <a:pt x="377220" y="402778"/>
                  </a:lnTo>
                  <a:lnTo>
                    <a:pt x="344779" y="429049"/>
                  </a:lnTo>
                  <a:lnTo>
                    <a:pt x="310826" y="454234"/>
                  </a:lnTo>
                  <a:lnTo>
                    <a:pt x="293369" y="466499"/>
                  </a:lnTo>
                  <a:lnTo>
                    <a:pt x="281558" y="474923"/>
                  </a:lnTo>
                  <a:lnTo>
                    <a:pt x="247406" y="500003"/>
                  </a:lnTo>
                  <a:lnTo>
                    <a:pt x="217248" y="524672"/>
                  </a:lnTo>
                  <a:lnTo>
                    <a:pt x="187061" y="556548"/>
                  </a:lnTo>
                  <a:lnTo>
                    <a:pt x="171693" y="593561"/>
                  </a:lnTo>
                  <a:lnTo>
                    <a:pt x="473567" y="593561"/>
                  </a:lnTo>
                  <a:lnTo>
                    <a:pt x="473567" y="723613"/>
                  </a:lnTo>
                  <a:lnTo>
                    <a:pt x="0" y="723613"/>
                  </a:lnTo>
                  <a:lnTo>
                    <a:pt x="0" y="669999"/>
                  </a:lnTo>
                  <a:lnTo>
                    <a:pt x="4587" y="618197"/>
                  </a:lnTo>
                  <a:lnTo>
                    <a:pt x="18409" y="571975"/>
                  </a:lnTo>
                  <a:lnTo>
                    <a:pt x="39079" y="530780"/>
                  </a:lnTo>
                  <a:lnTo>
                    <a:pt x="64526" y="494050"/>
                  </a:lnTo>
                  <a:lnTo>
                    <a:pt x="93649" y="461539"/>
                  </a:lnTo>
                  <a:lnTo>
                    <a:pt x="125333" y="432995"/>
                  </a:lnTo>
                  <a:lnTo>
                    <a:pt x="157524" y="407748"/>
                  </a:lnTo>
                  <a:lnTo>
                    <a:pt x="188092" y="385108"/>
                  </a:lnTo>
                  <a:lnTo>
                    <a:pt x="203231" y="374062"/>
                  </a:lnTo>
                  <a:lnTo>
                    <a:pt x="242956" y="342424"/>
                  </a:lnTo>
                  <a:lnTo>
                    <a:pt x="274151" y="312036"/>
                  </a:lnTo>
                  <a:lnTo>
                    <a:pt x="302255" y="271536"/>
                  </a:lnTo>
                  <a:lnTo>
                    <a:pt x="314203" y="228836"/>
                  </a:lnTo>
                  <a:lnTo>
                    <a:pt x="314705" y="217337"/>
                  </a:lnTo>
                  <a:lnTo>
                    <a:pt x="313090" y="195900"/>
                  </a:lnTo>
                  <a:lnTo>
                    <a:pt x="288919" y="148352"/>
                  </a:lnTo>
                  <a:lnTo>
                    <a:pt x="234784" y="126484"/>
                  </a:lnTo>
                  <a:lnTo>
                    <a:pt x="209915" y="125028"/>
                  </a:lnTo>
                  <a:lnTo>
                    <a:pt x="164510" y="129587"/>
                  </a:lnTo>
                  <a:lnTo>
                    <a:pt x="120102" y="143265"/>
                  </a:lnTo>
                  <a:lnTo>
                    <a:pt x="76694" y="166065"/>
                  </a:lnTo>
                  <a:lnTo>
                    <a:pt x="34289" y="197988"/>
                  </a:lnTo>
                  <a:lnTo>
                    <a:pt x="34289" y="59996"/>
                  </a:lnTo>
                  <a:lnTo>
                    <a:pt x="82173" y="33724"/>
                  </a:lnTo>
                  <a:lnTo>
                    <a:pt x="133049" y="14978"/>
                  </a:lnTo>
                  <a:lnTo>
                    <a:pt x="186901" y="3741"/>
                  </a:lnTo>
                  <a:lnTo>
                    <a:pt x="243718" y="0"/>
                  </a:lnTo>
                  <a:close/>
                </a:path>
              </a:pathLst>
            </a:custGeom>
            <a:ln w="12191">
              <a:solidFill>
                <a:srgbClr val="000000"/>
              </a:solidFill>
            </a:ln>
          </p:spPr>
          <p:txBody>
            <a:bodyPr wrap="square" lIns="0" tIns="0" rIns="0" bIns="0" rtlCol="0"/>
            <a:lstStyle/>
            <a:p>
              <a:endParaRPr/>
            </a:p>
          </p:txBody>
        </p:sp>
        <p:sp>
          <p:nvSpPr>
            <p:cNvPr id="218" name="object 218"/>
            <p:cNvSpPr/>
            <p:nvPr/>
          </p:nvSpPr>
          <p:spPr>
            <a:xfrm>
              <a:off x="6749796"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19" name="object 219"/>
            <p:cNvSpPr/>
            <p:nvPr/>
          </p:nvSpPr>
          <p:spPr>
            <a:xfrm>
              <a:off x="6595872" y="4905755"/>
              <a:ext cx="2548127" cy="1952244"/>
            </a:xfrm>
            <a:prstGeom prst="rect">
              <a:avLst/>
            </a:prstGeom>
            <a:blipFill>
              <a:blip r:embed="rId93" cstate="print"/>
              <a:stretch>
                <a:fillRect/>
              </a:stretch>
            </a:blipFill>
          </p:spPr>
          <p:txBody>
            <a:bodyPr wrap="square" lIns="0" tIns="0" rIns="0" bIns="0" rtlCol="0"/>
            <a:lstStyle/>
            <a:p>
              <a:endParaRPr/>
            </a:p>
          </p:txBody>
        </p:sp>
        <p:sp>
          <p:nvSpPr>
            <p:cNvPr id="220" name="object 220"/>
            <p:cNvSpPr/>
            <p:nvPr/>
          </p:nvSpPr>
          <p:spPr>
            <a:xfrm>
              <a:off x="6831208"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21" name="object 221"/>
            <p:cNvSpPr/>
            <p:nvPr/>
          </p:nvSpPr>
          <p:spPr>
            <a:xfrm>
              <a:off x="6831208"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22" name="object 222"/>
            <p:cNvSpPr/>
            <p:nvPr/>
          </p:nvSpPr>
          <p:spPr>
            <a:xfrm>
              <a:off x="6637020" y="4927090"/>
              <a:ext cx="2481072" cy="1930908"/>
            </a:xfrm>
            <a:prstGeom prst="rect">
              <a:avLst/>
            </a:prstGeom>
            <a:blipFill>
              <a:blip r:embed="rId94" cstate="print"/>
              <a:stretch>
                <a:fillRect/>
              </a:stretch>
            </a:blipFill>
          </p:spPr>
          <p:txBody>
            <a:bodyPr wrap="square" lIns="0" tIns="0" rIns="0" bIns="0" rtlCol="0"/>
            <a:lstStyle/>
            <a:p>
              <a:endParaRPr/>
            </a:p>
          </p:txBody>
        </p:sp>
        <p:sp>
          <p:nvSpPr>
            <p:cNvPr id="223" name="object 223"/>
            <p:cNvSpPr/>
            <p:nvPr/>
          </p:nvSpPr>
          <p:spPr>
            <a:xfrm>
              <a:off x="7315200" y="5524630"/>
              <a:ext cx="1087755" cy="723900"/>
            </a:xfrm>
            <a:custGeom>
              <a:avLst/>
              <a:gdLst/>
              <a:ahLst/>
              <a:cxnLst/>
              <a:rect l="l" t="t" r="r" b="b"/>
              <a:pathLst>
                <a:path w="1087754" h="723900">
                  <a:moveTo>
                    <a:pt x="1087130" y="11811"/>
                  </a:moveTo>
                  <a:lnTo>
                    <a:pt x="591708" y="11811"/>
                  </a:lnTo>
                  <a:lnTo>
                    <a:pt x="591708" y="139921"/>
                  </a:lnTo>
                  <a:lnTo>
                    <a:pt x="922263" y="139921"/>
                  </a:lnTo>
                  <a:lnTo>
                    <a:pt x="902172" y="172864"/>
                  </a:lnTo>
                  <a:lnTo>
                    <a:pt x="882620" y="206183"/>
                  </a:lnTo>
                  <a:lnTo>
                    <a:pt x="863589" y="239876"/>
                  </a:lnTo>
                  <a:lnTo>
                    <a:pt x="845058" y="273939"/>
                  </a:lnTo>
                  <a:lnTo>
                    <a:pt x="827248" y="308417"/>
                  </a:lnTo>
                  <a:lnTo>
                    <a:pt x="810227" y="343363"/>
                  </a:lnTo>
                  <a:lnTo>
                    <a:pt x="794017" y="378774"/>
                  </a:lnTo>
                  <a:lnTo>
                    <a:pt x="778642" y="414646"/>
                  </a:lnTo>
                  <a:lnTo>
                    <a:pt x="764046" y="451053"/>
                  </a:lnTo>
                  <a:lnTo>
                    <a:pt x="750349" y="488047"/>
                  </a:lnTo>
                  <a:lnTo>
                    <a:pt x="737554" y="525629"/>
                  </a:lnTo>
                  <a:lnTo>
                    <a:pt x="725667" y="563797"/>
                  </a:lnTo>
                  <a:lnTo>
                    <a:pt x="714871" y="602642"/>
                  </a:lnTo>
                  <a:lnTo>
                    <a:pt x="705135" y="642223"/>
                  </a:lnTo>
                  <a:lnTo>
                    <a:pt x="696491" y="682545"/>
                  </a:lnTo>
                  <a:lnTo>
                    <a:pt x="688969" y="723613"/>
                  </a:lnTo>
                  <a:lnTo>
                    <a:pt x="852799" y="723613"/>
                  </a:lnTo>
                  <a:lnTo>
                    <a:pt x="859740" y="680672"/>
                  </a:lnTo>
                  <a:lnTo>
                    <a:pt x="867590" y="639181"/>
                  </a:lnTo>
                  <a:lnTo>
                    <a:pt x="876365" y="599145"/>
                  </a:lnTo>
                  <a:lnTo>
                    <a:pt x="886084" y="560569"/>
                  </a:lnTo>
                  <a:lnTo>
                    <a:pt x="896800" y="522879"/>
                  </a:lnTo>
                  <a:lnTo>
                    <a:pt x="908559" y="485498"/>
                  </a:lnTo>
                  <a:lnTo>
                    <a:pt x="921364" y="448428"/>
                  </a:lnTo>
                  <a:lnTo>
                    <a:pt x="935217" y="411668"/>
                  </a:lnTo>
                  <a:lnTo>
                    <a:pt x="950164" y="374937"/>
                  </a:lnTo>
                  <a:lnTo>
                    <a:pt x="966212" y="337961"/>
                  </a:lnTo>
                  <a:lnTo>
                    <a:pt x="983373" y="300739"/>
                  </a:lnTo>
                  <a:lnTo>
                    <a:pt x="1001664" y="263271"/>
                  </a:lnTo>
                  <a:lnTo>
                    <a:pt x="1021143" y="225007"/>
                  </a:lnTo>
                  <a:lnTo>
                    <a:pt x="1041871" y="185406"/>
                  </a:lnTo>
                  <a:lnTo>
                    <a:pt x="1063862" y="144470"/>
                  </a:lnTo>
                  <a:lnTo>
                    <a:pt x="1087130" y="102202"/>
                  </a:lnTo>
                  <a:lnTo>
                    <a:pt x="1087130" y="11811"/>
                  </a:lnTo>
                  <a:close/>
                </a:path>
                <a:path w="1087754" h="723900">
                  <a:moveTo>
                    <a:pt x="461244" y="125025"/>
                  </a:moveTo>
                  <a:lnTo>
                    <a:pt x="210068" y="125025"/>
                  </a:lnTo>
                  <a:lnTo>
                    <a:pt x="234853" y="126485"/>
                  </a:lnTo>
                  <a:lnTo>
                    <a:pt x="256260" y="130862"/>
                  </a:lnTo>
                  <a:lnTo>
                    <a:pt x="300188" y="161417"/>
                  </a:lnTo>
                  <a:lnTo>
                    <a:pt x="314706" y="217358"/>
                  </a:lnTo>
                  <a:lnTo>
                    <a:pt x="314210" y="228845"/>
                  </a:lnTo>
                  <a:lnTo>
                    <a:pt x="302337" y="271550"/>
                  </a:lnTo>
                  <a:lnTo>
                    <a:pt x="274155" y="312041"/>
                  </a:lnTo>
                  <a:lnTo>
                    <a:pt x="242956" y="342424"/>
                  </a:lnTo>
                  <a:lnTo>
                    <a:pt x="203279" y="374121"/>
                  </a:lnTo>
                  <a:lnTo>
                    <a:pt x="173070" y="396111"/>
                  </a:lnTo>
                  <a:lnTo>
                    <a:pt x="157543" y="407763"/>
                  </a:lnTo>
                  <a:lnTo>
                    <a:pt x="125364" y="433017"/>
                  </a:lnTo>
                  <a:lnTo>
                    <a:pt x="93653" y="461553"/>
                  </a:lnTo>
                  <a:lnTo>
                    <a:pt x="64526" y="494062"/>
                  </a:lnTo>
                  <a:lnTo>
                    <a:pt x="39079" y="530792"/>
                  </a:lnTo>
                  <a:lnTo>
                    <a:pt x="18409" y="571987"/>
                  </a:lnTo>
                  <a:lnTo>
                    <a:pt x="4632" y="618215"/>
                  </a:lnTo>
                  <a:lnTo>
                    <a:pt x="0" y="670023"/>
                  </a:lnTo>
                  <a:lnTo>
                    <a:pt x="0" y="723613"/>
                  </a:lnTo>
                  <a:lnTo>
                    <a:pt x="473598" y="723613"/>
                  </a:lnTo>
                  <a:lnTo>
                    <a:pt x="473598" y="593585"/>
                  </a:lnTo>
                  <a:lnTo>
                    <a:pt x="171846" y="593585"/>
                  </a:lnTo>
                  <a:lnTo>
                    <a:pt x="172463" y="586539"/>
                  </a:lnTo>
                  <a:lnTo>
                    <a:pt x="193376" y="548719"/>
                  </a:lnTo>
                  <a:lnTo>
                    <a:pt x="226698" y="516524"/>
                  </a:lnTo>
                  <a:lnTo>
                    <a:pt x="258668" y="491687"/>
                  </a:lnTo>
                  <a:lnTo>
                    <a:pt x="293370" y="466523"/>
                  </a:lnTo>
                  <a:lnTo>
                    <a:pt x="310849" y="454246"/>
                  </a:lnTo>
                  <a:lnTo>
                    <a:pt x="328029" y="441757"/>
                  </a:lnTo>
                  <a:lnTo>
                    <a:pt x="361431" y="416134"/>
                  </a:lnTo>
                  <a:lnTo>
                    <a:pt x="392189" y="388778"/>
                  </a:lnTo>
                  <a:lnTo>
                    <a:pt x="419221" y="358807"/>
                  </a:lnTo>
                  <a:lnTo>
                    <a:pt x="441773" y="325805"/>
                  </a:lnTo>
                  <a:lnTo>
                    <a:pt x="459364" y="289322"/>
                  </a:lnTo>
                  <a:lnTo>
                    <a:pt x="470790" y="248376"/>
                  </a:lnTo>
                  <a:lnTo>
                    <a:pt x="474604" y="201966"/>
                  </a:lnTo>
                  <a:lnTo>
                    <a:pt x="473624" y="179427"/>
                  </a:lnTo>
                  <a:lnTo>
                    <a:pt x="470679" y="157975"/>
                  </a:lnTo>
                  <a:lnTo>
                    <a:pt x="465757" y="137612"/>
                  </a:lnTo>
                  <a:lnTo>
                    <a:pt x="461244" y="125025"/>
                  </a:lnTo>
                  <a:close/>
                </a:path>
                <a:path w="1087754" h="723900">
                  <a:moveTo>
                    <a:pt x="243718" y="0"/>
                  </a:moveTo>
                  <a:lnTo>
                    <a:pt x="186901" y="3741"/>
                  </a:lnTo>
                  <a:lnTo>
                    <a:pt x="133049" y="14982"/>
                  </a:lnTo>
                  <a:lnTo>
                    <a:pt x="82173" y="33749"/>
                  </a:lnTo>
                  <a:lnTo>
                    <a:pt x="34290" y="60066"/>
                  </a:lnTo>
                  <a:lnTo>
                    <a:pt x="34290" y="198001"/>
                  </a:lnTo>
                  <a:lnTo>
                    <a:pt x="76697" y="166080"/>
                  </a:lnTo>
                  <a:lnTo>
                    <a:pt x="120121" y="143274"/>
                  </a:lnTo>
                  <a:lnTo>
                    <a:pt x="164574" y="129588"/>
                  </a:lnTo>
                  <a:lnTo>
                    <a:pt x="210068" y="125025"/>
                  </a:lnTo>
                  <a:lnTo>
                    <a:pt x="461244" y="125025"/>
                  </a:lnTo>
                  <a:lnTo>
                    <a:pt x="458845" y="118335"/>
                  </a:lnTo>
                  <a:lnTo>
                    <a:pt x="439715" y="83660"/>
                  </a:lnTo>
                  <a:lnTo>
                    <a:pt x="413522" y="54601"/>
                  </a:lnTo>
                  <a:lnTo>
                    <a:pt x="380466"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24" name="object 224"/>
            <p:cNvSpPr/>
            <p:nvPr/>
          </p:nvSpPr>
          <p:spPr>
            <a:xfrm>
              <a:off x="7315199" y="5524630"/>
              <a:ext cx="1087755" cy="723900"/>
            </a:xfrm>
            <a:custGeom>
              <a:avLst/>
              <a:gdLst/>
              <a:ahLst/>
              <a:cxnLst/>
              <a:rect l="l" t="t" r="r" b="b"/>
              <a:pathLst>
                <a:path w="1087754" h="723900">
                  <a:moveTo>
                    <a:pt x="591708" y="11810"/>
                  </a:moveTo>
                  <a:lnTo>
                    <a:pt x="1087130" y="11810"/>
                  </a:lnTo>
                  <a:lnTo>
                    <a:pt x="1087130" y="102202"/>
                  </a:lnTo>
                  <a:lnTo>
                    <a:pt x="1063861" y="144470"/>
                  </a:lnTo>
                  <a:lnTo>
                    <a:pt x="1041871" y="185406"/>
                  </a:lnTo>
                  <a:lnTo>
                    <a:pt x="1021143" y="225007"/>
                  </a:lnTo>
                  <a:lnTo>
                    <a:pt x="1001664" y="263270"/>
                  </a:lnTo>
                  <a:lnTo>
                    <a:pt x="983373" y="300739"/>
                  </a:lnTo>
                  <a:lnTo>
                    <a:pt x="966212" y="337961"/>
                  </a:lnTo>
                  <a:lnTo>
                    <a:pt x="950164" y="374937"/>
                  </a:lnTo>
                  <a:lnTo>
                    <a:pt x="935217" y="411668"/>
                  </a:lnTo>
                  <a:lnTo>
                    <a:pt x="921364" y="448428"/>
                  </a:lnTo>
                  <a:lnTo>
                    <a:pt x="908559" y="485498"/>
                  </a:lnTo>
                  <a:lnTo>
                    <a:pt x="896800" y="522879"/>
                  </a:lnTo>
                  <a:lnTo>
                    <a:pt x="886084" y="560569"/>
                  </a:lnTo>
                  <a:lnTo>
                    <a:pt x="876365" y="599145"/>
                  </a:lnTo>
                  <a:lnTo>
                    <a:pt x="867590" y="639181"/>
                  </a:lnTo>
                  <a:lnTo>
                    <a:pt x="859740" y="680672"/>
                  </a:lnTo>
                  <a:lnTo>
                    <a:pt x="852799" y="723613"/>
                  </a:lnTo>
                  <a:lnTo>
                    <a:pt x="688969" y="723613"/>
                  </a:lnTo>
                  <a:lnTo>
                    <a:pt x="696491" y="682545"/>
                  </a:lnTo>
                  <a:lnTo>
                    <a:pt x="705135" y="642223"/>
                  </a:lnTo>
                  <a:lnTo>
                    <a:pt x="714871" y="602642"/>
                  </a:lnTo>
                  <a:lnTo>
                    <a:pt x="725667" y="563797"/>
                  </a:lnTo>
                  <a:lnTo>
                    <a:pt x="737554" y="525629"/>
                  </a:lnTo>
                  <a:lnTo>
                    <a:pt x="750349" y="488047"/>
                  </a:lnTo>
                  <a:lnTo>
                    <a:pt x="764046" y="451053"/>
                  </a:lnTo>
                  <a:lnTo>
                    <a:pt x="778642" y="414646"/>
                  </a:lnTo>
                  <a:lnTo>
                    <a:pt x="794017" y="378774"/>
                  </a:lnTo>
                  <a:lnTo>
                    <a:pt x="810226" y="343363"/>
                  </a:lnTo>
                  <a:lnTo>
                    <a:pt x="827248" y="308417"/>
                  </a:lnTo>
                  <a:lnTo>
                    <a:pt x="845057" y="273938"/>
                  </a:lnTo>
                  <a:lnTo>
                    <a:pt x="863589" y="239876"/>
                  </a:lnTo>
                  <a:lnTo>
                    <a:pt x="882620" y="206183"/>
                  </a:lnTo>
                  <a:lnTo>
                    <a:pt x="902172" y="172864"/>
                  </a:lnTo>
                  <a:lnTo>
                    <a:pt x="922263" y="139921"/>
                  </a:lnTo>
                  <a:lnTo>
                    <a:pt x="591708" y="139921"/>
                  </a:lnTo>
                  <a:lnTo>
                    <a:pt x="591708" y="11810"/>
                  </a:lnTo>
                  <a:close/>
                </a:path>
                <a:path w="1087754" h="723900">
                  <a:moveTo>
                    <a:pt x="243718" y="0"/>
                  </a:moveTo>
                  <a:lnTo>
                    <a:pt x="295038" y="3521"/>
                  </a:lnTo>
                  <a:lnTo>
                    <a:pt x="340735" y="14096"/>
                  </a:lnTo>
                  <a:lnTo>
                    <a:pt x="380466" y="31255"/>
                  </a:lnTo>
                  <a:lnTo>
                    <a:pt x="413522" y="54601"/>
                  </a:lnTo>
                  <a:lnTo>
                    <a:pt x="439715" y="83660"/>
                  </a:lnTo>
                  <a:lnTo>
                    <a:pt x="458845" y="118335"/>
                  </a:lnTo>
                  <a:lnTo>
                    <a:pt x="470679" y="157975"/>
                  </a:lnTo>
                  <a:lnTo>
                    <a:pt x="474604" y="201966"/>
                  </a:lnTo>
                  <a:lnTo>
                    <a:pt x="473650" y="225855"/>
                  </a:lnTo>
                  <a:lnTo>
                    <a:pt x="466027" y="269530"/>
                  </a:lnTo>
                  <a:lnTo>
                    <a:pt x="451201" y="307997"/>
                  </a:lnTo>
                  <a:lnTo>
                    <a:pt x="431104" y="342743"/>
                  </a:lnTo>
                  <a:lnTo>
                    <a:pt x="406175" y="374121"/>
                  </a:lnTo>
                  <a:lnTo>
                    <a:pt x="377272" y="402781"/>
                  </a:lnTo>
                  <a:lnTo>
                    <a:pt x="344895" y="429054"/>
                  </a:lnTo>
                  <a:lnTo>
                    <a:pt x="310849" y="454246"/>
                  </a:lnTo>
                  <a:lnTo>
                    <a:pt x="293369" y="466523"/>
                  </a:lnTo>
                  <a:lnTo>
                    <a:pt x="281578" y="474944"/>
                  </a:lnTo>
                  <a:lnTo>
                    <a:pt x="247528" y="500015"/>
                  </a:lnTo>
                  <a:lnTo>
                    <a:pt x="217271" y="524680"/>
                  </a:lnTo>
                  <a:lnTo>
                    <a:pt x="187125" y="556553"/>
                  </a:lnTo>
                  <a:lnTo>
                    <a:pt x="171846" y="593585"/>
                  </a:lnTo>
                  <a:lnTo>
                    <a:pt x="473598" y="593585"/>
                  </a:lnTo>
                  <a:lnTo>
                    <a:pt x="473598" y="723613"/>
                  </a:lnTo>
                  <a:lnTo>
                    <a:pt x="0" y="723613"/>
                  </a:lnTo>
                  <a:lnTo>
                    <a:pt x="0" y="670023"/>
                  </a:lnTo>
                  <a:lnTo>
                    <a:pt x="4632" y="618215"/>
                  </a:lnTo>
                  <a:lnTo>
                    <a:pt x="18409" y="571987"/>
                  </a:lnTo>
                  <a:lnTo>
                    <a:pt x="39079" y="530792"/>
                  </a:lnTo>
                  <a:lnTo>
                    <a:pt x="64526" y="494062"/>
                  </a:lnTo>
                  <a:lnTo>
                    <a:pt x="93653" y="461553"/>
                  </a:lnTo>
                  <a:lnTo>
                    <a:pt x="125364" y="433017"/>
                  </a:lnTo>
                  <a:lnTo>
                    <a:pt x="157543" y="407763"/>
                  </a:lnTo>
                  <a:lnTo>
                    <a:pt x="188213" y="385108"/>
                  </a:lnTo>
                  <a:lnTo>
                    <a:pt x="203351" y="374069"/>
                  </a:lnTo>
                  <a:lnTo>
                    <a:pt x="242956" y="342424"/>
                  </a:lnTo>
                  <a:lnTo>
                    <a:pt x="274155" y="312041"/>
                  </a:lnTo>
                  <a:lnTo>
                    <a:pt x="302337" y="271550"/>
                  </a:lnTo>
                  <a:lnTo>
                    <a:pt x="314210" y="228845"/>
                  </a:lnTo>
                  <a:lnTo>
                    <a:pt x="314705" y="217358"/>
                  </a:lnTo>
                  <a:lnTo>
                    <a:pt x="313090" y="195921"/>
                  </a:lnTo>
                  <a:lnTo>
                    <a:pt x="288919" y="148352"/>
                  </a:lnTo>
                  <a:lnTo>
                    <a:pt x="234853" y="126485"/>
                  </a:lnTo>
                  <a:lnTo>
                    <a:pt x="210068" y="125025"/>
                  </a:lnTo>
                  <a:lnTo>
                    <a:pt x="164574" y="129588"/>
                  </a:lnTo>
                  <a:lnTo>
                    <a:pt x="120121" y="143274"/>
                  </a:lnTo>
                  <a:lnTo>
                    <a:pt x="76697"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5" name="object 225"/>
            <p:cNvSpPr/>
            <p:nvPr/>
          </p:nvSpPr>
          <p:spPr>
            <a:xfrm>
              <a:off x="6781800" y="5227320"/>
              <a:ext cx="2218944" cy="1345691"/>
            </a:xfrm>
            <a:prstGeom prst="rect">
              <a:avLst/>
            </a:prstGeom>
            <a:blipFill>
              <a:blip r:embed="rId10" cstate="print"/>
              <a:stretch>
                <a:fillRect/>
              </a:stretch>
            </a:blipFill>
          </p:spPr>
          <p:txBody>
            <a:bodyPr wrap="square" lIns="0" tIns="0" rIns="0" bIns="0" rtlCol="0"/>
            <a:lstStyle/>
            <a:p>
              <a:endParaRPr/>
            </a:p>
          </p:txBody>
        </p:sp>
        <p:sp>
          <p:nvSpPr>
            <p:cNvPr id="226" name="object 226"/>
            <p:cNvSpPr/>
            <p:nvPr/>
          </p:nvSpPr>
          <p:spPr>
            <a:xfrm>
              <a:off x="6627876" y="4910327"/>
              <a:ext cx="2516123" cy="1947671"/>
            </a:xfrm>
            <a:prstGeom prst="rect">
              <a:avLst/>
            </a:prstGeom>
            <a:blipFill>
              <a:blip r:embed="rId95" cstate="print"/>
              <a:stretch>
                <a:fillRect/>
              </a:stretch>
            </a:blipFill>
          </p:spPr>
          <p:txBody>
            <a:bodyPr wrap="square" lIns="0" tIns="0" rIns="0" bIns="0" rtlCol="0"/>
            <a:lstStyle/>
            <a:p>
              <a:endParaRPr/>
            </a:p>
          </p:txBody>
        </p:sp>
        <p:sp>
          <p:nvSpPr>
            <p:cNvPr id="227" name="object 227"/>
            <p:cNvSpPr/>
            <p:nvPr/>
          </p:nvSpPr>
          <p:spPr>
            <a:xfrm>
              <a:off x="6862815" y="5288529"/>
              <a:ext cx="2057400" cy="1184275"/>
            </a:xfrm>
            <a:custGeom>
              <a:avLst/>
              <a:gdLst/>
              <a:ahLst/>
              <a:cxnLst/>
              <a:rect l="l" t="t" r="r" b="b"/>
              <a:pathLst>
                <a:path w="2057400" h="1184275">
                  <a:moveTo>
                    <a:pt x="1824989" y="0"/>
                  </a:moveTo>
                  <a:lnTo>
                    <a:pt x="232562" y="0"/>
                  </a:lnTo>
                  <a:lnTo>
                    <a:pt x="185701" y="4725"/>
                  </a:lnTo>
                  <a:lnTo>
                    <a:pt x="142050" y="18278"/>
                  </a:lnTo>
                  <a:lnTo>
                    <a:pt x="102547" y="39722"/>
                  </a:lnTo>
                  <a:lnTo>
                    <a:pt x="68126" y="68121"/>
                  </a:lnTo>
                  <a:lnTo>
                    <a:pt x="39725" y="102539"/>
                  </a:lnTo>
                  <a:lnTo>
                    <a:pt x="18279" y="142039"/>
                  </a:lnTo>
                  <a:lnTo>
                    <a:pt x="4726" y="185685"/>
                  </a:lnTo>
                  <a:lnTo>
                    <a:pt x="0" y="232541"/>
                  </a:lnTo>
                  <a:lnTo>
                    <a:pt x="0" y="951500"/>
                  </a:lnTo>
                  <a:lnTo>
                    <a:pt x="4726" y="998359"/>
                  </a:lnTo>
                  <a:lnTo>
                    <a:pt x="18279" y="1042005"/>
                  </a:lnTo>
                  <a:lnTo>
                    <a:pt x="39725" y="1081503"/>
                  </a:lnTo>
                  <a:lnTo>
                    <a:pt x="68126" y="1115918"/>
                  </a:lnTo>
                  <a:lnTo>
                    <a:pt x="102547" y="1144313"/>
                  </a:lnTo>
                  <a:lnTo>
                    <a:pt x="142050" y="1165754"/>
                  </a:lnTo>
                  <a:lnTo>
                    <a:pt x="185701" y="1179304"/>
                  </a:lnTo>
                  <a:lnTo>
                    <a:pt x="232562" y="1184029"/>
                  </a:lnTo>
                  <a:lnTo>
                    <a:pt x="1824989" y="1184029"/>
                  </a:lnTo>
                  <a:lnTo>
                    <a:pt x="1871844" y="1179304"/>
                  </a:lnTo>
                  <a:lnTo>
                    <a:pt x="1915477" y="1165754"/>
                  </a:lnTo>
                  <a:lnTo>
                    <a:pt x="1954957" y="1144313"/>
                  </a:lnTo>
                  <a:lnTo>
                    <a:pt x="1989349" y="1115918"/>
                  </a:lnTo>
                  <a:lnTo>
                    <a:pt x="2017722" y="1081503"/>
                  </a:lnTo>
                  <a:lnTo>
                    <a:pt x="2039143" y="1042005"/>
                  </a:lnTo>
                  <a:lnTo>
                    <a:pt x="2052680" y="998359"/>
                  </a:lnTo>
                  <a:lnTo>
                    <a:pt x="2057399" y="951500"/>
                  </a:lnTo>
                  <a:lnTo>
                    <a:pt x="2057399" y="232541"/>
                  </a:lnTo>
                  <a:lnTo>
                    <a:pt x="2052680" y="185685"/>
                  </a:lnTo>
                  <a:lnTo>
                    <a:pt x="2039143" y="142039"/>
                  </a:lnTo>
                  <a:lnTo>
                    <a:pt x="2017722" y="102539"/>
                  </a:lnTo>
                  <a:lnTo>
                    <a:pt x="1989349" y="68121"/>
                  </a:lnTo>
                  <a:lnTo>
                    <a:pt x="1954957" y="39722"/>
                  </a:lnTo>
                  <a:lnTo>
                    <a:pt x="1915477" y="18278"/>
                  </a:lnTo>
                  <a:lnTo>
                    <a:pt x="1871844" y="4725"/>
                  </a:lnTo>
                  <a:lnTo>
                    <a:pt x="1824989" y="0"/>
                  </a:lnTo>
                  <a:close/>
                </a:path>
              </a:pathLst>
            </a:custGeom>
            <a:solidFill>
              <a:srgbClr val="252525"/>
            </a:solidFill>
          </p:spPr>
          <p:txBody>
            <a:bodyPr wrap="square" lIns="0" tIns="0" rIns="0" bIns="0" rtlCol="0"/>
            <a:lstStyle/>
            <a:p>
              <a:endParaRPr/>
            </a:p>
          </p:txBody>
        </p:sp>
        <p:sp>
          <p:nvSpPr>
            <p:cNvPr id="228" name="object 228"/>
            <p:cNvSpPr/>
            <p:nvPr/>
          </p:nvSpPr>
          <p:spPr>
            <a:xfrm>
              <a:off x="6862815" y="5288529"/>
              <a:ext cx="2057400" cy="1184275"/>
            </a:xfrm>
            <a:custGeom>
              <a:avLst/>
              <a:gdLst/>
              <a:ahLst/>
              <a:cxnLst/>
              <a:rect l="l" t="t" r="r" b="b"/>
              <a:pathLst>
                <a:path w="2057400" h="1184275">
                  <a:moveTo>
                    <a:pt x="0" y="232541"/>
                  </a:moveTo>
                  <a:lnTo>
                    <a:pt x="4726" y="185685"/>
                  </a:lnTo>
                  <a:lnTo>
                    <a:pt x="18279" y="142039"/>
                  </a:lnTo>
                  <a:lnTo>
                    <a:pt x="39725" y="102539"/>
                  </a:lnTo>
                  <a:lnTo>
                    <a:pt x="68126" y="68121"/>
                  </a:lnTo>
                  <a:lnTo>
                    <a:pt x="102547" y="39722"/>
                  </a:lnTo>
                  <a:lnTo>
                    <a:pt x="142050" y="18278"/>
                  </a:lnTo>
                  <a:lnTo>
                    <a:pt x="185701" y="4725"/>
                  </a:lnTo>
                  <a:lnTo>
                    <a:pt x="232562" y="0"/>
                  </a:lnTo>
                  <a:lnTo>
                    <a:pt x="1824989" y="0"/>
                  </a:lnTo>
                  <a:lnTo>
                    <a:pt x="1871844" y="4725"/>
                  </a:lnTo>
                  <a:lnTo>
                    <a:pt x="1915477" y="18278"/>
                  </a:lnTo>
                  <a:lnTo>
                    <a:pt x="1954957" y="39722"/>
                  </a:lnTo>
                  <a:lnTo>
                    <a:pt x="1989349" y="68121"/>
                  </a:lnTo>
                  <a:lnTo>
                    <a:pt x="2017722" y="102539"/>
                  </a:lnTo>
                  <a:lnTo>
                    <a:pt x="2039143" y="142039"/>
                  </a:lnTo>
                  <a:lnTo>
                    <a:pt x="2052680" y="185685"/>
                  </a:lnTo>
                  <a:lnTo>
                    <a:pt x="2057399" y="232541"/>
                  </a:lnTo>
                  <a:lnTo>
                    <a:pt x="2057399" y="951500"/>
                  </a:lnTo>
                  <a:lnTo>
                    <a:pt x="2052680" y="998359"/>
                  </a:lnTo>
                  <a:lnTo>
                    <a:pt x="2039143" y="1042005"/>
                  </a:lnTo>
                  <a:lnTo>
                    <a:pt x="2017722" y="1081503"/>
                  </a:lnTo>
                  <a:lnTo>
                    <a:pt x="1989349" y="1115918"/>
                  </a:lnTo>
                  <a:lnTo>
                    <a:pt x="1954957" y="1144313"/>
                  </a:lnTo>
                  <a:lnTo>
                    <a:pt x="1915477" y="1165754"/>
                  </a:lnTo>
                  <a:lnTo>
                    <a:pt x="1871844" y="1179304"/>
                  </a:lnTo>
                  <a:lnTo>
                    <a:pt x="1824989" y="1184029"/>
                  </a:lnTo>
                  <a:lnTo>
                    <a:pt x="232562" y="1184029"/>
                  </a:lnTo>
                  <a:lnTo>
                    <a:pt x="185701" y="1179304"/>
                  </a:lnTo>
                  <a:lnTo>
                    <a:pt x="142050" y="1165754"/>
                  </a:lnTo>
                  <a:lnTo>
                    <a:pt x="102547" y="1144313"/>
                  </a:lnTo>
                  <a:lnTo>
                    <a:pt x="68126" y="1115918"/>
                  </a:lnTo>
                  <a:lnTo>
                    <a:pt x="39725" y="1081503"/>
                  </a:lnTo>
                  <a:lnTo>
                    <a:pt x="18279" y="1042005"/>
                  </a:lnTo>
                  <a:lnTo>
                    <a:pt x="4726" y="998359"/>
                  </a:lnTo>
                  <a:lnTo>
                    <a:pt x="0" y="951500"/>
                  </a:lnTo>
                  <a:lnTo>
                    <a:pt x="0" y="232541"/>
                  </a:lnTo>
                  <a:close/>
                </a:path>
              </a:pathLst>
            </a:custGeom>
            <a:ln w="76199">
              <a:solidFill>
                <a:srgbClr val="00AF50"/>
              </a:solidFill>
            </a:ln>
          </p:spPr>
          <p:txBody>
            <a:bodyPr wrap="square" lIns="0" tIns="0" rIns="0" bIns="0" rtlCol="0"/>
            <a:lstStyle/>
            <a:p>
              <a:endParaRPr/>
            </a:p>
          </p:txBody>
        </p:sp>
        <p:sp>
          <p:nvSpPr>
            <p:cNvPr id="229" name="object 229"/>
            <p:cNvSpPr/>
            <p:nvPr/>
          </p:nvSpPr>
          <p:spPr>
            <a:xfrm>
              <a:off x="6669024" y="4931662"/>
              <a:ext cx="2474976" cy="1926336"/>
            </a:xfrm>
            <a:prstGeom prst="rect">
              <a:avLst/>
            </a:prstGeom>
            <a:blipFill>
              <a:blip r:embed="rId96" cstate="print"/>
              <a:stretch>
                <a:fillRect/>
              </a:stretch>
            </a:blipFill>
          </p:spPr>
          <p:txBody>
            <a:bodyPr wrap="square" lIns="0" tIns="0" rIns="0" bIns="0" rtlCol="0"/>
            <a:lstStyle/>
            <a:p>
              <a:endParaRPr/>
            </a:p>
          </p:txBody>
        </p:sp>
        <p:sp>
          <p:nvSpPr>
            <p:cNvPr id="230" name="object 230"/>
            <p:cNvSpPr/>
            <p:nvPr/>
          </p:nvSpPr>
          <p:spPr>
            <a:xfrm>
              <a:off x="7340864" y="5522595"/>
              <a:ext cx="1101211" cy="747308"/>
            </a:xfrm>
            <a:prstGeom prst="rect">
              <a:avLst/>
            </a:prstGeom>
            <a:blipFill>
              <a:blip r:embed="rId97" cstate="print"/>
              <a:stretch>
                <a:fillRect/>
              </a:stretch>
            </a:blipFill>
          </p:spPr>
          <p:txBody>
            <a:bodyPr wrap="square" lIns="0" tIns="0" rIns="0" bIns="0" rtlCol="0"/>
            <a:lstStyle/>
            <a:p>
              <a:endParaRPr/>
            </a:p>
          </p:txBody>
        </p:sp>
        <p:sp>
          <p:nvSpPr>
            <p:cNvPr id="231" name="object 231"/>
            <p:cNvSpPr/>
            <p:nvPr/>
          </p:nvSpPr>
          <p:spPr>
            <a:xfrm>
              <a:off x="6777228" y="5245608"/>
              <a:ext cx="2218944" cy="1345692"/>
            </a:xfrm>
            <a:prstGeom prst="rect">
              <a:avLst/>
            </a:prstGeom>
            <a:blipFill>
              <a:blip r:embed="rId71" cstate="print"/>
              <a:stretch>
                <a:fillRect/>
              </a:stretch>
            </a:blipFill>
          </p:spPr>
          <p:txBody>
            <a:bodyPr wrap="square" lIns="0" tIns="0" rIns="0" bIns="0" rtlCol="0"/>
            <a:lstStyle/>
            <a:p>
              <a:endParaRPr/>
            </a:p>
          </p:txBody>
        </p:sp>
        <p:sp>
          <p:nvSpPr>
            <p:cNvPr id="232" name="object 232"/>
            <p:cNvSpPr/>
            <p:nvPr/>
          </p:nvSpPr>
          <p:spPr>
            <a:xfrm>
              <a:off x="6623304" y="4928615"/>
              <a:ext cx="2520695" cy="1929383"/>
            </a:xfrm>
            <a:prstGeom prst="rect">
              <a:avLst/>
            </a:prstGeom>
            <a:blipFill>
              <a:blip r:embed="rId98" cstate="print"/>
              <a:stretch>
                <a:fillRect/>
              </a:stretch>
            </a:blipFill>
          </p:spPr>
          <p:txBody>
            <a:bodyPr wrap="square" lIns="0" tIns="0" rIns="0" bIns="0" rtlCol="0"/>
            <a:lstStyle/>
            <a:p>
              <a:endParaRPr/>
            </a:p>
          </p:txBody>
        </p:sp>
        <p:sp>
          <p:nvSpPr>
            <p:cNvPr id="233" name="object 233"/>
            <p:cNvSpPr/>
            <p:nvPr/>
          </p:nvSpPr>
          <p:spPr>
            <a:xfrm>
              <a:off x="6857999" y="530681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24"/>
                  </a:lnTo>
                  <a:lnTo>
                    <a:pt x="4725" y="998383"/>
                  </a:lnTo>
                  <a:lnTo>
                    <a:pt x="18279" y="1042027"/>
                  </a:lnTo>
                  <a:lnTo>
                    <a:pt x="39723" y="1081524"/>
                  </a:lnTo>
                  <a:lnTo>
                    <a:pt x="68122" y="1115936"/>
                  </a:lnTo>
                  <a:lnTo>
                    <a:pt x="102539" y="1144329"/>
                  </a:lnTo>
                  <a:lnTo>
                    <a:pt x="142037" y="1165768"/>
                  </a:lnTo>
                  <a:lnTo>
                    <a:pt x="185680" y="1179317"/>
                  </a:lnTo>
                  <a:lnTo>
                    <a:pt x="232531" y="1184041"/>
                  </a:lnTo>
                  <a:lnTo>
                    <a:pt x="1824868" y="1184041"/>
                  </a:lnTo>
                  <a:lnTo>
                    <a:pt x="1871719" y="1179317"/>
                  </a:lnTo>
                  <a:lnTo>
                    <a:pt x="1915362" y="1165768"/>
                  </a:lnTo>
                  <a:lnTo>
                    <a:pt x="1954860" y="1144329"/>
                  </a:lnTo>
                  <a:lnTo>
                    <a:pt x="1989277" y="1115936"/>
                  </a:lnTo>
                  <a:lnTo>
                    <a:pt x="2017676" y="1081524"/>
                  </a:lnTo>
                  <a:lnTo>
                    <a:pt x="2039120" y="1042027"/>
                  </a:lnTo>
                  <a:lnTo>
                    <a:pt x="2052674" y="998383"/>
                  </a:lnTo>
                  <a:lnTo>
                    <a:pt x="2057399" y="951524"/>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34" name="object 234"/>
            <p:cNvSpPr/>
            <p:nvPr/>
          </p:nvSpPr>
          <p:spPr>
            <a:xfrm>
              <a:off x="6857999" y="530681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24"/>
                  </a:lnTo>
                  <a:lnTo>
                    <a:pt x="2052674" y="998383"/>
                  </a:lnTo>
                  <a:lnTo>
                    <a:pt x="2039120" y="1042027"/>
                  </a:lnTo>
                  <a:lnTo>
                    <a:pt x="2017676" y="1081524"/>
                  </a:lnTo>
                  <a:lnTo>
                    <a:pt x="1989277" y="1115936"/>
                  </a:lnTo>
                  <a:lnTo>
                    <a:pt x="1954860" y="1144329"/>
                  </a:lnTo>
                  <a:lnTo>
                    <a:pt x="1915362" y="1165768"/>
                  </a:lnTo>
                  <a:lnTo>
                    <a:pt x="1871719" y="1179317"/>
                  </a:lnTo>
                  <a:lnTo>
                    <a:pt x="1824868" y="1184041"/>
                  </a:lnTo>
                  <a:lnTo>
                    <a:pt x="232531" y="1184041"/>
                  </a:lnTo>
                  <a:lnTo>
                    <a:pt x="185680" y="1179317"/>
                  </a:lnTo>
                  <a:lnTo>
                    <a:pt x="142037" y="1165768"/>
                  </a:lnTo>
                  <a:lnTo>
                    <a:pt x="102539" y="1144329"/>
                  </a:lnTo>
                  <a:lnTo>
                    <a:pt x="68122" y="1115936"/>
                  </a:lnTo>
                  <a:lnTo>
                    <a:pt x="39723" y="1081524"/>
                  </a:lnTo>
                  <a:lnTo>
                    <a:pt x="18279" y="1042027"/>
                  </a:lnTo>
                  <a:lnTo>
                    <a:pt x="4725" y="998383"/>
                  </a:lnTo>
                  <a:lnTo>
                    <a:pt x="0" y="951524"/>
                  </a:lnTo>
                  <a:lnTo>
                    <a:pt x="0" y="232541"/>
                  </a:lnTo>
                  <a:close/>
                </a:path>
              </a:pathLst>
            </a:custGeom>
            <a:ln w="76199">
              <a:solidFill>
                <a:srgbClr val="00AF50"/>
              </a:solidFill>
            </a:ln>
          </p:spPr>
          <p:txBody>
            <a:bodyPr wrap="square" lIns="0" tIns="0" rIns="0" bIns="0" rtlCol="0"/>
            <a:lstStyle/>
            <a:p>
              <a:endParaRPr/>
            </a:p>
          </p:txBody>
        </p:sp>
        <p:sp>
          <p:nvSpPr>
            <p:cNvPr id="235" name="object 235"/>
            <p:cNvSpPr/>
            <p:nvPr/>
          </p:nvSpPr>
          <p:spPr>
            <a:xfrm>
              <a:off x="6664452" y="4949950"/>
              <a:ext cx="2479548" cy="1908047"/>
            </a:xfrm>
            <a:prstGeom prst="rect">
              <a:avLst/>
            </a:prstGeom>
            <a:blipFill>
              <a:blip r:embed="rId99" cstate="print"/>
              <a:stretch>
                <a:fillRect/>
              </a:stretch>
            </a:blipFill>
          </p:spPr>
          <p:txBody>
            <a:bodyPr wrap="square" lIns="0" tIns="0" rIns="0" bIns="0" rtlCol="0"/>
            <a:lstStyle/>
            <a:p>
              <a:endParaRPr/>
            </a:p>
          </p:txBody>
        </p:sp>
        <p:sp>
          <p:nvSpPr>
            <p:cNvPr id="236" name="object 236"/>
            <p:cNvSpPr/>
            <p:nvPr/>
          </p:nvSpPr>
          <p:spPr>
            <a:xfrm>
              <a:off x="7341992" y="5546978"/>
              <a:ext cx="1083945" cy="736600"/>
            </a:xfrm>
            <a:custGeom>
              <a:avLst/>
              <a:gdLst/>
              <a:ahLst/>
              <a:cxnLst/>
              <a:rect l="l" t="t" r="r" b="b"/>
              <a:pathLst>
                <a:path w="1083945" h="736600">
                  <a:moveTo>
                    <a:pt x="623437" y="579287"/>
                  </a:moveTo>
                  <a:lnTo>
                    <a:pt x="623437" y="708327"/>
                  </a:lnTo>
                  <a:lnTo>
                    <a:pt x="656498" y="720492"/>
                  </a:lnTo>
                  <a:lnTo>
                    <a:pt x="692585" y="729179"/>
                  </a:lnTo>
                  <a:lnTo>
                    <a:pt x="731695" y="734391"/>
                  </a:lnTo>
                  <a:lnTo>
                    <a:pt x="773826" y="736128"/>
                  </a:lnTo>
                  <a:lnTo>
                    <a:pt x="809456" y="734391"/>
                  </a:lnTo>
                  <a:lnTo>
                    <a:pt x="874638" y="720637"/>
                  </a:lnTo>
                  <a:lnTo>
                    <a:pt x="932119" y="693307"/>
                  </a:lnTo>
                  <a:lnTo>
                    <a:pt x="980881" y="653721"/>
                  </a:lnTo>
                  <a:lnTo>
                    <a:pt x="1011155" y="616016"/>
                  </a:lnTo>
                  <a:lnTo>
                    <a:pt x="758464" y="616016"/>
                  </a:lnTo>
                  <a:lnTo>
                    <a:pt x="720457" y="613719"/>
                  </a:lnTo>
                  <a:lnTo>
                    <a:pt x="685293" y="606831"/>
                  </a:lnTo>
                  <a:lnTo>
                    <a:pt x="652958" y="595353"/>
                  </a:lnTo>
                  <a:lnTo>
                    <a:pt x="623437" y="579287"/>
                  </a:lnTo>
                  <a:close/>
                </a:path>
                <a:path w="1083945" h="736600">
                  <a:moveTo>
                    <a:pt x="1080386" y="400598"/>
                  </a:moveTo>
                  <a:lnTo>
                    <a:pt x="928237" y="400598"/>
                  </a:lnTo>
                  <a:lnTo>
                    <a:pt x="931164" y="401598"/>
                  </a:lnTo>
                  <a:lnTo>
                    <a:pt x="928146" y="450641"/>
                  </a:lnTo>
                  <a:lnTo>
                    <a:pt x="919459" y="493543"/>
                  </a:lnTo>
                  <a:lnTo>
                    <a:pt x="905103" y="530301"/>
                  </a:lnTo>
                  <a:lnTo>
                    <a:pt x="860022" y="585020"/>
                  </a:lnTo>
                  <a:lnTo>
                    <a:pt x="796721" y="612571"/>
                  </a:lnTo>
                  <a:lnTo>
                    <a:pt x="758464" y="616016"/>
                  </a:lnTo>
                  <a:lnTo>
                    <a:pt x="1011155" y="616016"/>
                  </a:lnTo>
                  <a:lnTo>
                    <a:pt x="1037139" y="572024"/>
                  </a:lnTo>
                  <a:lnTo>
                    <a:pt x="1062746" y="503099"/>
                  </a:lnTo>
                  <a:lnTo>
                    <a:pt x="1071836" y="464496"/>
                  </a:lnTo>
                  <a:lnTo>
                    <a:pt x="1078344" y="423376"/>
                  </a:lnTo>
                  <a:lnTo>
                    <a:pt x="1080386" y="400598"/>
                  </a:lnTo>
                  <a:close/>
                </a:path>
                <a:path w="1083945" h="736600">
                  <a:moveTo>
                    <a:pt x="833902" y="0"/>
                  </a:moveTo>
                  <a:lnTo>
                    <a:pt x="780348" y="4555"/>
                  </a:lnTo>
                  <a:lnTo>
                    <a:pt x="731641" y="18156"/>
                  </a:lnTo>
                  <a:lnTo>
                    <a:pt x="688802" y="40064"/>
                  </a:lnTo>
                  <a:lnTo>
                    <a:pt x="652546" y="69543"/>
                  </a:lnTo>
                  <a:lnTo>
                    <a:pt x="623197" y="106018"/>
                  </a:lnTo>
                  <a:lnTo>
                    <a:pt x="601096" y="148958"/>
                  </a:lnTo>
                  <a:lnTo>
                    <a:pt x="587380" y="197597"/>
                  </a:lnTo>
                  <a:lnTo>
                    <a:pt x="582812" y="251317"/>
                  </a:lnTo>
                  <a:lnTo>
                    <a:pt x="583760" y="274781"/>
                  </a:lnTo>
                  <a:lnTo>
                    <a:pt x="591333" y="318949"/>
                  </a:lnTo>
                  <a:lnTo>
                    <a:pt x="606210" y="358950"/>
                  </a:lnTo>
                  <a:lnTo>
                    <a:pt x="627304" y="393572"/>
                  </a:lnTo>
                  <a:lnTo>
                    <a:pt x="654230" y="422521"/>
                  </a:lnTo>
                  <a:lnTo>
                    <a:pt x="686234" y="445223"/>
                  </a:lnTo>
                  <a:lnTo>
                    <a:pt x="723003" y="461371"/>
                  </a:lnTo>
                  <a:lnTo>
                    <a:pt x="763336" y="469560"/>
                  </a:lnTo>
                  <a:lnTo>
                    <a:pt x="784738" y="470583"/>
                  </a:lnTo>
                  <a:lnTo>
                    <a:pt x="829838" y="466209"/>
                  </a:lnTo>
                  <a:lnTo>
                    <a:pt x="868775" y="453088"/>
                  </a:lnTo>
                  <a:lnTo>
                    <a:pt x="901568" y="431218"/>
                  </a:lnTo>
                  <a:lnTo>
                    <a:pt x="928237" y="400598"/>
                  </a:lnTo>
                  <a:lnTo>
                    <a:pt x="1080386" y="400598"/>
                  </a:lnTo>
                  <a:lnTo>
                    <a:pt x="1082257" y="379740"/>
                  </a:lnTo>
                  <a:lnTo>
                    <a:pt x="1082987" y="353949"/>
                  </a:lnTo>
                  <a:lnTo>
                    <a:pt x="832987" y="353949"/>
                  </a:lnTo>
                  <a:lnTo>
                    <a:pt x="822298" y="353468"/>
                  </a:lnTo>
                  <a:lnTo>
                    <a:pt x="784630" y="341958"/>
                  </a:lnTo>
                  <a:lnTo>
                    <a:pt x="756762" y="315806"/>
                  </a:lnTo>
                  <a:lnTo>
                    <a:pt x="740052" y="276008"/>
                  </a:lnTo>
                  <a:lnTo>
                    <a:pt x="736092" y="237804"/>
                  </a:lnTo>
                  <a:lnTo>
                    <a:pt x="736539" y="225365"/>
                  </a:lnTo>
                  <a:lnTo>
                    <a:pt x="746924" y="180117"/>
                  </a:lnTo>
                  <a:lnTo>
                    <a:pt x="769000" y="145771"/>
                  </a:lnTo>
                  <a:lnTo>
                    <a:pt x="800755" y="124702"/>
                  </a:lnTo>
                  <a:lnTo>
                    <a:pt x="829452" y="119670"/>
                  </a:lnTo>
                  <a:lnTo>
                    <a:pt x="1037060" y="119670"/>
                  </a:lnTo>
                  <a:lnTo>
                    <a:pt x="1032139" y="110456"/>
                  </a:lnTo>
                  <a:lnTo>
                    <a:pt x="999754" y="67821"/>
                  </a:lnTo>
                  <a:lnTo>
                    <a:pt x="960368" y="35184"/>
                  </a:lnTo>
                  <a:lnTo>
                    <a:pt x="914338" y="12753"/>
                  </a:lnTo>
                  <a:lnTo>
                    <a:pt x="862200" y="1424"/>
                  </a:lnTo>
                  <a:lnTo>
                    <a:pt x="833902" y="0"/>
                  </a:lnTo>
                  <a:close/>
                </a:path>
                <a:path w="1083945" h="736600">
                  <a:moveTo>
                    <a:pt x="1037060" y="119670"/>
                  </a:moveTo>
                  <a:lnTo>
                    <a:pt x="829452" y="119670"/>
                  </a:lnTo>
                  <a:lnTo>
                    <a:pt x="839897" y="120306"/>
                  </a:lnTo>
                  <a:lnTo>
                    <a:pt x="849923" y="122215"/>
                  </a:lnTo>
                  <a:lnTo>
                    <a:pt x="885181" y="141815"/>
                  </a:lnTo>
                  <a:lnTo>
                    <a:pt x="909961" y="176443"/>
                  </a:lnTo>
                  <a:lnTo>
                    <a:pt x="923475" y="223719"/>
                  </a:lnTo>
                  <a:lnTo>
                    <a:pt x="925189" y="250210"/>
                  </a:lnTo>
                  <a:lnTo>
                    <a:pt x="924787" y="260943"/>
                  </a:lnTo>
                  <a:lnTo>
                    <a:pt x="914915" y="300023"/>
                  </a:lnTo>
                  <a:lnTo>
                    <a:pt x="886343" y="336138"/>
                  </a:lnTo>
                  <a:lnTo>
                    <a:pt x="843144" y="353437"/>
                  </a:lnTo>
                  <a:lnTo>
                    <a:pt x="832987" y="353949"/>
                  </a:lnTo>
                  <a:lnTo>
                    <a:pt x="1082987" y="353949"/>
                  </a:lnTo>
                  <a:lnTo>
                    <a:pt x="1083491" y="336138"/>
                  </a:lnTo>
                  <a:lnTo>
                    <a:pt x="1083471" y="330260"/>
                  </a:lnTo>
                  <a:lnTo>
                    <a:pt x="1082494" y="295188"/>
                  </a:lnTo>
                  <a:lnTo>
                    <a:pt x="1073932" y="224708"/>
                  </a:lnTo>
                  <a:lnTo>
                    <a:pt x="1056907" y="162819"/>
                  </a:lnTo>
                  <a:lnTo>
                    <a:pt x="1045450" y="135381"/>
                  </a:lnTo>
                  <a:lnTo>
                    <a:pt x="1037060" y="119670"/>
                  </a:lnTo>
                  <a:close/>
                </a:path>
                <a:path w="1083945" h="736600">
                  <a:moveTo>
                    <a:pt x="461371" y="125135"/>
                  </a:moveTo>
                  <a:lnTo>
                    <a:pt x="210068" y="125135"/>
                  </a:lnTo>
                  <a:lnTo>
                    <a:pt x="234853" y="126593"/>
                  </a:lnTo>
                  <a:lnTo>
                    <a:pt x="256260" y="130965"/>
                  </a:lnTo>
                  <a:lnTo>
                    <a:pt x="300188" y="161518"/>
                  </a:lnTo>
                  <a:lnTo>
                    <a:pt x="314706" y="217444"/>
                  </a:lnTo>
                  <a:lnTo>
                    <a:pt x="314210" y="228942"/>
                  </a:lnTo>
                  <a:lnTo>
                    <a:pt x="302337" y="271643"/>
                  </a:lnTo>
                  <a:lnTo>
                    <a:pt x="274155" y="312148"/>
                  </a:lnTo>
                  <a:lnTo>
                    <a:pt x="242956" y="342531"/>
                  </a:lnTo>
                  <a:lnTo>
                    <a:pt x="203299" y="374219"/>
                  </a:lnTo>
                  <a:lnTo>
                    <a:pt x="173074" y="396212"/>
                  </a:lnTo>
                  <a:lnTo>
                    <a:pt x="157554" y="407860"/>
                  </a:lnTo>
                  <a:lnTo>
                    <a:pt x="125364" y="433114"/>
                  </a:lnTo>
                  <a:lnTo>
                    <a:pt x="93653" y="461648"/>
                  </a:lnTo>
                  <a:lnTo>
                    <a:pt x="64526" y="494157"/>
                  </a:lnTo>
                  <a:lnTo>
                    <a:pt x="39136" y="530887"/>
                  </a:lnTo>
                  <a:lnTo>
                    <a:pt x="18409" y="572082"/>
                  </a:lnTo>
                  <a:lnTo>
                    <a:pt x="4632" y="618310"/>
                  </a:lnTo>
                  <a:lnTo>
                    <a:pt x="0" y="670118"/>
                  </a:lnTo>
                  <a:lnTo>
                    <a:pt x="0" y="723720"/>
                  </a:lnTo>
                  <a:lnTo>
                    <a:pt x="473598" y="723720"/>
                  </a:lnTo>
                  <a:lnTo>
                    <a:pt x="473598" y="593668"/>
                  </a:lnTo>
                  <a:lnTo>
                    <a:pt x="171846" y="593668"/>
                  </a:lnTo>
                  <a:lnTo>
                    <a:pt x="172463" y="586634"/>
                  </a:lnTo>
                  <a:lnTo>
                    <a:pt x="193376" y="548827"/>
                  </a:lnTo>
                  <a:lnTo>
                    <a:pt x="226710" y="516618"/>
                  </a:lnTo>
                  <a:lnTo>
                    <a:pt x="258668" y="491785"/>
                  </a:lnTo>
                  <a:lnTo>
                    <a:pt x="293370" y="466606"/>
                  </a:lnTo>
                  <a:lnTo>
                    <a:pt x="310850" y="454342"/>
                  </a:lnTo>
                  <a:lnTo>
                    <a:pt x="328033" y="441857"/>
                  </a:lnTo>
                  <a:lnTo>
                    <a:pt x="361462" y="416240"/>
                  </a:lnTo>
                  <a:lnTo>
                    <a:pt x="392193" y="388877"/>
                  </a:lnTo>
                  <a:lnTo>
                    <a:pt x="419221" y="358914"/>
                  </a:lnTo>
                  <a:lnTo>
                    <a:pt x="441773" y="325901"/>
                  </a:lnTo>
                  <a:lnTo>
                    <a:pt x="459364" y="289416"/>
                  </a:lnTo>
                  <a:lnTo>
                    <a:pt x="470790" y="248477"/>
                  </a:lnTo>
                  <a:lnTo>
                    <a:pt x="474604" y="202073"/>
                  </a:lnTo>
                  <a:lnTo>
                    <a:pt x="473627" y="179532"/>
                  </a:lnTo>
                  <a:lnTo>
                    <a:pt x="470698" y="158077"/>
                  </a:lnTo>
                  <a:lnTo>
                    <a:pt x="465821" y="137710"/>
                  </a:lnTo>
                  <a:lnTo>
                    <a:pt x="461371" y="125135"/>
                  </a:lnTo>
                  <a:close/>
                </a:path>
                <a:path w="1083945" h="736600">
                  <a:moveTo>
                    <a:pt x="243718" y="0"/>
                  </a:moveTo>
                  <a:lnTo>
                    <a:pt x="186901" y="3760"/>
                  </a:lnTo>
                  <a:lnTo>
                    <a:pt x="133049" y="15037"/>
                  </a:lnTo>
                  <a:lnTo>
                    <a:pt x="82173" y="33824"/>
                  </a:lnTo>
                  <a:lnTo>
                    <a:pt x="34290" y="60115"/>
                  </a:lnTo>
                  <a:lnTo>
                    <a:pt x="34290" y="198095"/>
                  </a:lnTo>
                  <a:lnTo>
                    <a:pt x="76731" y="166176"/>
                  </a:lnTo>
                  <a:lnTo>
                    <a:pt x="120190" y="143376"/>
                  </a:lnTo>
                  <a:lnTo>
                    <a:pt x="164643" y="129696"/>
                  </a:lnTo>
                  <a:lnTo>
                    <a:pt x="210068" y="125135"/>
                  </a:lnTo>
                  <a:lnTo>
                    <a:pt x="461371" y="125135"/>
                  </a:lnTo>
                  <a:lnTo>
                    <a:pt x="458998" y="118430"/>
                  </a:lnTo>
                  <a:lnTo>
                    <a:pt x="439734" y="83750"/>
                  </a:lnTo>
                  <a:lnTo>
                    <a:pt x="413522" y="54650"/>
                  </a:lnTo>
                  <a:lnTo>
                    <a:pt x="380466" y="31376"/>
                  </a:lnTo>
                  <a:lnTo>
                    <a:pt x="340735" y="14228"/>
                  </a:lnTo>
                  <a:lnTo>
                    <a:pt x="295038" y="3586"/>
                  </a:lnTo>
                  <a:lnTo>
                    <a:pt x="270072" y="900"/>
                  </a:lnTo>
                  <a:lnTo>
                    <a:pt x="243718" y="0"/>
                  </a:lnTo>
                  <a:close/>
                </a:path>
              </a:pathLst>
            </a:custGeom>
            <a:solidFill>
              <a:srgbClr val="FFFF00"/>
            </a:solidFill>
          </p:spPr>
          <p:txBody>
            <a:bodyPr wrap="square" lIns="0" tIns="0" rIns="0" bIns="0" rtlCol="0"/>
            <a:lstStyle/>
            <a:p>
              <a:endParaRPr/>
            </a:p>
          </p:txBody>
        </p:sp>
        <p:sp>
          <p:nvSpPr>
            <p:cNvPr id="237" name="object 237"/>
            <p:cNvSpPr/>
            <p:nvPr/>
          </p:nvSpPr>
          <p:spPr>
            <a:xfrm>
              <a:off x="8071987" y="5660553"/>
              <a:ext cx="201289" cy="246470"/>
            </a:xfrm>
            <a:prstGeom prst="rect">
              <a:avLst/>
            </a:prstGeom>
            <a:blipFill>
              <a:blip r:embed="rId100" cstate="print"/>
              <a:stretch>
                <a:fillRect/>
              </a:stretch>
            </a:blipFill>
          </p:spPr>
          <p:txBody>
            <a:bodyPr wrap="square" lIns="0" tIns="0" rIns="0" bIns="0" rtlCol="0"/>
            <a:lstStyle/>
            <a:p>
              <a:endParaRPr/>
            </a:p>
          </p:txBody>
        </p:sp>
        <p:sp>
          <p:nvSpPr>
            <p:cNvPr id="238" name="object 238"/>
            <p:cNvSpPr/>
            <p:nvPr/>
          </p:nvSpPr>
          <p:spPr>
            <a:xfrm>
              <a:off x="7341991" y="5546978"/>
              <a:ext cx="1083945" cy="736600"/>
            </a:xfrm>
            <a:custGeom>
              <a:avLst/>
              <a:gdLst/>
              <a:ahLst/>
              <a:cxnLst/>
              <a:rect l="l" t="t" r="r" b="b"/>
              <a:pathLst>
                <a:path w="1083945" h="736600">
                  <a:moveTo>
                    <a:pt x="833902" y="0"/>
                  </a:moveTo>
                  <a:lnTo>
                    <a:pt x="889017" y="5683"/>
                  </a:lnTo>
                  <a:lnTo>
                    <a:pt x="938143" y="22610"/>
                  </a:lnTo>
                  <a:lnTo>
                    <a:pt x="980907" y="50251"/>
                  </a:lnTo>
                  <a:lnTo>
                    <a:pt x="1016904" y="87904"/>
                  </a:lnTo>
                  <a:lnTo>
                    <a:pt x="1045475" y="135427"/>
                  </a:lnTo>
                  <a:lnTo>
                    <a:pt x="1066434" y="192630"/>
                  </a:lnTo>
                  <a:lnTo>
                    <a:pt x="1079285" y="258895"/>
                  </a:lnTo>
                  <a:lnTo>
                    <a:pt x="1083563" y="333588"/>
                  </a:lnTo>
                  <a:lnTo>
                    <a:pt x="1082257" y="379740"/>
                  </a:lnTo>
                  <a:lnTo>
                    <a:pt x="1078344" y="423376"/>
                  </a:lnTo>
                  <a:lnTo>
                    <a:pt x="1071836" y="464496"/>
                  </a:lnTo>
                  <a:lnTo>
                    <a:pt x="1062746" y="503099"/>
                  </a:lnTo>
                  <a:lnTo>
                    <a:pt x="1037139" y="572024"/>
                  </a:lnTo>
                  <a:lnTo>
                    <a:pt x="1001908" y="629411"/>
                  </a:lnTo>
                  <a:lnTo>
                    <a:pt x="957620" y="675018"/>
                  </a:lnTo>
                  <a:lnTo>
                    <a:pt x="904372" y="708589"/>
                  </a:lnTo>
                  <a:lnTo>
                    <a:pt x="842962" y="729243"/>
                  </a:lnTo>
                  <a:lnTo>
                    <a:pt x="773826" y="736128"/>
                  </a:lnTo>
                  <a:lnTo>
                    <a:pt x="731695" y="734391"/>
                  </a:lnTo>
                  <a:lnTo>
                    <a:pt x="692585" y="729179"/>
                  </a:lnTo>
                  <a:lnTo>
                    <a:pt x="656498" y="720492"/>
                  </a:lnTo>
                  <a:lnTo>
                    <a:pt x="623437" y="708327"/>
                  </a:lnTo>
                  <a:lnTo>
                    <a:pt x="623437" y="579287"/>
                  </a:lnTo>
                  <a:lnTo>
                    <a:pt x="652958" y="595353"/>
                  </a:lnTo>
                  <a:lnTo>
                    <a:pt x="685293" y="606831"/>
                  </a:lnTo>
                  <a:lnTo>
                    <a:pt x="720457" y="613719"/>
                  </a:lnTo>
                  <a:lnTo>
                    <a:pt x="758464" y="616016"/>
                  </a:lnTo>
                  <a:lnTo>
                    <a:pt x="796721" y="612571"/>
                  </a:lnTo>
                  <a:lnTo>
                    <a:pt x="860022" y="585020"/>
                  </a:lnTo>
                  <a:lnTo>
                    <a:pt x="905103" y="530301"/>
                  </a:lnTo>
                  <a:lnTo>
                    <a:pt x="919459" y="493543"/>
                  </a:lnTo>
                  <a:lnTo>
                    <a:pt x="928146" y="450641"/>
                  </a:lnTo>
                  <a:lnTo>
                    <a:pt x="931163" y="401598"/>
                  </a:lnTo>
                  <a:lnTo>
                    <a:pt x="928237" y="400598"/>
                  </a:lnTo>
                  <a:lnTo>
                    <a:pt x="901568" y="431217"/>
                  </a:lnTo>
                  <a:lnTo>
                    <a:pt x="868775" y="453088"/>
                  </a:lnTo>
                  <a:lnTo>
                    <a:pt x="829838" y="466209"/>
                  </a:lnTo>
                  <a:lnTo>
                    <a:pt x="784738" y="470583"/>
                  </a:lnTo>
                  <a:lnTo>
                    <a:pt x="763336" y="469560"/>
                  </a:lnTo>
                  <a:lnTo>
                    <a:pt x="723003" y="461371"/>
                  </a:lnTo>
                  <a:lnTo>
                    <a:pt x="686234" y="445223"/>
                  </a:lnTo>
                  <a:lnTo>
                    <a:pt x="654230" y="422521"/>
                  </a:lnTo>
                  <a:lnTo>
                    <a:pt x="627304" y="393572"/>
                  </a:lnTo>
                  <a:lnTo>
                    <a:pt x="606210" y="358950"/>
                  </a:lnTo>
                  <a:lnTo>
                    <a:pt x="591333" y="318949"/>
                  </a:lnTo>
                  <a:lnTo>
                    <a:pt x="583760" y="274781"/>
                  </a:lnTo>
                  <a:lnTo>
                    <a:pt x="582808" y="251210"/>
                  </a:lnTo>
                  <a:lnTo>
                    <a:pt x="583951" y="223782"/>
                  </a:lnTo>
                  <a:lnTo>
                    <a:pt x="593095" y="172655"/>
                  </a:lnTo>
                  <a:lnTo>
                    <a:pt x="611239" y="126681"/>
                  </a:lnTo>
                  <a:lnTo>
                    <a:pt x="636967" y="86971"/>
                  </a:lnTo>
                  <a:lnTo>
                    <a:pt x="669842" y="53859"/>
                  </a:lnTo>
                  <a:lnTo>
                    <a:pt x="709407" y="28161"/>
                  </a:lnTo>
                  <a:lnTo>
                    <a:pt x="755395" y="10231"/>
                  </a:lnTo>
                  <a:lnTo>
                    <a:pt x="806514" y="1140"/>
                  </a:lnTo>
                  <a:lnTo>
                    <a:pt x="833902" y="0"/>
                  </a:lnTo>
                  <a:close/>
                </a:path>
                <a:path w="1083945" h="736600">
                  <a:moveTo>
                    <a:pt x="243718" y="0"/>
                  </a:moveTo>
                  <a:lnTo>
                    <a:pt x="295038" y="3586"/>
                  </a:lnTo>
                  <a:lnTo>
                    <a:pt x="340735" y="14228"/>
                  </a:lnTo>
                  <a:lnTo>
                    <a:pt x="380466" y="31376"/>
                  </a:lnTo>
                  <a:lnTo>
                    <a:pt x="413522" y="54650"/>
                  </a:lnTo>
                  <a:lnTo>
                    <a:pt x="439734" y="83750"/>
                  </a:lnTo>
                  <a:lnTo>
                    <a:pt x="458998" y="118430"/>
                  </a:lnTo>
                  <a:lnTo>
                    <a:pt x="470698" y="158077"/>
                  </a:lnTo>
                  <a:lnTo>
                    <a:pt x="474604" y="202073"/>
                  </a:lnTo>
                  <a:lnTo>
                    <a:pt x="473650" y="225957"/>
                  </a:lnTo>
                  <a:lnTo>
                    <a:pt x="466027" y="269631"/>
                  </a:lnTo>
                  <a:lnTo>
                    <a:pt x="451201" y="308092"/>
                  </a:lnTo>
                  <a:lnTo>
                    <a:pt x="431104" y="342842"/>
                  </a:lnTo>
                  <a:lnTo>
                    <a:pt x="406176" y="374219"/>
                  </a:lnTo>
                  <a:lnTo>
                    <a:pt x="377285" y="402885"/>
                  </a:lnTo>
                  <a:lnTo>
                    <a:pt x="344907" y="429156"/>
                  </a:lnTo>
                  <a:lnTo>
                    <a:pt x="310850" y="454342"/>
                  </a:lnTo>
                  <a:lnTo>
                    <a:pt x="293369" y="466606"/>
                  </a:lnTo>
                  <a:lnTo>
                    <a:pt x="281578" y="475030"/>
                  </a:lnTo>
                  <a:lnTo>
                    <a:pt x="247528" y="500109"/>
                  </a:lnTo>
                  <a:lnTo>
                    <a:pt x="217284" y="524779"/>
                  </a:lnTo>
                  <a:lnTo>
                    <a:pt x="187125" y="556661"/>
                  </a:lnTo>
                  <a:lnTo>
                    <a:pt x="171846" y="593668"/>
                  </a:lnTo>
                  <a:lnTo>
                    <a:pt x="473598" y="593668"/>
                  </a:lnTo>
                  <a:lnTo>
                    <a:pt x="473598" y="723720"/>
                  </a:lnTo>
                  <a:lnTo>
                    <a:pt x="0" y="723720"/>
                  </a:lnTo>
                  <a:lnTo>
                    <a:pt x="0" y="670118"/>
                  </a:lnTo>
                  <a:lnTo>
                    <a:pt x="4632" y="618310"/>
                  </a:lnTo>
                  <a:lnTo>
                    <a:pt x="18409" y="572082"/>
                  </a:lnTo>
                  <a:lnTo>
                    <a:pt x="39136" y="530887"/>
                  </a:lnTo>
                  <a:lnTo>
                    <a:pt x="64526" y="494156"/>
                  </a:lnTo>
                  <a:lnTo>
                    <a:pt x="93653" y="461648"/>
                  </a:lnTo>
                  <a:lnTo>
                    <a:pt x="125364" y="433114"/>
                  </a:lnTo>
                  <a:lnTo>
                    <a:pt x="157554" y="407860"/>
                  </a:lnTo>
                  <a:lnTo>
                    <a:pt x="188213" y="385215"/>
                  </a:lnTo>
                  <a:lnTo>
                    <a:pt x="203368" y="374168"/>
                  </a:lnTo>
                  <a:lnTo>
                    <a:pt x="242956" y="342531"/>
                  </a:lnTo>
                  <a:lnTo>
                    <a:pt x="274155" y="312148"/>
                  </a:lnTo>
                  <a:lnTo>
                    <a:pt x="302337" y="271643"/>
                  </a:lnTo>
                  <a:lnTo>
                    <a:pt x="314210" y="228942"/>
                  </a:lnTo>
                  <a:lnTo>
                    <a:pt x="314705" y="217444"/>
                  </a:lnTo>
                  <a:lnTo>
                    <a:pt x="313090" y="196012"/>
                  </a:lnTo>
                  <a:lnTo>
                    <a:pt x="288919" y="148458"/>
                  </a:lnTo>
                  <a:lnTo>
                    <a:pt x="234853" y="126593"/>
                  </a:lnTo>
                  <a:lnTo>
                    <a:pt x="210068" y="125135"/>
                  </a:lnTo>
                  <a:lnTo>
                    <a:pt x="164643" y="129696"/>
                  </a:lnTo>
                  <a:lnTo>
                    <a:pt x="120190" y="143376"/>
                  </a:lnTo>
                  <a:lnTo>
                    <a:pt x="76731" y="166176"/>
                  </a:lnTo>
                  <a:lnTo>
                    <a:pt x="34289" y="198095"/>
                  </a:lnTo>
                  <a:lnTo>
                    <a:pt x="34289" y="60115"/>
                  </a:lnTo>
                  <a:lnTo>
                    <a:pt x="82173" y="33824"/>
                  </a:lnTo>
                  <a:lnTo>
                    <a:pt x="133049" y="15037"/>
                  </a:lnTo>
                  <a:lnTo>
                    <a:pt x="186901" y="3760"/>
                  </a:lnTo>
                  <a:lnTo>
                    <a:pt x="243718" y="0"/>
                  </a:lnTo>
                  <a:close/>
                </a:path>
              </a:pathLst>
            </a:custGeom>
            <a:ln w="12191">
              <a:solidFill>
                <a:srgbClr val="000000"/>
              </a:solidFill>
            </a:ln>
          </p:spPr>
          <p:txBody>
            <a:bodyPr wrap="square" lIns="0" tIns="0" rIns="0" bIns="0" rtlCol="0"/>
            <a:lstStyle/>
            <a:p>
              <a:endParaRPr/>
            </a:p>
          </p:txBody>
        </p:sp>
        <p:sp>
          <p:nvSpPr>
            <p:cNvPr id="239" name="object 239"/>
            <p:cNvSpPr/>
            <p:nvPr/>
          </p:nvSpPr>
          <p:spPr>
            <a:xfrm>
              <a:off x="6758940" y="5198364"/>
              <a:ext cx="2218944" cy="1345692"/>
            </a:xfrm>
            <a:prstGeom prst="rect">
              <a:avLst/>
            </a:prstGeom>
            <a:blipFill>
              <a:blip r:embed="rId101" cstate="print"/>
              <a:stretch>
                <a:fillRect/>
              </a:stretch>
            </a:blipFill>
          </p:spPr>
          <p:txBody>
            <a:bodyPr wrap="square" lIns="0" tIns="0" rIns="0" bIns="0" rtlCol="0"/>
            <a:lstStyle/>
            <a:p>
              <a:endParaRPr/>
            </a:p>
          </p:txBody>
        </p:sp>
        <p:sp>
          <p:nvSpPr>
            <p:cNvPr id="240" name="object 240"/>
            <p:cNvSpPr/>
            <p:nvPr/>
          </p:nvSpPr>
          <p:spPr>
            <a:xfrm>
              <a:off x="6605016" y="4881370"/>
              <a:ext cx="2538983" cy="1976627"/>
            </a:xfrm>
            <a:prstGeom prst="rect">
              <a:avLst/>
            </a:prstGeom>
            <a:blipFill>
              <a:blip r:embed="rId102" cstate="print"/>
              <a:stretch>
                <a:fillRect/>
              </a:stretch>
            </a:blipFill>
          </p:spPr>
          <p:txBody>
            <a:bodyPr wrap="square" lIns="0" tIns="0" rIns="0" bIns="0" rtlCol="0"/>
            <a:lstStyle/>
            <a:p>
              <a:endParaRPr/>
            </a:p>
          </p:txBody>
        </p:sp>
        <p:sp>
          <p:nvSpPr>
            <p:cNvPr id="241" name="object 241"/>
            <p:cNvSpPr/>
            <p:nvPr/>
          </p:nvSpPr>
          <p:spPr>
            <a:xfrm>
              <a:off x="6839955" y="5259323"/>
              <a:ext cx="2057400" cy="1184275"/>
            </a:xfrm>
            <a:custGeom>
              <a:avLst/>
              <a:gdLst/>
              <a:ahLst/>
              <a:cxnLst/>
              <a:rect l="l" t="t" r="r" b="b"/>
              <a:pathLst>
                <a:path w="2057400" h="1184275">
                  <a:moveTo>
                    <a:pt x="1824868" y="0"/>
                  </a:moveTo>
                  <a:lnTo>
                    <a:pt x="232562" y="0"/>
                  </a:lnTo>
                  <a:lnTo>
                    <a:pt x="185701" y="4720"/>
                  </a:lnTo>
                  <a:lnTo>
                    <a:pt x="142050" y="18258"/>
                  </a:lnTo>
                  <a:lnTo>
                    <a:pt x="102547" y="39681"/>
                  </a:lnTo>
                  <a:lnTo>
                    <a:pt x="68126" y="68056"/>
                  </a:lnTo>
                  <a:lnTo>
                    <a:pt x="39725" y="102449"/>
                  </a:lnTo>
                  <a:lnTo>
                    <a:pt x="18279" y="141928"/>
                  </a:lnTo>
                  <a:lnTo>
                    <a:pt x="4726" y="185559"/>
                  </a:lnTo>
                  <a:lnTo>
                    <a:pt x="0" y="232409"/>
                  </a:lnTo>
                  <a:lnTo>
                    <a:pt x="0" y="951463"/>
                  </a:lnTo>
                  <a:lnTo>
                    <a:pt x="4726" y="998325"/>
                  </a:lnTo>
                  <a:lnTo>
                    <a:pt x="18279" y="1041972"/>
                  </a:lnTo>
                  <a:lnTo>
                    <a:pt x="39725" y="1081468"/>
                  </a:lnTo>
                  <a:lnTo>
                    <a:pt x="68126" y="1115880"/>
                  </a:lnTo>
                  <a:lnTo>
                    <a:pt x="102547" y="1144271"/>
                  </a:lnTo>
                  <a:lnTo>
                    <a:pt x="142050" y="1165708"/>
                  </a:lnTo>
                  <a:lnTo>
                    <a:pt x="185701" y="1179256"/>
                  </a:lnTo>
                  <a:lnTo>
                    <a:pt x="232562" y="1183980"/>
                  </a:lnTo>
                  <a:lnTo>
                    <a:pt x="1824868" y="1183980"/>
                  </a:lnTo>
                  <a:lnTo>
                    <a:pt x="1871763" y="1179256"/>
                  </a:lnTo>
                  <a:lnTo>
                    <a:pt x="1915426" y="1165708"/>
                  </a:lnTo>
                  <a:lnTo>
                    <a:pt x="1954927" y="1144271"/>
                  </a:lnTo>
                  <a:lnTo>
                    <a:pt x="1989334" y="1115880"/>
                  </a:lnTo>
                  <a:lnTo>
                    <a:pt x="2017716" y="1081468"/>
                  </a:lnTo>
                  <a:lnTo>
                    <a:pt x="2039141" y="1041972"/>
                  </a:lnTo>
                  <a:lnTo>
                    <a:pt x="2052680" y="998325"/>
                  </a:lnTo>
                  <a:lnTo>
                    <a:pt x="2057399" y="951463"/>
                  </a:lnTo>
                  <a:lnTo>
                    <a:pt x="2057399" y="232409"/>
                  </a:lnTo>
                  <a:lnTo>
                    <a:pt x="2052680" y="185559"/>
                  </a:lnTo>
                  <a:lnTo>
                    <a:pt x="2039141" y="141928"/>
                  </a:lnTo>
                  <a:lnTo>
                    <a:pt x="2017716" y="102449"/>
                  </a:lnTo>
                  <a:lnTo>
                    <a:pt x="1989334" y="68056"/>
                  </a:lnTo>
                  <a:lnTo>
                    <a:pt x="1954927" y="39681"/>
                  </a:lnTo>
                  <a:lnTo>
                    <a:pt x="1915426" y="18258"/>
                  </a:lnTo>
                  <a:lnTo>
                    <a:pt x="1871763" y="4720"/>
                  </a:lnTo>
                  <a:lnTo>
                    <a:pt x="1824868" y="0"/>
                  </a:lnTo>
                  <a:close/>
                </a:path>
              </a:pathLst>
            </a:custGeom>
            <a:solidFill>
              <a:srgbClr val="252525"/>
            </a:solidFill>
          </p:spPr>
          <p:txBody>
            <a:bodyPr wrap="square" lIns="0" tIns="0" rIns="0" bIns="0" rtlCol="0"/>
            <a:lstStyle/>
            <a:p>
              <a:endParaRPr/>
            </a:p>
          </p:txBody>
        </p:sp>
        <p:sp>
          <p:nvSpPr>
            <p:cNvPr id="242" name="object 242"/>
            <p:cNvSpPr/>
            <p:nvPr/>
          </p:nvSpPr>
          <p:spPr>
            <a:xfrm>
              <a:off x="6839955" y="5259323"/>
              <a:ext cx="2057400" cy="1184275"/>
            </a:xfrm>
            <a:custGeom>
              <a:avLst/>
              <a:gdLst/>
              <a:ahLst/>
              <a:cxnLst/>
              <a:rect l="l" t="t" r="r" b="b"/>
              <a:pathLst>
                <a:path w="2057400" h="1184275">
                  <a:moveTo>
                    <a:pt x="0" y="232409"/>
                  </a:moveTo>
                  <a:lnTo>
                    <a:pt x="4726" y="185559"/>
                  </a:lnTo>
                  <a:lnTo>
                    <a:pt x="18279" y="141928"/>
                  </a:lnTo>
                  <a:lnTo>
                    <a:pt x="39725" y="102449"/>
                  </a:lnTo>
                  <a:lnTo>
                    <a:pt x="68126" y="68056"/>
                  </a:lnTo>
                  <a:lnTo>
                    <a:pt x="102547" y="39681"/>
                  </a:lnTo>
                  <a:lnTo>
                    <a:pt x="142050" y="18258"/>
                  </a:lnTo>
                  <a:lnTo>
                    <a:pt x="185701" y="4720"/>
                  </a:lnTo>
                  <a:lnTo>
                    <a:pt x="232562" y="0"/>
                  </a:lnTo>
                  <a:lnTo>
                    <a:pt x="1824868" y="0"/>
                  </a:lnTo>
                  <a:lnTo>
                    <a:pt x="1871763" y="4720"/>
                  </a:lnTo>
                  <a:lnTo>
                    <a:pt x="1915426" y="18258"/>
                  </a:lnTo>
                  <a:lnTo>
                    <a:pt x="1954927" y="39681"/>
                  </a:lnTo>
                  <a:lnTo>
                    <a:pt x="1989334" y="68056"/>
                  </a:lnTo>
                  <a:lnTo>
                    <a:pt x="2017716" y="102449"/>
                  </a:lnTo>
                  <a:lnTo>
                    <a:pt x="2039141" y="141928"/>
                  </a:lnTo>
                  <a:lnTo>
                    <a:pt x="2052680" y="185559"/>
                  </a:lnTo>
                  <a:lnTo>
                    <a:pt x="2057399" y="232409"/>
                  </a:lnTo>
                  <a:lnTo>
                    <a:pt x="2057399" y="951463"/>
                  </a:lnTo>
                  <a:lnTo>
                    <a:pt x="2052680" y="998325"/>
                  </a:lnTo>
                  <a:lnTo>
                    <a:pt x="2039141" y="1041972"/>
                  </a:lnTo>
                  <a:lnTo>
                    <a:pt x="2017716" y="1081468"/>
                  </a:lnTo>
                  <a:lnTo>
                    <a:pt x="1989334" y="1115880"/>
                  </a:lnTo>
                  <a:lnTo>
                    <a:pt x="1954927" y="1144271"/>
                  </a:lnTo>
                  <a:lnTo>
                    <a:pt x="1915426" y="1165708"/>
                  </a:lnTo>
                  <a:lnTo>
                    <a:pt x="1871763" y="1179256"/>
                  </a:lnTo>
                  <a:lnTo>
                    <a:pt x="1824868" y="1183980"/>
                  </a:lnTo>
                  <a:lnTo>
                    <a:pt x="232562" y="1183980"/>
                  </a:lnTo>
                  <a:lnTo>
                    <a:pt x="185701" y="1179256"/>
                  </a:lnTo>
                  <a:lnTo>
                    <a:pt x="142050" y="1165708"/>
                  </a:lnTo>
                  <a:lnTo>
                    <a:pt x="102547" y="1144271"/>
                  </a:lnTo>
                  <a:lnTo>
                    <a:pt x="68126" y="1115880"/>
                  </a:lnTo>
                  <a:lnTo>
                    <a:pt x="39725" y="1081468"/>
                  </a:lnTo>
                  <a:lnTo>
                    <a:pt x="18279" y="1041972"/>
                  </a:lnTo>
                  <a:lnTo>
                    <a:pt x="4726"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243" name="object 243"/>
            <p:cNvSpPr/>
            <p:nvPr/>
          </p:nvSpPr>
          <p:spPr>
            <a:xfrm>
              <a:off x="6646164" y="4901183"/>
              <a:ext cx="2481072" cy="1956815"/>
            </a:xfrm>
            <a:prstGeom prst="rect">
              <a:avLst/>
            </a:prstGeom>
            <a:blipFill>
              <a:blip r:embed="rId103" cstate="print"/>
              <a:stretch>
                <a:fillRect/>
              </a:stretch>
            </a:blipFill>
          </p:spPr>
          <p:txBody>
            <a:bodyPr wrap="square" lIns="0" tIns="0" rIns="0" bIns="0" rtlCol="0"/>
            <a:lstStyle/>
            <a:p>
              <a:endParaRPr/>
            </a:p>
          </p:txBody>
        </p:sp>
        <p:sp>
          <p:nvSpPr>
            <p:cNvPr id="244" name="object 244"/>
            <p:cNvSpPr/>
            <p:nvPr/>
          </p:nvSpPr>
          <p:spPr>
            <a:xfrm>
              <a:off x="7340986" y="5499484"/>
              <a:ext cx="1078230" cy="736600"/>
            </a:xfrm>
            <a:custGeom>
              <a:avLst/>
              <a:gdLst/>
              <a:ahLst/>
              <a:cxnLst/>
              <a:rect l="l" t="t" r="r" b="b"/>
              <a:pathLst>
                <a:path w="1078229" h="736600">
                  <a:moveTo>
                    <a:pt x="829818" y="0"/>
                  </a:moveTo>
                  <a:lnTo>
                    <a:pt x="780092" y="3885"/>
                  </a:lnTo>
                  <a:lnTo>
                    <a:pt x="735303" y="15537"/>
                  </a:lnTo>
                  <a:lnTo>
                    <a:pt x="695449" y="34950"/>
                  </a:lnTo>
                  <a:lnTo>
                    <a:pt x="660528" y="62118"/>
                  </a:lnTo>
                  <a:lnTo>
                    <a:pt x="630539" y="97036"/>
                  </a:lnTo>
                  <a:lnTo>
                    <a:pt x="609533" y="131826"/>
                  </a:lnTo>
                  <a:lnTo>
                    <a:pt x="592353" y="171510"/>
                  </a:lnTo>
                  <a:lnTo>
                    <a:pt x="578998" y="216089"/>
                  </a:lnTo>
                  <a:lnTo>
                    <a:pt x="569462" y="265564"/>
                  </a:lnTo>
                  <a:lnTo>
                    <a:pt x="563743" y="319934"/>
                  </a:lnTo>
                  <a:lnTo>
                    <a:pt x="561837" y="379201"/>
                  </a:lnTo>
                  <a:lnTo>
                    <a:pt x="563937" y="441137"/>
                  </a:lnTo>
                  <a:lnTo>
                    <a:pt x="570238" y="497175"/>
                  </a:lnTo>
                  <a:lnTo>
                    <a:pt x="580739" y="547314"/>
                  </a:lnTo>
                  <a:lnTo>
                    <a:pt x="595440" y="591555"/>
                  </a:lnTo>
                  <a:lnTo>
                    <a:pt x="614343" y="629898"/>
                  </a:lnTo>
                  <a:lnTo>
                    <a:pt x="637446" y="662342"/>
                  </a:lnTo>
                  <a:lnTo>
                    <a:pt x="696255" y="709534"/>
                  </a:lnTo>
                  <a:lnTo>
                    <a:pt x="731962" y="724281"/>
                  </a:lnTo>
                  <a:lnTo>
                    <a:pt x="771870" y="733130"/>
                  </a:lnTo>
                  <a:lnTo>
                    <a:pt x="815980" y="736079"/>
                  </a:lnTo>
                  <a:lnTo>
                    <a:pt x="864220" y="732226"/>
                  </a:lnTo>
                  <a:lnTo>
                    <a:pt x="907771" y="720668"/>
                  </a:lnTo>
                  <a:lnTo>
                    <a:pt x="946633" y="701407"/>
                  </a:lnTo>
                  <a:lnTo>
                    <a:pt x="980806" y="674444"/>
                  </a:lnTo>
                  <a:lnTo>
                    <a:pt x="1010290" y="639781"/>
                  </a:lnTo>
                  <a:lnTo>
                    <a:pt x="1024615" y="615958"/>
                  </a:lnTo>
                  <a:lnTo>
                    <a:pt x="820917" y="615958"/>
                  </a:lnTo>
                  <a:lnTo>
                    <a:pt x="790420" y="609271"/>
                  </a:lnTo>
                  <a:lnTo>
                    <a:pt x="746055" y="555778"/>
                  </a:lnTo>
                  <a:lnTo>
                    <a:pt x="732189" y="508969"/>
                  </a:lnTo>
                  <a:lnTo>
                    <a:pt x="723869" y="448784"/>
                  </a:lnTo>
                  <a:lnTo>
                    <a:pt x="721095" y="375224"/>
                  </a:lnTo>
                  <a:lnTo>
                    <a:pt x="723923" y="297123"/>
                  </a:lnTo>
                  <a:lnTo>
                    <a:pt x="732407" y="233222"/>
                  </a:lnTo>
                  <a:lnTo>
                    <a:pt x="746550" y="183522"/>
                  </a:lnTo>
                  <a:lnTo>
                    <a:pt x="766355" y="148022"/>
                  </a:lnTo>
                  <a:lnTo>
                    <a:pt x="822960" y="119621"/>
                  </a:lnTo>
                  <a:lnTo>
                    <a:pt x="1032249" y="119621"/>
                  </a:lnTo>
                  <a:lnTo>
                    <a:pt x="1026722" y="107948"/>
                  </a:lnTo>
                  <a:lnTo>
                    <a:pt x="1004163" y="74964"/>
                  </a:lnTo>
                  <a:lnTo>
                    <a:pt x="946736" y="26987"/>
                  </a:lnTo>
                  <a:lnTo>
                    <a:pt x="872895" y="2998"/>
                  </a:lnTo>
                  <a:lnTo>
                    <a:pt x="829818" y="0"/>
                  </a:lnTo>
                  <a:close/>
                </a:path>
                <a:path w="1078229" h="736600">
                  <a:moveTo>
                    <a:pt x="1032249" y="119621"/>
                  </a:moveTo>
                  <a:lnTo>
                    <a:pt x="822960" y="119621"/>
                  </a:lnTo>
                  <a:lnTo>
                    <a:pt x="852060" y="126515"/>
                  </a:lnTo>
                  <a:lnTo>
                    <a:pt x="875872" y="147196"/>
                  </a:lnTo>
                  <a:lnTo>
                    <a:pt x="894393" y="181664"/>
                  </a:lnTo>
                  <a:lnTo>
                    <a:pt x="907624" y="229918"/>
                  </a:lnTo>
                  <a:lnTo>
                    <a:pt x="915563" y="291958"/>
                  </a:lnTo>
                  <a:lnTo>
                    <a:pt x="918210" y="367783"/>
                  </a:lnTo>
                  <a:lnTo>
                    <a:pt x="915509" y="443614"/>
                  </a:lnTo>
                  <a:lnTo>
                    <a:pt x="907406" y="505658"/>
                  </a:lnTo>
                  <a:lnTo>
                    <a:pt x="893898" y="553914"/>
                  </a:lnTo>
                  <a:lnTo>
                    <a:pt x="874982" y="588383"/>
                  </a:lnTo>
                  <a:lnTo>
                    <a:pt x="820917" y="615958"/>
                  </a:lnTo>
                  <a:lnTo>
                    <a:pt x="1024615" y="615958"/>
                  </a:lnTo>
                  <a:lnTo>
                    <a:pt x="1047930" y="566212"/>
                  </a:lnTo>
                  <a:lnTo>
                    <a:pt x="1061088" y="522397"/>
                  </a:lnTo>
                  <a:lnTo>
                    <a:pt x="1070480" y="473894"/>
                  </a:lnTo>
                  <a:lnTo>
                    <a:pt x="1076110" y="420701"/>
                  </a:lnTo>
                  <a:lnTo>
                    <a:pt x="1077986" y="362818"/>
                  </a:lnTo>
                  <a:lnTo>
                    <a:pt x="1075935" y="299851"/>
                  </a:lnTo>
                  <a:lnTo>
                    <a:pt x="1069784" y="242880"/>
                  </a:lnTo>
                  <a:lnTo>
                    <a:pt x="1059532" y="191906"/>
                  </a:lnTo>
                  <a:lnTo>
                    <a:pt x="1045178" y="146928"/>
                  </a:lnTo>
                  <a:lnTo>
                    <a:pt x="1032249" y="119621"/>
                  </a:lnTo>
                  <a:close/>
                </a:path>
                <a:path w="1078229" h="736600">
                  <a:moveTo>
                    <a:pt x="0" y="563831"/>
                  </a:moveTo>
                  <a:lnTo>
                    <a:pt x="0" y="700335"/>
                  </a:lnTo>
                  <a:lnTo>
                    <a:pt x="37049" y="715972"/>
                  </a:lnTo>
                  <a:lnTo>
                    <a:pt x="79248" y="727142"/>
                  </a:lnTo>
                  <a:lnTo>
                    <a:pt x="126590" y="733845"/>
                  </a:lnTo>
                  <a:lnTo>
                    <a:pt x="179070" y="736079"/>
                  </a:lnTo>
                  <a:lnTo>
                    <a:pt x="239881" y="732449"/>
                  </a:lnTo>
                  <a:lnTo>
                    <a:pt x="293747" y="721559"/>
                  </a:lnTo>
                  <a:lnTo>
                    <a:pt x="340657" y="703409"/>
                  </a:lnTo>
                  <a:lnTo>
                    <a:pt x="380603" y="678000"/>
                  </a:lnTo>
                  <a:lnTo>
                    <a:pt x="412537" y="646361"/>
                  </a:lnTo>
                  <a:lnTo>
                    <a:pt x="431365" y="615958"/>
                  </a:lnTo>
                  <a:lnTo>
                    <a:pt x="166756" y="615958"/>
                  </a:lnTo>
                  <a:lnTo>
                    <a:pt x="120546" y="612700"/>
                  </a:lnTo>
                  <a:lnTo>
                    <a:pt x="77365" y="602928"/>
                  </a:lnTo>
                  <a:lnTo>
                    <a:pt x="37191" y="586638"/>
                  </a:lnTo>
                  <a:lnTo>
                    <a:pt x="0" y="563831"/>
                  </a:lnTo>
                  <a:close/>
                </a:path>
                <a:path w="1078229" h="736600">
                  <a:moveTo>
                    <a:pt x="421825" y="119621"/>
                  </a:moveTo>
                  <a:lnTo>
                    <a:pt x="165719" y="119621"/>
                  </a:lnTo>
                  <a:lnTo>
                    <a:pt x="212400" y="125050"/>
                  </a:lnTo>
                  <a:lnTo>
                    <a:pt x="245737" y="141337"/>
                  </a:lnTo>
                  <a:lnTo>
                    <a:pt x="265735" y="168479"/>
                  </a:lnTo>
                  <a:lnTo>
                    <a:pt x="272399" y="206477"/>
                  </a:lnTo>
                  <a:lnTo>
                    <a:pt x="263713" y="246867"/>
                  </a:lnTo>
                  <a:lnTo>
                    <a:pt x="237660" y="275717"/>
                  </a:lnTo>
                  <a:lnTo>
                    <a:pt x="194244" y="293028"/>
                  </a:lnTo>
                  <a:lnTo>
                    <a:pt x="133471" y="298798"/>
                  </a:lnTo>
                  <a:lnTo>
                    <a:pt x="72390" y="298798"/>
                  </a:lnTo>
                  <a:lnTo>
                    <a:pt x="72390" y="418907"/>
                  </a:lnTo>
                  <a:lnTo>
                    <a:pt x="138440" y="418907"/>
                  </a:lnTo>
                  <a:lnTo>
                    <a:pt x="172701" y="420522"/>
                  </a:lnTo>
                  <a:lnTo>
                    <a:pt x="229655" y="433430"/>
                  </a:lnTo>
                  <a:lnTo>
                    <a:pt x="270435" y="458986"/>
                  </a:lnTo>
                  <a:lnTo>
                    <a:pt x="291143" y="495722"/>
                  </a:lnTo>
                  <a:lnTo>
                    <a:pt x="293735" y="518184"/>
                  </a:lnTo>
                  <a:lnTo>
                    <a:pt x="291643" y="539988"/>
                  </a:lnTo>
                  <a:lnTo>
                    <a:pt x="274884" y="575975"/>
                  </a:lnTo>
                  <a:lnTo>
                    <a:pt x="241855" y="601447"/>
                  </a:lnTo>
                  <a:lnTo>
                    <a:pt x="195103" y="614346"/>
                  </a:lnTo>
                  <a:lnTo>
                    <a:pt x="166756" y="615958"/>
                  </a:lnTo>
                  <a:lnTo>
                    <a:pt x="431365" y="615958"/>
                  </a:lnTo>
                  <a:lnTo>
                    <a:pt x="435361" y="609506"/>
                  </a:lnTo>
                  <a:lnTo>
                    <a:pt x="449063" y="567438"/>
                  </a:lnTo>
                  <a:lnTo>
                    <a:pt x="453633" y="520159"/>
                  </a:lnTo>
                  <a:lnTo>
                    <a:pt x="450898" y="488442"/>
                  </a:lnTo>
                  <a:lnTo>
                    <a:pt x="429047" y="432726"/>
                  </a:lnTo>
                  <a:lnTo>
                    <a:pt x="386097" y="388271"/>
                  </a:lnTo>
                  <a:lnTo>
                    <a:pt x="326562" y="360852"/>
                  </a:lnTo>
                  <a:lnTo>
                    <a:pt x="290840" y="353888"/>
                  </a:lnTo>
                  <a:lnTo>
                    <a:pt x="290840" y="351400"/>
                  </a:lnTo>
                  <a:lnTo>
                    <a:pt x="341729" y="333137"/>
                  </a:lnTo>
                  <a:lnTo>
                    <a:pt x="381333" y="306535"/>
                  </a:lnTo>
                  <a:lnTo>
                    <a:pt x="409638" y="271593"/>
                  </a:lnTo>
                  <a:lnTo>
                    <a:pt x="426630" y="228311"/>
                  </a:lnTo>
                  <a:lnTo>
                    <a:pt x="432297" y="176689"/>
                  </a:lnTo>
                  <a:lnTo>
                    <a:pt x="428492" y="139317"/>
                  </a:lnTo>
                  <a:lnTo>
                    <a:pt x="421825" y="119621"/>
                  </a:lnTo>
                  <a:close/>
                </a:path>
                <a:path w="1078229" h="736600">
                  <a:moveTo>
                    <a:pt x="201411" y="0"/>
                  </a:moveTo>
                  <a:lnTo>
                    <a:pt x="153129" y="2357"/>
                  </a:lnTo>
                  <a:lnTo>
                    <a:pt x="107918" y="9429"/>
                  </a:lnTo>
                  <a:lnTo>
                    <a:pt x="65799" y="21216"/>
                  </a:lnTo>
                  <a:lnTo>
                    <a:pt x="26791" y="37719"/>
                  </a:lnTo>
                  <a:lnTo>
                    <a:pt x="26791" y="165783"/>
                  </a:lnTo>
                  <a:lnTo>
                    <a:pt x="60770" y="145581"/>
                  </a:lnTo>
                  <a:lnTo>
                    <a:pt x="95261" y="131156"/>
                  </a:lnTo>
                  <a:lnTo>
                    <a:pt x="130249" y="122504"/>
                  </a:lnTo>
                  <a:lnTo>
                    <a:pt x="165719" y="119621"/>
                  </a:lnTo>
                  <a:lnTo>
                    <a:pt x="421825" y="119621"/>
                  </a:lnTo>
                  <a:lnTo>
                    <a:pt x="417080" y="105605"/>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245" name="object 245"/>
            <p:cNvSpPr/>
            <p:nvPr/>
          </p:nvSpPr>
          <p:spPr>
            <a:xfrm>
              <a:off x="7340986" y="5499484"/>
              <a:ext cx="1078230" cy="736600"/>
            </a:xfrm>
            <a:custGeom>
              <a:avLst/>
              <a:gdLst/>
              <a:ahLst/>
              <a:cxnLst/>
              <a:rect l="l" t="t" r="r" b="b"/>
              <a:pathLst>
                <a:path w="1078229" h="736600">
                  <a:moveTo>
                    <a:pt x="822959" y="119621"/>
                  </a:moveTo>
                  <a:lnTo>
                    <a:pt x="766355" y="148022"/>
                  </a:lnTo>
                  <a:lnTo>
                    <a:pt x="746550" y="183522"/>
                  </a:lnTo>
                  <a:lnTo>
                    <a:pt x="732407" y="233222"/>
                  </a:lnTo>
                  <a:lnTo>
                    <a:pt x="723923" y="297123"/>
                  </a:lnTo>
                  <a:lnTo>
                    <a:pt x="721095" y="375224"/>
                  </a:lnTo>
                  <a:lnTo>
                    <a:pt x="723869" y="448784"/>
                  </a:lnTo>
                  <a:lnTo>
                    <a:pt x="732189" y="508969"/>
                  </a:lnTo>
                  <a:lnTo>
                    <a:pt x="746055" y="555778"/>
                  </a:lnTo>
                  <a:lnTo>
                    <a:pt x="765465" y="589211"/>
                  </a:lnTo>
                  <a:lnTo>
                    <a:pt x="820917" y="615958"/>
                  </a:lnTo>
                  <a:lnTo>
                    <a:pt x="850656" y="609064"/>
                  </a:lnTo>
                  <a:lnTo>
                    <a:pt x="893898" y="553914"/>
                  </a:lnTo>
                  <a:lnTo>
                    <a:pt x="907406" y="505657"/>
                  </a:lnTo>
                  <a:lnTo>
                    <a:pt x="915509" y="443614"/>
                  </a:lnTo>
                  <a:lnTo>
                    <a:pt x="918209" y="367783"/>
                  </a:lnTo>
                  <a:lnTo>
                    <a:pt x="915563" y="291958"/>
                  </a:lnTo>
                  <a:lnTo>
                    <a:pt x="907624" y="229918"/>
                  </a:lnTo>
                  <a:lnTo>
                    <a:pt x="894393" y="181664"/>
                  </a:lnTo>
                  <a:lnTo>
                    <a:pt x="875872" y="147196"/>
                  </a:lnTo>
                  <a:lnTo>
                    <a:pt x="822959" y="119621"/>
                  </a:lnTo>
                  <a:close/>
                </a:path>
                <a:path w="1078229" h="736600">
                  <a:moveTo>
                    <a:pt x="829817" y="0"/>
                  </a:moveTo>
                  <a:lnTo>
                    <a:pt x="872895" y="2998"/>
                  </a:lnTo>
                  <a:lnTo>
                    <a:pt x="911868" y="11994"/>
                  </a:lnTo>
                  <a:lnTo>
                    <a:pt x="977501" y="47977"/>
                  </a:lnTo>
                  <a:lnTo>
                    <a:pt x="1026722" y="107948"/>
                  </a:lnTo>
                  <a:lnTo>
                    <a:pt x="1045178" y="146928"/>
                  </a:lnTo>
                  <a:lnTo>
                    <a:pt x="1059532" y="191906"/>
                  </a:lnTo>
                  <a:lnTo>
                    <a:pt x="1069784" y="242880"/>
                  </a:lnTo>
                  <a:lnTo>
                    <a:pt x="1075935" y="299851"/>
                  </a:lnTo>
                  <a:lnTo>
                    <a:pt x="1077986" y="362818"/>
                  </a:lnTo>
                  <a:lnTo>
                    <a:pt x="1076110" y="420701"/>
                  </a:lnTo>
                  <a:lnTo>
                    <a:pt x="1070480" y="473894"/>
                  </a:lnTo>
                  <a:lnTo>
                    <a:pt x="1061088" y="522397"/>
                  </a:lnTo>
                  <a:lnTo>
                    <a:pt x="1047930" y="566212"/>
                  </a:lnTo>
                  <a:lnTo>
                    <a:pt x="1030999" y="605339"/>
                  </a:lnTo>
                  <a:lnTo>
                    <a:pt x="1010290" y="639781"/>
                  </a:lnTo>
                  <a:lnTo>
                    <a:pt x="980806" y="674444"/>
                  </a:lnTo>
                  <a:lnTo>
                    <a:pt x="946633" y="701407"/>
                  </a:lnTo>
                  <a:lnTo>
                    <a:pt x="907771" y="720668"/>
                  </a:lnTo>
                  <a:lnTo>
                    <a:pt x="864220" y="732226"/>
                  </a:lnTo>
                  <a:lnTo>
                    <a:pt x="815980" y="736079"/>
                  </a:lnTo>
                  <a:lnTo>
                    <a:pt x="771870" y="733130"/>
                  </a:lnTo>
                  <a:lnTo>
                    <a:pt x="731962" y="724281"/>
                  </a:lnTo>
                  <a:lnTo>
                    <a:pt x="696255" y="709533"/>
                  </a:lnTo>
                  <a:lnTo>
                    <a:pt x="637446" y="662342"/>
                  </a:lnTo>
                  <a:lnTo>
                    <a:pt x="614343" y="629898"/>
                  </a:lnTo>
                  <a:lnTo>
                    <a:pt x="595440" y="591555"/>
                  </a:lnTo>
                  <a:lnTo>
                    <a:pt x="580739" y="547314"/>
                  </a:lnTo>
                  <a:lnTo>
                    <a:pt x="570238" y="497175"/>
                  </a:lnTo>
                  <a:lnTo>
                    <a:pt x="563937" y="441137"/>
                  </a:lnTo>
                  <a:lnTo>
                    <a:pt x="561837" y="379201"/>
                  </a:lnTo>
                  <a:lnTo>
                    <a:pt x="563743" y="319934"/>
                  </a:lnTo>
                  <a:lnTo>
                    <a:pt x="569462" y="265564"/>
                  </a:lnTo>
                  <a:lnTo>
                    <a:pt x="578998" y="216089"/>
                  </a:lnTo>
                  <a:lnTo>
                    <a:pt x="592353" y="171510"/>
                  </a:lnTo>
                  <a:lnTo>
                    <a:pt x="609533" y="131826"/>
                  </a:lnTo>
                  <a:lnTo>
                    <a:pt x="630539" y="97036"/>
                  </a:lnTo>
                  <a:lnTo>
                    <a:pt x="660528" y="62118"/>
                  </a:lnTo>
                  <a:lnTo>
                    <a:pt x="695449" y="34950"/>
                  </a:lnTo>
                  <a:lnTo>
                    <a:pt x="735303" y="15537"/>
                  </a:lnTo>
                  <a:lnTo>
                    <a:pt x="780092" y="3885"/>
                  </a:lnTo>
                  <a:lnTo>
                    <a:pt x="829817" y="0"/>
                  </a:lnTo>
                  <a:close/>
                </a:path>
                <a:path w="1078229" h="736600">
                  <a:moveTo>
                    <a:pt x="201411" y="0"/>
                  </a:moveTo>
                  <a:lnTo>
                    <a:pt x="253043" y="3071"/>
                  </a:lnTo>
                  <a:lnTo>
                    <a:pt x="298585" y="12287"/>
                  </a:lnTo>
                  <a:lnTo>
                    <a:pt x="338053" y="27646"/>
                  </a:lnTo>
                  <a:lnTo>
                    <a:pt x="371459" y="49148"/>
                  </a:lnTo>
                  <a:lnTo>
                    <a:pt x="417080" y="105605"/>
                  </a:lnTo>
                  <a:lnTo>
                    <a:pt x="432297" y="176689"/>
                  </a:lnTo>
                  <a:lnTo>
                    <a:pt x="426630" y="228311"/>
                  </a:lnTo>
                  <a:lnTo>
                    <a:pt x="409638" y="271593"/>
                  </a:lnTo>
                  <a:lnTo>
                    <a:pt x="381333" y="306535"/>
                  </a:lnTo>
                  <a:lnTo>
                    <a:pt x="341729" y="333137"/>
                  </a:lnTo>
                  <a:lnTo>
                    <a:pt x="290840" y="351400"/>
                  </a:lnTo>
                  <a:lnTo>
                    <a:pt x="290840" y="353888"/>
                  </a:lnTo>
                  <a:lnTo>
                    <a:pt x="358307" y="372312"/>
                  </a:lnTo>
                  <a:lnTo>
                    <a:pt x="409955" y="408730"/>
                  </a:lnTo>
                  <a:lnTo>
                    <a:pt x="442699" y="459297"/>
                  </a:lnTo>
                  <a:lnTo>
                    <a:pt x="453633" y="520159"/>
                  </a:lnTo>
                  <a:lnTo>
                    <a:pt x="449063" y="567438"/>
                  </a:lnTo>
                  <a:lnTo>
                    <a:pt x="435361" y="609506"/>
                  </a:lnTo>
                  <a:lnTo>
                    <a:pt x="412537" y="646361"/>
                  </a:lnTo>
                  <a:lnTo>
                    <a:pt x="380603" y="678000"/>
                  </a:lnTo>
                  <a:lnTo>
                    <a:pt x="340657" y="703409"/>
                  </a:lnTo>
                  <a:lnTo>
                    <a:pt x="293747" y="721559"/>
                  </a:lnTo>
                  <a:lnTo>
                    <a:pt x="239881" y="732449"/>
                  </a:lnTo>
                  <a:lnTo>
                    <a:pt x="179069" y="736079"/>
                  </a:lnTo>
                  <a:lnTo>
                    <a:pt x="126590" y="733845"/>
                  </a:lnTo>
                  <a:lnTo>
                    <a:pt x="79247" y="727142"/>
                  </a:lnTo>
                  <a:lnTo>
                    <a:pt x="37049" y="715972"/>
                  </a:lnTo>
                  <a:lnTo>
                    <a:pt x="0" y="700335"/>
                  </a:lnTo>
                  <a:lnTo>
                    <a:pt x="0" y="563831"/>
                  </a:lnTo>
                  <a:lnTo>
                    <a:pt x="37191" y="586638"/>
                  </a:lnTo>
                  <a:lnTo>
                    <a:pt x="77365" y="602928"/>
                  </a:lnTo>
                  <a:lnTo>
                    <a:pt x="120546" y="612700"/>
                  </a:lnTo>
                  <a:lnTo>
                    <a:pt x="166756" y="615958"/>
                  </a:lnTo>
                  <a:lnTo>
                    <a:pt x="195103" y="614346"/>
                  </a:lnTo>
                  <a:lnTo>
                    <a:pt x="241855" y="601447"/>
                  </a:lnTo>
                  <a:lnTo>
                    <a:pt x="274884" y="575975"/>
                  </a:lnTo>
                  <a:lnTo>
                    <a:pt x="291643" y="539988"/>
                  </a:lnTo>
                  <a:lnTo>
                    <a:pt x="293735" y="518184"/>
                  </a:lnTo>
                  <a:lnTo>
                    <a:pt x="291143" y="495722"/>
                  </a:lnTo>
                  <a:lnTo>
                    <a:pt x="270435" y="458986"/>
                  </a:lnTo>
                  <a:lnTo>
                    <a:pt x="229655" y="433430"/>
                  </a:lnTo>
                  <a:lnTo>
                    <a:pt x="172701" y="420522"/>
                  </a:lnTo>
                  <a:lnTo>
                    <a:pt x="138440" y="418907"/>
                  </a:lnTo>
                  <a:lnTo>
                    <a:pt x="72389" y="418907"/>
                  </a:lnTo>
                  <a:lnTo>
                    <a:pt x="72389" y="298798"/>
                  </a:lnTo>
                  <a:lnTo>
                    <a:pt x="133471" y="298798"/>
                  </a:lnTo>
                  <a:lnTo>
                    <a:pt x="194244" y="293028"/>
                  </a:lnTo>
                  <a:lnTo>
                    <a:pt x="237660" y="275717"/>
                  </a:lnTo>
                  <a:lnTo>
                    <a:pt x="263713" y="246867"/>
                  </a:lnTo>
                  <a:lnTo>
                    <a:pt x="272399" y="206477"/>
                  </a:lnTo>
                  <a:lnTo>
                    <a:pt x="265735" y="168479"/>
                  </a:lnTo>
                  <a:lnTo>
                    <a:pt x="245737" y="141337"/>
                  </a:lnTo>
                  <a:lnTo>
                    <a:pt x="212400" y="125050"/>
                  </a:lnTo>
                  <a:lnTo>
                    <a:pt x="165719" y="119621"/>
                  </a:lnTo>
                  <a:lnTo>
                    <a:pt x="130249" y="122504"/>
                  </a:lnTo>
                  <a:lnTo>
                    <a:pt x="95261" y="131156"/>
                  </a:lnTo>
                  <a:lnTo>
                    <a:pt x="60770" y="145581"/>
                  </a:lnTo>
                  <a:lnTo>
                    <a:pt x="26791" y="165783"/>
                  </a:lnTo>
                  <a:lnTo>
                    <a:pt x="26791" y="37718"/>
                  </a:lnTo>
                  <a:lnTo>
                    <a:pt x="65799" y="21216"/>
                  </a:lnTo>
                  <a:lnTo>
                    <a:pt x="107918" y="9429"/>
                  </a:lnTo>
                  <a:lnTo>
                    <a:pt x="153129" y="2357"/>
                  </a:lnTo>
                  <a:lnTo>
                    <a:pt x="201411" y="0"/>
                  </a:lnTo>
                  <a:close/>
                </a:path>
              </a:pathLst>
            </a:custGeom>
            <a:ln w="12191">
              <a:solidFill>
                <a:srgbClr val="000000"/>
              </a:solidFill>
            </a:ln>
          </p:spPr>
          <p:txBody>
            <a:bodyPr wrap="square" lIns="0" tIns="0" rIns="0" bIns="0" rtlCol="0"/>
            <a:lstStyle/>
            <a:p>
              <a:endParaRPr/>
            </a:p>
          </p:txBody>
        </p:sp>
        <p:sp>
          <p:nvSpPr>
            <p:cNvPr id="246" name="object 246"/>
            <p:cNvSpPr/>
            <p:nvPr/>
          </p:nvSpPr>
          <p:spPr>
            <a:xfrm>
              <a:off x="6743700" y="5029200"/>
              <a:ext cx="2209800" cy="1658620"/>
            </a:xfrm>
            <a:custGeom>
              <a:avLst/>
              <a:gdLst/>
              <a:ahLst/>
              <a:cxnLst/>
              <a:rect l="l" t="t" r="r" b="b"/>
              <a:pathLst>
                <a:path w="2209800" h="1658620">
                  <a:moveTo>
                    <a:pt x="2209800" y="0"/>
                  </a:moveTo>
                  <a:lnTo>
                    <a:pt x="0" y="0"/>
                  </a:lnTo>
                  <a:lnTo>
                    <a:pt x="0" y="236220"/>
                  </a:lnTo>
                  <a:lnTo>
                    <a:pt x="0" y="1423670"/>
                  </a:lnTo>
                  <a:lnTo>
                    <a:pt x="0" y="1658620"/>
                  </a:lnTo>
                  <a:lnTo>
                    <a:pt x="2209800" y="1658620"/>
                  </a:lnTo>
                  <a:lnTo>
                    <a:pt x="2209800" y="1423670"/>
                  </a:lnTo>
                  <a:lnTo>
                    <a:pt x="235699" y="1423670"/>
                  </a:lnTo>
                  <a:lnTo>
                    <a:pt x="235699" y="236220"/>
                  </a:lnTo>
                  <a:lnTo>
                    <a:pt x="1974075" y="236220"/>
                  </a:lnTo>
                  <a:lnTo>
                    <a:pt x="1974075" y="1423225"/>
                  </a:lnTo>
                  <a:lnTo>
                    <a:pt x="2209800" y="1423225"/>
                  </a:lnTo>
                  <a:lnTo>
                    <a:pt x="2209800" y="236220"/>
                  </a:lnTo>
                  <a:lnTo>
                    <a:pt x="2209800" y="235712"/>
                  </a:lnTo>
                  <a:lnTo>
                    <a:pt x="2209800" y="0"/>
                  </a:lnTo>
                  <a:close/>
                </a:path>
              </a:pathLst>
            </a:custGeom>
            <a:solidFill>
              <a:srgbClr val="BAE0E3"/>
            </a:solidFill>
          </p:spPr>
          <p:txBody>
            <a:bodyPr wrap="square" lIns="0" tIns="0" rIns="0" bIns="0" rtlCol="0"/>
            <a:lstStyle/>
            <a:p>
              <a:endParaRPr/>
            </a:p>
          </p:txBody>
        </p:sp>
        <p:sp>
          <p:nvSpPr>
            <p:cNvPr id="247" name="object 247"/>
            <p:cNvSpPr/>
            <p:nvPr/>
          </p:nvSpPr>
          <p:spPr>
            <a:xfrm>
              <a:off x="6743699" y="5029200"/>
              <a:ext cx="2209800" cy="1659255"/>
            </a:xfrm>
            <a:custGeom>
              <a:avLst/>
              <a:gdLst/>
              <a:ahLst/>
              <a:cxnLst/>
              <a:rect l="l" t="t" r="r" b="b"/>
              <a:pathLst>
                <a:path w="2209800" h="1659254">
                  <a:moveTo>
                    <a:pt x="0" y="0"/>
                  </a:moveTo>
                  <a:lnTo>
                    <a:pt x="2209799" y="0"/>
                  </a:lnTo>
                  <a:lnTo>
                    <a:pt x="2209799" y="1658934"/>
                  </a:lnTo>
                  <a:lnTo>
                    <a:pt x="0" y="1658934"/>
                  </a:lnTo>
                  <a:lnTo>
                    <a:pt x="0" y="0"/>
                  </a:lnTo>
                  <a:close/>
                </a:path>
                <a:path w="2209800" h="1659254">
                  <a:moveTo>
                    <a:pt x="235701" y="1423214"/>
                  </a:moveTo>
                  <a:lnTo>
                    <a:pt x="1974085" y="1423214"/>
                  </a:lnTo>
                  <a:lnTo>
                    <a:pt x="1974085" y="235707"/>
                  </a:lnTo>
                  <a:lnTo>
                    <a:pt x="235701" y="235707"/>
                  </a:lnTo>
                  <a:lnTo>
                    <a:pt x="235701" y="1423214"/>
                  </a:lnTo>
                  <a:close/>
                </a:path>
              </a:pathLst>
            </a:custGeom>
            <a:ln w="57149">
              <a:solidFill>
                <a:srgbClr val="88A3A6"/>
              </a:solidFill>
            </a:ln>
          </p:spPr>
          <p:txBody>
            <a:bodyPr wrap="square" lIns="0" tIns="0" rIns="0" bIns="0" rtlCol="0"/>
            <a:lstStyle/>
            <a:p>
              <a:endParaRPr/>
            </a:p>
          </p:txBody>
        </p:sp>
        <p:sp>
          <p:nvSpPr>
            <p:cNvPr id="248" name="object 248"/>
            <p:cNvSpPr/>
            <p:nvPr/>
          </p:nvSpPr>
          <p:spPr>
            <a:xfrm>
              <a:off x="5637276" y="1700274"/>
              <a:ext cx="3362340" cy="2592324"/>
            </a:xfrm>
            <a:prstGeom prst="rect">
              <a:avLst/>
            </a:prstGeom>
            <a:blipFill>
              <a:blip r:embed="rId104" cstate="print"/>
              <a:stretch>
                <a:fillRect/>
              </a:stretch>
            </a:blip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6110" y="1789629"/>
            <a:ext cx="2530475" cy="1031875"/>
          </a:xfrm>
          <a:prstGeom prst="rect">
            <a:avLst/>
          </a:prstGeom>
        </p:spPr>
        <p:txBody>
          <a:bodyPr vert="horz" wrap="square" lIns="0" tIns="12700" rIns="0" bIns="0" rtlCol="0">
            <a:spAutoFit/>
          </a:bodyPr>
          <a:lstStyle/>
          <a:p>
            <a:pPr marL="12700">
              <a:lnSpc>
                <a:spcPct val="100000"/>
              </a:lnSpc>
              <a:spcBef>
                <a:spcPts val="100"/>
              </a:spcBef>
            </a:pPr>
            <a:r>
              <a:rPr sz="9900" b="1" spc="-502" baseline="-5050" dirty="0">
                <a:solidFill>
                  <a:srgbClr val="0D0D0D"/>
                </a:solidFill>
                <a:latin typeface="Courier New"/>
                <a:cs typeface="Courier New"/>
              </a:rPr>
              <a:t>A</a:t>
            </a:r>
            <a:r>
              <a:rPr sz="9900" b="1" spc="-2662" baseline="-5050" dirty="0">
                <a:solidFill>
                  <a:srgbClr val="0D0D0D"/>
                </a:solidFill>
                <a:latin typeface="Courier New"/>
                <a:cs typeface="Courier New"/>
              </a:rPr>
              <a:t> </a:t>
            </a:r>
            <a:r>
              <a:rPr sz="3600" dirty="0">
                <a:solidFill>
                  <a:srgbClr val="FFFFFF"/>
                </a:solidFill>
                <a:latin typeface="Arial"/>
                <a:cs typeface="Arial"/>
              </a:rPr>
              <a:t>Inserting</a:t>
            </a:r>
            <a:endParaRPr sz="3600">
              <a:latin typeface="Arial"/>
              <a:cs typeface="Arial"/>
            </a:endParaRPr>
          </a:p>
        </p:txBody>
      </p:sp>
      <p:sp>
        <p:nvSpPr>
          <p:cNvPr id="3" name="object 3"/>
          <p:cNvSpPr txBox="1">
            <a:spLocks noGrp="1"/>
          </p:cNvSpPr>
          <p:nvPr>
            <p:ph type="title"/>
          </p:nvPr>
        </p:nvSpPr>
        <p:spPr>
          <a:xfrm>
            <a:off x="338130" y="26664"/>
            <a:ext cx="8303259" cy="574040"/>
          </a:xfrm>
          <a:prstGeom prst="rect">
            <a:avLst/>
          </a:prstGeom>
        </p:spPr>
        <p:txBody>
          <a:bodyPr vert="horz" wrap="square" lIns="0" tIns="12700" rIns="0" bIns="0" rtlCol="0">
            <a:spAutoFit/>
          </a:bodyPr>
          <a:lstStyle/>
          <a:p>
            <a:pPr marL="12700">
              <a:lnSpc>
                <a:spcPct val="100000"/>
              </a:lnSpc>
              <a:spcBef>
                <a:spcPts val="100"/>
              </a:spcBef>
              <a:tabLst>
                <a:tab pos="1016635" algn="l"/>
                <a:tab pos="2521585" algn="l"/>
                <a:tab pos="5029200" algn="l"/>
                <a:tab pos="7285990" algn="l"/>
              </a:tabLst>
            </a:pPr>
            <a:r>
              <a:rPr sz="3600" b="0" spc="-185" dirty="0">
                <a:latin typeface="Courier New"/>
                <a:cs typeface="Courier New"/>
              </a:rPr>
              <a:t>Q4:</a:t>
            </a:r>
            <a:r>
              <a:rPr sz="3600" b="0" spc="-185" dirty="0">
                <a:latin typeface="Times New Roman"/>
                <a:cs typeface="Times New Roman"/>
              </a:rPr>
              <a:t>	</a:t>
            </a:r>
            <a:r>
              <a:rPr sz="3600" b="0" spc="-200" dirty="0">
                <a:latin typeface="Courier New"/>
                <a:cs typeface="Courier New"/>
              </a:rPr>
              <a:t>Wh</a:t>
            </a:r>
            <a:r>
              <a:rPr sz="3600" b="0" spc="-185" dirty="0">
                <a:latin typeface="Courier New"/>
                <a:cs typeface="Courier New"/>
              </a:rPr>
              <a:t>ich</a:t>
            </a:r>
            <a:r>
              <a:rPr sz="3600" b="0" dirty="0">
                <a:latin typeface="Times New Roman"/>
                <a:cs typeface="Times New Roman"/>
              </a:rPr>
              <a:t>	</a:t>
            </a:r>
            <a:r>
              <a:rPr sz="3600" b="0" spc="-200" dirty="0">
                <a:latin typeface="Courier New"/>
                <a:cs typeface="Courier New"/>
              </a:rPr>
              <a:t>op</a:t>
            </a:r>
            <a:r>
              <a:rPr sz="3600" b="0" spc="-185" dirty="0">
                <a:latin typeface="Courier New"/>
                <a:cs typeface="Courier New"/>
              </a:rPr>
              <a:t>er</a:t>
            </a:r>
            <a:r>
              <a:rPr sz="3600" b="0" spc="-200" dirty="0">
                <a:latin typeface="Courier New"/>
                <a:cs typeface="Courier New"/>
              </a:rPr>
              <a:t>a</a:t>
            </a:r>
            <a:r>
              <a:rPr sz="3600" b="0" spc="-185" dirty="0">
                <a:latin typeface="Courier New"/>
                <a:cs typeface="Courier New"/>
              </a:rPr>
              <a:t>t</a:t>
            </a:r>
            <a:r>
              <a:rPr sz="3600" b="0" spc="-200" dirty="0">
                <a:latin typeface="Courier New"/>
                <a:cs typeface="Courier New"/>
              </a:rPr>
              <a:t>io</a:t>
            </a:r>
            <a:r>
              <a:rPr sz="3600" b="0" spc="-185" dirty="0">
                <a:latin typeface="Courier New"/>
                <a:cs typeface="Courier New"/>
              </a:rPr>
              <a:t>n</a:t>
            </a:r>
            <a:r>
              <a:rPr sz="3600" b="0" dirty="0">
                <a:latin typeface="Times New Roman"/>
                <a:cs typeface="Times New Roman"/>
              </a:rPr>
              <a:t>	</a:t>
            </a:r>
            <a:r>
              <a:rPr sz="3600" b="0" spc="-200" dirty="0">
                <a:latin typeface="Courier New"/>
                <a:cs typeface="Courier New"/>
              </a:rPr>
              <a:t>a</a:t>
            </a:r>
            <a:r>
              <a:rPr sz="3600" b="0" spc="-185" dirty="0">
                <a:latin typeface="Courier New"/>
                <a:cs typeface="Courier New"/>
              </a:rPr>
              <a:t>c</a:t>
            </a:r>
            <a:r>
              <a:rPr sz="3600" b="0" spc="-200" dirty="0">
                <a:latin typeface="Courier New"/>
                <a:cs typeface="Courier New"/>
              </a:rPr>
              <a:t>ce</a:t>
            </a:r>
            <a:r>
              <a:rPr sz="3600" b="0" spc="-185" dirty="0">
                <a:latin typeface="Courier New"/>
                <a:cs typeface="Courier New"/>
              </a:rPr>
              <a:t>ss</a:t>
            </a:r>
            <a:r>
              <a:rPr sz="3600" b="0" spc="-200" dirty="0">
                <a:latin typeface="Courier New"/>
                <a:cs typeface="Courier New"/>
              </a:rPr>
              <a:t>e</a:t>
            </a:r>
            <a:r>
              <a:rPr sz="3600" b="0" spc="-185" dirty="0">
                <a:latin typeface="Courier New"/>
                <a:cs typeface="Courier New"/>
              </a:rPr>
              <a:t>s</a:t>
            </a:r>
            <a:r>
              <a:rPr sz="3600" b="0" dirty="0">
                <a:latin typeface="Times New Roman"/>
                <a:cs typeface="Times New Roman"/>
              </a:rPr>
              <a:t>	</a:t>
            </a:r>
            <a:r>
              <a:rPr sz="3600" b="0" spc="-200" dirty="0">
                <a:latin typeface="Courier New"/>
                <a:cs typeface="Courier New"/>
              </a:rPr>
              <a:t>e</a:t>
            </a:r>
            <a:r>
              <a:rPr sz="3600" b="0" spc="-185" dirty="0">
                <a:latin typeface="Courier New"/>
                <a:cs typeface="Courier New"/>
              </a:rPr>
              <a:t>ach</a:t>
            </a:r>
            <a:endParaRPr sz="3600">
              <a:latin typeface="Courier New"/>
              <a:cs typeface="Courier New"/>
            </a:endParaRPr>
          </a:p>
        </p:txBody>
      </p:sp>
      <p:graphicFrame>
        <p:nvGraphicFramePr>
          <p:cNvPr id="4" name="object 4"/>
          <p:cNvGraphicFramePr>
            <a:graphicFrameLocks noGrp="1"/>
          </p:cNvGraphicFramePr>
          <p:nvPr/>
        </p:nvGraphicFramePr>
        <p:xfrm>
          <a:off x="695805" y="705903"/>
          <a:ext cx="7588884" cy="1005840"/>
        </p:xfrm>
        <a:graphic>
          <a:graphicData uri="http://schemas.openxmlformats.org/drawingml/2006/table">
            <a:tbl>
              <a:tblPr firstRow="1" bandRow="1">
                <a:tableStyleId>{2D5ABB26-0587-4C30-8999-92F81FD0307C}</a:tableStyleId>
              </a:tblPr>
              <a:tblGrid>
                <a:gridCol w="1976120">
                  <a:extLst>
                    <a:ext uri="{9D8B030D-6E8A-4147-A177-3AD203B41FA5}">
                      <a16:colId xmlns:a16="http://schemas.microsoft.com/office/drawing/2014/main" val="20000"/>
                    </a:ext>
                  </a:extLst>
                </a:gridCol>
                <a:gridCol w="2131695">
                  <a:extLst>
                    <a:ext uri="{9D8B030D-6E8A-4147-A177-3AD203B41FA5}">
                      <a16:colId xmlns:a16="http://schemas.microsoft.com/office/drawing/2014/main" val="20001"/>
                    </a:ext>
                  </a:extLst>
                </a:gridCol>
                <a:gridCol w="3481069">
                  <a:extLst>
                    <a:ext uri="{9D8B030D-6E8A-4147-A177-3AD203B41FA5}">
                      <a16:colId xmlns:a16="http://schemas.microsoft.com/office/drawing/2014/main" val="20002"/>
                    </a:ext>
                  </a:extLst>
                </a:gridCol>
              </a:tblGrid>
              <a:tr h="502920">
                <a:tc>
                  <a:txBody>
                    <a:bodyPr/>
                    <a:lstStyle/>
                    <a:p>
                      <a:pPr marL="406400">
                        <a:lnSpc>
                          <a:spcPts val="3395"/>
                        </a:lnSpc>
                      </a:pPr>
                      <a:r>
                        <a:rPr sz="3600" spc="-190" dirty="0">
                          <a:solidFill>
                            <a:srgbClr val="FFFF00"/>
                          </a:solidFill>
                          <a:latin typeface="Courier New"/>
                          <a:cs typeface="Courier New"/>
                        </a:rPr>
                        <a:t>record</a:t>
                      </a:r>
                      <a:endParaRPr sz="3600">
                        <a:latin typeface="Courier New"/>
                        <a:cs typeface="Courier New"/>
                      </a:endParaRPr>
                    </a:p>
                  </a:txBody>
                  <a:tcPr marL="0" marR="0" marT="0" marB="0">
                    <a:solidFill>
                      <a:srgbClr val="262626"/>
                    </a:solidFill>
                  </a:tcPr>
                </a:tc>
                <a:tc>
                  <a:txBody>
                    <a:bodyPr/>
                    <a:lstStyle/>
                    <a:p>
                      <a:pPr algn="ctr">
                        <a:lnSpc>
                          <a:spcPts val="3395"/>
                        </a:lnSpc>
                      </a:pPr>
                      <a:r>
                        <a:rPr sz="3600" spc="-190" dirty="0">
                          <a:solidFill>
                            <a:srgbClr val="FFFF00"/>
                          </a:solidFill>
                          <a:latin typeface="Courier New"/>
                          <a:cs typeface="Courier New"/>
                        </a:rPr>
                        <a:t>exactly</a:t>
                      </a:r>
                      <a:endParaRPr sz="3600">
                        <a:latin typeface="Courier New"/>
                        <a:cs typeface="Courier New"/>
                      </a:endParaRPr>
                    </a:p>
                  </a:txBody>
                  <a:tcPr marL="0" marR="0" marT="0" marB="0">
                    <a:solidFill>
                      <a:srgbClr val="262626"/>
                    </a:solidFill>
                  </a:tcPr>
                </a:tc>
                <a:tc>
                  <a:txBody>
                    <a:bodyPr/>
                    <a:lstStyle/>
                    <a:p>
                      <a:pPr marL="61594">
                        <a:lnSpc>
                          <a:spcPts val="3395"/>
                        </a:lnSpc>
                        <a:tabLst>
                          <a:tab pos="1316355" algn="l"/>
                          <a:tab pos="2067560" algn="l"/>
                        </a:tabLst>
                      </a:pPr>
                      <a:r>
                        <a:rPr sz="3600" spc="-190" dirty="0">
                          <a:solidFill>
                            <a:srgbClr val="FFFF00"/>
                          </a:solidFill>
                          <a:latin typeface="Courier New"/>
                          <a:cs typeface="Courier New"/>
                        </a:rPr>
                        <a:t>once</a:t>
                      </a:r>
                      <a:r>
                        <a:rPr sz="3600" spc="-190" dirty="0">
                          <a:solidFill>
                            <a:srgbClr val="FFFF00"/>
                          </a:solidFill>
                          <a:latin typeface="Times New Roman"/>
                          <a:cs typeface="Times New Roman"/>
                        </a:rPr>
                        <a:t>	</a:t>
                      </a:r>
                      <a:r>
                        <a:rPr sz="3600" spc="-190" dirty="0">
                          <a:solidFill>
                            <a:srgbClr val="FFFF00"/>
                          </a:solidFill>
                          <a:latin typeface="Courier New"/>
                          <a:cs typeface="Courier New"/>
                        </a:rPr>
                        <a:t>so</a:t>
                      </a:r>
                      <a:r>
                        <a:rPr sz="3600" spc="-190" dirty="0">
                          <a:solidFill>
                            <a:srgbClr val="FFFF00"/>
                          </a:solidFill>
                          <a:latin typeface="Times New Roman"/>
                          <a:cs typeface="Times New Roman"/>
                        </a:rPr>
                        <a:t>	</a:t>
                      </a:r>
                      <a:r>
                        <a:rPr sz="3600" spc="-185" dirty="0">
                          <a:solidFill>
                            <a:srgbClr val="FFFF00"/>
                          </a:solidFill>
                          <a:latin typeface="Courier New"/>
                          <a:cs typeface="Courier New"/>
                        </a:rPr>
                        <a:t>that</a:t>
                      </a:r>
                      <a:endParaRPr sz="3600">
                        <a:latin typeface="Courier New"/>
                        <a:cs typeface="Courier New"/>
                      </a:endParaRPr>
                    </a:p>
                  </a:txBody>
                  <a:tcPr marL="0" marR="0" marT="0" marB="0">
                    <a:solidFill>
                      <a:srgbClr val="262626"/>
                    </a:solidFill>
                  </a:tcPr>
                </a:tc>
                <a:extLst>
                  <a:ext uri="{0D108BD9-81ED-4DB2-BD59-A6C34878D82A}">
                    <a16:rowId xmlns:a16="http://schemas.microsoft.com/office/drawing/2014/main" val="10000"/>
                  </a:ext>
                </a:extLst>
              </a:tr>
              <a:tr h="502920">
                <a:tc>
                  <a:txBody>
                    <a:bodyPr/>
                    <a:lstStyle/>
                    <a:p>
                      <a:pPr marL="31750">
                        <a:lnSpc>
                          <a:spcPts val="3754"/>
                        </a:lnSpc>
                      </a:pPr>
                      <a:r>
                        <a:rPr sz="3600" spc="-190" dirty="0">
                          <a:solidFill>
                            <a:srgbClr val="FFFF00"/>
                          </a:solidFill>
                          <a:latin typeface="Courier New"/>
                          <a:cs typeface="Courier New"/>
                        </a:rPr>
                        <a:t>contain</a:t>
                      </a:r>
                      <a:endParaRPr sz="3600">
                        <a:latin typeface="Courier New"/>
                        <a:cs typeface="Courier New"/>
                      </a:endParaRPr>
                    </a:p>
                  </a:txBody>
                  <a:tcPr marL="0" marR="0" marT="0" marB="0">
                    <a:solidFill>
                      <a:srgbClr val="262626"/>
                    </a:solidFill>
                  </a:tcPr>
                </a:tc>
                <a:tc>
                  <a:txBody>
                    <a:bodyPr/>
                    <a:lstStyle/>
                    <a:p>
                      <a:pPr marL="1270" algn="ctr">
                        <a:lnSpc>
                          <a:spcPts val="3754"/>
                        </a:lnSpc>
                        <a:tabLst>
                          <a:tab pos="1254125" algn="l"/>
                        </a:tabLst>
                      </a:pPr>
                      <a:r>
                        <a:rPr sz="3600" spc="-190" dirty="0">
                          <a:solidFill>
                            <a:srgbClr val="FFFF00"/>
                          </a:solidFill>
                          <a:latin typeface="Courier New"/>
                          <a:cs typeface="Courier New"/>
                        </a:rPr>
                        <a:t>item</a:t>
                      </a:r>
                      <a:r>
                        <a:rPr sz="3600" spc="-190" dirty="0">
                          <a:solidFill>
                            <a:srgbClr val="FFFF00"/>
                          </a:solidFill>
                          <a:latin typeface="Times New Roman"/>
                          <a:cs typeface="Times New Roman"/>
                        </a:rPr>
                        <a:t>	</a:t>
                      </a:r>
                      <a:r>
                        <a:rPr sz="3600" spc="-190" dirty="0">
                          <a:solidFill>
                            <a:srgbClr val="FFFF00"/>
                          </a:solidFill>
                          <a:latin typeface="Courier New"/>
                          <a:cs typeface="Courier New"/>
                        </a:rPr>
                        <a:t>may</a:t>
                      </a:r>
                      <a:endParaRPr sz="3600">
                        <a:latin typeface="Courier New"/>
                        <a:cs typeface="Courier New"/>
                      </a:endParaRPr>
                    </a:p>
                  </a:txBody>
                  <a:tcPr marL="0" marR="0" marT="0" marB="0">
                    <a:solidFill>
                      <a:srgbClr val="262626"/>
                    </a:solidFill>
                  </a:tcPr>
                </a:tc>
                <a:tc>
                  <a:txBody>
                    <a:bodyPr/>
                    <a:lstStyle/>
                    <a:p>
                      <a:pPr marL="187960">
                        <a:lnSpc>
                          <a:spcPts val="3754"/>
                        </a:lnSpc>
                        <a:tabLst>
                          <a:tab pos="941069" algn="l"/>
                        </a:tabLst>
                      </a:pPr>
                      <a:r>
                        <a:rPr sz="3600" spc="-190" dirty="0">
                          <a:solidFill>
                            <a:srgbClr val="FFFF00"/>
                          </a:solidFill>
                          <a:latin typeface="Courier New"/>
                          <a:cs typeface="Courier New"/>
                        </a:rPr>
                        <a:t>be</a:t>
                      </a:r>
                      <a:r>
                        <a:rPr sz="3600" spc="-190" dirty="0">
                          <a:solidFill>
                            <a:srgbClr val="FFFF00"/>
                          </a:solidFill>
                          <a:latin typeface="Times New Roman"/>
                          <a:cs typeface="Times New Roman"/>
                        </a:rPr>
                        <a:t>	</a:t>
                      </a:r>
                      <a:r>
                        <a:rPr sz="3600" spc="-190" dirty="0">
                          <a:solidFill>
                            <a:srgbClr val="FFFF00"/>
                          </a:solidFill>
                          <a:latin typeface="Courier New"/>
                          <a:cs typeface="Courier New"/>
                        </a:rPr>
                        <a:t>processed?</a:t>
                      </a:r>
                      <a:endParaRPr sz="3600">
                        <a:latin typeface="Courier New"/>
                        <a:cs typeface="Courier New"/>
                      </a:endParaRPr>
                    </a:p>
                  </a:txBody>
                  <a:tcPr marL="0" marR="0" marT="0" marB="0">
                    <a:solidFill>
                      <a:srgbClr val="262626"/>
                    </a:solidFill>
                  </a:tcPr>
                </a:tc>
                <a:extLst>
                  <a:ext uri="{0D108BD9-81ED-4DB2-BD59-A6C34878D82A}">
                    <a16:rowId xmlns:a16="http://schemas.microsoft.com/office/drawing/2014/main" val="10001"/>
                  </a:ext>
                </a:extLst>
              </a:tr>
            </a:tbl>
          </a:graphicData>
        </a:graphic>
      </p:graphicFrame>
      <p:sp>
        <p:nvSpPr>
          <p:cNvPr id="5" name="object 5"/>
          <p:cNvSpPr txBox="1"/>
          <p:nvPr/>
        </p:nvSpPr>
        <p:spPr>
          <a:xfrm>
            <a:off x="1348868" y="3070602"/>
            <a:ext cx="1704975"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FFFFFF"/>
                </a:solidFill>
                <a:latin typeface="Arial"/>
                <a:cs typeface="Arial"/>
              </a:rPr>
              <a:t>D</a:t>
            </a:r>
            <a:r>
              <a:rPr sz="3600" spc="5" dirty="0">
                <a:solidFill>
                  <a:srgbClr val="FFFFFF"/>
                </a:solidFill>
                <a:latin typeface="Arial"/>
                <a:cs typeface="Arial"/>
              </a:rPr>
              <a:t>e</a:t>
            </a:r>
            <a:r>
              <a:rPr sz="3600" spc="-5" dirty="0">
                <a:solidFill>
                  <a:srgbClr val="FFFFFF"/>
                </a:solidFill>
                <a:latin typeface="Arial"/>
                <a:cs typeface="Arial"/>
              </a:rPr>
              <a:t>l</a:t>
            </a:r>
            <a:r>
              <a:rPr sz="3600" spc="5" dirty="0">
                <a:solidFill>
                  <a:srgbClr val="FFFFFF"/>
                </a:solidFill>
                <a:latin typeface="Arial"/>
                <a:cs typeface="Arial"/>
              </a:rPr>
              <a:t>e</a:t>
            </a:r>
            <a:r>
              <a:rPr sz="3600" dirty="0">
                <a:solidFill>
                  <a:srgbClr val="FFFFFF"/>
                </a:solidFill>
                <a:latin typeface="Arial"/>
                <a:cs typeface="Arial"/>
              </a:rPr>
              <a:t>ting</a:t>
            </a:r>
            <a:endParaRPr sz="3600">
              <a:latin typeface="Arial"/>
              <a:cs typeface="Arial"/>
            </a:endParaRPr>
          </a:p>
        </p:txBody>
      </p:sp>
      <p:sp>
        <p:nvSpPr>
          <p:cNvPr id="6" name="object 6"/>
          <p:cNvSpPr txBox="1"/>
          <p:nvPr/>
        </p:nvSpPr>
        <p:spPr>
          <a:xfrm>
            <a:off x="1403101" y="4017650"/>
            <a:ext cx="2085339"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FFFFFF"/>
                </a:solidFill>
                <a:latin typeface="Arial"/>
                <a:cs typeface="Arial"/>
              </a:rPr>
              <a:t>Searching</a:t>
            </a:r>
            <a:endParaRPr sz="3600">
              <a:latin typeface="Arial"/>
              <a:cs typeface="Arial"/>
            </a:endParaRPr>
          </a:p>
        </p:txBody>
      </p:sp>
      <p:sp>
        <p:nvSpPr>
          <p:cNvPr id="7" name="object 7"/>
          <p:cNvSpPr txBox="1"/>
          <p:nvPr/>
        </p:nvSpPr>
        <p:spPr>
          <a:xfrm>
            <a:off x="1208090" y="4729160"/>
            <a:ext cx="4114800" cy="914400"/>
          </a:xfrm>
          <a:prstGeom prst="rect">
            <a:avLst/>
          </a:prstGeom>
          <a:solidFill>
            <a:srgbClr val="000000">
              <a:alpha val="85096"/>
            </a:srgbClr>
          </a:solidFill>
          <a:ln w="57149">
            <a:solidFill>
              <a:srgbClr val="C00000"/>
            </a:solidFill>
          </a:ln>
        </p:spPr>
        <p:txBody>
          <a:bodyPr vert="horz" wrap="square" lIns="0" tIns="208279" rIns="0" bIns="0" rtlCol="0">
            <a:spAutoFit/>
          </a:bodyPr>
          <a:lstStyle/>
          <a:p>
            <a:pPr marL="127635">
              <a:lnSpc>
                <a:spcPct val="100000"/>
              </a:lnSpc>
              <a:spcBef>
                <a:spcPts val="1639"/>
              </a:spcBef>
            </a:pPr>
            <a:r>
              <a:rPr sz="3600" spc="-15" dirty="0">
                <a:solidFill>
                  <a:srgbClr val="FFFFFF"/>
                </a:solidFill>
                <a:latin typeface="Arial"/>
                <a:cs typeface="Arial"/>
              </a:rPr>
              <a:t>Traversing</a:t>
            </a:r>
            <a:endParaRPr sz="3600">
              <a:latin typeface="Arial"/>
              <a:cs typeface="Arial"/>
            </a:endParaRPr>
          </a:p>
        </p:txBody>
      </p:sp>
      <p:grpSp>
        <p:nvGrpSpPr>
          <p:cNvPr id="8" name="object 8"/>
          <p:cNvGrpSpPr/>
          <p:nvPr/>
        </p:nvGrpSpPr>
        <p:grpSpPr>
          <a:xfrm>
            <a:off x="474659" y="2906765"/>
            <a:ext cx="685800" cy="2716530"/>
            <a:chOff x="474659" y="2906765"/>
            <a:chExt cx="685800" cy="2716530"/>
          </a:xfrm>
        </p:grpSpPr>
        <p:sp>
          <p:nvSpPr>
            <p:cNvPr id="9" name="object 9"/>
            <p:cNvSpPr/>
            <p:nvPr/>
          </p:nvSpPr>
          <p:spPr>
            <a:xfrm>
              <a:off x="487359" y="2919465"/>
              <a:ext cx="650875" cy="838200"/>
            </a:xfrm>
            <a:custGeom>
              <a:avLst/>
              <a:gdLst/>
              <a:ahLst/>
              <a:cxnLst/>
              <a:rect l="l" t="t" r="r" b="b"/>
              <a:pathLst>
                <a:path w="650875" h="838200">
                  <a:moveTo>
                    <a:pt x="325444" y="0"/>
                  </a:moveTo>
                  <a:lnTo>
                    <a:pt x="284621" y="3264"/>
                  </a:lnTo>
                  <a:lnTo>
                    <a:pt x="245311" y="12795"/>
                  </a:lnTo>
                  <a:lnTo>
                    <a:pt x="207819" y="28202"/>
                  </a:lnTo>
                  <a:lnTo>
                    <a:pt x="172451" y="49091"/>
                  </a:lnTo>
                  <a:lnTo>
                    <a:pt x="139511" y="75071"/>
                  </a:lnTo>
                  <a:lnTo>
                    <a:pt x="109303" y="105749"/>
                  </a:lnTo>
                  <a:lnTo>
                    <a:pt x="82134" y="140733"/>
                  </a:lnTo>
                  <a:lnTo>
                    <a:pt x="58308" y="179631"/>
                  </a:lnTo>
                  <a:lnTo>
                    <a:pt x="38130" y="222050"/>
                  </a:lnTo>
                  <a:lnTo>
                    <a:pt x="21906" y="267599"/>
                  </a:lnTo>
                  <a:lnTo>
                    <a:pt x="9939" y="315885"/>
                  </a:lnTo>
                  <a:lnTo>
                    <a:pt x="2535" y="366516"/>
                  </a:lnTo>
                  <a:lnTo>
                    <a:pt x="0" y="419099"/>
                  </a:lnTo>
                  <a:lnTo>
                    <a:pt x="2535" y="471659"/>
                  </a:lnTo>
                  <a:lnTo>
                    <a:pt x="9939" y="522274"/>
                  </a:lnTo>
                  <a:lnTo>
                    <a:pt x="21906" y="570550"/>
                  </a:lnTo>
                  <a:lnTo>
                    <a:pt x="38130" y="616095"/>
                  </a:lnTo>
                  <a:lnTo>
                    <a:pt x="58308" y="658515"/>
                  </a:lnTo>
                  <a:lnTo>
                    <a:pt x="82134" y="697417"/>
                  </a:lnTo>
                  <a:lnTo>
                    <a:pt x="109303" y="732408"/>
                  </a:lnTo>
                  <a:lnTo>
                    <a:pt x="139511" y="763095"/>
                  </a:lnTo>
                  <a:lnTo>
                    <a:pt x="172451" y="789084"/>
                  </a:lnTo>
                  <a:lnTo>
                    <a:pt x="207819" y="809982"/>
                  </a:lnTo>
                  <a:lnTo>
                    <a:pt x="245311" y="825396"/>
                  </a:lnTo>
                  <a:lnTo>
                    <a:pt x="284621" y="834933"/>
                  </a:lnTo>
                  <a:lnTo>
                    <a:pt x="325444" y="838199"/>
                  </a:lnTo>
                  <a:lnTo>
                    <a:pt x="366264" y="834933"/>
                  </a:lnTo>
                  <a:lnTo>
                    <a:pt x="405572" y="825396"/>
                  </a:lnTo>
                  <a:lnTo>
                    <a:pt x="443062" y="809982"/>
                  </a:lnTo>
                  <a:lnTo>
                    <a:pt x="478429" y="789084"/>
                  </a:lnTo>
                  <a:lnTo>
                    <a:pt x="511368" y="763095"/>
                  </a:lnTo>
                  <a:lnTo>
                    <a:pt x="541575" y="732408"/>
                  </a:lnTo>
                  <a:lnTo>
                    <a:pt x="568744" y="697417"/>
                  </a:lnTo>
                  <a:lnTo>
                    <a:pt x="592569" y="658515"/>
                  </a:lnTo>
                  <a:lnTo>
                    <a:pt x="612747" y="616095"/>
                  </a:lnTo>
                  <a:lnTo>
                    <a:pt x="628972" y="570550"/>
                  </a:lnTo>
                  <a:lnTo>
                    <a:pt x="640939" y="522274"/>
                  </a:lnTo>
                  <a:lnTo>
                    <a:pt x="648343" y="471659"/>
                  </a:lnTo>
                  <a:lnTo>
                    <a:pt x="650879" y="419099"/>
                  </a:lnTo>
                  <a:lnTo>
                    <a:pt x="648343" y="366516"/>
                  </a:lnTo>
                  <a:lnTo>
                    <a:pt x="640939" y="315885"/>
                  </a:lnTo>
                  <a:lnTo>
                    <a:pt x="628972" y="267599"/>
                  </a:lnTo>
                  <a:lnTo>
                    <a:pt x="612747" y="222050"/>
                  </a:lnTo>
                  <a:lnTo>
                    <a:pt x="592569" y="179631"/>
                  </a:lnTo>
                  <a:lnTo>
                    <a:pt x="568744" y="140733"/>
                  </a:lnTo>
                  <a:lnTo>
                    <a:pt x="541575" y="105749"/>
                  </a:lnTo>
                  <a:lnTo>
                    <a:pt x="511368" y="75071"/>
                  </a:lnTo>
                  <a:lnTo>
                    <a:pt x="478429" y="49091"/>
                  </a:lnTo>
                  <a:lnTo>
                    <a:pt x="443062" y="28202"/>
                  </a:lnTo>
                  <a:lnTo>
                    <a:pt x="405572" y="12795"/>
                  </a:lnTo>
                  <a:lnTo>
                    <a:pt x="366264" y="3264"/>
                  </a:lnTo>
                  <a:lnTo>
                    <a:pt x="325444" y="0"/>
                  </a:lnTo>
                  <a:close/>
                </a:path>
              </a:pathLst>
            </a:custGeom>
            <a:solidFill>
              <a:srgbClr val="00AFF0"/>
            </a:solidFill>
          </p:spPr>
          <p:txBody>
            <a:bodyPr wrap="square" lIns="0" tIns="0" rIns="0" bIns="0" rtlCol="0"/>
            <a:lstStyle/>
            <a:p>
              <a:endParaRPr/>
            </a:p>
          </p:txBody>
        </p:sp>
        <p:sp>
          <p:nvSpPr>
            <p:cNvPr id="10" name="object 10"/>
            <p:cNvSpPr/>
            <p:nvPr/>
          </p:nvSpPr>
          <p:spPr>
            <a:xfrm>
              <a:off x="487359" y="2919465"/>
              <a:ext cx="650875" cy="838200"/>
            </a:xfrm>
            <a:custGeom>
              <a:avLst/>
              <a:gdLst/>
              <a:ahLst/>
              <a:cxnLst/>
              <a:rect l="l" t="t" r="r" b="b"/>
              <a:pathLst>
                <a:path w="650875" h="838200">
                  <a:moveTo>
                    <a:pt x="0" y="419099"/>
                  </a:moveTo>
                  <a:lnTo>
                    <a:pt x="2535" y="366516"/>
                  </a:lnTo>
                  <a:lnTo>
                    <a:pt x="9939" y="315885"/>
                  </a:lnTo>
                  <a:lnTo>
                    <a:pt x="21906" y="267599"/>
                  </a:lnTo>
                  <a:lnTo>
                    <a:pt x="38130" y="222050"/>
                  </a:lnTo>
                  <a:lnTo>
                    <a:pt x="58308" y="179631"/>
                  </a:lnTo>
                  <a:lnTo>
                    <a:pt x="82134" y="140733"/>
                  </a:lnTo>
                  <a:lnTo>
                    <a:pt x="109303" y="105749"/>
                  </a:lnTo>
                  <a:lnTo>
                    <a:pt x="139511" y="75071"/>
                  </a:lnTo>
                  <a:lnTo>
                    <a:pt x="172451" y="49091"/>
                  </a:lnTo>
                  <a:lnTo>
                    <a:pt x="207819" y="28202"/>
                  </a:lnTo>
                  <a:lnTo>
                    <a:pt x="245311" y="12795"/>
                  </a:lnTo>
                  <a:lnTo>
                    <a:pt x="284621" y="3264"/>
                  </a:lnTo>
                  <a:lnTo>
                    <a:pt x="325444" y="0"/>
                  </a:lnTo>
                  <a:lnTo>
                    <a:pt x="366264" y="3264"/>
                  </a:lnTo>
                  <a:lnTo>
                    <a:pt x="405572" y="12795"/>
                  </a:lnTo>
                  <a:lnTo>
                    <a:pt x="443062" y="28202"/>
                  </a:lnTo>
                  <a:lnTo>
                    <a:pt x="478429" y="49091"/>
                  </a:lnTo>
                  <a:lnTo>
                    <a:pt x="511368" y="75071"/>
                  </a:lnTo>
                  <a:lnTo>
                    <a:pt x="541575" y="105749"/>
                  </a:lnTo>
                  <a:lnTo>
                    <a:pt x="568744" y="140733"/>
                  </a:lnTo>
                  <a:lnTo>
                    <a:pt x="592569" y="179631"/>
                  </a:lnTo>
                  <a:lnTo>
                    <a:pt x="612747" y="222050"/>
                  </a:lnTo>
                  <a:lnTo>
                    <a:pt x="628972" y="267599"/>
                  </a:lnTo>
                  <a:lnTo>
                    <a:pt x="640939" y="315885"/>
                  </a:lnTo>
                  <a:lnTo>
                    <a:pt x="648343" y="366516"/>
                  </a:lnTo>
                  <a:lnTo>
                    <a:pt x="650879" y="419099"/>
                  </a:lnTo>
                  <a:lnTo>
                    <a:pt x="648343" y="471659"/>
                  </a:lnTo>
                  <a:lnTo>
                    <a:pt x="640939" y="522274"/>
                  </a:lnTo>
                  <a:lnTo>
                    <a:pt x="628972" y="570550"/>
                  </a:lnTo>
                  <a:lnTo>
                    <a:pt x="612747" y="616095"/>
                  </a:lnTo>
                  <a:lnTo>
                    <a:pt x="592569" y="658515"/>
                  </a:lnTo>
                  <a:lnTo>
                    <a:pt x="568744" y="697417"/>
                  </a:lnTo>
                  <a:lnTo>
                    <a:pt x="541575" y="732408"/>
                  </a:lnTo>
                  <a:lnTo>
                    <a:pt x="511368" y="763095"/>
                  </a:lnTo>
                  <a:lnTo>
                    <a:pt x="478429" y="789084"/>
                  </a:lnTo>
                  <a:lnTo>
                    <a:pt x="443062" y="809982"/>
                  </a:lnTo>
                  <a:lnTo>
                    <a:pt x="405572" y="825396"/>
                  </a:lnTo>
                  <a:lnTo>
                    <a:pt x="366264" y="834933"/>
                  </a:lnTo>
                  <a:lnTo>
                    <a:pt x="325444" y="838199"/>
                  </a:lnTo>
                  <a:lnTo>
                    <a:pt x="284621" y="834933"/>
                  </a:lnTo>
                  <a:lnTo>
                    <a:pt x="245311" y="825396"/>
                  </a:lnTo>
                  <a:lnTo>
                    <a:pt x="207819" y="809982"/>
                  </a:lnTo>
                  <a:lnTo>
                    <a:pt x="172451" y="789084"/>
                  </a:lnTo>
                  <a:lnTo>
                    <a:pt x="139511" y="763095"/>
                  </a:lnTo>
                  <a:lnTo>
                    <a:pt x="109303" y="732408"/>
                  </a:lnTo>
                  <a:lnTo>
                    <a:pt x="82134" y="697417"/>
                  </a:lnTo>
                  <a:lnTo>
                    <a:pt x="58308" y="658515"/>
                  </a:lnTo>
                  <a:lnTo>
                    <a:pt x="38130" y="616095"/>
                  </a:lnTo>
                  <a:lnTo>
                    <a:pt x="21906" y="570550"/>
                  </a:lnTo>
                  <a:lnTo>
                    <a:pt x="9939" y="522274"/>
                  </a:lnTo>
                  <a:lnTo>
                    <a:pt x="2535" y="471659"/>
                  </a:lnTo>
                  <a:lnTo>
                    <a:pt x="0" y="419099"/>
                  </a:lnTo>
                  <a:close/>
                </a:path>
              </a:pathLst>
            </a:custGeom>
            <a:ln w="25399">
              <a:solidFill>
                <a:srgbClr val="000000"/>
              </a:solidFill>
            </a:ln>
          </p:spPr>
          <p:txBody>
            <a:bodyPr wrap="square" lIns="0" tIns="0" rIns="0" bIns="0" rtlCol="0"/>
            <a:lstStyle/>
            <a:p>
              <a:endParaRPr/>
            </a:p>
          </p:txBody>
        </p:sp>
        <p:sp>
          <p:nvSpPr>
            <p:cNvPr id="11" name="object 11"/>
            <p:cNvSpPr/>
            <p:nvPr/>
          </p:nvSpPr>
          <p:spPr>
            <a:xfrm>
              <a:off x="504824" y="3857625"/>
              <a:ext cx="643255" cy="827405"/>
            </a:xfrm>
            <a:custGeom>
              <a:avLst/>
              <a:gdLst/>
              <a:ahLst/>
              <a:cxnLst/>
              <a:rect l="l" t="t" r="r" b="b"/>
              <a:pathLst>
                <a:path w="643255" h="827404">
                  <a:moveTo>
                    <a:pt x="321481" y="0"/>
                  </a:moveTo>
                  <a:lnTo>
                    <a:pt x="281156" y="3222"/>
                  </a:lnTo>
                  <a:lnTo>
                    <a:pt x="242325" y="12630"/>
                  </a:lnTo>
                  <a:lnTo>
                    <a:pt x="205290" y="27837"/>
                  </a:lnTo>
                  <a:lnTo>
                    <a:pt x="170353" y="48455"/>
                  </a:lnTo>
                  <a:lnTo>
                    <a:pt x="137813" y="74096"/>
                  </a:lnTo>
                  <a:lnTo>
                    <a:pt x="107974" y="104371"/>
                  </a:lnTo>
                  <a:lnTo>
                    <a:pt x="81135" y="138895"/>
                  </a:lnTo>
                  <a:lnTo>
                    <a:pt x="57599" y="177277"/>
                  </a:lnTo>
                  <a:lnTo>
                    <a:pt x="37667" y="219132"/>
                  </a:lnTo>
                  <a:lnTo>
                    <a:pt x="21639" y="264071"/>
                  </a:lnTo>
                  <a:lnTo>
                    <a:pt x="9818" y="311707"/>
                  </a:lnTo>
                  <a:lnTo>
                    <a:pt x="2504" y="361651"/>
                  </a:lnTo>
                  <a:lnTo>
                    <a:pt x="0" y="413516"/>
                  </a:lnTo>
                  <a:lnTo>
                    <a:pt x="2504" y="465404"/>
                  </a:lnTo>
                  <a:lnTo>
                    <a:pt x="9818" y="515363"/>
                  </a:lnTo>
                  <a:lnTo>
                    <a:pt x="21639" y="563007"/>
                  </a:lnTo>
                  <a:lnTo>
                    <a:pt x="37667" y="607949"/>
                  </a:lnTo>
                  <a:lnTo>
                    <a:pt x="57599" y="649802"/>
                  </a:lnTo>
                  <a:lnTo>
                    <a:pt x="81135" y="688179"/>
                  </a:lnTo>
                  <a:lnTo>
                    <a:pt x="107974" y="722694"/>
                  </a:lnTo>
                  <a:lnTo>
                    <a:pt x="137813" y="752960"/>
                  </a:lnTo>
                  <a:lnTo>
                    <a:pt x="170353" y="778590"/>
                  </a:lnTo>
                  <a:lnTo>
                    <a:pt x="205290" y="799198"/>
                  </a:lnTo>
                  <a:lnTo>
                    <a:pt x="242325" y="814396"/>
                  </a:lnTo>
                  <a:lnTo>
                    <a:pt x="281156" y="823799"/>
                  </a:lnTo>
                  <a:lnTo>
                    <a:pt x="321481" y="827019"/>
                  </a:lnTo>
                  <a:lnTo>
                    <a:pt x="361801" y="823799"/>
                  </a:lnTo>
                  <a:lnTo>
                    <a:pt x="400628" y="814396"/>
                  </a:lnTo>
                  <a:lnTo>
                    <a:pt x="437659" y="799198"/>
                  </a:lnTo>
                  <a:lnTo>
                    <a:pt x="472594" y="778590"/>
                  </a:lnTo>
                  <a:lnTo>
                    <a:pt x="505130" y="752960"/>
                  </a:lnTo>
                  <a:lnTo>
                    <a:pt x="534968" y="722694"/>
                  </a:lnTo>
                  <a:lnTo>
                    <a:pt x="561805" y="688179"/>
                  </a:lnTo>
                  <a:lnTo>
                    <a:pt x="585340" y="649802"/>
                  </a:lnTo>
                  <a:lnTo>
                    <a:pt x="605272" y="607949"/>
                  </a:lnTo>
                  <a:lnTo>
                    <a:pt x="621299" y="563007"/>
                  </a:lnTo>
                  <a:lnTo>
                    <a:pt x="633120" y="515363"/>
                  </a:lnTo>
                  <a:lnTo>
                    <a:pt x="640434" y="465404"/>
                  </a:lnTo>
                  <a:lnTo>
                    <a:pt x="642939" y="413516"/>
                  </a:lnTo>
                  <a:lnTo>
                    <a:pt x="640434" y="361651"/>
                  </a:lnTo>
                  <a:lnTo>
                    <a:pt x="633120" y="311707"/>
                  </a:lnTo>
                  <a:lnTo>
                    <a:pt x="621299" y="264071"/>
                  </a:lnTo>
                  <a:lnTo>
                    <a:pt x="605272" y="219132"/>
                  </a:lnTo>
                  <a:lnTo>
                    <a:pt x="585340" y="177277"/>
                  </a:lnTo>
                  <a:lnTo>
                    <a:pt x="561805" y="138895"/>
                  </a:lnTo>
                  <a:lnTo>
                    <a:pt x="534968" y="104371"/>
                  </a:lnTo>
                  <a:lnTo>
                    <a:pt x="505130" y="74096"/>
                  </a:lnTo>
                  <a:lnTo>
                    <a:pt x="472594" y="48455"/>
                  </a:lnTo>
                  <a:lnTo>
                    <a:pt x="437659" y="27837"/>
                  </a:lnTo>
                  <a:lnTo>
                    <a:pt x="400628" y="12630"/>
                  </a:lnTo>
                  <a:lnTo>
                    <a:pt x="361801" y="3222"/>
                  </a:lnTo>
                  <a:lnTo>
                    <a:pt x="321481" y="0"/>
                  </a:lnTo>
                  <a:close/>
                </a:path>
              </a:pathLst>
            </a:custGeom>
            <a:solidFill>
              <a:srgbClr val="00AFF0"/>
            </a:solidFill>
          </p:spPr>
          <p:txBody>
            <a:bodyPr wrap="square" lIns="0" tIns="0" rIns="0" bIns="0" rtlCol="0"/>
            <a:lstStyle/>
            <a:p>
              <a:endParaRPr/>
            </a:p>
          </p:txBody>
        </p:sp>
        <p:sp>
          <p:nvSpPr>
            <p:cNvPr id="12" name="object 12"/>
            <p:cNvSpPr/>
            <p:nvPr/>
          </p:nvSpPr>
          <p:spPr>
            <a:xfrm>
              <a:off x="504824" y="3857625"/>
              <a:ext cx="643255" cy="827405"/>
            </a:xfrm>
            <a:custGeom>
              <a:avLst/>
              <a:gdLst/>
              <a:ahLst/>
              <a:cxnLst/>
              <a:rect l="l" t="t" r="r" b="b"/>
              <a:pathLst>
                <a:path w="643255" h="827404">
                  <a:moveTo>
                    <a:pt x="0" y="413516"/>
                  </a:moveTo>
                  <a:lnTo>
                    <a:pt x="2504" y="361651"/>
                  </a:lnTo>
                  <a:lnTo>
                    <a:pt x="9818" y="311707"/>
                  </a:lnTo>
                  <a:lnTo>
                    <a:pt x="21639" y="264071"/>
                  </a:lnTo>
                  <a:lnTo>
                    <a:pt x="37667" y="219132"/>
                  </a:lnTo>
                  <a:lnTo>
                    <a:pt x="57599" y="177277"/>
                  </a:lnTo>
                  <a:lnTo>
                    <a:pt x="81135" y="138895"/>
                  </a:lnTo>
                  <a:lnTo>
                    <a:pt x="107974" y="104371"/>
                  </a:lnTo>
                  <a:lnTo>
                    <a:pt x="137813" y="74096"/>
                  </a:lnTo>
                  <a:lnTo>
                    <a:pt x="170353" y="48455"/>
                  </a:lnTo>
                  <a:lnTo>
                    <a:pt x="205290" y="27837"/>
                  </a:lnTo>
                  <a:lnTo>
                    <a:pt x="242325" y="12630"/>
                  </a:lnTo>
                  <a:lnTo>
                    <a:pt x="281156" y="3222"/>
                  </a:lnTo>
                  <a:lnTo>
                    <a:pt x="321481" y="0"/>
                  </a:lnTo>
                  <a:lnTo>
                    <a:pt x="361801" y="3222"/>
                  </a:lnTo>
                  <a:lnTo>
                    <a:pt x="400628" y="12630"/>
                  </a:lnTo>
                  <a:lnTo>
                    <a:pt x="437659" y="27837"/>
                  </a:lnTo>
                  <a:lnTo>
                    <a:pt x="472594" y="48455"/>
                  </a:lnTo>
                  <a:lnTo>
                    <a:pt x="505130" y="74096"/>
                  </a:lnTo>
                  <a:lnTo>
                    <a:pt x="534968" y="104371"/>
                  </a:lnTo>
                  <a:lnTo>
                    <a:pt x="561805" y="138895"/>
                  </a:lnTo>
                  <a:lnTo>
                    <a:pt x="585340" y="177277"/>
                  </a:lnTo>
                  <a:lnTo>
                    <a:pt x="605272" y="219132"/>
                  </a:lnTo>
                  <a:lnTo>
                    <a:pt x="621299" y="264071"/>
                  </a:lnTo>
                  <a:lnTo>
                    <a:pt x="633120" y="311707"/>
                  </a:lnTo>
                  <a:lnTo>
                    <a:pt x="640434" y="361651"/>
                  </a:lnTo>
                  <a:lnTo>
                    <a:pt x="642939" y="413516"/>
                  </a:lnTo>
                  <a:lnTo>
                    <a:pt x="640434" y="465404"/>
                  </a:lnTo>
                  <a:lnTo>
                    <a:pt x="633120" y="515363"/>
                  </a:lnTo>
                  <a:lnTo>
                    <a:pt x="621299" y="563007"/>
                  </a:lnTo>
                  <a:lnTo>
                    <a:pt x="605272" y="607949"/>
                  </a:lnTo>
                  <a:lnTo>
                    <a:pt x="585340" y="649802"/>
                  </a:lnTo>
                  <a:lnTo>
                    <a:pt x="561805" y="688179"/>
                  </a:lnTo>
                  <a:lnTo>
                    <a:pt x="534968" y="722694"/>
                  </a:lnTo>
                  <a:lnTo>
                    <a:pt x="505130" y="752960"/>
                  </a:lnTo>
                  <a:lnTo>
                    <a:pt x="472594" y="778590"/>
                  </a:lnTo>
                  <a:lnTo>
                    <a:pt x="437659" y="799198"/>
                  </a:lnTo>
                  <a:lnTo>
                    <a:pt x="400628" y="814396"/>
                  </a:lnTo>
                  <a:lnTo>
                    <a:pt x="361801" y="823799"/>
                  </a:lnTo>
                  <a:lnTo>
                    <a:pt x="321481" y="827019"/>
                  </a:lnTo>
                  <a:lnTo>
                    <a:pt x="281156" y="823799"/>
                  </a:lnTo>
                  <a:lnTo>
                    <a:pt x="242325" y="814396"/>
                  </a:lnTo>
                  <a:lnTo>
                    <a:pt x="205290" y="799198"/>
                  </a:lnTo>
                  <a:lnTo>
                    <a:pt x="170353" y="778590"/>
                  </a:lnTo>
                  <a:lnTo>
                    <a:pt x="137813" y="752960"/>
                  </a:lnTo>
                  <a:lnTo>
                    <a:pt x="107974" y="722694"/>
                  </a:lnTo>
                  <a:lnTo>
                    <a:pt x="81135" y="688179"/>
                  </a:lnTo>
                  <a:lnTo>
                    <a:pt x="57599" y="649802"/>
                  </a:lnTo>
                  <a:lnTo>
                    <a:pt x="37667" y="607949"/>
                  </a:lnTo>
                  <a:lnTo>
                    <a:pt x="21639" y="563007"/>
                  </a:lnTo>
                  <a:lnTo>
                    <a:pt x="9818" y="515363"/>
                  </a:lnTo>
                  <a:lnTo>
                    <a:pt x="2504" y="465404"/>
                  </a:lnTo>
                  <a:lnTo>
                    <a:pt x="0" y="413516"/>
                  </a:lnTo>
                  <a:close/>
                </a:path>
              </a:pathLst>
            </a:custGeom>
            <a:ln w="25399">
              <a:solidFill>
                <a:srgbClr val="000000"/>
              </a:solidFill>
            </a:ln>
          </p:spPr>
          <p:txBody>
            <a:bodyPr wrap="square" lIns="0" tIns="0" rIns="0" bIns="0" rtlCol="0"/>
            <a:lstStyle/>
            <a:p>
              <a:endParaRPr/>
            </a:p>
          </p:txBody>
        </p:sp>
        <p:sp>
          <p:nvSpPr>
            <p:cNvPr id="13" name="object 13"/>
            <p:cNvSpPr/>
            <p:nvPr/>
          </p:nvSpPr>
          <p:spPr>
            <a:xfrm>
              <a:off x="487359" y="4783205"/>
              <a:ext cx="643255" cy="827405"/>
            </a:xfrm>
            <a:custGeom>
              <a:avLst/>
              <a:gdLst/>
              <a:ahLst/>
              <a:cxnLst/>
              <a:rect l="l" t="t" r="r" b="b"/>
              <a:pathLst>
                <a:path w="643255" h="827404">
                  <a:moveTo>
                    <a:pt x="321478" y="0"/>
                  </a:moveTo>
                  <a:lnTo>
                    <a:pt x="281153" y="3220"/>
                  </a:lnTo>
                  <a:lnTo>
                    <a:pt x="242322" y="12622"/>
                  </a:lnTo>
                  <a:lnTo>
                    <a:pt x="205288" y="27821"/>
                  </a:lnTo>
                  <a:lnTo>
                    <a:pt x="170350" y="48429"/>
                  </a:lnTo>
                  <a:lnTo>
                    <a:pt x="137811" y="74059"/>
                  </a:lnTo>
                  <a:lnTo>
                    <a:pt x="107972" y="104325"/>
                  </a:lnTo>
                  <a:lnTo>
                    <a:pt x="81134" y="138840"/>
                  </a:lnTo>
                  <a:lnTo>
                    <a:pt x="57598" y="177217"/>
                  </a:lnTo>
                  <a:lnTo>
                    <a:pt x="37666" y="219070"/>
                  </a:lnTo>
                  <a:lnTo>
                    <a:pt x="21639" y="264012"/>
                  </a:lnTo>
                  <a:lnTo>
                    <a:pt x="9818" y="311656"/>
                  </a:lnTo>
                  <a:lnTo>
                    <a:pt x="2504" y="361615"/>
                  </a:lnTo>
                  <a:lnTo>
                    <a:pt x="0" y="413503"/>
                  </a:lnTo>
                  <a:lnTo>
                    <a:pt x="2504" y="465368"/>
                  </a:lnTo>
                  <a:lnTo>
                    <a:pt x="9818" y="515312"/>
                  </a:lnTo>
                  <a:lnTo>
                    <a:pt x="21639" y="562948"/>
                  </a:lnTo>
                  <a:lnTo>
                    <a:pt x="37666" y="607887"/>
                  </a:lnTo>
                  <a:lnTo>
                    <a:pt x="57598" y="649742"/>
                  </a:lnTo>
                  <a:lnTo>
                    <a:pt x="81134" y="688124"/>
                  </a:lnTo>
                  <a:lnTo>
                    <a:pt x="107972" y="722648"/>
                  </a:lnTo>
                  <a:lnTo>
                    <a:pt x="137811" y="752923"/>
                  </a:lnTo>
                  <a:lnTo>
                    <a:pt x="170350" y="778564"/>
                  </a:lnTo>
                  <a:lnTo>
                    <a:pt x="205288" y="799182"/>
                  </a:lnTo>
                  <a:lnTo>
                    <a:pt x="242322" y="814389"/>
                  </a:lnTo>
                  <a:lnTo>
                    <a:pt x="281153" y="823797"/>
                  </a:lnTo>
                  <a:lnTo>
                    <a:pt x="321478" y="827019"/>
                  </a:lnTo>
                  <a:lnTo>
                    <a:pt x="361801" y="823797"/>
                  </a:lnTo>
                  <a:lnTo>
                    <a:pt x="400629" y="814389"/>
                  </a:lnTo>
                  <a:lnTo>
                    <a:pt x="437661" y="799182"/>
                  </a:lnTo>
                  <a:lnTo>
                    <a:pt x="472596" y="778564"/>
                  </a:lnTo>
                  <a:lnTo>
                    <a:pt x="505133" y="752923"/>
                  </a:lnTo>
                  <a:lnTo>
                    <a:pt x="534970" y="722648"/>
                  </a:lnTo>
                  <a:lnTo>
                    <a:pt x="561806" y="688124"/>
                  </a:lnTo>
                  <a:lnTo>
                    <a:pt x="585340" y="649742"/>
                  </a:lnTo>
                  <a:lnTo>
                    <a:pt x="605271" y="607887"/>
                  </a:lnTo>
                  <a:lnTo>
                    <a:pt x="621297" y="562948"/>
                  </a:lnTo>
                  <a:lnTo>
                    <a:pt x="633118" y="515312"/>
                  </a:lnTo>
                  <a:lnTo>
                    <a:pt x="640431" y="465368"/>
                  </a:lnTo>
                  <a:lnTo>
                    <a:pt x="642935" y="413503"/>
                  </a:lnTo>
                  <a:lnTo>
                    <a:pt x="640431" y="361615"/>
                  </a:lnTo>
                  <a:lnTo>
                    <a:pt x="633118" y="311656"/>
                  </a:lnTo>
                  <a:lnTo>
                    <a:pt x="621297" y="264012"/>
                  </a:lnTo>
                  <a:lnTo>
                    <a:pt x="605271" y="219070"/>
                  </a:lnTo>
                  <a:lnTo>
                    <a:pt x="585340" y="177217"/>
                  </a:lnTo>
                  <a:lnTo>
                    <a:pt x="561806" y="138840"/>
                  </a:lnTo>
                  <a:lnTo>
                    <a:pt x="534970" y="104325"/>
                  </a:lnTo>
                  <a:lnTo>
                    <a:pt x="505133" y="74059"/>
                  </a:lnTo>
                  <a:lnTo>
                    <a:pt x="472596" y="48429"/>
                  </a:lnTo>
                  <a:lnTo>
                    <a:pt x="437661" y="27821"/>
                  </a:lnTo>
                  <a:lnTo>
                    <a:pt x="400629" y="12622"/>
                  </a:lnTo>
                  <a:lnTo>
                    <a:pt x="361801" y="3220"/>
                  </a:lnTo>
                  <a:lnTo>
                    <a:pt x="321478" y="0"/>
                  </a:lnTo>
                  <a:close/>
                </a:path>
              </a:pathLst>
            </a:custGeom>
            <a:solidFill>
              <a:srgbClr val="00AFF0"/>
            </a:solidFill>
          </p:spPr>
          <p:txBody>
            <a:bodyPr wrap="square" lIns="0" tIns="0" rIns="0" bIns="0" rtlCol="0"/>
            <a:lstStyle/>
            <a:p>
              <a:endParaRPr/>
            </a:p>
          </p:txBody>
        </p:sp>
        <p:sp>
          <p:nvSpPr>
            <p:cNvPr id="14" name="object 14"/>
            <p:cNvSpPr/>
            <p:nvPr/>
          </p:nvSpPr>
          <p:spPr>
            <a:xfrm>
              <a:off x="487359" y="4783205"/>
              <a:ext cx="643255" cy="827405"/>
            </a:xfrm>
            <a:custGeom>
              <a:avLst/>
              <a:gdLst/>
              <a:ahLst/>
              <a:cxnLst/>
              <a:rect l="l" t="t" r="r" b="b"/>
              <a:pathLst>
                <a:path w="643255" h="827404">
                  <a:moveTo>
                    <a:pt x="0" y="413503"/>
                  </a:moveTo>
                  <a:lnTo>
                    <a:pt x="2504" y="361615"/>
                  </a:lnTo>
                  <a:lnTo>
                    <a:pt x="9818" y="311656"/>
                  </a:lnTo>
                  <a:lnTo>
                    <a:pt x="21639" y="264012"/>
                  </a:lnTo>
                  <a:lnTo>
                    <a:pt x="37666" y="219070"/>
                  </a:lnTo>
                  <a:lnTo>
                    <a:pt x="57598" y="177217"/>
                  </a:lnTo>
                  <a:lnTo>
                    <a:pt x="81134" y="138840"/>
                  </a:lnTo>
                  <a:lnTo>
                    <a:pt x="107972" y="104325"/>
                  </a:lnTo>
                  <a:lnTo>
                    <a:pt x="137811" y="74059"/>
                  </a:lnTo>
                  <a:lnTo>
                    <a:pt x="170350" y="48429"/>
                  </a:lnTo>
                  <a:lnTo>
                    <a:pt x="205288" y="27821"/>
                  </a:lnTo>
                  <a:lnTo>
                    <a:pt x="242322" y="12622"/>
                  </a:lnTo>
                  <a:lnTo>
                    <a:pt x="281153" y="3220"/>
                  </a:lnTo>
                  <a:lnTo>
                    <a:pt x="321478" y="0"/>
                  </a:lnTo>
                  <a:lnTo>
                    <a:pt x="361801" y="3220"/>
                  </a:lnTo>
                  <a:lnTo>
                    <a:pt x="400629" y="12622"/>
                  </a:lnTo>
                  <a:lnTo>
                    <a:pt x="437661" y="27821"/>
                  </a:lnTo>
                  <a:lnTo>
                    <a:pt x="472596" y="48429"/>
                  </a:lnTo>
                  <a:lnTo>
                    <a:pt x="505133" y="74059"/>
                  </a:lnTo>
                  <a:lnTo>
                    <a:pt x="534970" y="104325"/>
                  </a:lnTo>
                  <a:lnTo>
                    <a:pt x="561806" y="138840"/>
                  </a:lnTo>
                  <a:lnTo>
                    <a:pt x="585340" y="177217"/>
                  </a:lnTo>
                  <a:lnTo>
                    <a:pt x="605271" y="219070"/>
                  </a:lnTo>
                  <a:lnTo>
                    <a:pt x="621297" y="264012"/>
                  </a:lnTo>
                  <a:lnTo>
                    <a:pt x="633118" y="311656"/>
                  </a:lnTo>
                  <a:lnTo>
                    <a:pt x="640431" y="361615"/>
                  </a:lnTo>
                  <a:lnTo>
                    <a:pt x="642935" y="413503"/>
                  </a:lnTo>
                  <a:lnTo>
                    <a:pt x="640431" y="465368"/>
                  </a:lnTo>
                  <a:lnTo>
                    <a:pt x="633118" y="515312"/>
                  </a:lnTo>
                  <a:lnTo>
                    <a:pt x="621297" y="562948"/>
                  </a:lnTo>
                  <a:lnTo>
                    <a:pt x="605271" y="607887"/>
                  </a:lnTo>
                  <a:lnTo>
                    <a:pt x="585340" y="649742"/>
                  </a:lnTo>
                  <a:lnTo>
                    <a:pt x="561806" y="688124"/>
                  </a:lnTo>
                  <a:lnTo>
                    <a:pt x="534970" y="722648"/>
                  </a:lnTo>
                  <a:lnTo>
                    <a:pt x="505133" y="752923"/>
                  </a:lnTo>
                  <a:lnTo>
                    <a:pt x="472596" y="778564"/>
                  </a:lnTo>
                  <a:lnTo>
                    <a:pt x="437661" y="799182"/>
                  </a:lnTo>
                  <a:lnTo>
                    <a:pt x="400629" y="814389"/>
                  </a:lnTo>
                  <a:lnTo>
                    <a:pt x="361801" y="823797"/>
                  </a:lnTo>
                  <a:lnTo>
                    <a:pt x="321478" y="827019"/>
                  </a:lnTo>
                  <a:lnTo>
                    <a:pt x="281153" y="823797"/>
                  </a:lnTo>
                  <a:lnTo>
                    <a:pt x="242322" y="814389"/>
                  </a:lnTo>
                  <a:lnTo>
                    <a:pt x="205288" y="799182"/>
                  </a:lnTo>
                  <a:lnTo>
                    <a:pt x="170350" y="778564"/>
                  </a:lnTo>
                  <a:lnTo>
                    <a:pt x="137811" y="752923"/>
                  </a:lnTo>
                  <a:lnTo>
                    <a:pt x="107972" y="722648"/>
                  </a:lnTo>
                  <a:lnTo>
                    <a:pt x="81134" y="688124"/>
                  </a:lnTo>
                  <a:lnTo>
                    <a:pt x="57598" y="649742"/>
                  </a:lnTo>
                  <a:lnTo>
                    <a:pt x="37666" y="607887"/>
                  </a:lnTo>
                  <a:lnTo>
                    <a:pt x="21639" y="562948"/>
                  </a:lnTo>
                  <a:lnTo>
                    <a:pt x="9818" y="515312"/>
                  </a:lnTo>
                  <a:lnTo>
                    <a:pt x="2504" y="465368"/>
                  </a:lnTo>
                  <a:lnTo>
                    <a:pt x="0" y="413503"/>
                  </a:lnTo>
                  <a:close/>
                </a:path>
              </a:pathLst>
            </a:custGeom>
            <a:ln w="25399">
              <a:solidFill>
                <a:srgbClr val="000000"/>
              </a:solidFill>
            </a:ln>
          </p:spPr>
          <p:txBody>
            <a:bodyPr wrap="square" lIns="0" tIns="0" rIns="0" bIns="0" rtlCol="0"/>
            <a:lstStyle/>
            <a:p>
              <a:endParaRPr/>
            </a:p>
          </p:txBody>
        </p:sp>
      </p:grpSp>
      <p:sp>
        <p:nvSpPr>
          <p:cNvPr id="15" name="object 15"/>
          <p:cNvSpPr txBox="1"/>
          <p:nvPr/>
        </p:nvSpPr>
        <p:spPr>
          <a:xfrm>
            <a:off x="566110" y="2776166"/>
            <a:ext cx="504190" cy="2890520"/>
          </a:xfrm>
          <a:prstGeom prst="rect">
            <a:avLst/>
          </a:prstGeom>
        </p:spPr>
        <p:txBody>
          <a:bodyPr vert="horz" wrap="square" lIns="0" tIns="89535" rIns="0" bIns="0" rtlCol="0">
            <a:spAutoFit/>
          </a:bodyPr>
          <a:lstStyle/>
          <a:p>
            <a:pPr marL="12700" marR="5080" indent="3810" algn="just">
              <a:lnSpc>
                <a:spcPct val="92400"/>
              </a:lnSpc>
              <a:spcBef>
                <a:spcPts val="705"/>
              </a:spcBef>
            </a:pPr>
            <a:r>
              <a:rPr sz="6600" b="1" spc="-335" dirty="0">
                <a:solidFill>
                  <a:srgbClr val="0D0D0D"/>
                </a:solidFill>
                <a:latin typeface="Courier New"/>
                <a:cs typeface="Courier New"/>
              </a:rPr>
              <a:t>B </a:t>
            </a:r>
            <a:r>
              <a:rPr sz="6600" spc="-140" dirty="0">
                <a:solidFill>
                  <a:srgbClr val="0D0D0D"/>
                </a:solidFill>
                <a:latin typeface="Times New Roman"/>
                <a:cs typeface="Times New Roman"/>
              </a:rPr>
              <a:t> </a:t>
            </a:r>
            <a:r>
              <a:rPr sz="6600" b="1" spc="-335" dirty="0">
                <a:solidFill>
                  <a:srgbClr val="0D0D0D"/>
                </a:solidFill>
                <a:latin typeface="Courier New"/>
                <a:cs typeface="Courier New"/>
              </a:rPr>
              <a:t>C  D</a:t>
            </a:r>
            <a:endParaRPr sz="6600">
              <a:latin typeface="Courier New"/>
              <a:cs typeface="Courier New"/>
            </a:endParaRPr>
          </a:p>
        </p:txBody>
      </p:sp>
      <p:grpSp>
        <p:nvGrpSpPr>
          <p:cNvPr id="16" name="object 16"/>
          <p:cNvGrpSpPr/>
          <p:nvPr/>
        </p:nvGrpSpPr>
        <p:grpSpPr>
          <a:xfrm>
            <a:off x="5637276" y="1700274"/>
            <a:ext cx="3507104" cy="5158105"/>
            <a:chOff x="5637276" y="1700274"/>
            <a:chExt cx="3507104" cy="5158105"/>
          </a:xfrm>
        </p:grpSpPr>
        <p:sp>
          <p:nvSpPr>
            <p:cNvPr id="17" name="object 17"/>
            <p:cNvSpPr/>
            <p:nvPr/>
          </p:nvSpPr>
          <p:spPr>
            <a:xfrm>
              <a:off x="6729984" y="5202935"/>
              <a:ext cx="2218944" cy="1345692"/>
            </a:xfrm>
            <a:prstGeom prst="rect">
              <a:avLst/>
            </a:prstGeom>
            <a:blipFill>
              <a:blip r:embed="rId2" cstate="print"/>
              <a:stretch>
                <a:fillRect/>
              </a:stretch>
            </a:blipFill>
          </p:spPr>
          <p:txBody>
            <a:bodyPr wrap="square" lIns="0" tIns="0" rIns="0" bIns="0" rtlCol="0"/>
            <a:lstStyle/>
            <a:p>
              <a:endParaRPr/>
            </a:p>
          </p:txBody>
        </p:sp>
        <p:sp>
          <p:nvSpPr>
            <p:cNvPr id="18" name="object 18"/>
            <p:cNvSpPr/>
            <p:nvPr/>
          </p:nvSpPr>
          <p:spPr>
            <a:xfrm>
              <a:off x="6473952" y="4546090"/>
              <a:ext cx="2670047" cy="2311908"/>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6810115" y="5263133"/>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58"/>
                  </a:lnTo>
                  <a:lnTo>
                    <a:pt x="18279" y="1042001"/>
                  </a:lnTo>
                  <a:lnTo>
                    <a:pt x="39723" y="1081495"/>
                  </a:lnTo>
                  <a:lnTo>
                    <a:pt x="68122" y="1115905"/>
                  </a:lnTo>
                  <a:lnTo>
                    <a:pt x="102539" y="1144296"/>
                  </a:lnTo>
                  <a:lnTo>
                    <a:pt x="142037" y="1165733"/>
                  </a:lnTo>
                  <a:lnTo>
                    <a:pt x="185680" y="1179281"/>
                  </a:lnTo>
                  <a:lnTo>
                    <a:pt x="232531" y="1184004"/>
                  </a:lnTo>
                  <a:lnTo>
                    <a:pt x="1824868" y="1184004"/>
                  </a:lnTo>
                  <a:lnTo>
                    <a:pt x="1871763" y="1179281"/>
                  </a:lnTo>
                  <a:lnTo>
                    <a:pt x="1915426" y="1165733"/>
                  </a:lnTo>
                  <a:lnTo>
                    <a:pt x="1954927" y="1144296"/>
                  </a:lnTo>
                  <a:lnTo>
                    <a:pt x="1989334" y="1115905"/>
                  </a:lnTo>
                  <a:lnTo>
                    <a:pt x="2017716" y="1081495"/>
                  </a:lnTo>
                  <a:lnTo>
                    <a:pt x="2039141" y="1042001"/>
                  </a:lnTo>
                  <a:lnTo>
                    <a:pt x="2052680" y="998358"/>
                  </a:lnTo>
                  <a:lnTo>
                    <a:pt x="2057399" y="951500"/>
                  </a:lnTo>
                  <a:lnTo>
                    <a:pt x="2057399" y="232541"/>
                  </a:lnTo>
                  <a:lnTo>
                    <a:pt x="2052680" y="185685"/>
                  </a:lnTo>
                  <a:lnTo>
                    <a:pt x="2039141" y="142039"/>
                  </a:lnTo>
                  <a:lnTo>
                    <a:pt x="2017716" y="102539"/>
                  </a:lnTo>
                  <a:lnTo>
                    <a:pt x="1989334" y="68121"/>
                  </a:lnTo>
                  <a:lnTo>
                    <a:pt x="1954927" y="39722"/>
                  </a:lnTo>
                  <a:lnTo>
                    <a:pt x="1915426" y="18278"/>
                  </a:lnTo>
                  <a:lnTo>
                    <a:pt x="1871763" y="4725"/>
                  </a:lnTo>
                  <a:lnTo>
                    <a:pt x="1824868" y="0"/>
                  </a:lnTo>
                  <a:close/>
                </a:path>
              </a:pathLst>
            </a:custGeom>
            <a:solidFill>
              <a:srgbClr val="252525"/>
            </a:solidFill>
          </p:spPr>
          <p:txBody>
            <a:bodyPr wrap="square" lIns="0" tIns="0" rIns="0" bIns="0" rtlCol="0"/>
            <a:lstStyle/>
            <a:p>
              <a:endParaRPr/>
            </a:p>
          </p:txBody>
        </p:sp>
        <p:sp>
          <p:nvSpPr>
            <p:cNvPr id="20" name="object 20"/>
            <p:cNvSpPr/>
            <p:nvPr/>
          </p:nvSpPr>
          <p:spPr>
            <a:xfrm>
              <a:off x="6810115" y="5263133"/>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63" y="4725"/>
                  </a:lnTo>
                  <a:lnTo>
                    <a:pt x="1915426" y="18278"/>
                  </a:lnTo>
                  <a:lnTo>
                    <a:pt x="1954927" y="39722"/>
                  </a:lnTo>
                  <a:lnTo>
                    <a:pt x="1989334" y="68121"/>
                  </a:lnTo>
                  <a:lnTo>
                    <a:pt x="2017716" y="102539"/>
                  </a:lnTo>
                  <a:lnTo>
                    <a:pt x="2039141" y="142039"/>
                  </a:lnTo>
                  <a:lnTo>
                    <a:pt x="2052680" y="185685"/>
                  </a:lnTo>
                  <a:lnTo>
                    <a:pt x="2057399" y="232541"/>
                  </a:lnTo>
                  <a:lnTo>
                    <a:pt x="2057399" y="951500"/>
                  </a:lnTo>
                  <a:lnTo>
                    <a:pt x="2052680" y="998358"/>
                  </a:lnTo>
                  <a:lnTo>
                    <a:pt x="2039141" y="1042001"/>
                  </a:lnTo>
                  <a:lnTo>
                    <a:pt x="2017716" y="1081495"/>
                  </a:lnTo>
                  <a:lnTo>
                    <a:pt x="1989334" y="1115905"/>
                  </a:lnTo>
                  <a:lnTo>
                    <a:pt x="1954927" y="1144296"/>
                  </a:lnTo>
                  <a:lnTo>
                    <a:pt x="1915426" y="1165733"/>
                  </a:lnTo>
                  <a:lnTo>
                    <a:pt x="1871763" y="1179281"/>
                  </a:lnTo>
                  <a:lnTo>
                    <a:pt x="1824868" y="1184004"/>
                  </a:lnTo>
                  <a:lnTo>
                    <a:pt x="232531" y="1184004"/>
                  </a:lnTo>
                  <a:lnTo>
                    <a:pt x="185680" y="1179281"/>
                  </a:lnTo>
                  <a:lnTo>
                    <a:pt x="142037" y="1165733"/>
                  </a:lnTo>
                  <a:lnTo>
                    <a:pt x="102539" y="1144296"/>
                  </a:lnTo>
                  <a:lnTo>
                    <a:pt x="68122" y="1115905"/>
                  </a:lnTo>
                  <a:lnTo>
                    <a:pt x="39723" y="1081495"/>
                  </a:lnTo>
                  <a:lnTo>
                    <a:pt x="18279" y="1042001"/>
                  </a:lnTo>
                  <a:lnTo>
                    <a:pt x="4725" y="998358"/>
                  </a:lnTo>
                  <a:lnTo>
                    <a:pt x="0" y="951500"/>
                  </a:lnTo>
                  <a:lnTo>
                    <a:pt x="0" y="232541"/>
                  </a:lnTo>
                  <a:close/>
                </a:path>
              </a:pathLst>
            </a:custGeom>
            <a:ln w="76199">
              <a:solidFill>
                <a:srgbClr val="00AF50"/>
              </a:solidFill>
            </a:ln>
          </p:spPr>
          <p:txBody>
            <a:bodyPr wrap="square" lIns="0" tIns="0" rIns="0" bIns="0" rtlCol="0"/>
            <a:lstStyle/>
            <a:p>
              <a:endParaRPr/>
            </a:p>
          </p:txBody>
        </p:sp>
        <p:sp>
          <p:nvSpPr>
            <p:cNvPr id="21" name="object 21"/>
            <p:cNvSpPr/>
            <p:nvPr/>
          </p:nvSpPr>
          <p:spPr>
            <a:xfrm>
              <a:off x="6515100" y="4567427"/>
              <a:ext cx="2628900" cy="1839468"/>
            </a:xfrm>
            <a:prstGeom prst="rect">
              <a:avLst/>
            </a:prstGeom>
            <a:blipFill>
              <a:blip r:embed="rId4" cstate="print"/>
              <a:stretch>
                <a:fillRect/>
              </a:stretch>
            </a:blipFill>
          </p:spPr>
          <p:txBody>
            <a:bodyPr wrap="square" lIns="0" tIns="0" rIns="0" bIns="0" rtlCol="0"/>
            <a:lstStyle/>
            <a:p>
              <a:endParaRPr/>
            </a:p>
          </p:txBody>
        </p:sp>
        <p:sp>
          <p:nvSpPr>
            <p:cNvPr id="22" name="object 22"/>
            <p:cNvSpPr/>
            <p:nvPr/>
          </p:nvSpPr>
          <p:spPr>
            <a:xfrm>
              <a:off x="7054596" y="5573267"/>
              <a:ext cx="1600200" cy="1284732"/>
            </a:xfrm>
            <a:prstGeom prst="rect">
              <a:avLst/>
            </a:prstGeom>
            <a:blipFill>
              <a:blip r:embed="rId5" cstate="print"/>
              <a:stretch>
                <a:fillRect/>
              </a:stretch>
            </a:blipFill>
          </p:spPr>
          <p:txBody>
            <a:bodyPr wrap="square" lIns="0" tIns="0" rIns="0" bIns="0" rtlCol="0"/>
            <a:lstStyle/>
            <a:p>
              <a:endParaRPr/>
            </a:p>
          </p:txBody>
        </p:sp>
        <p:sp>
          <p:nvSpPr>
            <p:cNvPr id="23" name="object 23"/>
            <p:cNvSpPr/>
            <p:nvPr/>
          </p:nvSpPr>
          <p:spPr>
            <a:xfrm>
              <a:off x="7078858" y="5061834"/>
              <a:ext cx="1527810" cy="607060"/>
            </a:xfrm>
            <a:custGeom>
              <a:avLst/>
              <a:gdLst/>
              <a:ahLst/>
              <a:cxnLst/>
              <a:rect l="l" t="t" r="r" b="b"/>
              <a:pathLst>
                <a:path w="1527809" h="607060">
                  <a:moveTo>
                    <a:pt x="1246997" y="0"/>
                  </a:moveTo>
                  <a:lnTo>
                    <a:pt x="1195905" y="3431"/>
                  </a:lnTo>
                  <a:lnTo>
                    <a:pt x="1148994" y="13732"/>
                  </a:lnTo>
                  <a:lnTo>
                    <a:pt x="1106269" y="30917"/>
                  </a:lnTo>
                  <a:lnTo>
                    <a:pt x="1067734" y="54998"/>
                  </a:lnTo>
                  <a:lnTo>
                    <a:pt x="1033393" y="85987"/>
                  </a:lnTo>
                  <a:lnTo>
                    <a:pt x="1004383" y="122481"/>
                  </a:lnTo>
                  <a:lnTo>
                    <a:pt x="981804" y="163239"/>
                  </a:lnTo>
                  <a:lnTo>
                    <a:pt x="965665" y="208253"/>
                  </a:lnTo>
                  <a:lnTo>
                    <a:pt x="955975" y="257518"/>
                  </a:lnTo>
                  <a:lnTo>
                    <a:pt x="952743" y="311027"/>
                  </a:lnTo>
                  <a:lnTo>
                    <a:pt x="955915" y="361760"/>
                  </a:lnTo>
                  <a:lnTo>
                    <a:pt x="965434" y="408507"/>
                  </a:lnTo>
                  <a:lnTo>
                    <a:pt x="981303" y="451275"/>
                  </a:lnTo>
                  <a:lnTo>
                    <a:pt x="1003528" y="490070"/>
                  </a:lnTo>
                  <a:lnTo>
                    <a:pt x="1032113" y="524899"/>
                  </a:lnTo>
                  <a:lnTo>
                    <a:pt x="1065757" y="554429"/>
                  </a:lnTo>
                  <a:lnTo>
                    <a:pt x="1103122" y="577398"/>
                  </a:lnTo>
                  <a:lnTo>
                    <a:pt x="1144216" y="593806"/>
                  </a:lnTo>
                  <a:lnTo>
                    <a:pt x="1189043" y="603651"/>
                  </a:lnTo>
                  <a:lnTo>
                    <a:pt x="1237609" y="606933"/>
                  </a:lnTo>
                  <a:lnTo>
                    <a:pt x="1287384" y="603544"/>
                  </a:lnTo>
                  <a:lnTo>
                    <a:pt x="1333240" y="593378"/>
                  </a:lnTo>
                  <a:lnTo>
                    <a:pt x="1375189" y="576436"/>
                  </a:lnTo>
                  <a:lnTo>
                    <a:pt x="1413240" y="552720"/>
                  </a:lnTo>
                  <a:lnTo>
                    <a:pt x="1447403" y="522232"/>
                  </a:lnTo>
                  <a:lnTo>
                    <a:pt x="1471071" y="492764"/>
                  </a:lnTo>
                  <a:lnTo>
                    <a:pt x="1240017" y="492764"/>
                  </a:lnTo>
                  <a:lnTo>
                    <a:pt x="1208463" y="489594"/>
                  </a:lnTo>
                  <a:lnTo>
                    <a:pt x="1154888" y="464203"/>
                  </a:lnTo>
                  <a:lnTo>
                    <a:pt x="1114937" y="414340"/>
                  </a:lnTo>
                  <a:lnTo>
                    <a:pt x="1094496" y="345380"/>
                  </a:lnTo>
                  <a:lnTo>
                    <a:pt x="1091946" y="304038"/>
                  </a:lnTo>
                  <a:lnTo>
                    <a:pt x="1094496" y="263184"/>
                  </a:lnTo>
                  <a:lnTo>
                    <a:pt x="1114937" y="194139"/>
                  </a:lnTo>
                  <a:lnTo>
                    <a:pt x="1155103" y="143159"/>
                  </a:lnTo>
                  <a:lnTo>
                    <a:pt x="1210354" y="117061"/>
                  </a:lnTo>
                  <a:lnTo>
                    <a:pt x="1243340" y="113800"/>
                  </a:lnTo>
                  <a:lnTo>
                    <a:pt x="1475367" y="113800"/>
                  </a:lnTo>
                  <a:lnTo>
                    <a:pt x="1450207" y="82296"/>
                  </a:lnTo>
                  <a:lnTo>
                    <a:pt x="1417270" y="52669"/>
                  </a:lnTo>
                  <a:lnTo>
                    <a:pt x="1380486" y="29626"/>
                  </a:lnTo>
                  <a:lnTo>
                    <a:pt x="1339850" y="13167"/>
                  </a:lnTo>
                  <a:lnTo>
                    <a:pt x="1295355" y="3291"/>
                  </a:lnTo>
                  <a:lnTo>
                    <a:pt x="1246997" y="0"/>
                  </a:lnTo>
                  <a:close/>
                </a:path>
                <a:path w="1527809" h="607060">
                  <a:moveTo>
                    <a:pt x="1475367" y="113800"/>
                  </a:moveTo>
                  <a:lnTo>
                    <a:pt x="1243340" y="113800"/>
                  </a:lnTo>
                  <a:lnTo>
                    <a:pt x="1275340" y="116966"/>
                  </a:lnTo>
                  <a:lnTo>
                    <a:pt x="1303732" y="126465"/>
                  </a:lnTo>
                  <a:lnTo>
                    <a:pt x="1349745" y="164473"/>
                  </a:lnTo>
                  <a:lnTo>
                    <a:pt x="1378892" y="225385"/>
                  </a:lnTo>
                  <a:lnTo>
                    <a:pt x="1386179" y="263431"/>
                  </a:lnTo>
                  <a:lnTo>
                    <a:pt x="1388607" y="306586"/>
                  </a:lnTo>
                  <a:lnTo>
                    <a:pt x="1386108" y="347944"/>
                  </a:lnTo>
                  <a:lnTo>
                    <a:pt x="1366066" y="416417"/>
                  </a:lnTo>
                  <a:lnTo>
                    <a:pt x="1326707" y="465007"/>
                  </a:lnTo>
                  <a:lnTo>
                    <a:pt x="1272453" y="489671"/>
                  </a:lnTo>
                  <a:lnTo>
                    <a:pt x="1240017" y="492764"/>
                  </a:lnTo>
                  <a:lnTo>
                    <a:pt x="1471071" y="492764"/>
                  </a:lnTo>
                  <a:lnTo>
                    <a:pt x="1498868" y="445868"/>
                  </a:lnTo>
                  <a:lnTo>
                    <a:pt x="1514947" y="401271"/>
                  </a:lnTo>
                  <a:lnTo>
                    <a:pt x="1524594" y="352389"/>
                  </a:lnTo>
                  <a:lnTo>
                    <a:pt x="1527810" y="299216"/>
                  </a:lnTo>
                  <a:lnTo>
                    <a:pt x="1524702" y="247434"/>
                  </a:lnTo>
                  <a:lnTo>
                    <a:pt x="1515382" y="199839"/>
                  </a:lnTo>
                  <a:lnTo>
                    <a:pt x="1499855" y="156443"/>
                  </a:lnTo>
                  <a:lnTo>
                    <a:pt x="1478129" y="117258"/>
                  </a:lnTo>
                  <a:lnTo>
                    <a:pt x="1475367" y="113800"/>
                  </a:lnTo>
                  <a:close/>
                </a:path>
                <a:path w="1527809" h="607060">
                  <a:moveTo>
                    <a:pt x="743590" y="117479"/>
                  </a:moveTo>
                  <a:lnTo>
                    <a:pt x="611002" y="117479"/>
                  </a:lnTo>
                  <a:lnTo>
                    <a:pt x="611002" y="596706"/>
                  </a:lnTo>
                  <a:lnTo>
                    <a:pt x="743590" y="596706"/>
                  </a:lnTo>
                  <a:lnTo>
                    <a:pt x="743590" y="117479"/>
                  </a:lnTo>
                  <a:close/>
                </a:path>
                <a:path w="1527809" h="607060">
                  <a:moveTo>
                    <a:pt x="910955" y="9787"/>
                  </a:moveTo>
                  <a:lnTo>
                    <a:pt x="444367" y="9787"/>
                  </a:lnTo>
                  <a:lnTo>
                    <a:pt x="444367" y="117479"/>
                  </a:lnTo>
                  <a:lnTo>
                    <a:pt x="910955" y="117479"/>
                  </a:lnTo>
                  <a:lnTo>
                    <a:pt x="910955" y="9787"/>
                  </a:lnTo>
                  <a:close/>
                </a:path>
                <a:path w="1527809" h="607060">
                  <a:moveTo>
                    <a:pt x="2407" y="443234"/>
                  </a:moveTo>
                  <a:lnTo>
                    <a:pt x="2407" y="574179"/>
                  </a:lnTo>
                  <a:lnTo>
                    <a:pt x="19126" y="581861"/>
                  </a:lnTo>
                  <a:lnTo>
                    <a:pt x="56894" y="594140"/>
                  </a:lnTo>
                  <a:lnTo>
                    <a:pt x="100066" y="602327"/>
                  </a:lnTo>
                  <a:lnTo>
                    <a:pt x="145990" y="606421"/>
                  </a:lnTo>
                  <a:lnTo>
                    <a:pt x="169804" y="606933"/>
                  </a:lnTo>
                  <a:lnTo>
                    <a:pt x="193041" y="606370"/>
                  </a:lnTo>
                  <a:lnTo>
                    <a:pt x="237801" y="601870"/>
                  </a:lnTo>
                  <a:lnTo>
                    <a:pt x="279826" y="592701"/>
                  </a:lnTo>
                  <a:lnTo>
                    <a:pt x="316935" y="577860"/>
                  </a:lnTo>
                  <a:lnTo>
                    <a:pt x="362163" y="544410"/>
                  </a:lnTo>
                  <a:lnTo>
                    <a:pt x="389272" y="502920"/>
                  </a:lnTo>
                  <a:lnTo>
                    <a:pt x="164073" y="502920"/>
                  </a:lnTo>
                  <a:lnTo>
                    <a:pt x="142881" y="501991"/>
                  </a:lnTo>
                  <a:lnTo>
                    <a:pt x="100735" y="494561"/>
                  </a:lnTo>
                  <a:lnTo>
                    <a:pt x="59277" y="479632"/>
                  </a:lnTo>
                  <a:lnTo>
                    <a:pt x="20598" y="457242"/>
                  </a:lnTo>
                  <a:lnTo>
                    <a:pt x="2407" y="443234"/>
                  </a:lnTo>
                  <a:close/>
                </a:path>
                <a:path w="1527809" h="607060">
                  <a:moveTo>
                    <a:pt x="230367" y="0"/>
                  </a:moveTo>
                  <a:lnTo>
                    <a:pt x="184937" y="2495"/>
                  </a:lnTo>
                  <a:lnTo>
                    <a:pt x="141975" y="10037"/>
                  </a:lnTo>
                  <a:lnTo>
                    <a:pt x="102763" y="22849"/>
                  </a:lnTo>
                  <a:lnTo>
                    <a:pt x="68580" y="41279"/>
                  </a:lnTo>
                  <a:lnTo>
                    <a:pt x="28460" y="79766"/>
                  </a:lnTo>
                  <a:lnTo>
                    <a:pt x="4587" y="131704"/>
                  </a:lnTo>
                  <a:lnTo>
                    <a:pt x="0" y="174379"/>
                  </a:lnTo>
                  <a:lnTo>
                    <a:pt x="2117" y="202545"/>
                  </a:lnTo>
                  <a:lnTo>
                    <a:pt x="19018" y="252457"/>
                  </a:lnTo>
                  <a:lnTo>
                    <a:pt x="52831" y="294078"/>
                  </a:lnTo>
                  <a:lnTo>
                    <a:pt x="104083" y="329078"/>
                  </a:lnTo>
                  <a:lnTo>
                    <a:pt x="149553" y="349677"/>
                  </a:lnTo>
                  <a:lnTo>
                    <a:pt x="162374" y="355130"/>
                  </a:lnTo>
                  <a:lnTo>
                    <a:pt x="197923" y="371270"/>
                  </a:lnTo>
                  <a:lnTo>
                    <a:pt x="234980" y="393843"/>
                  </a:lnTo>
                  <a:lnTo>
                    <a:pt x="261118" y="427343"/>
                  </a:lnTo>
                  <a:lnTo>
                    <a:pt x="263530" y="452128"/>
                  </a:lnTo>
                  <a:lnTo>
                    <a:pt x="261487" y="459867"/>
                  </a:lnTo>
                  <a:lnTo>
                    <a:pt x="232155" y="489802"/>
                  </a:lnTo>
                  <a:lnTo>
                    <a:pt x="187474" y="501842"/>
                  </a:lnTo>
                  <a:lnTo>
                    <a:pt x="164073" y="502920"/>
                  </a:lnTo>
                  <a:lnTo>
                    <a:pt x="389272" y="502920"/>
                  </a:lnTo>
                  <a:lnTo>
                    <a:pt x="392209" y="496563"/>
                  </a:lnTo>
                  <a:lnTo>
                    <a:pt x="398038" y="476919"/>
                  </a:lnTo>
                  <a:lnTo>
                    <a:pt x="401535" y="455325"/>
                  </a:lnTo>
                  <a:lnTo>
                    <a:pt x="402701" y="431804"/>
                  </a:lnTo>
                  <a:lnTo>
                    <a:pt x="402037" y="414538"/>
                  </a:lnTo>
                  <a:lnTo>
                    <a:pt x="392033" y="369320"/>
                  </a:lnTo>
                  <a:lnTo>
                    <a:pt x="370846" y="332460"/>
                  </a:lnTo>
                  <a:lnTo>
                    <a:pt x="339333" y="301866"/>
                  </a:lnTo>
                  <a:lnTo>
                    <a:pt x="298856" y="276057"/>
                  </a:lnTo>
                  <a:lnTo>
                    <a:pt x="250057" y="252865"/>
                  </a:lnTo>
                  <a:lnTo>
                    <a:pt x="237518" y="247574"/>
                  </a:lnTo>
                  <a:lnTo>
                    <a:pt x="225612" y="242381"/>
                  </a:lnTo>
                  <a:lnTo>
                    <a:pt x="184853" y="222093"/>
                  </a:lnTo>
                  <a:lnTo>
                    <a:pt x="151254" y="195427"/>
                  </a:lnTo>
                  <a:lnTo>
                    <a:pt x="139202" y="163330"/>
                  </a:lnTo>
                  <a:lnTo>
                    <a:pt x="139202" y="154305"/>
                  </a:lnTo>
                  <a:lnTo>
                    <a:pt x="165719" y="120277"/>
                  </a:lnTo>
                  <a:lnTo>
                    <a:pt x="206317" y="106355"/>
                  </a:lnTo>
                  <a:lnTo>
                    <a:pt x="237744" y="103894"/>
                  </a:lnTo>
                  <a:lnTo>
                    <a:pt x="376946" y="103894"/>
                  </a:lnTo>
                  <a:lnTo>
                    <a:pt x="376946" y="22479"/>
                  </a:lnTo>
                  <a:lnTo>
                    <a:pt x="329017" y="8603"/>
                  </a:lnTo>
                  <a:lnTo>
                    <a:pt x="273630" y="1352"/>
                  </a:lnTo>
                  <a:lnTo>
                    <a:pt x="252657" y="336"/>
                  </a:lnTo>
                  <a:lnTo>
                    <a:pt x="230367" y="0"/>
                  </a:lnTo>
                  <a:close/>
                </a:path>
                <a:path w="1527809" h="607060">
                  <a:moveTo>
                    <a:pt x="376946" y="103894"/>
                  </a:moveTo>
                  <a:lnTo>
                    <a:pt x="237744" y="103894"/>
                  </a:lnTo>
                  <a:lnTo>
                    <a:pt x="246047" y="104057"/>
                  </a:lnTo>
                  <a:lnTo>
                    <a:pt x="254591" y="104541"/>
                  </a:lnTo>
                  <a:lnTo>
                    <a:pt x="299763" y="111534"/>
                  </a:lnTo>
                  <a:lnTo>
                    <a:pt x="336056" y="123136"/>
                  </a:lnTo>
                  <a:lnTo>
                    <a:pt x="376946" y="144911"/>
                  </a:lnTo>
                  <a:lnTo>
                    <a:pt x="376946" y="103894"/>
                  </a:lnTo>
                  <a:close/>
                </a:path>
              </a:pathLst>
            </a:custGeom>
            <a:solidFill>
              <a:srgbClr val="FFFF00"/>
            </a:solidFill>
          </p:spPr>
          <p:txBody>
            <a:bodyPr wrap="square" lIns="0" tIns="0" rIns="0" bIns="0" rtlCol="0"/>
            <a:lstStyle/>
            <a:p>
              <a:endParaRPr/>
            </a:p>
          </p:txBody>
        </p:sp>
        <p:sp>
          <p:nvSpPr>
            <p:cNvPr id="24" name="object 24"/>
            <p:cNvSpPr/>
            <p:nvPr/>
          </p:nvSpPr>
          <p:spPr>
            <a:xfrm>
              <a:off x="7078858" y="5061834"/>
              <a:ext cx="1527810" cy="607060"/>
            </a:xfrm>
            <a:custGeom>
              <a:avLst/>
              <a:gdLst/>
              <a:ahLst/>
              <a:cxnLst/>
              <a:rect l="l" t="t" r="r" b="b"/>
              <a:pathLst>
                <a:path w="1527809" h="607060">
                  <a:moveTo>
                    <a:pt x="1243340" y="113800"/>
                  </a:moveTo>
                  <a:lnTo>
                    <a:pt x="1180939" y="126847"/>
                  </a:lnTo>
                  <a:lnTo>
                    <a:pt x="1132850" y="165997"/>
                  </a:lnTo>
                  <a:lnTo>
                    <a:pt x="1102156" y="226543"/>
                  </a:lnTo>
                  <a:lnTo>
                    <a:pt x="1091945" y="304037"/>
                  </a:lnTo>
                  <a:lnTo>
                    <a:pt x="1094496" y="345380"/>
                  </a:lnTo>
                  <a:lnTo>
                    <a:pt x="1114937" y="414340"/>
                  </a:lnTo>
                  <a:lnTo>
                    <a:pt x="1154888" y="464203"/>
                  </a:lnTo>
                  <a:lnTo>
                    <a:pt x="1208463" y="489594"/>
                  </a:lnTo>
                  <a:lnTo>
                    <a:pt x="1240017" y="492764"/>
                  </a:lnTo>
                  <a:lnTo>
                    <a:pt x="1272453" y="489671"/>
                  </a:lnTo>
                  <a:lnTo>
                    <a:pt x="1326707" y="465007"/>
                  </a:lnTo>
                  <a:lnTo>
                    <a:pt x="1366066" y="416417"/>
                  </a:lnTo>
                  <a:lnTo>
                    <a:pt x="1386107" y="347944"/>
                  </a:lnTo>
                  <a:lnTo>
                    <a:pt x="1388607" y="306586"/>
                  </a:lnTo>
                  <a:lnTo>
                    <a:pt x="1386178" y="263431"/>
                  </a:lnTo>
                  <a:lnTo>
                    <a:pt x="1378892" y="225385"/>
                  </a:lnTo>
                  <a:lnTo>
                    <a:pt x="1349745" y="164473"/>
                  </a:lnTo>
                  <a:lnTo>
                    <a:pt x="1303732" y="126465"/>
                  </a:lnTo>
                  <a:lnTo>
                    <a:pt x="1243340" y="113800"/>
                  </a:lnTo>
                  <a:close/>
                </a:path>
                <a:path w="1527809" h="607060">
                  <a:moveTo>
                    <a:pt x="444367" y="9787"/>
                  </a:moveTo>
                  <a:lnTo>
                    <a:pt x="910955" y="9787"/>
                  </a:lnTo>
                  <a:lnTo>
                    <a:pt x="910955" y="117479"/>
                  </a:lnTo>
                  <a:lnTo>
                    <a:pt x="743590" y="117479"/>
                  </a:lnTo>
                  <a:lnTo>
                    <a:pt x="743590" y="596706"/>
                  </a:lnTo>
                  <a:lnTo>
                    <a:pt x="611002" y="596706"/>
                  </a:lnTo>
                  <a:lnTo>
                    <a:pt x="611002" y="117479"/>
                  </a:lnTo>
                  <a:lnTo>
                    <a:pt x="444367" y="117479"/>
                  </a:lnTo>
                  <a:lnTo>
                    <a:pt x="444367" y="9787"/>
                  </a:lnTo>
                  <a:close/>
                </a:path>
                <a:path w="1527809" h="607060">
                  <a:moveTo>
                    <a:pt x="1246997" y="0"/>
                  </a:moveTo>
                  <a:lnTo>
                    <a:pt x="1295355" y="3291"/>
                  </a:lnTo>
                  <a:lnTo>
                    <a:pt x="1339850" y="13167"/>
                  </a:lnTo>
                  <a:lnTo>
                    <a:pt x="1380486" y="29626"/>
                  </a:lnTo>
                  <a:lnTo>
                    <a:pt x="1417270" y="52669"/>
                  </a:lnTo>
                  <a:lnTo>
                    <a:pt x="1450207" y="82295"/>
                  </a:lnTo>
                  <a:lnTo>
                    <a:pt x="1478129" y="117258"/>
                  </a:lnTo>
                  <a:lnTo>
                    <a:pt x="1499855" y="156443"/>
                  </a:lnTo>
                  <a:lnTo>
                    <a:pt x="1515381" y="199839"/>
                  </a:lnTo>
                  <a:lnTo>
                    <a:pt x="1524701" y="247434"/>
                  </a:lnTo>
                  <a:lnTo>
                    <a:pt x="1527809" y="299216"/>
                  </a:lnTo>
                  <a:lnTo>
                    <a:pt x="1524594" y="352389"/>
                  </a:lnTo>
                  <a:lnTo>
                    <a:pt x="1514947" y="401271"/>
                  </a:lnTo>
                  <a:lnTo>
                    <a:pt x="1498868" y="445868"/>
                  </a:lnTo>
                  <a:lnTo>
                    <a:pt x="1476353" y="486186"/>
                  </a:lnTo>
                  <a:lnTo>
                    <a:pt x="1447403" y="522232"/>
                  </a:lnTo>
                  <a:lnTo>
                    <a:pt x="1413240" y="552720"/>
                  </a:lnTo>
                  <a:lnTo>
                    <a:pt x="1375189" y="576436"/>
                  </a:lnTo>
                  <a:lnTo>
                    <a:pt x="1333240" y="593378"/>
                  </a:lnTo>
                  <a:lnTo>
                    <a:pt x="1287384" y="603544"/>
                  </a:lnTo>
                  <a:lnTo>
                    <a:pt x="1237609" y="606932"/>
                  </a:lnTo>
                  <a:lnTo>
                    <a:pt x="1189043" y="603651"/>
                  </a:lnTo>
                  <a:lnTo>
                    <a:pt x="1144216" y="593806"/>
                  </a:lnTo>
                  <a:lnTo>
                    <a:pt x="1103122" y="577398"/>
                  </a:lnTo>
                  <a:lnTo>
                    <a:pt x="1065757" y="554429"/>
                  </a:lnTo>
                  <a:lnTo>
                    <a:pt x="1032113" y="524899"/>
                  </a:lnTo>
                  <a:lnTo>
                    <a:pt x="1003528" y="490070"/>
                  </a:lnTo>
                  <a:lnTo>
                    <a:pt x="981303" y="451275"/>
                  </a:lnTo>
                  <a:lnTo>
                    <a:pt x="965434" y="408507"/>
                  </a:lnTo>
                  <a:lnTo>
                    <a:pt x="955915" y="361760"/>
                  </a:lnTo>
                  <a:lnTo>
                    <a:pt x="952743" y="311027"/>
                  </a:lnTo>
                  <a:lnTo>
                    <a:pt x="955975" y="257518"/>
                  </a:lnTo>
                  <a:lnTo>
                    <a:pt x="965665" y="208253"/>
                  </a:lnTo>
                  <a:lnTo>
                    <a:pt x="981804" y="163239"/>
                  </a:lnTo>
                  <a:lnTo>
                    <a:pt x="1004383" y="122481"/>
                  </a:lnTo>
                  <a:lnTo>
                    <a:pt x="1033393" y="85987"/>
                  </a:lnTo>
                  <a:lnTo>
                    <a:pt x="1067734" y="54998"/>
                  </a:lnTo>
                  <a:lnTo>
                    <a:pt x="1106269" y="30917"/>
                  </a:lnTo>
                  <a:lnTo>
                    <a:pt x="1148994" y="13732"/>
                  </a:lnTo>
                  <a:lnTo>
                    <a:pt x="1195905" y="3431"/>
                  </a:lnTo>
                  <a:lnTo>
                    <a:pt x="1246997" y="0"/>
                  </a:lnTo>
                  <a:close/>
                </a:path>
                <a:path w="1527809" h="607060">
                  <a:moveTo>
                    <a:pt x="230367" y="0"/>
                  </a:moveTo>
                  <a:lnTo>
                    <a:pt x="273630" y="1352"/>
                  </a:lnTo>
                  <a:lnTo>
                    <a:pt x="311657" y="5465"/>
                  </a:lnTo>
                  <a:lnTo>
                    <a:pt x="361644" y="17123"/>
                  </a:lnTo>
                  <a:lnTo>
                    <a:pt x="376946" y="22478"/>
                  </a:lnTo>
                  <a:lnTo>
                    <a:pt x="376946" y="144911"/>
                  </a:lnTo>
                  <a:lnTo>
                    <a:pt x="369422" y="139932"/>
                  </a:lnTo>
                  <a:lnTo>
                    <a:pt x="361542" y="135275"/>
                  </a:lnTo>
                  <a:lnTo>
                    <a:pt x="318154" y="116658"/>
                  </a:lnTo>
                  <a:lnTo>
                    <a:pt x="272399" y="106430"/>
                  </a:lnTo>
                  <a:lnTo>
                    <a:pt x="237743" y="103894"/>
                  </a:lnTo>
                  <a:lnTo>
                    <a:pt x="226757" y="104175"/>
                  </a:lnTo>
                  <a:lnTo>
                    <a:pt x="187982" y="110592"/>
                  </a:lnTo>
                  <a:lnTo>
                    <a:pt x="154506" y="128848"/>
                  </a:lnTo>
                  <a:lnTo>
                    <a:pt x="139202" y="154304"/>
                  </a:lnTo>
                  <a:lnTo>
                    <a:pt x="139202" y="163330"/>
                  </a:lnTo>
                  <a:lnTo>
                    <a:pt x="156370" y="201047"/>
                  </a:lnTo>
                  <a:lnTo>
                    <a:pt x="193936" y="227214"/>
                  </a:lnTo>
                  <a:lnTo>
                    <a:pt x="237518" y="247574"/>
                  </a:lnTo>
                  <a:lnTo>
                    <a:pt x="250057" y="252865"/>
                  </a:lnTo>
                  <a:lnTo>
                    <a:pt x="267231" y="260390"/>
                  </a:lnTo>
                  <a:lnTo>
                    <a:pt x="313303" y="284225"/>
                  </a:lnTo>
                  <a:lnTo>
                    <a:pt x="350868" y="311502"/>
                  </a:lnTo>
                  <a:lnTo>
                    <a:pt x="379075" y="343985"/>
                  </a:lnTo>
                  <a:lnTo>
                    <a:pt x="396709" y="383297"/>
                  </a:lnTo>
                  <a:lnTo>
                    <a:pt x="402701" y="431804"/>
                  </a:lnTo>
                  <a:lnTo>
                    <a:pt x="401535" y="455325"/>
                  </a:lnTo>
                  <a:lnTo>
                    <a:pt x="392209" y="496563"/>
                  </a:lnTo>
                  <a:lnTo>
                    <a:pt x="373957" y="530112"/>
                  </a:lnTo>
                  <a:lnTo>
                    <a:pt x="333512" y="568250"/>
                  </a:lnTo>
                  <a:lnTo>
                    <a:pt x="299035" y="586010"/>
                  </a:lnTo>
                  <a:lnTo>
                    <a:pt x="259323" y="597932"/>
                  </a:lnTo>
                  <a:lnTo>
                    <a:pt x="215706" y="604683"/>
                  </a:lnTo>
                  <a:lnTo>
                    <a:pt x="169804" y="606932"/>
                  </a:lnTo>
                  <a:lnTo>
                    <a:pt x="145990" y="606421"/>
                  </a:lnTo>
                  <a:lnTo>
                    <a:pt x="100066" y="602326"/>
                  </a:lnTo>
                  <a:lnTo>
                    <a:pt x="56894" y="594140"/>
                  </a:lnTo>
                  <a:lnTo>
                    <a:pt x="19126" y="581861"/>
                  </a:lnTo>
                  <a:lnTo>
                    <a:pt x="2407" y="574179"/>
                  </a:lnTo>
                  <a:lnTo>
                    <a:pt x="2407" y="443234"/>
                  </a:lnTo>
                  <a:lnTo>
                    <a:pt x="20598" y="457241"/>
                  </a:lnTo>
                  <a:lnTo>
                    <a:pt x="39555" y="469366"/>
                  </a:lnTo>
                  <a:lnTo>
                    <a:pt x="79766" y="488060"/>
                  </a:lnTo>
                  <a:lnTo>
                    <a:pt x="121771" y="499205"/>
                  </a:lnTo>
                  <a:lnTo>
                    <a:pt x="164073" y="502919"/>
                  </a:lnTo>
                  <a:lnTo>
                    <a:pt x="176168" y="502654"/>
                  </a:lnTo>
                  <a:lnTo>
                    <a:pt x="216589" y="495999"/>
                  </a:lnTo>
                  <a:lnTo>
                    <a:pt x="253970" y="472367"/>
                  </a:lnTo>
                  <a:lnTo>
                    <a:pt x="263530" y="452128"/>
                  </a:lnTo>
                  <a:lnTo>
                    <a:pt x="263530" y="443615"/>
                  </a:lnTo>
                  <a:lnTo>
                    <a:pt x="248359" y="406314"/>
                  </a:lnTo>
                  <a:lnTo>
                    <a:pt x="218069" y="382321"/>
                  </a:lnTo>
                  <a:lnTo>
                    <a:pt x="174749" y="360535"/>
                  </a:lnTo>
                  <a:lnTo>
                    <a:pt x="136276" y="344174"/>
                  </a:lnTo>
                  <a:lnTo>
                    <a:pt x="104083" y="329078"/>
                  </a:lnTo>
                  <a:lnTo>
                    <a:pt x="52831" y="294078"/>
                  </a:lnTo>
                  <a:lnTo>
                    <a:pt x="19018" y="252457"/>
                  </a:lnTo>
                  <a:lnTo>
                    <a:pt x="2117" y="202545"/>
                  </a:lnTo>
                  <a:lnTo>
                    <a:pt x="0" y="174379"/>
                  </a:lnTo>
                  <a:lnTo>
                    <a:pt x="1144" y="152231"/>
                  </a:lnTo>
                  <a:lnTo>
                    <a:pt x="10338" y="112797"/>
                  </a:lnTo>
                  <a:lnTo>
                    <a:pt x="40157" y="65488"/>
                  </a:lnTo>
                  <a:lnTo>
                    <a:pt x="85037" y="31379"/>
                  </a:lnTo>
                  <a:lnTo>
                    <a:pt x="121746" y="15724"/>
                  </a:lnTo>
                  <a:lnTo>
                    <a:pt x="163150" y="5630"/>
                  </a:lnTo>
                  <a:lnTo>
                    <a:pt x="207341" y="622"/>
                  </a:lnTo>
                  <a:lnTo>
                    <a:pt x="230367" y="0"/>
                  </a:lnTo>
                  <a:close/>
                </a:path>
              </a:pathLst>
            </a:custGeom>
            <a:ln w="12191">
              <a:solidFill>
                <a:srgbClr val="000000"/>
              </a:solidFill>
            </a:ln>
          </p:spPr>
          <p:txBody>
            <a:bodyPr wrap="square" lIns="0" tIns="0" rIns="0" bIns="0" rtlCol="0"/>
            <a:lstStyle/>
            <a:p>
              <a:endParaRPr/>
            </a:p>
          </p:txBody>
        </p:sp>
        <p:sp>
          <p:nvSpPr>
            <p:cNvPr id="25" name="object 25"/>
            <p:cNvSpPr/>
            <p:nvPr/>
          </p:nvSpPr>
          <p:spPr>
            <a:xfrm>
              <a:off x="7647828" y="6077473"/>
              <a:ext cx="429259" cy="587375"/>
            </a:xfrm>
            <a:custGeom>
              <a:avLst/>
              <a:gdLst/>
              <a:ahLst/>
              <a:cxnLst/>
              <a:rect l="l" t="t" r="r" b="b"/>
              <a:pathLst>
                <a:path w="429259" h="587375">
                  <a:moveTo>
                    <a:pt x="207111" y="0"/>
                  </a:moveTo>
                  <a:lnTo>
                    <a:pt x="0" y="0"/>
                  </a:lnTo>
                  <a:lnTo>
                    <a:pt x="0" y="586906"/>
                  </a:lnTo>
                  <a:lnTo>
                    <a:pt x="132191" y="586906"/>
                  </a:lnTo>
                  <a:lnTo>
                    <a:pt x="132191" y="384715"/>
                  </a:lnTo>
                  <a:lnTo>
                    <a:pt x="195193" y="384715"/>
                  </a:lnTo>
                  <a:lnTo>
                    <a:pt x="245745" y="381301"/>
                  </a:lnTo>
                  <a:lnTo>
                    <a:pt x="290927" y="371058"/>
                  </a:lnTo>
                  <a:lnTo>
                    <a:pt x="330755" y="353984"/>
                  </a:lnTo>
                  <a:lnTo>
                    <a:pt x="365241" y="330077"/>
                  </a:lnTo>
                  <a:lnTo>
                    <a:pt x="393080" y="300649"/>
                  </a:lnTo>
                  <a:lnTo>
                    <a:pt x="402656" y="284439"/>
                  </a:lnTo>
                  <a:lnTo>
                    <a:pt x="132191" y="284439"/>
                  </a:lnTo>
                  <a:lnTo>
                    <a:pt x="132191" y="101501"/>
                  </a:lnTo>
                  <a:lnTo>
                    <a:pt x="412715" y="101501"/>
                  </a:lnTo>
                  <a:lnTo>
                    <a:pt x="410752" y="95428"/>
                  </a:lnTo>
                  <a:lnTo>
                    <a:pt x="388125" y="61073"/>
                  </a:lnTo>
                  <a:lnTo>
                    <a:pt x="356448" y="34352"/>
                  </a:lnTo>
                  <a:lnTo>
                    <a:pt x="315719" y="15267"/>
                  </a:lnTo>
                  <a:lnTo>
                    <a:pt x="265941" y="3816"/>
                  </a:lnTo>
                  <a:lnTo>
                    <a:pt x="207111" y="0"/>
                  </a:lnTo>
                  <a:close/>
                </a:path>
                <a:path w="429259" h="587375">
                  <a:moveTo>
                    <a:pt x="412715" y="101501"/>
                  </a:moveTo>
                  <a:lnTo>
                    <a:pt x="184129" y="101501"/>
                  </a:lnTo>
                  <a:lnTo>
                    <a:pt x="230383" y="107153"/>
                  </a:lnTo>
                  <a:lnTo>
                    <a:pt x="263404" y="124110"/>
                  </a:lnTo>
                  <a:lnTo>
                    <a:pt x="283206" y="152373"/>
                  </a:lnTo>
                  <a:lnTo>
                    <a:pt x="289803" y="191941"/>
                  </a:lnTo>
                  <a:lnTo>
                    <a:pt x="283206" y="232412"/>
                  </a:lnTo>
                  <a:lnTo>
                    <a:pt x="263404" y="261318"/>
                  </a:lnTo>
                  <a:lnTo>
                    <a:pt x="230383" y="278659"/>
                  </a:lnTo>
                  <a:lnTo>
                    <a:pt x="184129" y="284439"/>
                  </a:lnTo>
                  <a:lnTo>
                    <a:pt x="402656" y="284439"/>
                  </a:lnTo>
                  <a:lnTo>
                    <a:pt x="412958" y="267000"/>
                  </a:lnTo>
                  <a:lnTo>
                    <a:pt x="424880" y="229132"/>
                  </a:lnTo>
                  <a:lnTo>
                    <a:pt x="428853" y="187046"/>
                  </a:lnTo>
                  <a:lnTo>
                    <a:pt x="424328" y="137419"/>
                  </a:lnTo>
                  <a:lnTo>
                    <a:pt x="412715" y="101501"/>
                  </a:lnTo>
                  <a:close/>
                </a:path>
              </a:pathLst>
            </a:custGeom>
            <a:solidFill>
              <a:srgbClr val="FFFF00"/>
            </a:solidFill>
          </p:spPr>
          <p:txBody>
            <a:bodyPr wrap="square" lIns="0" tIns="0" rIns="0" bIns="0" rtlCol="0"/>
            <a:lstStyle/>
            <a:p>
              <a:endParaRPr/>
            </a:p>
          </p:txBody>
        </p:sp>
        <p:sp>
          <p:nvSpPr>
            <p:cNvPr id="26" name="object 26"/>
            <p:cNvSpPr/>
            <p:nvPr/>
          </p:nvSpPr>
          <p:spPr>
            <a:xfrm>
              <a:off x="7773923" y="6172879"/>
              <a:ext cx="169804" cy="195129"/>
            </a:xfrm>
            <a:prstGeom prst="rect">
              <a:avLst/>
            </a:prstGeom>
            <a:blipFill>
              <a:blip r:embed="rId6" cstate="print"/>
              <a:stretch>
                <a:fillRect/>
              </a:stretch>
            </a:blipFill>
          </p:spPr>
          <p:txBody>
            <a:bodyPr wrap="square" lIns="0" tIns="0" rIns="0" bIns="0" rtlCol="0"/>
            <a:lstStyle/>
            <a:p>
              <a:endParaRPr/>
            </a:p>
          </p:txBody>
        </p:sp>
        <p:sp>
          <p:nvSpPr>
            <p:cNvPr id="27" name="object 27"/>
            <p:cNvSpPr/>
            <p:nvPr/>
          </p:nvSpPr>
          <p:spPr>
            <a:xfrm>
              <a:off x="7647828" y="6077473"/>
              <a:ext cx="429259" cy="587375"/>
            </a:xfrm>
            <a:custGeom>
              <a:avLst/>
              <a:gdLst/>
              <a:ahLst/>
              <a:cxnLst/>
              <a:rect l="l" t="t" r="r" b="b"/>
              <a:pathLst>
                <a:path w="429259" h="587375">
                  <a:moveTo>
                    <a:pt x="0" y="0"/>
                  </a:moveTo>
                  <a:lnTo>
                    <a:pt x="207111" y="0"/>
                  </a:lnTo>
                  <a:lnTo>
                    <a:pt x="265941" y="3816"/>
                  </a:lnTo>
                  <a:lnTo>
                    <a:pt x="315719" y="15267"/>
                  </a:lnTo>
                  <a:lnTo>
                    <a:pt x="356448" y="34352"/>
                  </a:lnTo>
                  <a:lnTo>
                    <a:pt x="388125" y="61073"/>
                  </a:lnTo>
                  <a:lnTo>
                    <a:pt x="410752" y="95428"/>
                  </a:lnTo>
                  <a:lnTo>
                    <a:pt x="424328" y="137419"/>
                  </a:lnTo>
                  <a:lnTo>
                    <a:pt x="428853" y="187046"/>
                  </a:lnTo>
                  <a:lnTo>
                    <a:pt x="424880" y="229132"/>
                  </a:lnTo>
                  <a:lnTo>
                    <a:pt x="412958" y="267000"/>
                  </a:lnTo>
                  <a:lnTo>
                    <a:pt x="393080" y="300649"/>
                  </a:lnTo>
                  <a:lnTo>
                    <a:pt x="365241" y="330077"/>
                  </a:lnTo>
                  <a:lnTo>
                    <a:pt x="330755" y="353984"/>
                  </a:lnTo>
                  <a:lnTo>
                    <a:pt x="290927" y="371058"/>
                  </a:lnTo>
                  <a:lnTo>
                    <a:pt x="245745" y="381301"/>
                  </a:lnTo>
                  <a:lnTo>
                    <a:pt x="195193" y="384715"/>
                  </a:lnTo>
                  <a:lnTo>
                    <a:pt x="132191" y="384715"/>
                  </a:lnTo>
                  <a:lnTo>
                    <a:pt x="132191" y="586906"/>
                  </a:lnTo>
                  <a:lnTo>
                    <a:pt x="0" y="586906"/>
                  </a:lnTo>
                  <a:lnTo>
                    <a:pt x="0" y="0"/>
                  </a:lnTo>
                  <a:close/>
                </a:path>
              </a:pathLst>
            </a:custGeom>
            <a:ln w="12191">
              <a:solidFill>
                <a:srgbClr val="000000"/>
              </a:solidFill>
            </a:ln>
          </p:spPr>
          <p:txBody>
            <a:bodyPr wrap="square" lIns="0" tIns="0" rIns="0" bIns="0" rtlCol="0"/>
            <a:lstStyle/>
            <a:p>
              <a:endParaRPr/>
            </a:p>
          </p:txBody>
        </p:sp>
        <p:sp>
          <p:nvSpPr>
            <p:cNvPr id="28" name="object 28"/>
            <p:cNvSpPr/>
            <p:nvPr/>
          </p:nvSpPr>
          <p:spPr>
            <a:xfrm>
              <a:off x="6748272" y="5207508"/>
              <a:ext cx="2218944" cy="1344167"/>
            </a:xfrm>
            <a:prstGeom prst="rect">
              <a:avLst/>
            </a:prstGeom>
            <a:blipFill>
              <a:blip r:embed="rId7" cstate="print"/>
              <a:stretch>
                <a:fillRect/>
              </a:stretch>
            </a:blipFill>
          </p:spPr>
          <p:txBody>
            <a:bodyPr wrap="square" lIns="0" tIns="0" rIns="0" bIns="0" rtlCol="0"/>
            <a:lstStyle/>
            <a:p>
              <a:endParaRPr/>
            </a:p>
          </p:txBody>
        </p:sp>
        <p:sp>
          <p:nvSpPr>
            <p:cNvPr id="29" name="object 29"/>
            <p:cNvSpPr/>
            <p:nvPr/>
          </p:nvSpPr>
          <p:spPr>
            <a:xfrm>
              <a:off x="6886956" y="4888990"/>
              <a:ext cx="2257043" cy="1969008"/>
            </a:xfrm>
            <a:prstGeom prst="rect">
              <a:avLst/>
            </a:prstGeom>
            <a:blipFill>
              <a:blip r:embed="rId8" cstate="print"/>
              <a:stretch>
                <a:fillRect/>
              </a:stretch>
            </a:blipFill>
          </p:spPr>
          <p:txBody>
            <a:bodyPr wrap="square" lIns="0" tIns="0" rIns="0" bIns="0" rtlCol="0"/>
            <a:lstStyle/>
            <a:p>
              <a:endParaRPr/>
            </a:p>
          </p:txBody>
        </p:sp>
        <p:sp>
          <p:nvSpPr>
            <p:cNvPr id="30" name="object 30"/>
            <p:cNvSpPr/>
            <p:nvPr/>
          </p:nvSpPr>
          <p:spPr>
            <a:xfrm>
              <a:off x="6829683" y="5267574"/>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00"/>
                  </a:lnTo>
                  <a:lnTo>
                    <a:pt x="4719" y="998362"/>
                  </a:lnTo>
                  <a:lnTo>
                    <a:pt x="18257" y="1042010"/>
                  </a:lnTo>
                  <a:lnTo>
                    <a:pt x="39683" y="1081508"/>
                  </a:lnTo>
                  <a:lnTo>
                    <a:pt x="68065" y="1115922"/>
                  </a:lnTo>
                  <a:lnTo>
                    <a:pt x="102472" y="1144316"/>
                  </a:lnTo>
                  <a:lnTo>
                    <a:pt x="141973" y="1165755"/>
                  </a:lnTo>
                  <a:lnTo>
                    <a:pt x="185636" y="1179304"/>
                  </a:lnTo>
                  <a:lnTo>
                    <a:pt x="232531" y="1184029"/>
                  </a:lnTo>
                  <a:lnTo>
                    <a:pt x="1824868" y="1184029"/>
                  </a:lnTo>
                  <a:lnTo>
                    <a:pt x="1871719" y="1179304"/>
                  </a:lnTo>
                  <a:lnTo>
                    <a:pt x="1915362" y="1165755"/>
                  </a:lnTo>
                  <a:lnTo>
                    <a:pt x="1954860" y="1144316"/>
                  </a:lnTo>
                  <a:lnTo>
                    <a:pt x="1989277" y="1115922"/>
                  </a:lnTo>
                  <a:lnTo>
                    <a:pt x="2017676" y="1081508"/>
                  </a:lnTo>
                  <a:lnTo>
                    <a:pt x="2039120" y="1042010"/>
                  </a:lnTo>
                  <a:lnTo>
                    <a:pt x="2052674" y="998362"/>
                  </a:lnTo>
                  <a:lnTo>
                    <a:pt x="2057399" y="951500"/>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31" name="object 31"/>
            <p:cNvSpPr/>
            <p:nvPr/>
          </p:nvSpPr>
          <p:spPr>
            <a:xfrm>
              <a:off x="6829683" y="5267574"/>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00"/>
                  </a:lnTo>
                  <a:lnTo>
                    <a:pt x="2052674" y="998362"/>
                  </a:lnTo>
                  <a:lnTo>
                    <a:pt x="2039120" y="1042010"/>
                  </a:lnTo>
                  <a:lnTo>
                    <a:pt x="2017676" y="1081508"/>
                  </a:lnTo>
                  <a:lnTo>
                    <a:pt x="1989277" y="1115922"/>
                  </a:lnTo>
                  <a:lnTo>
                    <a:pt x="1954860" y="1144316"/>
                  </a:lnTo>
                  <a:lnTo>
                    <a:pt x="1915362" y="1165755"/>
                  </a:lnTo>
                  <a:lnTo>
                    <a:pt x="1871719" y="1179304"/>
                  </a:lnTo>
                  <a:lnTo>
                    <a:pt x="1824868" y="1184029"/>
                  </a:lnTo>
                  <a:lnTo>
                    <a:pt x="232531" y="1184029"/>
                  </a:lnTo>
                  <a:lnTo>
                    <a:pt x="185636" y="1179304"/>
                  </a:lnTo>
                  <a:lnTo>
                    <a:pt x="141973" y="1165755"/>
                  </a:lnTo>
                  <a:lnTo>
                    <a:pt x="102472" y="1144316"/>
                  </a:lnTo>
                  <a:lnTo>
                    <a:pt x="68065" y="1115922"/>
                  </a:lnTo>
                  <a:lnTo>
                    <a:pt x="39683" y="1081508"/>
                  </a:lnTo>
                  <a:lnTo>
                    <a:pt x="18257" y="1042010"/>
                  </a:lnTo>
                  <a:lnTo>
                    <a:pt x="4719"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32" name="object 32"/>
            <p:cNvSpPr/>
            <p:nvPr/>
          </p:nvSpPr>
          <p:spPr>
            <a:xfrm>
              <a:off x="6928104" y="4910327"/>
              <a:ext cx="1895855" cy="1947671"/>
            </a:xfrm>
            <a:prstGeom prst="rect">
              <a:avLst/>
            </a:prstGeom>
            <a:blipFill>
              <a:blip r:embed="rId9" cstate="print"/>
              <a:stretch>
                <a:fillRect/>
              </a:stretch>
            </a:blipFill>
          </p:spPr>
          <p:txBody>
            <a:bodyPr wrap="square" lIns="0" tIns="0" rIns="0" bIns="0" rtlCol="0"/>
            <a:lstStyle/>
            <a:p>
              <a:endParaRPr/>
            </a:p>
          </p:txBody>
        </p:sp>
        <p:sp>
          <p:nvSpPr>
            <p:cNvPr id="33" name="object 33"/>
            <p:cNvSpPr/>
            <p:nvPr/>
          </p:nvSpPr>
          <p:spPr>
            <a:xfrm>
              <a:off x="7670291" y="5503795"/>
              <a:ext cx="307975" cy="727710"/>
            </a:xfrm>
            <a:custGeom>
              <a:avLst/>
              <a:gdLst/>
              <a:ahLst/>
              <a:cxnLst/>
              <a:rect l="l" t="t" r="r" b="b"/>
              <a:pathLst>
                <a:path w="307975" h="727710">
                  <a:moveTo>
                    <a:pt x="307726" y="0"/>
                  </a:moveTo>
                  <a:lnTo>
                    <a:pt x="212994" y="0"/>
                  </a:lnTo>
                  <a:lnTo>
                    <a:pt x="190506" y="16316"/>
                  </a:lnTo>
                  <a:lnTo>
                    <a:pt x="166706" y="31929"/>
                  </a:lnTo>
                  <a:lnTo>
                    <a:pt x="115183" y="61091"/>
                  </a:lnTo>
                  <a:lnTo>
                    <a:pt x="59363" y="86391"/>
                  </a:lnTo>
                  <a:lnTo>
                    <a:pt x="0" y="106728"/>
                  </a:lnTo>
                  <a:lnTo>
                    <a:pt x="0" y="238755"/>
                  </a:lnTo>
                  <a:lnTo>
                    <a:pt x="42306" y="230565"/>
                  </a:lnTo>
                  <a:lnTo>
                    <a:pt x="83454" y="216670"/>
                  </a:lnTo>
                  <a:lnTo>
                    <a:pt x="120914" y="198299"/>
                  </a:lnTo>
                  <a:lnTo>
                    <a:pt x="151394" y="176713"/>
                  </a:lnTo>
                  <a:lnTo>
                    <a:pt x="151394" y="727649"/>
                  </a:lnTo>
                  <a:lnTo>
                    <a:pt x="307726" y="727649"/>
                  </a:lnTo>
                  <a:lnTo>
                    <a:pt x="307726" y="0"/>
                  </a:lnTo>
                  <a:close/>
                </a:path>
              </a:pathLst>
            </a:custGeom>
            <a:solidFill>
              <a:srgbClr val="FFFF00"/>
            </a:solidFill>
          </p:spPr>
          <p:txBody>
            <a:bodyPr wrap="square" lIns="0" tIns="0" rIns="0" bIns="0" rtlCol="0"/>
            <a:lstStyle/>
            <a:p>
              <a:endParaRPr/>
            </a:p>
          </p:txBody>
        </p:sp>
        <p:sp>
          <p:nvSpPr>
            <p:cNvPr id="34" name="object 34"/>
            <p:cNvSpPr/>
            <p:nvPr/>
          </p:nvSpPr>
          <p:spPr>
            <a:xfrm>
              <a:off x="7670291" y="5503795"/>
              <a:ext cx="307975" cy="727710"/>
            </a:xfrm>
            <a:custGeom>
              <a:avLst/>
              <a:gdLst/>
              <a:ahLst/>
              <a:cxnLst/>
              <a:rect l="l" t="t" r="r" b="b"/>
              <a:pathLst>
                <a:path w="307975" h="727710">
                  <a:moveTo>
                    <a:pt x="212994" y="0"/>
                  </a:moveTo>
                  <a:lnTo>
                    <a:pt x="307726" y="0"/>
                  </a:lnTo>
                  <a:lnTo>
                    <a:pt x="307726" y="727649"/>
                  </a:lnTo>
                  <a:lnTo>
                    <a:pt x="151394" y="727649"/>
                  </a:lnTo>
                  <a:lnTo>
                    <a:pt x="151394" y="176713"/>
                  </a:lnTo>
                  <a:lnTo>
                    <a:pt x="144685" y="182343"/>
                  </a:lnTo>
                  <a:lnTo>
                    <a:pt x="111927" y="203264"/>
                  </a:lnTo>
                  <a:lnTo>
                    <a:pt x="73441" y="220605"/>
                  </a:lnTo>
                  <a:lnTo>
                    <a:pt x="31602" y="233220"/>
                  </a:lnTo>
                  <a:lnTo>
                    <a:pt x="0" y="238755"/>
                  </a:lnTo>
                  <a:lnTo>
                    <a:pt x="0" y="106728"/>
                  </a:lnTo>
                  <a:lnTo>
                    <a:pt x="30131" y="97175"/>
                  </a:lnTo>
                  <a:lnTo>
                    <a:pt x="59363" y="86391"/>
                  </a:lnTo>
                  <a:lnTo>
                    <a:pt x="115183" y="61091"/>
                  </a:lnTo>
                  <a:lnTo>
                    <a:pt x="166706" y="31929"/>
                  </a:lnTo>
                  <a:lnTo>
                    <a:pt x="190506" y="16316"/>
                  </a:lnTo>
                  <a:lnTo>
                    <a:pt x="212994" y="0"/>
                  </a:lnTo>
                  <a:close/>
                </a:path>
              </a:pathLst>
            </a:custGeom>
            <a:ln w="12191">
              <a:solidFill>
                <a:srgbClr val="000000"/>
              </a:solidFill>
            </a:ln>
          </p:spPr>
          <p:txBody>
            <a:bodyPr wrap="square" lIns="0" tIns="0" rIns="0" bIns="0" rtlCol="0"/>
            <a:lstStyle/>
            <a:p>
              <a:endParaRPr/>
            </a:p>
          </p:txBody>
        </p:sp>
        <p:sp>
          <p:nvSpPr>
            <p:cNvPr id="35" name="object 35"/>
            <p:cNvSpPr/>
            <p:nvPr/>
          </p:nvSpPr>
          <p:spPr>
            <a:xfrm>
              <a:off x="6739128" y="5193791"/>
              <a:ext cx="2218944" cy="1345692"/>
            </a:xfrm>
            <a:prstGeom prst="rect">
              <a:avLst/>
            </a:prstGeom>
            <a:blipFill>
              <a:blip r:embed="rId10" cstate="print"/>
              <a:stretch>
                <a:fillRect/>
              </a:stretch>
            </a:blipFill>
          </p:spPr>
          <p:txBody>
            <a:bodyPr wrap="square" lIns="0" tIns="0" rIns="0" bIns="0" rtlCol="0"/>
            <a:lstStyle/>
            <a:p>
              <a:endParaRPr/>
            </a:p>
          </p:txBody>
        </p:sp>
        <p:sp>
          <p:nvSpPr>
            <p:cNvPr id="36" name="object 36"/>
            <p:cNvSpPr/>
            <p:nvPr/>
          </p:nvSpPr>
          <p:spPr>
            <a:xfrm>
              <a:off x="6877812" y="4876798"/>
              <a:ext cx="2258568" cy="1981200"/>
            </a:xfrm>
            <a:prstGeom prst="rect">
              <a:avLst/>
            </a:prstGeom>
            <a:blipFill>
              <a:blip r:embed="rId11" cstate="print"/>
              <a:stretch>
                <a:fillRect/>
              </a:stretch>
            </a:blipFill>
          </p:spPr>
          <p:txBody>
            <a:bodyPr wrap="square" lIns="0" tIns="0" rIns="0" bIns="0" rtlCol="0"/>
            <a:lstStyle/>
            <a:p>
              <a:endParaRPr/>
            </a:p>
          </p:txBody>
        </p:sp>
        <p:sp>
          <p:nvSpPr>
            <p:cNvPr id="37" name="object 37"/>
            <p:cNvSpPr/>
            <p:nvPr/>
          </p:nvSpPr>
          <p:spPr>
            <a:xfrm>
              <a:off x="6820143" y="5254883"/>
              <a:ext cx="2057400" cy="1184275"/>
            </a:xfrm>
            <a:custGeom>
              <a:avLst/>
              <a:gdLst/>
              <a:ahLst/>
              <a:cxnLst/>
              <a:rect l="l" t="t" r="r" b="b"/>
              <a:pathLst>
                <a:path w="2057400" h="1184275">
                  <a:moveTo>
                    <a:pt x="1824868" y="0"/>
                  </a:moveTo>
                  <a:lnTo>
                    <a:pt x="232562" y="0"/>
                  </a:lnTo>
                  <a:lnTo>
                    <a:pt x="185701" y="4725"/>
                  </a:lnTo>
                  <a:lnTo>
                    <a:pt x="142050" y="18276"/>
                  </a:lnTo>
                  <a:lnTo>
                    <a:pt x="102547" y="39718"/>
                  </a:lnTo>
                  <a:lnTo>
                    <a:pt x="68126" y="68115"/>
                  </a:lnTo>
                  <a:lnTo>
                    <a:pt x="39725" y="102530"/>
                  </a:lnTo>
                  <a:lnTo>
                    <a:pt x="18279" y="142028"/>
                  </a:lnTo>
                  <a:lnTo>
                    <a:pt x="4726" y="185673"/>
                  </a:lnTo>
                  <a:lnTo>
                    <a:pt x="0" y="232528"/>
                  </a:lnTo>
                  <a:lnTo>
                    <a:pt x="0" y="951488"/>
                  </a:lnTo>
                  <a:lnTo>
                    <a:pt x="4726" y="998354"/>
                  </a:lnTo>
                  <a:lnTo>
                    <a:pt x="18279" y="1042003"/>
                  </a:lnTo>
                  <a:lnTo>
                    <a:pt x="39725" y="1081502"/>
                  </a:lnTo>
                  <a:lnTo>
                    <a:pt x="68126" y="1115915"/>
                  </a:lnTo>
                  <a:lnTo>
                    <a:pt x="102547" y="1144307"/>
                  </a:lnTo>
                  <a:lnTo>
                    <a:pt x="142050" y="1165745"/>
                  </a:lnTo>
                  <a:lnTo>
                    <a:pt x="185701" y="1179293"/>
                  </a:lnTo>
                  <a:lnTo>
                    <a:pt x="232562" y="1184016"/>
                  </a:lnTo>
                  <a:lnTo>
                    <a:pt x="1824868" y="1184016"/>
                  </a:lnTo>
                  <a:lnTo>
                    <a:pt x="1871728" y="1179293"/>
                  </a:lnTo>
                  <a:lnTo>
                    <a:pt x="1915375" y="1165745"/>
                  </a:lnTo>
                  <a:lnTo>
                    <a:pt x="1954873" y="1144307"/>
                  </a:lnTo>
                  <a:lnTo>
                    <a:pt x="1989288" y="1115915"/>
                  </a:lnTo>
                  <a:lnTo>
                    <a:pt x="2017684" y="1081502"/>
                  </a:lnTo>
                  <a:lnTo>
                    <a:pt x="2039124" y="1042003"/>
                  </a:lnTo>
                  <a:lnTo>
                    <a:pt x="2052675" y="998354"/>
                  </a:lnTo>
                  <a:lnTo>
                    <a:pt x="2057399" y="951488"/>
                  </a:lnTo>
                  <a:lnTo>
                    <a:pt x="2057399" y="232528"/>
                  </a:lnTo>
                  <a:lnTo>
                    <a:pt x="2052675" y="185673"/>
                  </a:lnTo>
                  <a:lnTo>
                    <a:pt x="2039124" y="142028"/>
                  </a:lnTo>
                  <a:lnTo>
                    <a:pt x="2017684" y="102530"/>
                  </a:lnTo>
                  <a:lnTo>
                    <a:pt x="1989288" y="68115"/>
                  </a:lnTo>
                  <a:lnTo>
                    <a:pt x="1954873" y="39718"/>
                  </a:lnTo>
                  <a:lnTo>
                    <a:pt x="1915375" y="18276"/>
                  </a:lnTo>
                  <a:lnTo>
                    <a:pt x="1871728" y="4725"/>
                  </a:lnTo>
                  <a:lnTo>
                    <a:pt x="1824868" y="0"/>
                  </a:lnTo>
                  <a:close/>
                </a:path>
              </a:pathLst>
            </a:custGeom>
            <a:solidFill>
              <a:srgbClr val="252525"/>
            </a:solidFill>
          </p:spPr>
          <p:txBody>
            <a:bodyPr wrap="square" lIns="0" tIns="0" rIns="0" bIns="0" rtlCol="0"/>
            <a:lstStyle/>
            <a:p>
              <a:endParaRPr/>
            </a:p>
          </p:txBody>
        </p:sp>
        <p:sp>
          <p:nvSpPr>
            <p:cNvPr id="38" name="object 38"/>
            <p:cNvSpPr/>
            <p:nvPr/>
          </p:nvSpPr>
          <p:spPr>
            <a:xfrm>
              <a:off x="6820143" y="5254883"/>
              <a:ext cx="2057400" cy="1184275"/>
            </a:xfrm>
            <a:custGeom>
              <a:avLst/>
              <a:gdLst/>
              <a:ahLst/>
              <a:cxnLst/>
              <a:rect l="l" t="t" r="r" b="b"/>
              <a:pathLst>
                <a:path w="2057400" h="1184275">
                  <a:moveTo>
                    <a:pt x="0" y="232528"/>
                  </a:moveTo>
                  <a:lnTo>
                    <a:pt x="4726" y="185673"/>
                  </a:lnTo>
                  <a:lnTo>
                    <a:pt x="18279" y="142028"/>
                  </a:lnTo>
                  <a:lnTo>
                    <a:pt x="39725" y="102530"/>
                  </a:lnTo>
                  <a:lnTo>
                    <a:pt x="68126" y="68115"/>
                  </a:lnTo>
                  <a:lnTo>
                    <a:pt x="102547" y="39718"/>
                  </a:lnTo>
                  <a:lnTo>
                    <a:pt x="142050" y="18276"/>
                  </a:lnTo>
                  <a:lnTo>
                    <a:pt x="185701" y="4725"/>
                  </a:lnTo>
                  <a:lnTo>
                    <a:pt x="232562" y="0"/>
                  </a:lnTo>
                  <a:lnTo>
                    <a:pt x="1824868" y="0"/>
                  </a:lnTo>
                  <a:lnTo>
                    <a:pt x="1871728" y="4725"/>
                  </a:lnTo>
                  <a:lnTo>
                    <a:pt x="1915375" y="18276"/>
                  </a:lnTo>
                  <a:lnTo>
                    <a:pt x="1954873" y="39718"/>
                  </a:lnTo>
                  <a:lnTo>
                    <a:pt x="1989288" y="68115"/>
                  </a:lnTo>
                  <a:lnTo>
                    <a:pt x="2017684" y="102530"/>
                  </a:lnTo>
                  <a:lnTo>
                    <a:pt x="2039124" y="142028"/>
                  </a:lnTo>
                  <a:lnTo>
                    <a:pt x="2052675" y="185673"/>
                  </a:lnTo>
                  <a:lnTo>
                    <a:pt x="2057399" y="232528"/>
                  </a:lnTo>
                  <a:lnTo>
                    <a:pt x="2057399" y="951488"/>
                  </a:lnTo>
                  <a:lnTo>
                    <a:pt x="2052675" y="998354"/>
                  </a:lnTo>
                  <a:lnTo>
                    <a:pt x="2039124" y="1042003"/>
                  </a:lnTo>
                  <a:lnTo>
                    <a:pt x="2017684" y="1081502"/>
                  </a:lnTo>
                  <a:lnTo>
                    <a:pt x="1989288" y="1115915"/>
                  </a:lnTo>
                  <a:lnTo>
                    <a:pt x="1954873" y="1144307"/>
                  </a:lnTo>
                  <a:lnTo>
                    <a:pt x="1915375" y="1165745"/>
                  </a:lnTo>
                  <a:lnTo>
                    <a:pt x="1871728" y="1179293"/>
                  </a:lnTo>
                  <a:lnTo>
                    <a:pt x="1824868" y="1184016"/>
                  </a:lnTo>
                  <a:lnTo>
                    <a:pt x="232562" y="1184016"/>
                  </a:lnTo>
                  <a:lnTo>
                    <a:pt x="185701" y="1179293"/>
                  </a:lnTo>
                  <a:lnTo>
                    <a:pt x="142050" y="1165745"/>
                  </a:lnTo>
                  <a:lnTo>
                    <a:pt x="102547" y="1144307"/>
                  </a:lnTo>
                  <a:lnTo>
                    <a:pt x="68126" y="1115915"/>
                  </a:lnTo>
                  <a:lnTo>
                    <a:pt x="39725" y="1081502"/>
                  </a:lnTo>
                  <a:lnTo>
                    <a:pt x="18279" y="1042003"/>
                  </a:lnTo>
                  <a:lnTo>
                    <a:pt x="4726"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39" name="object 39"/>
            <p:cNvSpPr/>
            <p:nvPr/>
          </p:nvSpPr>
          <p:spPr>
            <a:xfrm>
              <a:off x="6918960" y="4898134"/>
              <a:ext cx="1895855" cy="1959864"/>
            </a:xfrm>
            <a:prstGeom prst="rect">
              <a:avLst/>
            </a:prstGeom>
            <a:blipFill>
              <a:blip r:embed="rId12" cstate="print"/>
              <a:stretch>
                <a:fillRect/>
              </a:stretch>
            </a:blipFill>
          </p:spPr>
          <p:txBody>
            <a:bodyPr wrap="square" lIns="0" tIns="0" rIns="0" bIns="0" rtlCol="0"/>
            <a:lstStyle/>
            <a:p>
              <a:endParaRPr/>
            </a:p>
          </p:txBody>
        </p:sp>
        <p:sp>
          <p:nvSpPr>
            <p:cNvPr id="40" name="object 40"/>
            <p:cNvSpPr/>
            <p:nvPr/>
          </p:nvSpPr>
          <p:spPr>
            <a:xfrm>
              <a:off x="7596895" y="5495032"/>
              <a:ext cx="474980" cy="723900"/>
            </a:xfrm>
            <a:custGeom>
              <a:avLst/>
              <a:gdLst/>
              <a:ahLst/>
              <a:cxnLst/>
              <a:rect l="l" t="t" r="r" b="b"/>
              <a:pathLst>
                <a:path w="474979" h="723900">
                  <a:moveTo>
                    <a:pt x="243565" y="0"/>
                  </a:moveTo>
                  <a:lnTo>
                    <a:pt x="186754" y="3761"/>
                  </a:lnTo>
                  <a:lnTo>
                    <a:pt x="132911" y="15037"/>
                  </a:lnTo>
                  <a:lnTo>
                    <a:pt x="82046" y="33814"/>
                  </a:lnTo>
                  <a:lnTo>
                    <a:pt x="34168" y="60079"/>
                  </a:lnTo>
                  <a:lnTo>
                    <a:pt x="34168" y="198083"/>
                  </a:lnTo>
                  <a:lnTo>
                    <a:pt x="76643" y="166164"/>
                  </a:lnTo>
                  <a:lnTo>
                    <a:pt x="120087" y="143364"/>
                  </a:lnTo>
                  <a:lnTo>
                    <a:pt x="164508" y="129683"/>
                  </a:lnTo>
                  <a:lnTo>
                    <a:pt x="209915" y="125123"/>
                  </a:lnTo>
                  <a:lnTo>
                    <a:pt x="234731" y="126581"/>
                  </a:lnTo>
                  <a:lnTo>
                    <a:pt x="274200" y="138248"/>
                  </a:lnTo>
                  <a:lnTo>
                    <a:pt x="308160" y="177362"/>
                  </a:lnTo>
                  <a:lnTo>
                    <a:pt x="314584" y="217444"/>
                  </a:lnTo>
                  <a:lnTo>
                    <a:pt x="314083" y="228934"/>
                  </a:lnTo>
                  <a:lnTo>
                    <a:pt x="302189" y="271632"/>
                  </a:lnTo>
                  <a:lnTo>
                    <a:pt x="274082" y="312130"/>
                  </a:lnTo>
                  <a:lnTo>
                    <a:pt x="242956" y="342518"/>
                  </a:lnTo>
                  <a:lnTo>
                    <a:pt x="203231" y="374158"/>
                  </a:lnTo>
                  <a:lnTo>
                    <a:pt x="172952" y="396200"/>
                  </a:lnTo>
                  <a:lnTo>
                    <a:pt x="157452" y="407848"/>
                  </a:lnTo>
                  <a:lnTo>
                    <a:pt x="125211" y="433102"/>
                  </a:lnTo>
                  <a:lnTo>
                    <a:pt x="93527" y="461640"/>
                  </a:lnTo>
                  <a:lnTo>
                    <a:pt x="64495" y="494144"/>
                  </a:lnTo>
                  <a:lnTo>
                    <a:pt x="39060" y="530876"/>
                  </a:lnTo>
                  <a:lnTo>
                    <a:pt x="18287" y="572073"/>
                  </a:lnTo>
                  <a:lnTo>
                    <a:pt x="4571" y="618299"/>
                  </a:lnTo>
                  <a:lnTo>
                    <a:pt x="0" y="670108"/>
                  </a:lnTo>
                  <a:lnTo>
                    <a:pt x="0" y="723711"/>
                  </a:lnTo>
                  <a:lnTo>
                    <a:pt x="473445" y="723711"/>
                  </a:lnTo>
                  <a:lnTo>
                    <a:pt x="473445" y="593668"/>
                  </a:lnTo>
                  <a:lnTo>
                    <a:pt x="171693" y="593668"/>
                  </a:lnTo>
                  <a:lnTo>
                    <a:pt x="172311" y="586627"/>
                  </a:lnTo>
                  <a:lnTo>
                    <a:pt x="193235" y="548811"/>
                  </a:lnTo>
                  <a:lnTo>
                    <a:pt x="226603" y="516613"/>
                  </a:lnTo>
                  <a:lnTo>
                    <a:pt x="258533" y="491776"/>
                  </a:lnTo>
                  <a:lnTo>
                    <a:pt x="293248" y="466606"/>
                  </a:lnTo>
                  <a:lnTo>
                    <a:pt x="310710" y="454335"/>
                  </a:lnTo>
                  <a:lnTo>
                    <a:pt x="327884" y="441846"/>
                  </a:lnTo>
                  <a:lnTo>
                    <a:pt x="361309" y="416219"/>
                  </a:lnTo>
                  <a:lnTo>
                    <a:pt x="392113" y="388862"/>
                  </a:lnTo>
                  <a:lnTo>
                    <a:pt x="419099" y="358889"/>
                  </a:lnTo>
                  <a:lnTo>
                    <a:pt x="441700" y="325890"/>
                  </a:lnTo>
                  <a:lnTo>
                    <a:pt x="459364" y="289416"/>
                  </a:lnTo>
                  <a:lnTo>
                    <a:pt x="470668" y="248465"/>
                  </a:lnTo>
                  <a:lnTo>
                    <a:pt x="474451" y="202048"/>
                  </a:lnTo>
                  <a:lnTo>
                    <a:pt x="473479" y="179509"/>
                  </a:lnTo>
                  <a:lnTo>
                    <a:pt x="465682" y="137697"/>
                  </a:lnTo>
                  <a:lnTo>
                    <a:pt x="450128" y="100376"/>
                  </a:lnTo>
                  <a:lnTo>
                    <a:pt x="427367" y="68464"/>
                  </a:lnTo>
                  <a:lnTo>
                    <a:pt x="397678" y="42230"/>
                  </a:lnTo>
                  <a:lnTo>
                    <a:pt x="361347" y="22036"/>
                  </a:lnTo>
                  <a:lnTo>
                    <a:pt x="318515" y="7986"/>
                  </a:lnTo>
                  <a:lnTo>
                    <a:pt x="269935" y="883"/>
                  </a:lnTo>
                  <a:lnTo>
                    <a:pt x="243565" y="0"/>
                  </a:lnTo>
                  <a:close/>
                </a:path>
              </a:pathLst>
            </a:custGeom>
            <a:solidFill>
              <a:srgbClr val="FFFF00"/>
            </a:solidFill>
          </p:spPr>
          <p:txBody>
            <a:bodyPr wrap="square" lIns="0" tIns="0" rIns="0" bIns="0" rtlCol="0"/>
            <a:lstStyle/>
            <a:p>
              <a:endParaRPr/>
            </a:p>
          </p:txBody>
        </p:sp>
        <p:sp>
          <p:nvSpPr>
            <p:cNvPr id="41" name="object 41"/>
            <p:cNvSpPr/>
            <p:nvPr/>
          </p:nvSpPr>
          <p:spPr>
            <a:xfrm>
              <a:off x="7596895" y="5495032"/>
              <a:ext cx="474980" cy="723900"/>
            </a:xfrm>
            <a:custGeom>
              <a:avLst/>
              <a:gdLst/>
              <a:ahLst/>
              <a:cxnLst/>
              <a:rect l="l" t="t" r="r" b="b"/>
              <a:pathLst>
                <a:path w="474979" h="723900">
                  <a:moveTo>
                    <a:pt x="243565" y="0"/>
                  </a:moveTo>
                  <a:lnTo>
                    <a:pt x="294916" y="3542"/>
                  </a:lnTo>
                  <a:lnTo>
                    <a:pt x="340735" y="14228"/>
                  </a:lnTo>
                  <a:lnTo>
                    <a:pt x="380333" y="31371"/>
                  </a:lnTo>
                  <a:lnTo>
                    <a:pt x="413369" y="54614"/>
                  </a:lnTo>
                  <a:lnTo>
                    <a:pt x="439628" y="83721"/>
                  </a:lnTo>
                  <a:lnTo>
                    <a:pt x="458845" y="118420"/>
                  </a:lnTo>
                  <a:lnTo>
                    <a:pt x="470557" y="158059"/>
                  </a:lnTo>
                  <a:lnTo>
                    <a:pt x="474451" y="202048"/>
                  </a:lnTo>
                  <a:lnTo>
                    <a:pt x="473504" y="225940"/>
                  </a:lnTo>
                  <a:lnTo>
                    <a:pt x="465952" y="269624"/>
                  </a:lnTo>
                  <a:lnTo>
                    <a:pt x="451135" y="308086"/>
                  </a:lnTo>
                  <a:lnTo>
                    <a:pt x="431031" y="342825"/>
                  </a:lnTo>
                  <a:lnTo>
                    <a:pt x="406071" y="374204"/>
                  </a:lnTo>
                  <a:lnTo>
                    <a:pt x="377201" y="402865"/>
                  </a:lnTo>
                  <a:lnTo>
                    <a:pt x="344755" y="429140"/>
                  </a:lnTo>
                  <a:lnTo>
                    <a:pt x="310710" y="454335"/>
                  </a:lnTo>
                  <a:lnTo>
                    <a:pt x="293248" y="466606"/>
                  </a:lnTo>
                  <a:lnTo>
                    <a:pt x="281455" y="475027"/>
                  </a:lnTo>
                  <a:lnTo>
                    <a:pt x="247375" y="500109"/>
                  </a:lnTo>
                  <a:lnTo>
                    <a:pt x="217183" y="524774"/>
                  </a:lnTo>
                  <a:lnTo>
                    <a:pt x="186986" y="556643"/>
                  </a:lnTo>
                  <a:lnTo>
                    <a:pt x="171693" y="593668"/>
                  </a:lnTo>
                  <a:lnTo>
                    <a:pt x="473445" y="593668"/>
                  </a:lnTo>
                  <a:lnTo>
                    <a:pt x="473445" y="723711"/>
                  </a:lnTo>
                  <a:lnTo>
                    <a:pt x="0" y="723711"/>
                  </a:lnTo>
                  <a:lnTo>
                    <a:pt x="0" y="670108"/>
                  </a:lnTo>
                  <a:lnTo>
                    <a:pt x="4571" y="618299"/>
                  </a:lnTo>
                  <a:lnTo>
                    <a:pt x="18287" y="572073"/>
                  </a:lnTo>
                  <a:lnTo>
                    <a:pt x="39060" y="530876"/>
                  </a:lnTo>
                  <a:lnTo>
                    <a:pt x="64495" y="494144"/>
                  </a:lnTo>
                  <a:lnTo>
                    <a:pt x="93527" y="461640"/>
                  </a:lnTo>
                  <a:lnTo>
                    <a:pt x="125211" y="433102"/>
                  </a:lnTo>
                  <a:lnTo>
                    <a:pt x="157452" y="407848"/>
                  </a:lnTo>
                  <a:lnTo>
                    <a:pt x="188092" y="385203"/>
                  </a:lnTo>
                  <a:lnTo>
                    <a:pt x="203231" y="374158"/>
                  </a:lnTo>
                  <a:lnTo>
                    <a:pt x="242956" y="342518"/>
                  </a:lnTo>
                  <a:lnTo>
                    <a:pt x="274082" y="312130"/>
                  </a:lnTo>
                  <a:lnTo>
                    <a:pt x="302189" y="271632"/>
                  </a:lnTo>
                  <a:lnTo>
                    <a:pt x="314083" y="228934"/>
                  </a:lnTo>
                  <a:lnTo>
                    <a:pt x="314584" y="217444"/>
                  </a:lnTo>
                  <a:lnTo>
                    <a:pt x="312981" y="196007"/>
                  </a:lnTo>
                  <a:lnTo>
                    <a:pt x="288797" y="148458"/>
                  </a:lnTo>
                  <a:lnTo>
                    <a:pt x="234731" y="126581"/>
                  </a:lnTo>
                  <a:lnTo>
                    <a:pt x="209915" y="125123"/>
                  </a:lnTo>
                  <a:lnTo>
                    <a:pt x="164508" y="129683"/>
                  </a:lnTo>
                  <a:lnTo>
                    <a:pt x="120087" y="143364"/>
                  </a:lnTo>
                  <a:lnTo>
                    <a:pt x="76643" y="166164"/>
                  </a:lnTo>
                  <a:lnTo>
                    <a:pt x="34168" y="198083"/>
                  </a:lnTo>
                  <a:lnTo>
                    <a:pt x="34168" y="60079"/>
                  </a:lnTo>
                  <a:lnTo>
                    <a:pt x="82046" y="33814"/>
                  </a:lnTo>
                  <a:lnTo>
                    <a:pt x="132911" y="15037"/>
                  </a:lnTo>
                  <a:lnTo>
                    <a:pt x="186754" y="3761"/>
                  </a:lnTo>
                  <a:lnTo>
                    <a:pt x="243565" y="0"/>
                  </a:lnTo>
                  <a:close/>
                </a:path>
              </a:pathLst>
            </a:custGeom>
            <a:ln w="12191">
              <a:solidFill>
                <a:srgbClr val="000000"/>
              </a:solidFill>
            </a:ln>
          </p:spPr>
          <p:txBody>
            <a:bodyPr wrap="square" lIns="0" tIns="0" rIns="0" bIns="0" rtlCol="0"/>
            <a:lstStyle/>
            <a:p>
              <a:endParaRPr/>
            </a:p>
          </p:txBody>
        </p:sp>
        <p:sp>
          <p:nvSpPr>
            <p:cNvPr id="42" name="object 42"/>
            <p:cNvSpPr/>
            <p:nvPr/>
          </p:nvSpPr>
          <p:spPr>
            <a:xfrm>
              <a:off x="6740652" y="5207508"/>
              <a:ext cx="2218944" cy="1344167"/>
            </a:xfrm>
            <a:prstGeom prst="rect">
              <a:avLst/>
            </a:prstGeom>
            <a:blipFill>
              <a:blip r:embed="rId13" cstate="print"/>
              <a:stretch>
                <a:fillRect/>
              </a:stretch>
            </a:blipFill>
          </p:spPr>
          <p:txBody>
            <a:bodyPr wrap="square" lIns="0" tIns="0" rIns="0" bIns="0" rtlCol="0"/>
            <a:lstStyle/>
            <a:p>
              <a:endParaRPr/>
            </a:p>
          </p:txBody>
        </p:sp>
        <p:sp>
          <p:nvSpPr>
            <p:cNvPr id="43" name="object 43"/>
            <p:cNvSpPr/>
            <p:nvPr/>
          </p:nvSpPr>
          <p:spPr>
            <a:xfrm>
              <a:off x="6879336" y="4888990"/>
              <a:ext cx="2258568" cy="1969008"/>
            </a:xfrm>
            <a:prstGeom prst="rect">
              <a:avLst/>
            </a:prstGeom>
            <a:blipFill>
              <a:blip r:embed="rId14" cstate="print"/>
              <a:stretch>
                <a:fillRect/>
              </a:stretch>
            </a:blipFill>
          </p:spPr>
          <p:txBody>
            <a:bodyPr wrap="square" lIns="0" tIns="0" rIns="0" bIns="0" rtlCol="0"/>
            <a:lstStyle/>
            <a:p>
              <a:endParaRPr/>
            </a:p>
          </p:txBody>
        </p:sp>
        <p:sp>
          <p:nvSpPr>
            <p:cNvPr id="44" name="object 44"/>
            <p:cNvSpPr/>
            <p:nvPr/>
          </p:nvSpPr>
          <p:spPr>
            <a:xfrm>
              <a:off x="6821545" y="5267574"/>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28" y="1179304"/>
                  </a:lnTo>
                  <a:lnTo>
                    <a:pt x="1915375" y="1165755"/>
                  </a:lnTo>
                  <a:lnTo>
                    <a:pt x="1954873" y="1144316"/>
                  </a:lnTo>
                  <a:lnTo>
                    <a:pt x="1989288" y="1115922"/>
                  </a:lnTo>
                  <a:lnTo>
                    <a:pt x="2017684" y="1081508"/>
                  </a:lnTo>
                  <a:lnTo>
                    <a:pt x="2039124" y="1042010"/>
                  </a:lnTo>
                  <a:lnTo>
                    <a:pt x="2052675" y="998362"/>
                  </a:lnTo>
                  <a:lnTo>
                    <a:pt x="2057399" y="95150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45" name="object 45"/>
            <p:cNvSpPr/>
            <p:nvPr/>
          </p:nvSpPr>
          <p:spPr>
            <a:xfrm>
              <a:off x="6821545" y="5267574"/>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00"/>
                  </a:lnTo>
                  <a:lnTo>
                    <a:pt x="2052675" y="998362"/>
                  </a:lnTo>
                  <a:lnTo>
                    <a:pt x="2039124" y="1042010"/>
                  </a:lnTo>
                  <a:lnTo>
                    <a:pt x="2017684" y="1081508"/>
                  </a:lnTo>
                  <a:lnTo>
                    <a:pt x="1989288" y="1115922"/>
                  </a:lnTo>
                  <a:lnTo>
                    <a:pt x="1954873" y="1144316"/>
                  </a:lnTo>
                  <a:lnTo>
                    <a:pt x="1915375" y="1165755"/>
                  </a:lnTo>
                  <a:lnTo>
                    <a:pt x="1871728"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46" name="object 46"/>
            <p:cNvSpPr/>
            <p:nvPr/>
          </p:nvSpPr>
          <p:spPr>
            <a:xfrm>
              <a:off x="6920484" y="4910327"/>
              <a:ext cx="1895855" cy="1947671"/>
            </a:xfrm>
            <a:prstGeom prst="rect">
              <a:avLst/>
            </a:prstGeom>
            <a:blipFill>
              <a:blip r:embed="rId15" cstate="print"/>
              <a:stretch>
                <a:fillRect/>
              </a:stretch>
            </a:blipFill>
          </p:spPr>
          <p:txBody>
            <a:bodyPr wrap="square" lIns="0" tIns="0" rIns="0" bIns="0" rtlCol="0"/>
            <a:lstStyle/>
            <a:p>
              <a:endParaRPr/>
            </a:p>
          </p:txBody>
        </p:sp>
        <p:sp>
          <p:nvSpPr>
            <p:cNvPr id="47" name="object 47"/>
            <p:cNvSpPr/>
            <p:nvPr/>
          </p:nvSpPr>
          <p:spPr>
            <a:xfrm>
              <a:off x="7615062" y="5507735"/>
              <a:ext cx="454025" cy="736600"/>
            </a:xfrm>
            <a:custGeom>
              <a:avLst/>
              <a:gdLst/>
              <a:ahLst/>
              <a:cxnLst/>
              <a:rect l="l" t="t" r="r" b="b"/>
              <a:pathLst>
                <a:path w="454025" h="736600">
                  <a:moveTo>
                    <a:pt x="201533" y="0"/>
                  </a:moveTo>
                  <a:lnTo>
                    <a:pt x="153193" y="2357"/>
                  </a:lnTo>
                  <a:lnTo>
                    <a:pt x="107967" y="9429"/>
                  </a:lnTo>
                  <a:lnTo>
                    <a:pt x="65839" y="21216"/>
                  </a:lnTo>
                  <a:lnTo>
                    <a:pt x="26791" y="37718"/>
                  </a:lnTo>
                  <a:lnTo>
                    <a:pt x="26791" y="165805"/>
                  </a:lnTo>
                  <a:lnTo>
                    <a:pt x="60822" y="145616"/>
                  </a:lnTo>
                  <a:lnTo>
                    <a:pt x="95307" y="131195"/>
                  </a:lnTo>
                  <a:lnTo>
                    <a:pt x="130266" y="122542"/>
                  </a:lnTo>
                  <a:lnTo>
                    <a:pt x="165719" y="119658"/>
                  </a:lnTo>
                  <a:lnTo>
                    <a:pt x="212471" y="125087"/>
                  </a:lnTo>
                  <a:lnTo>
                    <a:pt x="245844" y="141373"/>
                  </a:lnTo>
                  <a:lnTo>
                    <a:pt x="265855" y="168516"/>
                  </a:lnTo>
                  <a:lnTo>
                    <a:pt x="272521" y="206514"/>
                  </a:lnTo>
                  <a:lnTo>
                    <a:pt x="263829" y="246902"/>
                  </a:lnTo>
                  <a:lnTo>
                    <a:pt x="237755" y="275752"/>
                  </a:lnTo>
                  <a:lnTo>
                    <a:pt x="194301" y="293064"/>
                  </a:lnTo>
                  <a:lnTo>
                    <a:pt x="133471" y="298835"/>
                  </a:lnTo>
                  <a:lnTo>
                    <a:pt x="72511" y="298835"/>
                  </a:lnTo>
                  <a:lnTo>
                    <a:pt x="72511" y="418944"/>
                  </a:lnTo>
                  <a:lnTo>
                    <a:pt x="138531" y="418944"/>
                  </a:lnTo>
                  <a:lnTo>
                    <a:pt x="172808" y="420558"/>
                  </a:lnTo>
                  <a:lnTo>
                    <a:pt x="229725" y="433471"/>
                  </a:lnTo>
                  <a:lnTo>
                    <a:pt x="270506" y="459032"/>
                  </a:lnTo>
                  <a:lnTo>
                    <a:pt x="291263" y="495760"/>
                  </a:lnTo>
                  <a:lnTo>
                    <a:pt x="293857" y="518220"/>
                  </a:lnTo>
                  <a:lnTo>
                    <a:pt x="291765" y="540030"/>
                  </a:lnTo>
                  <a:lnTo>
                    <a:pt x="275006" y="576016"/>
                  </a:lnTo>
                  <a:lnTo>
                    <a:pt x="241923" y="601479"/>
                  </a:lnTo>
                  <a:lnTo>
                    <a:pt x="195144" y="614390"/>
                  </a:lnTo>
                  <a:lnTo>
                    <a:pt x="166725" y="616006"/>
                  </a:lnTo>
                  <a:lnTo>
                    <a:pt x="120585" y="612747"/>
                  </a:lnTo>
                  <a:lnTo>
                    <a:pt x="77407" y="602971"/>
                  </a:lnTo>
                  <a:lnTo>
                    <a:pt x="37207" y="586681"/>
                  </a:lnTo>
                  <a:lnTo>
                    <a:pt x="0" y="563879"/>
                  </a:lnTo>
                  <a:lnTo>
                    <a:pt x="0" y="700384"/>
                  </a:lnTo>
                  <a:lnTo>
                    <a:pt x="37064" y="716019"/>
                  </a:lnTo>
                  <a:lnTo>
                    <a:pt x="79297" y="727185"/>
                  </a:lnTo>
                  <a:lnTo>
                    <a:pt x="126680" y="733883"/>
                  </a:lnTo>
                  <a:lnTo>
                    <a:pt x="179191" y="736116"/>
                  </a:lnTo>
                  <a:lnTo>
                    <a:pt x="239999" y="732484"/>
                  </a:lnTo>
                  <a:lnTo>
                    <a:pt x="293857" y="721591"/>
                  </a:lnTo>
                  <a:lnTo>
                    <a:pt x="340766" y="703440"/>
                  </a:lnTo>
                  <a:lnTo>
                    <a:pt x="380725" y="678036"/>
                  </a:lnTo>
                  <a:lnTo>
                    <a:pt x="412640" y="646399"/>
                  </a:lnTo>
                  <a:lnTo>
                    <a:pt x="435422" y="609547"/>
                  </a:lnTo>
                  <a:lnTo>
                    <a:pt x="449082" y="567483"/>
                  </a:lnTo>
                  <a:lnTo>
                    <a:pt x="453633" y="520208"/>
                  </a:lnTo>
                  <a:lnTo>
                    <a:pt x="450915" y="488489"/>
                  </a:lnTo>
                  <a:lnTo>
                    <a:pt x="429099" y="432773"/>
                  </a:lnTo>
                  <a:lnTo>
                    <a:pt x="386131" y="388319"/>
                  </a:lnTo>
                  <a:lnTo>
                    <a:pt x="326549" y="360900"/>
                  </a:lnTo>
                  <a:lnTo>
                    <a:pt x="290809" y="353936"/>
                  </a:lnTo>
                  <a:lnTo>
                    <a:pt x="290809" y="351449"/>
                  </a:lnTo>
                  <a:lnTo>
                    <a:pt x="341761" y="333185"/>
                  </a:lnTo>
                  <a:lnTo>
                    <a:pt x="381379" y="306582"/>
                  </a:lnTo>
                  <a:lnTo>
                    <a:pt x="409671" y="271640"/>
                  </a:lnTo>
                  <a:lnTo>
                    <a:pt x="426642" y="228357"/>
                  </a:lnTo>
                  <a:lnTo>
                    <a:pt x="432297" y="176735"/>
                  </a:lnTo>
                  <a:lnTo>
                    <a:pt x="428505" y="139355"/>
                  </a:lnTo>
                  <a:lnTo>
                    <a:pt x="398106" y="75566"/>
                  </a:lnTo>
                  <a:lnTo>
                    <a:pt x="338055" y="27646"/>
                  </a:lnTo>
                  <a:lnTo>
                    <a:pt x="298601" y="12287"/>
                  </a:lnTo>
                  <a:lnTo>
                    <a:pt x="253094" y="3071"/>
                  </a:lnTo>
                  <a:lnTo>
                    <a:pt x="201533" y="0"/>
                  </a:lnTo>
                  <a:close/>
                </a:path>
              </a:pathLst>
            </a:custGeom>
            <a:solidFill>
              <a:srgbClr val="FFFF00"/>
            </a:solidFill>
          </p:spPr>
          <p:txBody>
            <a:bodyPr wrap="square" lIns="0" tIns="0" rIns="0" bIns="0" rtlCol="0"/>
            <a:lstStyle/>
            <a:p>
              <a:endParaRPr/>
            </a:p>
          </p:txBody>
        </p:sp>
        <p:sp>
          <p:nvSpPr>
            <p:cNvPr id="48" name="object 48"/>
            <p:cNvSpPr/>
            <p:nvPr/>
          </p:nvSpPr>
          <p:spPr>
            <a:xfrm>
              <a:off x="7615062" y="5507735"/>
              <a:ext cx="454025" cy="736600"/>
            </a:xfrm>
            <a:custGeom>
              <a:avLst/>
              <a:gdLst/>
              <a:ahLst/>
              <a:cxnLst/>
              <a:rect l="l" t="t" r="r" b="b"/>
              <a:pathLst>
                <a:path w="454025" h="736600">
                  <a:moveTo>
                    <a:pt x="201533" y="0"/>
                  </a:moveTo>
                  <a:lnTo>
                    <a:pt x="253094" y="3071"/>
                  </a:lnTo>
                  <a:lnTo>
                    <a:pt x="298601" y="12287"/>
                  </a:lnTo>
                  <a:lnTo>
                    <a:pt x="338055" y="27646"/>
                  </a:lnTo>
                  <a:lnTo>
                    <a:pt x="371459" y="49148"/>
                  </a:lnTo>
                  <a:lnTo>
                    <a:pt x="417114" y="105633"/>
                  </a:lnTo>
                  <a:lnTo>
                    <a:pt x="432297" y="176735"/>
                  </a:lnTo>
                  <a:lnTo>
                    <a:pt x="426642" y="228357"/>
                  </a:lnTo>
                  <a:lnTo>
                    <a:pt x="409671" y="271640"/>
                  </a:lnTo>
                  <a:lnTo>
                    <a:pt x="381379" y="306582"/>
                  </a:lnTo>
                  <a:lnTo>
                    <a:pt x="341761" y="333185"/>
                  </a:lnTo>
                  <a:lnTo>
                    <a:pt x="290809" y="351449"/>
                  </a:lnTo>
                  <a:lnTo>
                    <a:pt x="290809" y="353936"/>
                  </a:lnTo>
                  <a:lnTo>
                    <a:pt x="358326" y="372361"/>
                  </a:lnTo>
                  <a:lnTo>
                    <a:pt x="409955" y="408776"/>
                  </a:lnTo>
                  <a:lnTo>
                    <a:pt x="442744" y="459344"/>
                  </a:lnTo>
                  <a:lnTo>
                    <a:pt x="453633" y="520208"/>
                  </a:lnTo>
                  <a:lnTo>
                    <a:pt x="449082" y="567483"/>
                  </a:lnTo>
                  <a:lnTo>
                    <a:pt x="435422" y="609547"/>
                  </a:lnTo>
                  <a:lnTo>
                    <a:pt x="412640" y="646399"/>
                  </a:lnTo>
                  <a:lnTo>
                    <a:pt x="380725" y="678036"/>
                  </a:lnTo>
                  <a:lnTo>
                    <a:pt x="340766" y="703440"/>
                  </a:lnTo>
                  <a:lnTo>
                    <a:pt x="293857" y="721591"/>
                  </a:lnTo>
                  <a:lnTo>
                    <a:pt x="239999" y="732484"/>
                  </a:lnTo>
                  <a:lnTo>
                    <a:pt x="179191" y="736116"/>
                  </a:lnTo>
                  <a:lnTo>
                    <a:pt x="126680" y="733883"/>
                  </a:lnTo>
                  <a:lnTo>
                    <a:pt x="79297" y="727185"/>
                  </a:lnTo>
                  <a:lnTo>
                    <a:pt x="37064" y="716019"/>
                  </a:lnTo>
                  <a:lnTo>
                    <a:pt x="0" y="700384"/>
                  </a:lnTo>
                  <a:lnTo>
                    <a:pt x="0" y="563879"/>
                  </a:lnTo>
                  <a:lnTo>
                    <a:pt x="37207" y="586681"/>
                  </a:lnTo>
                  <a:lnTo>
                    <a:pt x="77407" y="602971"/>
                  </a:lnTo>
                  <a:lnTo>
                    <a:pt x="120585" y="612747"/>
                  </a:lnTo>
                  <a:lnTo>
                    <a:pt x="166725" y="616006"/>
                  </a:lnTo>
                  <a:lnTo>
                    <a:pt x="195144" y="614390"/>
                  </a:lnTo>
                  <a:lnTo>
                    <a:pt x="241923" y="601479"/>
                  </a:lnTo>
                  <a:lnTo>
                    <a:pt x="275006" y="576016"/>
                  </a:lnTo>
                  <a:lnTo>
                    <a:pt x="291765" y="540030"/>
                  </a:lnTo>
                  <a:lnTo>
                    <a:pt x="293857" y="518220"/>
                  </a:lnTo>
                  <a:lnTo>
                    <a:pt x="291263" y="495760"/>
                  </a:lnTo>
                  <a:lnTo>
                    <a:pt x="270506" y="459032"/>
                  </a:lnTo>
                  <a:lnTo>
                    <a:pt x="229725" y="433471"/>
                  </a:lnTo>
                  <a:lnTo>
                    <a:pt x="172808" y="420558"/>
                  </a:lnTo>
                  <a:lnTo>
                    <a:pt x="138531" y="418944"/>
                  </a:lnTo>
                  <a:lnTo>
                    <a:pt x="72511" y="418944"/>
                  </a:lnTo>
                  <a:lnTo>
                    <a:pt x="72511" y="298835"/>
                  </a:lnTo>
                  <a:lnTo>
                    <a:pt x="133471" y="298835"/>
                  </a:lnTo>
                  <a:lnTo>
                    <a:pt x="194301" y="293064"/>
                  </a:lnTo>
                  <a:lnTo>
                    <a:pt x="237755" y="275752"/>
                  </a:lnTo>
                  <a:lnTo>
                    <a:pt x="263829" y="246902"/>
                  </a:lnTo>
                  <a:lnTo>
                    <a:pt x="272521" y="206514"/>
                  </a:lnTo>
                  <a:lnTo>
                    <a:pt x="265855" y="168516"/>
                  </a:lnTo>
                  <a:lnTo>
                    <a:pt x="245844" y="141373"/>
                  </a:lnTo>
                  <a:lnTo>
                    <a:pt x="212471" y="125087"/>
                  </a:lnTo>
                  <a:lnTo>
                    <a:pt x="165719" y="119658"/>
                  </a:lnTo>
                  <a:lnTo>
                    <a:pt x="130266" y="122542"/>
                  </a:lnTo>
                  <a:lnTo>
                    <a:pt x="95307" y="131195"/>
                  </a:lnTo>
                  <a:lnTo>
                    <a:pt x="60822" y="145616"/>
                  </a:lnTo>
                  <a:lnTo>
                    <a:pt x="26791" y="165805"/>
                  </a:lnTo>
                  <a:lnTo>
                    <a:pt x="26791" y="37718"/>
                  </a:lnTo>
                  <a:lnTo>
                    <a:pt x="65839" y="21216"/>
                  </a:lnTo>
                  <a:lnTo>
                    <a:pt x="107967" y="9429"/>
                  </a:lnTo>
                  <a:lnTo>
                    <a:pt x="153193" y="2357"/>
                  </a:lnTo>
                  <a:lnTo>
                    <a:pt x="201533" y="0"/>
                  </a:lnTo>
                  <a:close/>
                </a:path>
              </a:pathLst>
            </a:custGeom>
            <a:ln w="12191">
              <a:solidFill>
                <a:srgbClr val="000000"/>
              </a:solidFill>
            </a:ln>
          </p:spPr>
          <p:txBody>
            <a:bodyPr wrap="square" lIns="0" tIns="0" rIns="0" bIns="0" rtlCol="0"/>
            <a:lstStyle/>
            <a:p>
              <a:endParaRPr/>
            </a:p>
          </p:txBody>
        </p:sp>
        <p:sp>
          <p:nvSpPr>
            <p:cNvPr id="49" name="object 49"/>
            <p:cNvSpPr/>
            <p:nvPr/>
          </p:nvSpPr>
          <p:spPr>
            <a:xfrm>
              <a:off x="6736080" y="5227320"/>
              <a:ext cx="2218944" cy="1345691"/>
            </a:xfrm>
            <a:prstGeom prst="rect">
              <a:avLst/>
            </a:prstGeom>
            <a:blipFill>
              <a:blip r:embed="rId16" cstate="print"/>
              <a:stretch>
                <a:fillRect/>
              </a:stretch>
            </a:blipFill>
          </p:spPr>
          <p:txBody>
            <a:bodyPr wrap="square" lIns="0" tIns="0" rIns="0" bIns="0" rtlCol="0"/>
            <a:lstStyle/>
            <a:p>
              <a:endParaRPr/>
            </a:p>
          </p:txBody>
        </p:sp>
        <p:sp>
          <p:nvSpPr>
            <p:cNvPr id="50" name="object 50"/>
            <p:cNvSpPr/>
            <p:nvPr/>
          </p:nvSpPr>
          <p:spPr>
            <a:xfrm>
              <a:off x="6873240" y="4908802"/>
              <a:ext cx="2258568" cy="1949195"/>
            </a:xfrm>
            <a:prstGeom prst="rect">
              <a:avLst/>
            </a:prstGeom>
            <a:blipFill>
              <a:blip r:embed="rId17" cstate="print"/>
              <a:stretch>
                <a:fillRect/>
              </a:stretch>
            </a:blipFill>
          </p:spPr>
          <p:txBody>
            <a:bodyPr wrap="square" lIns="0" tIns="0" rIns="0" bIns="0" rtlCol="0"/>
            <a:lstStyle/>
            <a:p>
              <a:endParaRPr/>
            </a:p>
          </p:txBody>
        </p:sp>
        <p:sp>
          <p:nvSpPr>
            <p:cNvPr id="51" name="object 51"/>
            <p:cNvSpPr/>
            <p:nvPr/>
          </p:nvSpPr>
          <p:spPr>
            <a:xfrm>
              <a:off x="6816486" y="5288029"/>
              <a:ext cx="2057400" cy="1184275"/>
            </a:xfrm>
            <a:custGeom>
              <a:avLst/>
              <a:gdLst/>
              <a:ahLst/>
              <a:cxnLst/>
              <a:rect l="l" t="t" r="r" b="b"/>
              <a:pathLst>
                <a:path w="2057400" h="1184275">
                  <a:moveTo>
                    <a:pt x="1824837" y="0"/>
                  </a:moveTo>
                  <a:lnTo>
                    <a:pt x="232531" y="0"/>
                  </a:lnTo>
                  <a:lnTo>
                    <a:pt x="185636" y="4725"/>
                  </a:lnTo>
                  <a:lnTo>
                    <a:pt x="141973" y="18276"/>
                  </a:lnTo>
                  <a:lnTo>
                    <a:pt x="102472" y="39718"/>
                  </a:lnTo>
                  <a:lnTo>
                    <a:pt x="68065" y="68115"/>
                  </a:lnTo>
                  <a:lnTo>
                    <a:pt x="39683" y="102530"/>
                  </a:lnTo>
                  <a:lnTo>
                    <a:pt x="18257" y="142028"/>
                  </a:lnTo>
                  <a:lnTo>
                    <a:pt x="4719" y="185673"/>
                  </a:lnTo>
                  <a:lnTo>
                    <a:pt x="0" y="232528"/>
                  </a:lnTo>
                  <a:lnTo>
                    <a:pt x="0" y="951570"/>
                  </a:lnTo>
                  <a:lnTo>
                    <a:pt x="4719" y="998428"/>
                  </a:lnTo>
                  <a:lnTo>
                    <a:pt x="18257" y="1042072"/>
                  </a:lnTo>
                  <a:lnTo>
                    <a:pt x="39683" y="1081566"/>
                  </a:lnTo>
                  <a:lnTo>
                    <a:pt x="68065" y="1115977"/>
                  </a:lnTo>
                  <a:lnTo>
                    <a:pt x="102472" y="1144368"/>
                  </a:lnTo>
                  <a:lnTo>
                    <a:pt x="141973" y="1165806"/>
                  </a:lnTo>
                  <a:lnTo>
                    <a:pt x="185636" y="1179354"/>
                  </a:lnTo>
                  <a:lnTo>
                    <a:pt x="232531" y="1184077"/>
                  </a:lnTo>
                  <a:lnTo>
                    <a:pt x="1824837" y="1184077"/>
                  </a:lnTo>
                  <a:lnTo>
                    <a:pt x="1871698" y="1179354"/>
                  </a:lnTo>
                  <a:lnTo>
                    <a:pt x="1915349" y="1165806"/>
                  </a:lnTo>
                  <a:lnTo>
                    <a:pt x="1954852" y="1144368"/>
                  </a:lnTo>
                  <a:lnTo>
                    <a:pt x="1989273" y="1115977"/>
                  </a:lnTo>
                  <a:lnTo>
                    <a:pt x="2017674" y="1081566"/>
                  </a:lnTo>
                  <a:lnTo>
                    <a:pt x="2039120" y="1042072"/>
                  </a:lnTo>
                  <a:lnTo>
                    <a:pt x="2052673" y="998428"/>
                  </a:lnTo>
                  <a:lnTo>
                    <a:pt x="2057399" y="95157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52" name="object 52"/>
            <p:cNvSpPr/>
            <p:nvPr/>
          </p:nvSpPr>
          <p:spPr>
            <a:xfrm>
              <a:off x="6816486" y="5288029"/>
              <a:ext cx="2057400" cy="1184275"/>
            </a:xfrm>
            <a:custGeom>
              <a:avLst/>
              <a:gdLst/>
              <a:ahLst/>
              <a:cxnLst/>
              <a:rect l="l" t="t" r="r" b="b"/>
              <a:pathLst>
                <a:path w="2057400" h="1184275">
                  <a:moveTo>
                    <a:pt x="0" y="232528"/>
                  </a:moveTo>
                  <a:lnTo>
                    <a:pt x="4719" y="185673"/>
                  </a:lnTo>
                  <a:lnTo>
                    <a:pt x="18257" y="142028"/>
                  </a:lnTo>
                  <a:lnTo>
                    <a:pt x="39683" y="102530"/>
                  </a:lnTo>
                  <a:lnTo>
                    <a:pt x="68065" y="68115"/>
                  </a:lnTo>
                  <a:lnTo>
                    <a:pt x="102472" y="39718"/>
                  </a:lnTo>
                  <a:lnTo>
                    <a:pt x="141973" y="18276"/>
                  </a:lnTo>
                  <a:lnTo>
                    <a:pt x="185636"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70"/>
                  </a:lnTo>
                  <a:lnTo>
                    <a:pt x="2052673" y="998428"/>
                  </a:lnTo>
                  <a:lnTo>
                    <a:pt x="2039120" y="1042072"/>
                  </a:lnTo>
                  <a:lnTo>
                    <a:pt x="2017674" y="1081566"/>
                  </a:lnTo>
                  <a:lnTo>
                    <a:pt x="1989273" y="1115977"/>
                  </a:lnTo>
                  <a:lnTo>
                    <a:pt x="1954852" y="1144368"/>
                  </a:lnTo>
                  <a:lnTo>
                    <a:pt x="1915349" y="1165806"/>
                  </a:lnTo>
                  <a:lnTo>
                    <a:pt x="1871698" y="1179354"/>
                  </a:lnTo>
                  <a:lnTo>
                    <a:pt x="1824837" y="1184077"/>
                  </a:lnTo>
                  <a:lnTo>
                    <a:pt x="232531" y="1184077"/>
                  </a:lnTo>
                  <a:lnTo>
                    <a:pt x="185636" y="1179354"/>
                  </a:lnTo>
                  <a:lnTo>
                    <a:pt x="141973" y="1165806"/>
                  </a:lnTo>
                  <a:lnTo>
                    <a:pt x="102472" y="1144368"/>
                  </a:lnTo>
                  <a:lnTo>
                    <a:pt x="68065" y="1115977"/>
                  </a:lnTo>
                  <a:lnTo>
                    <a:pt x="39683" y="1081566"/>
                  </a:lnTo>
                  <a:lnTo>
                    <a:pt x="18257" y="1042072"/>
                  </a:lnTo>
                  <a:lnTo>
                    <a:pt x="4719" y="998428"/>
                  </a:lnTo>
                  <a:lnTo>
                    <a:pt x="0" y="951570"/>
                  </a:lnTo>
                  <a:lnTo>
                    <a:pt x="0" y="232528"/>
                  </a:lnTo>
                  <a:close/>
                </a:path>
              </a:pathLst>
            </a:custGeom>
            <a:ln w="76199">
              <a:solidFill>
                <a:srgbClr val="00AF50"/>
              </a:solidFill>
            </a:ln>
          </p:spPr>
          <p:txBody>
            <a:bodyPr wrap="square" lIns="0" tIns="0" rIns="0" bIns="0" rtlCol="0"/>
            <a:lstStyle/>
            <a:p>
              <a:endParaRPr/>
            </a:p>
          </p:txBody>
        </p:sp>
        <p:sp>
          <p:nvSpPr>
            <p:cNvPr id="53" name="object 53"/>
            <p:cNvSpPr/>
            <p:nvPr/>
          </p:nvSpPr>
          <p:spPr>
            <a:xfrm>
              <a:off x="6914388" y="4930138"/>
              <a:ext cx="1895855" cy="1927859"/>
            </a:xfrm>
            <a:prstGeom prst="rect">
              <a:avLst/>
            </a:prstGeom>
            <a:blipFill>
              <a:blip r:embed="rId18" cstate="print"/>
              <a:stretch>
                <a:fillRect/>
              </a:stretch>
            </a:blipFill>
          </p:spPr>
          <p:txBody>
            <a:bodyPr wrap="square" lIns="0" tIns="0" rIns="0" bIns="0" rtlCol="0"/>
            <a:lstStyle/>
            <a:p>
              <a:endParaRPr/>
            </a:p>
          </p:txBody>
        </p:sp>
        <p:sp>
          <p:nvSpPr>
            <p:cNvPr id="54" name="object 54"/>
            <p:cNvSpPr/>
            <p:nvPr/>
          </p:nvSpPr>
          <p:spPr>
            <a:xfrm>
              <a:off x="7571232" y="5540251"/>
              <a:ext cx="539115" cy="711835"/>
            </a:xfrm>
            <a:custGeom>
              <a:avLst/>
              <a:gdLst/>
              <a:ahLst/>
              <a:cxnLst/>
              <a:rect l="l" t="t" r="r" b="b"/>
              <a:pathLst>
                <a:path w="539115" h="711835">
                  <a:moveTo>
                    <a:pt x="453146" y="565785"/>
                  </a:moveTo>
                  <a:lnTo>
                    <a:pt x="310255" y="565785"/>
                  </a:lnTo>
                  <a:lnTo>
                    <a:pt x="310255" y="711708"/>
                  </a:lnTo>
                  <a:lnTo>
                    <a:pt x="453146" y="711708"/>
                  </a:lnTo>
                  <a:lnTo>
                    <a:pt x="453146" y="565785"/>
                  </a:lnTo>
                  <a:close/>
                </a:path>
                <a:path w="539115" h="711835">
                  <a:moveTo>
                    <a:pt x="453146" y="0"/>
                  </a:moveTo>
                  <a:lnTo>
                    <a:pt x="307726" y="0"/>
                  </a:lnTo>
                  <a:lnTo>
                    <a:pt x="294670" y="27098"/>
                  </a:lnTo>
                  <a:lnTo>
                    <a:pt x="280275" y="54864"/>
                  </a:lnTo>
                  <a:lnTo>
                    <a:pt x="247406" y="112370"/>
                  </a:lnTo>
                  <a:lnTo>
                    <a:pt x="210536" y="171000"/>
                  </a:lnTo>
                  <a:lnTo>
                    <a:pt x="170809" y="229255"/>
                  </a:lnTo>
                  <a:lnTo>
                    <a:pt x="128797" y="286523"/>
                  </a:lnTo>
                  <a:lnTo>
                    <a:pt x="85344" y="342174"/>
                  </a:lnTo>
                  <a:lnTo>
                    <a:pt x="41906" y="394855"/>
                  </a:lnTo>
                  <a:lnTo>
                    <a:pt x="0" y="443185"/>
                  </a:lnTo>
                  <a:lnTo>
                    <a:pt x="0" y="565785"/>
                  </a:lnTo>
                  <a:lnTo>
                    <a:pt x="538612" y="565785"/>
                  </a:lnTo>
                  <a:lnTo>
                    <a:pt x="538612" y="448650"/>
                  </a:lnTo>
                  <a:lnTo>
                    <a:pt x="140451" y="448650"/>
                  </a:lnTo>
                  <a:lnTo>
                    <a:pt x="151219" y="435262"/>
                  </a:lnTo>
                  <a:lnTo>
                    <a:pt x="184647" y="392311"/>
                  </a:lnTo>
                  <a:lnTo>
                    <a:pt x="218629" y="346141"/>
                  </a:lnTo>
                  <a:lnTo>
                    <a:pt x="240898" y="314192"/>
                  </a:lnTo>
                  <a:lnTo>
                    <a:pt x="262237" y="281686"/>
                  </a:lnTo>
                  <a:lnTo>
                    <a:pt x="282553" y="248790"/>
                  </a:lnTo>
                  <a:lnTo>
                    <a:pt x="310255" y="199964"/>
                  </a:lnTo>
                  <a:lnTo>
                    <a:pt x="453146" y="199964"/>
                  </a:lnTo>
                  <a:lnTo>
                    <a:pt x="453146" y="0"/>
                  </a:lnTo>
                  <a:close/>
                </a:path>
                <a:path w="539115" h="711835">
                  <a:moveTo>
                    <a:pt x="453146" y="199964"/>
                  </a:moveTo>
                  <a:lnTo>
                    <a:pt x="310255" y="199964"/>
                  </a:lnTo>
                  <a:lnTo>
                    <a:pt x="310255" y="448650"/>
                  </a:lnTo>
                  <a:lnTo>
                    <a:pt x="453146" y="448650"/>
                  </a:lnTo>
                  <a:lnTo>
                    <a:pt x="453146" y="199964"/>
                  </a:lnTo>
                  <a:close/>
                </a:path>
              </a:pathLst>
            </a:custGeom>
            <a:solidFill>
              <a:srgbClr val="FFFF00"/>
            </a:solidFill>
          </p:spPr>
          <p:txBody>
            <a:bodyPr wrap="square" lIns="0" tIns="0" rIns="0" bIns="0" rtlCol="0"/>
            <a:lstStyle/>
            <a:p>
              <a:endParaRPr/>
            </a:p>
          </p:txBody>
        </p:sp>
        <p:sp>
          <p:nvSpPr>
            <p:cNvPr id="55" name="object 55"/>
            <p:cNvSpPr/>
            <p:nvPr/>
          </p:nvSpPr>
          <p:spPr>
            <a:xfrm>
              <a:off x="7571231" y="5540252"/>
              <a:ext cx="539115" cy="711835"/>
            </a:xfrm>
            <a:custGeom>
              <a:avLst/>
              <a:gdLst/>
              <a:ahLst/>
              <a:cxnLst/>
              <a:rect l="l" t="t" r="r" b="b"/>
              <a:pathLst>
                <a:path w="539115" h="711835">
                  <a:moveTo>
                    <a:pt x="310255" y="199964"/>
                  </a:moveTo>
                  <a:lnTo>
                    <a:pt x="282553" y="248789"/>
                  </a:lnTo>
                  <a:lnTo>
                    <a:pt x="262237" y="281686"/>
                  </a:lnTo>
                  <a:lnTo>
                    <a:pt x="240898" y="314192"/>
                  </a:lnTo>
                  <a:lnTo>
                    <a:pt x="218629" y="346141"/>
                  </a:lnTo>
                  <a:lnTo>
                    <a:pt x="196035" y="377168"/>
                  </a:lnTo>
                  <a:lnTo>
                    <a:pt x="162172" y="421408"/>
                  </a:lnTo>
                  <a:lnTo>
                    <a:pt x="140451" y="448650"/>
                  </a:lnTo>
                  <a:lnTo>
                    <a:pt x="310255" y="448650"/>
                  </a:lnTo>
                  <a:lnTo>
                    <a:pt x="310255" y="199964"/>
                  </a:lnTo>
                  <a:close/>
                </a:path>
                <a:path w="539115" h="711835">
                  <a:moveTo>
                    <a:pt x="307726" y="0"/>
                  </a:moveTo>
                  <a:lnTo>
                    <a:pt x="453146" y="0"/>
                  </a:lnTo>
                  <a:lnTo>
                    <a:pt x="453146" y="448650"/>
                  </a:lnTo>
                  <a:lnTo>
                    <a:pt x="538612" y="448650"/>
                  </a:lnTo>
                  <a:lnTo>
                    <a:pt x="538612" y="565784"/>
                  </a:lnTo>
                  <a:lnTo>
                    <a:pt x="453146" y="565784"/>
                  </a:lnTo>
                  <a:lnTo>
                    <a:pt x="453146" y="711707"/>
                  </a:lnTo>
                  <a:lnTo>
                    <a:pt x="310255" y="711707"/>
                  </a:lnTo>
                  <a:lnTo>
                    <a:pt x="310255" y="565784"/>
                  </a:lnTo>
                  <a:lnTo>
                    <a:pt x="0" y="565784"/>
                  </a:lnTo>
                  <a:lnTo>
                    <a:pt x="0" y="443185"/>
                  </a:lnTo>
                  <a:lnTo>
                    <a:pt x="20763" y="419565"/>
                  </a:lnTo>
                  <a:lnTo>
                    <a:pt x="41906" y="394855"/>
                  </a:lnTo>
                  <a:lnTo>
                    <a:pt x="85343" y="342174"/>
                  </a:lnTo>
                  <a:lnTo>
                    <a:pt x="128797" y="286523"/>
                  </a:lnTo>
                  <a:lnTo>
                    <a:pt x="170809" y="229255"/>
                  </a:lnTo>
                  <a:lnTo>
                    <a:pt x="210536" y="171000"/>
                  </a:lnTo>
                  <a:lnTo>
                    <a:pt x="247406" y="112370"/>
                  </a:lnTo>
                  <a:lnTo>
                    <a:pt x="280275" y="54863"/>
                  </a:lnTo>
                  <a:lnTo>
                    <a:pt x="294670" y="27098"/>
                  </a:lnTo>
                  <a:lnTo>
                    <a:pt x="307726" y="0"/>
                  </a:lnTo>
                  <a:close/>
                </a:path>
              </a:pathLst>
            </a:custGeom>
            <a:ln w="12191">
              <a:solidFill>
                <a:srgbClr val="000000"/>
              </a:solidFill>
            </a:ln>
          </p:spPr>
          <p:txBody>
            <a:bodyPr wrap="square" lIns="0" tIns="0" rIns="0" bIns="0" rtlCol="0"/>
            <a:lstStyle/>
            <a:p>
              <a:endParaRPr/>
            </a:p>
          </p:txBody>
        </p:sp>
        <p:sp>
          <p:nvSpPr>
            <p:cNvPr id="56" name="object 56"/>
            <p:cNvSpPr/>
            <p:nvPr/>
          </p:nvSpPr>
          <p:spPr>
            <a:xfrm>
              <a:off x="6728460" y="5209032"/>
              <a:ext cx="2218944" cy="1345692"/>
            </a:xfrm>
            <a:prstGeom prst="rect">
              <a:avLst/>
            </a:prstGeom>
            <a:blipFill>
              <a:blip r:embed="rId19" cstate="print"/>
              <a:stretch>
                <a:fillRect/>
              </a:stretch>
            </a:blipFill>
          </p:spPr>
          <p:txBody>
            <a:bodyPr wrap="square" lIns="0" tIns="0" rIns="0" bIns="0" rtlCol="0"/>
            <a:lstStyle/>
            <a:p>
              <a:endParaRPr/>
            </a:p>
          </p:txBody>
        </p:sp>
        <p:sp>
          <p:nvSpPr>
            <p:cNvPr id="57" name="object 57"/>
            <p:cNvSpPr/>
            <p:nvPr/>
          </p:nvSpPr>
          <p:spPr>
            <a:xfrm>
              <a:off x="6867144" y="4892039"/>
              <a:ext cx="2258568" cy="1965959"/>
            </a:xfrm>
            <a:prstGeom prst="rect">
              <a:avLst/>
            </a:prstGeom>
            <a:blipFill>
              <a:blip r:embed="rId20" cstate="print"/>
              <a:stretch>
                <a:fillRect/>
              </a:stretch>
            </a:blipFill>
          </p:spPr>
          <p:txBody>
            <a:bodyPr wrap="square" lIns="0" tIns="0" rIns="0" bIns="0" rtlCol="0"/>
            <a:lstStyle/>
            <a:p>
              <a:endParaRPr/>
            </a:p>
          </p:txBody>
        </p:sp>
        <p:sp>
          <p:nvSpPr>
            <p:cNvPr id="58" name="object 58"/>
            <p:cNvSpPr/>
            <p:nvPr/>
          </p:nvSpPr>
          <p:spPr>
            <a:xfrm>
              <a:off x="6809628" y="5270503"/>
              <a:ext cx="2057400" cy="1184275"/>
            </a:xfrm>
            <a:custGeom>
              <a:avLst/>
              <a:gdLst/>
              <a:ahLst/>
              <a:cxnLst/>
              <a:rect l="l" t="t" r="r" b="b"/>
              <a:pathLst>
                <a:path w="2057400" h="1184275">
                  <a:moveTo>
                    <a:pt x="1824837"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500"/>
                  </a:lnTo>
                  <a:lnTo>
                    <a:pt x="4724" y="998366"/>
                  </a:lnTo>
                  <a:lnTo>
                    <a:pt x="18275" y="1042015"/>
                  </a:lnTo>
                  <a:lnTo>
                    <a:pt x="39715" y="1081514"/>
                  </a:lnTo>
                  <a:lnTo>
                    <a:pt x="68111" y="1115927"/>
                  </a:lnTo>
                  <a:lnTo>
                    <a:pt x="102526" y="1144319"/>
                  </a:lnTo>
                  <a:lnTo>
                    <a:pt x="142024" y="1165757"/>
                  </a:lnTo>
                  <a:lnTo>
                    <a:pt x="185671" y="1179305"/>
                  </a:lnTo>
                  <a:lnTo>
                    <a:pt x="232531" y="1184029"/>
                  </a:lnTo>
                  <a:lnTo>
                    <a:pt x="1824837" y="1184029"/>
                  </a:lnTo>
                  <a:lnTo>
                    <a:pt x="1871698" y="1179305"/>
                  </a:lnTo>
                  <a:lnTo>
                    <a:pt x="1915349" y="1165757"/>
                  </a:lnTo>
                  <a:lnTo>
                    <a:pt x="1954852" y="1144319"/>
                  </a:lnTo>
                  <a:lnTo>
                    <a:pt x="1989273" y="1115927"/>
                  </a:lnTo>
                  <a:lnTo>
                    <a:pt x="2017674" y="1081514"/>
                  </a:lnTo>
                  <a:lnTo>
                    <a:pt x="2039120" y="1042015"/>
                  </a:lnTo>
                  <a:lnTo>
                    <a:pt x="2052673" y="998366"/>
                  </a:lnTo>
                  <a:lnTo>
                    <a:pt x="2057399" y="95150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59" name="object 59"/>
            <p:cNvSpPr/>
            <p:nvPr/>
          </p:nvSpPr>
          <p:spPr>
            <a:xfrm>
              <a:off x="6809628" y="527050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00"/>
                  </a:lnTo>
                  <a:lnTo>
                    <a:pt x="2052673" y="998366"/>
                  </a:lnTo>
                  <a:lnTo>
                    <a:pt x="2039120" y="1042015"/>
                  </a:lnTo>
                  <a:lnTo>
                    <a:pt x="2017674" y="1081514"/>
                  </a:lnTo>
                  <a:lnTo>
                    <a:pt x="1989273" y="1115927"/>
                  </a:lnTo>
                  <a:lnTo>
                    <a:pt x="1954852" y="1144319"/>
                  </a:lnTo>
                  <a:lnTo>
                    <a:pt x="1915349" y="1165757"/>
                  </a:lnTo>
                  <a:lnTo>
                    <a:pt x="1871698" y="1179305"/>
                  </a:lnTo>
                  <a:lnTo>
                    <a:pt x="1824837" y="1184029"/>
                  </a:lnTo>
                  <a:lnTo>
                    <a:pt x="232531" y="1184029"/>
                  </a:lnTo>
                  <a:lnTo>
                    <a:pt x="185671" y="1179305"/>
                  </a:lnTo>
                  <a:lnTo>
                    <a:pt x="142024" y="1165757"/>
                  </a:lnTo>
                  <a:lnTo>
                    <a:pt x="102526" y="1144319"/>
                  </a:lnTo>
                  <a:lnTo>
                    <a:pt x="68111" y="1115927"/>
                  </a:lnTo>
                  <a:lnTo>
                    <a:pt x="39715" y="1081514"/>
                  </a:lnTo>
                  <a:lnTo>
                    <a:pt x="18275" y="1042015"/>
                  </a:lnTo>
                  <a:lnTo>
                    <a:pt x="4724"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60" name="object 60"/>
            <p:cNvSpPr/>
            <p:nvPr/>
          </p:nvSpPr>
          <p:spPr>
            <a:xfrm>
              <a:off x="6908292" y="4913374"/>
              <a:ext cx="1895855" cy="1944624"/>
            </a:xfrm>
            <a:prstGeom prst="rect">
              <a:avLst/>
            </a:prstGeom>
            <a:blipFill>
              <a:blip r:embed="rId21" cstate="print"/>
              <a:stretch>
                <a:fillRect/>
              </a:stretch>
            </a:blipFill>
          </p:spPr>
          <p:txBody>
            <a:bodyPr wrap="square" lIns="0" tIns="0" rIns="0" bIns="0" rtlCol="0"/>
            <a:lstStyle/>
            <a:p>
              <a:endParaRPr/>
            </a:p>
          </p:txBody>
        </p:sp>
        <p:sp>
          <p:nvSpPr>
            <p:cNvPr id="61" name="object 61"/>
            <p:cNvSpPr/>
            <p:nvPr/>
          </p:nvSpPr>
          <p:spPr>
            <a:xfrm>
              <a:off x="7615549" y="5522595"/>
              <a:ext cx="447675" cy="724535"/>
            </a:xfrm>
            <a:custGeom>
              <a:avLst/>
              <a:gdLst/>
              <a:ahLst/>
              <a:cxnLst/>
              <a:rect l="l" t="t" r="r" b="b"/>
              <a:pathLst>
                <a:path w="447675" h="724535">
                  <a:moveTo>
                    <a:pt x="414406" y="0"/>
                  </a:moveTo>
                  <a:lnTo>
                    <a:pt x="37734" y="0"/>
                  </a:lnTo>
                  <a:lnTo>
                    <a:pt x="10942" y="397084"/>
                  </a:lnTo>
                  <a:lnTo>
                    <a:pt x="45876" y="393397"/>
                  </a:lnTo>
                  <a:lnTo>
                    <a:pt x="78687" y="390763"/>
                  </a:lnTo>
                  <a:lnTo>
                    <a:pt x="109401" y="389183"/>
                  </a:lnTo>
                  <a:lnTo>
                    <a:pt x="138043" y="388656"/>
                  </a:lnTo>
                  <a:lnTo>
                    <a:pt x="191814" y="392885"/>
                  </a:lnTo>
                  <a:lnTo>
                    <a:pt x="233633" y="405572"/>
                  </a:lnTo>
                  <a:lnTo>
                    <a:pt x="263502" y="426717"/>
                  </a:lnTo>
                  <a:lnTo>
                    <a:pt x="281422" y="456320"/>
                  </a:lnTo>
                  <a:lnTo>
                    <a:pt x="287395" y="494382"/>
                  </a:lnTo>
                  <a:lnTo>
                    <a:pt x="285206" y="518374"/>
                  </a:lnTo>
                  <a:lnTo>
                    <a:pt x="267683" y="558454"/>
                  </a:lnTo>
                  <a:lnTo>
                    <a:pt x="233207" y="587459"/>
                  </a:lnTo>
                  <a:lnTo>
                    <a:pt x="184681" y="602227"/>
                  </a:lnTo>
                  <a:lnTo>
                    <a:pt x="155326" y="604073"/>
                  </a:lnTo>
                  <a:lnTo>
                    <a:pt x="114751" y="601281"/>
                  </a:lnTo>
                  <a:lnTo>
                    <a:pt x="75331" y="592903"/>
                  </a:lnTo>
                  <a:lnTo>
                    <a:pt x="37077" y="578940"/>
                  </a:lnTo>
                  <a:lnTo>
                    <a:pt x="0" y="559390"/>
                  </a:lnTo>
                  <a:lnTo>
                    <a:pt x="0" y="693407"/>
                  </a:lnTo>
                  <a:lnTo>
                    <a:pt x="37023" y="706874"/>
                  </a:lnTo>
                  <a:lnTo>
                    <a:pt x="78169" y="716488"/>
                  </a:lnTo>
                  <a:lnTo>
                    <a:pt x="123413" y="722253"/>
                  </a:lnTo>
                  <a:lnTo>
                    <a:pt x="172730" y="724174"/>
                  </a:lnTo>
                  <a:lnTo>
                    <a:pt x="232763" y="719910"/>
                  </a:lnTo>
                  <a:lnTo>
                    <a:pt x="286184" y="707116"/>
                  </a:lnTo>
                  <a:lnTo>
                    <a:pt x="333010" y="685793"/>
                  </a:lnTo>
                  <a:lnTo>
                    <a:pt x="373258" y="655938"/>
                  </a:lnTo>
                  <a:lnTo>
                    <a:pt x="405599" y="619346"/>
                  </a:lnTo>
                  <a:lnTo>
                    <a:pt x="428697" y="577826"/>
                  </a:lnTo>
                  <a:lnTo>
                    <a:pt x="442553" y="531375"/>
                  </a:lnTo>
                  <a:lnTo>
                    <a:pt x="447172" y="479989"/>
                  </a:lnTo>
                  <a:lnTo>
                    <a:pt x="443310" y="433824"/>
                  </a:lnTo>
                  <a:lnTo>
                    <a:pt x="431711" y="392628"/>
                  </a:lnTo>
                  <a:lnTo>
                    <a:pt x="412350" y="356399"/>
                  </a:lnTo>
                  <a:lnTo>
                    <a:pt x="385206" y="325136"/>
                  </a:lnTo>
                  <a:lnTo>
                    <a:pt x="351169" y="299938"/>
                  </a:lnTo>
                  <a:lnTo>
                    <a:pt x="311196" y="281940"/>
                  </a:lnTo>
                  <a:lnTo>
                    <a:pt x="265298" y="271143"/>
                  </a:lnTo>
                  <a:lnTo>
                    <a:pt x="213481" y="267544"/>
                  </a:lnTo>
                  <a:lnTo>
                    <a:pt x="198918" y="267731"/>
                  </a:lnTo>
                  <a:lnTo>
                    <a:pt x="183043" y="268292"/>
                  </a:lnTo>
                  <a:lnTo>
                    <a:pt x="165883" y="269227"/>
                  </a:lnTo>
                  <a:lnTo>
                    <a:pt x="147462" y="270534"/>
                  </a:lnTo>
                  <a:lnTo>
                    <a:pt x="157368" y="128076"/>
                  </a:lnTo>
                  <a:lnTo>
                    <a:pt x="414406" y="128076"/>
                  </a:lnTo>
                  <a:lnTo>
                    <a:pt x="414406" y="0"/>
                  </a:lnTo>
                  <a:close/>
                </a:path>
              </a:pathLst>
            </a:custGeom>
            <a:solidFill>
              <a:srgbClr val="FFFF00"/>
            </a:solidFill>
          </p:spPr>
          <p:txBody>
            <a:bodyPr wrap="square" lIns="0" tIns="0" rIns="0" bIns="0" rtlCol="0"/>
            <a:lstStyle/>
            <a:p>
              <a:endParaRPr/>
            </a:p>
          </p:txBody>
        </p:sp>
        <p:sp>
          <p:nvSpPr>
            <p:cNvPr id="62" name="object 62"/>
            <p:cNvSpPr/>
            <p:nvPr/>
          </p:nvSpPr>
          <p:spPr>
            <a:xfrm>
              <a:off x="7615549" y="5522595"/>
              <a:ext cx="447675" cy="724535"/>
            </a:xfrm>
            <a:custGeom>
              <a:avLst/>
              <a:gdLst/>
              <a:ahLst/>
              <a:cxnLst/>
              <a:rect l="l" t="t" r="r" b="b"/>
              <a:pathLst>
                <a:path w="447675" h="724535">
                  <a:moveTo>
                    <a:pt x="37734" y="0"/>
                  </a:moveTo>
                  <a:lnTo>
                    <a:pt x="414406" y="0"/>
                  </a:lnTo>
                  <a:lnTo>
                    <a:pt x="414406" y="128076"/>
                  </a:lnTo>
                  <a:lnTo>
                    <a:pt x="157368" y="128076"/>
                  </a:lnTo>
                  <a:lnTo>
                    <a:pt x="147462" y="270534"/>
                  </a:lnTo>
                  <a:lnTo>
                    <a:pt x="165883" y="269227"/>
                  </a:lnTo>
                  <a:lnTo>
                    <a:pt x="183043" y="268292"/>
                  </a:lnTo>
                  <a:lnTo>
                    <a:pt x="198918" y="267731"/>
                  </a:lnTo>
                  <a:lnTo>
                    <a:pt x="213481" y="267544"/>
                  </a:lnTo>
                  <a:lnTo>
                    <a:pt x="265298" y="271143"/>
                  </a:lnTo>
                  <a:lnTo>
                    <a:pt x="311196" y="281940"/>
                  </a:lnTo>
                  <a:lnTo>
                    <a:pt x="351169" y="299938"/>
                  </a:lnTo>
                  <a:lnTo>
                    <a:pt x="385206" y="325136"/>
                  </a:lnTo>
                  <a:lnTo>
                    <a:pt x="412350" y="356399"/>
                  </a:lnTo>
                  <a:lnTo>
                    <a:pt x="431711" y="392628"/>
                  </a:lnTo>
                  <a:lnTo>
                    <a:pt x="443310" y="433824"/>
                  </a:lnTo>
                  <a:lnTo>
                    <a:pt x="447172" y="479989"/>
                  </a:lnTo>
                  <a:lnTo>
                    <a:pt x="442553" y="531375"/>
                  </a:lnTo>
                  <a:lnTo>
                    <a:pt x="428697" y="577826"/>
                  </a:lnTo>
                  <a:lnTo>
                    <a:pt x="405599" y="619346"/>
                  </a:lnTo>
                  <a:lnTo>
                    <a:pt x="373258" y="655938"/>
                  </a:lnTo>
                  <a:lnTo>
                    <a:pt x="333010" y="685793"/>
                  </a:lnTo>
                  <a:lnTo>
                    <a:pt x="286184" y="707116"/>
                  </a:lnTo>
                  <a:lnTo>
                    <a:pt x="232763" y="719910"/>
                  </a:lnTo>
                  <a:lnTo>
                    <a:pt x="172730" y="724174"/>
                  </a:lnTo>
                  <a:lnTo>
                    <a:pt x="123413" y="722253"/>
                  </a:lnTo>
                  <a:lnTo>
                    <a:pt x="78169" y="716488"/>
                  </a:lnTo>
                  <a:lnTo>
                    <a:pt x="37023" y="706874"/>
                  </a:lnTo>
                  <a:lnTo>
                    <a:pt x="0" y="693407"/>
                  </a:lnTo>
                  <a:lnTo>
                    <a:pt x="0" y="559390"/>
                  </a:lnTo>
                  <a:lnTo>
                    <a:pt x="37077" y="578940"/>
                  </a:lnTo>
                  <a:lnTo>
                    <a:pt x="75331" y="592903"/>
                  </a:lnTo>
                  <a:lnTo>
                    <a:pt x="114751" y="601281"/>
                  </a:lnTo>
                  <a:lnTo>
                    <a:pt x="155326" y="604073"/>
                  </a:lnTo>
                  <a:lnTo>
                    <a:pt x="184681" y="602227"/>
                  </a:lnTo>
                  <a:lnTo>
                    <a:pt x="233207" y="587459"/>
                  </a:lnTo>
                  <a:lnTo>
                    <a:pt x="267683" y="558454"/>
                  </a:lnTo>
                  <a:lnTo>
                    <a:pt x="285206" y="518374"/>
                  </a:lnTo>
                  <a:lnTo>
                    <a:pt x="287395" y="494382"/>
                  </a:lnTo>
                  <a:lnTo>
                    <a:pt x="281422" y="456320"/>
                  </a:lnTo>
                  <a:lnTo>
                    <a:pt x="263502" y="426717"/>
                  </a:lnTo>
                  <a:lnTo>
                    <a:pt x="233633" y="405572"/>
                  </a:lnTo>
                  <a:lnTo>
                    <a:pt x="191814" y="392885"/>
                  </a:lnTo>
                  <a:lnTo>
                    <a:pt x="138043" y="388656"/>
                  </a:lnTo>
                  <a:lnTo>
                    <a:pt x="109401" y="389183"/>
                  </a:lnTo>
                  <a:lnTo>
                    <a:pt x="78687" y="390763"/>
                  </a:lnTo>
                  <a:lnTo>
                    <a:pt x="45876" y="393397"/>
                  </a:lnTo>
                  <a:lnTo>
                    <a:pt x="10942" y="397084"/>
                  </a:lnTo>
                  <a:lnTo>
                    <a:pt x="37734" y="0"/>
                  </a:lnTo>
                  <a:close/>
                </a:path>
              </a:pathLst>
            </a:custGeom>
            <a:ln w="12191">
              <a:solidFill>
                <a:srgbClr val="000000"/>
              </a:solidFill>
            </a:ln>
          </p:spPr>
          <p:txBody>
            <a:bodyPr wrap="square" lIns="0" tIns="0" rIns="0" bIns="0" rtlCol="0"/>
            <a:lstStyle/>
            <a:p>
              <a:endParaRPr/>
            </a:p>
          </p:txBody>
        </p:sp>
        <p:sp>
          <p:nvSpPr>
            <p:cNvPr id="63" name="object 63"/>
            <p:cNvSpPr/>
            <p:nvPr/>
          </p:nvSpPr>
          <p:spPr>
            <a:xfrm>
              <a:off x="6768084" y="5239511"/>
              <a:ext cx="2218944" cy="1345692"/>
            </a:xfrm>
            <a:prstGeom prst="rect">
              <a:avLst/>
            </a:prstGeom>
            <a:blipFill>
              <a:blip r:embed="rId22" cstate="print"/>
              <a:stretch>
                <a:fillRect/>
              </a:stretch>
            </a:blipFill>
          </p:spPr>
          <p:txBody>
            <a:bodyPr wrap="square" lIns="0" tIns="0" rIns="0" bIns="0" rtlCol="0"/>
            <a:lstStyle/>
            <a:p>
              <a:endParaRPr/>
            </a:p>
          </p:txBody>
        </p:sp>
        <p:sp>
          <p:nvSpPr>
            <p:cNvPr id="64" name="object 64"/>
            <p:cNvSpPr/>
            <p:nvPr/>
          </p:nvSpPr>
          <p:spPr>
            <a:xfrm>
              <a:off x="6905244" y="4922518"/>
              <a:ext cx="2238755" cy="1935480"/>
            </a:xfrm>
            <a:prstGeom prst="rect">
              <a:avLst/>
            </a:prstGeom>
            <a:blipFill>
              <a:blip r:embed="rId23" cstate="print"/>
              <a:stretch>
                <a:fillRect/>
              </a:stretch>
            </a:blipFill>
          </p:spPr>
          <p:txBody>
            <a:bodyPr wrap="square" lIns="0" tIns="0" rIns="0" bIns="0" rtlCol="0"/>
            <a:lstStyle/>
            <a:p>
              <a:endParaRPr/>
            </a:p>
          </p:txBody>
        </p:sp>
        <p:sp>
          <p:nvSpPr>
            <p:cNvPr id="65" name="object 65"/>
            <p:cNvSpPr/>
            <p:nvPr/>
          </p:nvSpPr>
          <p:spPr>
            <a:xfrm>
              <a:off x="6848612" y="5300721"/>
              <a:ext cx="2057400" cy="1184275"/>
            </a:xfrm>
            <a:custGeom>
              <a:avLst/>
              <a:gdLst/>
              <a:ahLst/>
              <a:cxnLst/>
              <a:rect l="l" t="t" r="r" b="b"/>
              <a:pathLst>
                <a:path w="2057400" h="1184275">
                  <a:moveTo>
                    <a:pt x="1824868" y="0"/>
                  </a:moveTo>
                  <a:lnTo>
                    <a:pt x="232409" y="0"/>
                  </a:lnTo>
                  <a:lnTo>
                    <a:pt x="185555" y="4725"/>
                  </a:lnTo>
                  <a:lnTo>
                    <a:pt x="141922" y="18278"/>
                  </a:lnTo>
                  <a:lnTo>
                    <a:pt x="102442" y="39722"/>
                  </a:lnTo>
                  <a:lnTo>
                    <a:pt x="68050" y="68121"/>
                  </a:lnTo>
                  <a:lnTo>
                    <a:pt x="39677" y="102539"/>
                  </a:lnTo>
                  <a:lnTo>
                    <a:pt x="18256" y="142039"/>
                  </a:lnTo>
                  <a:lnTo>
                    <a:pt x="4719" y="185685"/>
                  </a:lnTo>
                  <a:lnTo>
                    <a:pt x="0" y="232541"/>
                  </a:lnTo>
                  <a:lnTo>
                    <a:pt x="0" y="951558"/>
                  </a:lnTo>
                  <a:lnTo>
                    <a:pt x="4719" y="998424"/>
                  </a:lnTo>
                  <a:lnTo>
                    <a:pt x="18256" y="1042073"/>
                  </a:lnTo>
                  <a:lnTo>
                    <a:pt x="39677" y="1081572"/>
                  </a:lnTo>
                  <a:lnTo>
                    <a:pt x="68050" y="1115985"/>
                  </a:lnTo>
                  <a:lnTo>
                    <a:pt x="102442" y="1144377"/>
                  </a:lnTo>
                  <a:lnTo>
                    <a:pt x="141922" y="1165815"/>
                  </a:lnTo>
                  <a:lnTo>
                    <a:pt x="185555" y="1179363"/>
                  </a:lnTo>
                  <a:lnTo>
                    <a:pt x="232409"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66" name="object 66"/>
            <p:cNvSpPr/>
            <p:nvPr/>
          </p:nvSpPr>
          <p:spPr>
            <a:xfrm>
              <a:off x="6848612" y="5300721"/>
              <a:ext cx="2057400" cy="1184275"/>
            </a:xfrm>
            <a:custGeom>
              <a:avLst/>
              <a:gdLst/>
              <a:ahLst/>
              <a:cxnLst/>
              <a:rect l="l" t="t" r="r" b="b"/>
              <a:pathLst>
                <a:path w="2057400" h="1184275">
                  <a:moveTo>
                    <a:pt x="0" y="232541"/>
                  </a:moveTo>
                  <a:lnTo>
                    <a:pt x="4719" y="185685"/>
                  </a:lnTo>
                  <a:lnTo>
                    <a:pt x="18256" y="142039"/>
                  </a:lnTo>
                  <a:lnTo>
                    <a:pt x="39677" y="102539"/>
                  </a:lnTo>
                  <a:lnTo>
                    <a:pt x="68050" y="68121"/>
                  </a:lnTo>
                  <a:lnTo>
                    <a:pt x="102442" y="39722"/>
                  </a:lnTo>
                  <a:lnTo>
                    <a:pt x="141922" y="18278"/>
                  </a:lnTo>
                  <a:lnTo>
                    <a:pt x="185555" y="4725"/>
                  </a:lnTo>
                  <a:lnTo>
                    <a:pt x="232409"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409" y="1184087"/>
                  </a:lnTo>
                  <a:lnTo>
                    <a:pt x="185555" y="1179363"/>
                  </a:lnTo>
                  <a:lnTo>
                    <a:pt x="141922" y="1165815"/>
                  </a:lnTo>
                  <a:lnTo>
                    <a:pt x="102442" y="1144377"/>
                  </a:lnTo>
                  <a:lnTo>
                    <a:pt x="68050" y="1115985"/>
                  </a:lnTo>
                  <a:lnTo>
                    <a:pt x="39677" y="1081572"/>
                  </a:lnTo>
                  <a:lnTo>
                    <a:pt x="18256" y="1042073"/>
                  </a:lnTo>
                  <a:lnTo>
                    <a:pt x="4719"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67" name="object 67"/>
            <p:cNvSpPr/>
            <p:nvPr/>
          </p:nvSpPr>
          <p:spPr>
            <a:xfrm>
              <a:off x="6946392" y="4943854"/>
              <a:ext cx="1895855" cy="1914144"/>
            </a:xfrm>
            <a:prstGeom prst="rect">
              <a:avLst/>
            </a:prstGeom>
            <a:blipFill>
              <a:blip r:embed="rId24" cstate="print"/>
              <a:stretch>
                <a:fillRect/>
              </a:stretch>
            </a:blipFill>
          </p:spPr>
          <p:txBody>
            <a:bodyPr wrap="square" lIns="0" tIns="0" rIns="0" bIns="0" rtlCol="0"/>
            <a:lstStyle/>
            <a:p>
              <a:endParaRPr/>
            </a:p>
          </p:txBody>
        </p:sp>
        <p:sp>
          <p:nvSpPr>
            <p:cNvPr id="68" name="object 68"/>
            <p:cNvSpPr/>
            <p:nvPr/>
          </p:nvSpPr>
          <p:spPr>
            <a:xfrm>
              <a:off x="7633598" y="5541014"/>
              <a:ext cx="501650" cy="736600"/>
            </a:xfrm>
            <a:custGeom>
              <a:avLst/>
              <a:gdLst/>
              <a:ahLst/>
              <a:cxnLst/>
              <a:rect l="l" t="t" r="r" b="b"/>
              <a:pathLst>
                <a:path w="501650" h="736600">
                  <a:moveTo>
                    <a:pt x="322687" y="0"/>
                  </a:moveTo>
                  <a:lnTo>
                    <a:pt x="251946" y="7235"/>
                  </a:lnTo>
                  <a:lnTo>
                    <a:pt x="188727" y="28956"/>
                  </a:lnTo>
                  <a:lnTo>
                    <a:pt x="133482" y="64049"/>
                  </a:lnTo>
                  <a:lnTo>
                    <a:pt x="87107" y="111145"/>
                  </a:lnTo>
                  <a:lnTo>
                    <a:pt x="50047" y="169657"/>
                  </a:lnTo>
                  <a:lnTo>
                    <a:pt x="22611" y="238957"/>
                  </a:lnTo>
                  <a:lnTo>
                    <a:pt x="12751" y="277374"/>
                  </a:lnTo>
                  <a:lnTo>
                    <a:pt x="5679" y="317936"/>
                  </a:lnTo>
                  <a:lnTo>
                    <a:pt x="1420" y="360638"/>
                  </a:lnTo>
                  <a:lnTo>
                    <a:pt x="0" y="405636"/>
                  </a:lnTo>
                  <a:lnTo>
                    <a:pt x="1090" y="443421"/>
                  </a:lnTo>
                  <a:lnTo>
                    <a:pt x="9806" y="513154"/>
                  </a:lnTo>
                  <a:lnTo>
                    <a:pt x="27038" y="574533"/>
                  </a:lnTo>
                  <a:lnTo>
                    <a:pt x="52135" y="626526"/>
                  </a:lnTo>
                  <a:lnTo>
                    <a:pt x="84847" y="668897"/>
                  </a:lnTo>
                  <a:lnTo>
                    <a:pt x="124902" y="701281"/>
                  </a:lnTo>
                  <a:lnTo>
                    <a:pt x="172196" y="723476"/>
                  </a:lnTo>
                  <a:lnTo>
                    <a:pt x="225917" y="734646"/>
                  </a:lnTo>
                  <a:lnTo>
                    <a:pt x="255143" y="736043"/>
                  </a:lnTo>
                  <a:lnTo>
                    <a:pt x="281457" y="734848"/>
                  </a:lnTo>
                  <a:lnTo>
                    <a:pt x="330838" y="725294"/>
                  </a:lnTo>
                  <a:lnTo>
                    <a:pt x="375747" y="706480"/>
                  </a:lnTo>
                  <a:lnTo>
                    <a:pt x="414755" y="680173"/>
                  </a:lnTo>
                  <a:lnTo>
                    <a:pt x="447397" y="646814"/>
                  </a:lnTo>
                  <a:lnTo>
                    <a:pt x="467906" y="615933"/>
                  </a:lnTo>
                  <a:lnTo>
                    <a:pt x="255143" y="615933"/>
                  </a:lnTo>
                  <a:lnTo>
                    <a:pt x="244726" y="615313"/>
                  </a:lnTo>
                  <a:lnTo>
                    <a:pt x="208027" y="600589"/>
                  </a:lnTo>
                  <a:lnTo>
                    <a:pt x="180426" y="570033"/>
                  </a:lnTo>
                  <a:lnTo>
                    <a:pt x="163802" y="527365"/>
                  </a:lnTo>
                  <a:lnTo>
                    <a:pt x="159893" y="489859"/>
                  </a:lnTo>
                  <a:lnTo>
                    <a:pt x="160303" y="478210"/>
                  </a:lnTo>
                  <a:lnTo>
                    <a:pt x="170309" y="436953"/>
                  </a:lnTo>
                  <a:lnTo>
                    <a:pt x="192168" y="405636"/>
                  </a:lnTo>
                  <a:lnTo>
                    <a:pt x="233818" y="384141"/>
                  </a:lnTo>
                  <a:lnTo>
                    <a:pt x="254107" y="382155"/>
                  </a:lnTo>
                  <a:lnTo>
                    <a:pt x="481800" y="382155"/>
                  </a:lnTo>
                  <a:lnTo>
                    <a:pt x="479752" y="376923"/>
                  </a:lnTo>
                  <a:lnTo>
                    <a:pt x="470663" y="358763"/>
                  </a:lnTo>
                  <a:lnTo>
                    <a:pt x="460175" y="342057"/>
                  </a:lnTo>
                  <a:lnTo>
                    <a:pt x="455443" y="335981"/>
                  </a:lnTo>
                  <a:lnTo>
                    <a:pt x="154925" y="335981"/>
                  </a:lnTo>
                  <a:lnTo>
                    <a:pt x="156165" y="311991"/>
                  </a:lnTo>
                  <a:lnTo>
                    <a:pt x="163219" y="267454"/>
                  </a:lnTo>
                  <a:lnTo>
                    <a:pt x="176220" y="227654"/>
                  </a:lnTo>
                  <a:lnTo>
                    <a:pt x="194313" y="193527"/>
                  </a:lnTo>
                  <a:lnTo>
                    <a:pt x="230679" y="153581"/>
                  </a:lnTo>
                  <a:lnTo>
                    <a:pt x="277223" y="128240"/>
                  </a:lnTo>
                  <a:lnTo>
                    <a:pt x="332593" y="119585"/>
                  </a:lnTo>
                  <a:lnTo>
                    <a:pt x="450703" y="119585"/>
                  </a:lnTo>
                  <a:lnTo>
                    <a:pt x="450703" y="19299"/>
                  </a:lnTo>
                  <a:lnTo>
                    <a:pt x="425557" y="10874"/>
                  </a:lnTo>
                  <a:lnTo>
                    <a:pt x="395839" y="4841"/>
                  </a:lnTo>
                  <a:lnTo>
                    <a:pt x="361549" y="1212"/>
                  </a:lnTo>
                  <a:lnTo>
                    <a:pt x="322687" y="0"/>
                  </a:lnTo>
                  <a:close/>
                </a:path>
                <a:path w="501650" h="736600">
                  <a:moveTo>
                    <a:pt x="481800" y="382155"/>
                  </a:moveTo>
                  <a:lnTo>
                    <a:pt x="254107" y="382155"/>
                  </a:lnTo>
                  <a:lnTo>
                    <a:pt x="295200" y="389319"/>
                  </a:lnTo>
                  <a:lnTo>
                    <a:pt x="324535" y="410814"/>
                  </a:lnTo>
                  <a:lnTo>
                    <a:pt x="342125" y="446644"/>
                  </a:lnTo>
                  <a:lnTo>
                    <a:pt x="347985" y="496811"/>
                  </a:lnTo>
                  <a:lnTo>
                    <a:pt x="347579" y="509700"/>
                  </a:lnTo>
                  <a:lnTo>
                    <a:pt x="337911" y="555846"/>
                  </a:lnTo>
                  <a:lnTo>
                    <a:pt x="316549" y="590310"/>
                  </a:lnTo>
                  <a:lnTo>
                    <a:pt x="275416" y="613762"/>
                  </a:lnTo>
                  <a:lnTo>
                    <a:pt x="255143" y="615933"/>
                  </a:lnTo>
                  <a:lnTo>
                    <a:pt x="467906" y="615933"/>
                  </a:lnTo>
                  <a:lnTo>
                    <a:pt x="491001" y="561894"/>
                  </a:lnTo>
                  <a:lnTo>
                    <a:pt x="500229" y="512750"/>
                  </a:lnTo>
                  <a:lnTo>
                    <a:pt x="501391" y="486869"/>
                  </a:lnTo>
                  <a:lnTo>
                    <a:pt x="500513" y="462619"/>
                  </a:lnTo>
                  <a:lnTo>
                    <a:pt x="497886" y="439480"/>
                  </a:lnTo>
                  <a:lnTo>
                    <a:pt x="493521" y="417453"/>
                  </a:lnTo>
                  <a:lnTo>
                    <a:pt x="487431" y="396538"/>
                  </a:lnTo>
                  <a:lnTo>
                    <a:pt x="481800" y="382155"/>
                  </a:lnTo>
                  <a:close/>
                </a:path>
                <a:path w="501650" h="736600">
                  <a:moveTo>
                    <a:pt x="307325" y="266008"/>
                  </a:moveTo>
                  <a:lnTo>
                    <a:pt x="260918" y="270383"/>
                  </a:lnTo>
                  <a:lnTo>
                    <a:pt x="220541" y="283506"/>
                  </a:lnTo>
                  <a:lnTo>
                    <a:pt x="186187" y="305373"/>
                  </a:lnTo>
                  <a:lnTo>
                    <a:pt x="157851" y="335981"/>
                  </a:lnTo>
                  <a:lnTo>
                    <a:pt x="455443" y="335981"/>
                  </a:lnTo>
                  <a:lnTo>
                    <a:pt x="420326" y="301061"/>
                  </a:lnTo>
                  <a:lnTo>
                    <a:pt x="387213" y="281891"/>
                  </a:lnTo>
                  <a:lnTo>
                    <a:pt x="349326" y="269981"/>
                  </a:lnTo>
                  <a:lnTo>
                    <a:pt x="307325" y="266008"/>
                  </a:lnTo>
                  <a:close/>
                </a:path>
                <a:path w="501650" h="736600">
                  <a:moveTo>
                    <a:pt x="450703" y="119585"/>
                  </a:moveTo>
                  <a:lnTo>
                    <a:pt x="332593" y="119585"/>
                  </a:lnTo>
                  <a:lnTo>
                    <a:pt x="363979" y="121508"/>
                  </a:lnTo>
                  <a:lnTo>
                    <a:pt x="394128" y="127277"/>
                  </a:lnTo>
                  <a:lnTo>
                    <a:pt x="423037" y="136895"/>
                  </a:lnTo>
                  <a:lnTo>
                    <a:pt x="450703" y="150363"/>
                  </a:lnTo>
                  <a:lnTo>
                    <a:pt x="450703" y="119585"/>
                  </a:lnTo>
                  <a:close/>
                </a:path>
              </a:pathLst>
            </a:custGeom>
            <a:solidFill>
              <a:srgbClr val="FFFF00"/>
            </a:solidFill>
          </p:spPr>
          <p:txBody>
            <a:bodyPr wrap="square" lIns="0" tIns="0" rIns="0" bIns="0" rtlCol="0"/>
            <a:lstStyle/>
            <a:p>
              <a:endParaRPr/>
            </a:p>
          </p:txBody>
        </p:sp>
        <p:sp>
          <p:nvSpPr>
            <p:cNvPr id="69" name="object 69"/>
            <p:cNvSpPr/>
            <p:nvPr/>
          </p:nvSpPr>
          <p:spPr>
            <a:xfrm>
              <a:off x="7787395" y="5917073"/>
              <a:ext cx="200284" cy="245970"/>
            </a:xfrm>
            <a:prstGeom prst="rect">
              <a:avLst/>
            </a:prstGeom>
            <a:blipFill>
              <a:blip r:embed="rId25" cstate="print"/>
              <a:stretch>
                <a:fillRect/>
              </a:stretch>
            </a:blipFill>
          </p:spPr>
          <p:txBody>
            <a:bodyPr wrap="square" lIns="0" tIns="0" rIns="0" bIns="0" rtlCol="0"/>
            <a:lstStyle/>
            <a:p>
              <a:endParaRPr/>
            </a:p>
          </p:txBody>
        </p:sp>
        <p:sp>
          <p:nvSpPr>
            <p:cNvPr id="70" name="object 70"/>
            <p:cNvSpPr/>
            <p:nvPr/>
          </p:nvSpPr>
          <p:spPr>
            <a:xfrm>
              <a:off x="7633593" y="5541014"/>
              <a:ext cx="501650" cy="736600"/>
            </a:xfrm>
            <a:custGeom>
              <a:avLst/>
              <a:gdLst/>
              <a:ahLst/>
              <a:cxnLst/>
              <a:rect l="l" t="t" r="r" b="b"/>
              <a:pathLst>
                <a:path w="501650" h="736600">
                  <a:moveTo>
                    <a:pt x="322691" y="0"/>
                  </a:moveTo>
                  <a:lnTo>
                    <a:pt x="361553" y="1212"/>
                  </a:lnTo>
                  <a:lnTo>
                    <a:pt x="395843" y="4841"/>
                  </a:lnTo>
                  <a:lnTo>
                    <a:pt x="425561" y="10874"/>
                  </a:lnTo>
                  <a:lnTo>
                    <a:pt x="450707" y="19299"/>
                  </a:lnTo>
                  <a:lnTo>
                    <a:pt x="450707" y="150363"/>
                  </a:lnTo>
                  <a:lnTo>
                    <a:pt x="423041" y="136895"/>
                  </a:lnTo>
                  <a:lnTo>
                    <a:pt x="394133" y="127277"/>
                  </a:lnTo>
                  <a:lnTo>
                    <a:pt x="363984" y="121508"/>
                  </a:lnTo>
                  <a:lnTo>
                    <a:pt x="332597" y="119585"/>
                  </a:lnTo>
                  <a:lnTo>
                    <a:pt x="313196" y="120547"/>
                  </a:lnTo>
                  <a:lnTo>
                    <a:pt x="260603" y="134968"/>
                  </a:lnTo>
                  <a:lnTo>
                    <a:pt x="217402" y="165303"/>
                  </a:lnTo>
                  <a:lnTo>
                    <a:pt x="184651" y="209864"/>
                  </a:lnTo>
                  <a:lnTo>
                    <a:pt x="169042" y="246900"/>
                  </a:lnTo>
                  <a:lnTo>
                    <a:pt x="158934" y="289150"/>
                  </a:lnTo>
                  <a:lnTo>
                    <a:pt x="154929" y="335981"/>
                  </a:lnTo>
                  <a:lnTo>
                    <a:pt x="157855" y="335981"/>
                  </a:lnTo>
                  <a:lnTo>
                    <a:pt x="186191" y="305373"/>
                  </a:lnTo>
                  <a:lnTo>
                    <a:pt x="220545" y="283506"/>
                  </a:lnTo>
                  <a:lnTo>
                    <a:pt x="260923" y="270383"/>
                  </a:lnTo>
                  <a:lnTo>
                    <a:pt x="307329" y="266008"/>
                  </a:lnTo>
                  <a:lnTo>
                    <a:pt x="349331" y="269981"/>
                  </a:lnTo>
                  <a:lnTo>
                    <a:pt x="387217" y="281891"/>
                  </a:lnTo>
                  <a:lnTo>
                    <a:pt x="420330" y="301061"/>
                  </a:lnTo>
                  <a:lnTo>
                    <a:pt x="460179" y="342057"/>
                  </a:lnTo>
                  <a:lnTo>
                    <a:pt x="479756" y="376923"/>
                  </a:lnTo>
                  <a:lnTo>
                    <a:pt x="493526" y="417453"/>
                  </a:lnTo>
                  <a:lnTo>
                    <a:pt x="500517" y="462619"/>
                  </a:lnTo>
                  <a:lnTo>
                    <a:pt x="501395" y="486869"/>
                  </a:lnTo>
                  <a:lnTo>
                    <a:pt x="500233" y="512749"/>
                  </a:lnTo>
                  <a:lnTo>
                    <a:pt x="491006" y="561894"/>
                  </a:lnTo>
                  <a:lnTo>
                    <a:pt x="472934" y="607230"/>
                  </a:lnTo>
                  <a:lnTo>
                    <a:pt x="447401" y="646814"/>
                  </a:lnTo>
                  <a:lnTo>
                    <a:pt x="414759" y="680172"/>
                  </a:lnTo>
                  <a:lnTo>
                    <a:pt x="375752" y="706480"/>
                  </a:lnTo>
                  <a:lnTo>
                    <a:pt x="330843" y="725294"/>
                  </a:lnTo>
                  <a:lnTo>
                    <a:pt x="281461" y="734848"/>
                  </a:lnTo>
                  <a:lnTo>
                    <a:pt x="255148" y="736043"/>
                  </a:lnTo>
                  <a:lnTo>
                    <a:pt x="225921" y="734646"/>
                  </a:lnTo>
                  <a:lnTo>
                    <a:pt x="172200" y="723476"/>
                  </a:lnTo>
                  <a:lnTo>
                    <a:pt x="124907" y="701281"/>
                  </a:lnTo>
                  <a:lnTo>
                    <a:pt x="84852" y="668897"/>
                  </a:lnTo>
                  <a:lnTo>
                    <a:pt x="52139" y="626526"/>
                  </a:lnTo>
                  <a:lnTo>
                    <a:pt x="27043" y="574533"/>
                  </a:lnTo>
                  <a:lnTo>
                    <a:pt x="9811" y="513154"/>
                  </a:lnTo>
                  <a:lnTo>
                    <a:pt x="1094" y="443421"/>
                  </a:lnTo>
                  <a:lnTo>
                    <a:pt x="0" y="405478"/>
                  </a:lnTo>
                  <a:lnTo>
                    <a:pt x="1424" y="360638"/>
                  </a:lnTo>
                  <a:lnTo>
                    <a:pt x="5684" y="317936"/>
                  </a:lnTo>
                  <a:lnTo>
                    <a:pt x="12755" y="277374"/>
                  </a:lnTo>
                  <a:lnTo>
                    <a:pt x="22616" y="238957"/>
                  </a:lnTo>
                  <a:lnTo>
                    <a:pt x="35132" y="202959"/>
                  </a:lnTo>
                  <a:lnTo>
                    <a:pt x="67377" y="139051"/>
                  </a:lnTo>
                  <a:lnTo>
                    <a:pt x="109187" y="86094"/>
                  </a:lnTo>
                  <a:lnTo>
                    <a:pt x="160003" y="45005"/>
                  </a:lnTo>
                  <a:lnTo>
                    <a:pt x="219397" y="16284"/>
                  </a:lnTo>
                  <a:lnTo>
                    <a:pt x="286385" y="1808"/>
                  </a:lnTo>
                  <a:lnTo>
                    <a:pt x="322691" y="0"/>
                  </a:lnTo>
                  <a:close/>
                </a:path>
              </a:pathLst>
            </a:custGeom>
            <a:ln w="12191">
              <a:solidFill>
                <a:srgbClr val="000000"/>
              </a:solidFill>
            </a:ln>
          </p:spPr>
          <p:txBody>
            <a:bodyPr wrap="square" lIns="0" tIns="0" rIns="0" bIns="0" rtlCol="0"/>
            <a:lstStyle/>
            <a:p>
              <a:endParaRPr/>
            </a:p>
          </p:txBody>
        </p:sp>
        <p:sp>
          <p:nvSpPr>
            <p:cNvPr id="71" name="object 71"/>
            <p:cNvSpPr/>
            <p:nvPr/>
          </p:nvSpPr>
          <p:spPr>
            <a:xfrm>
              <a:off x="6778752" y="5219700"/>
              <a:ext cx="2218944" cy="1345692"/>
            </a:xfrm>
            <a:prstGeom prst="rect">
              <a:avLst/>
            </a:prstGeom>
            <a:blipFill>
              <a:blip r:embed="rId26" cstate="print"/>
              <a:stretch>
                <a:fillRect/>
              </a:stretch>
            </a:blipFill>
          </p:spPr>
          <p:txBody>
            <a:bodyPr wrap="square" lIns="0" tIns="0" rIns="0" bIns="0" rtlCol="0"/>
            <a:lstStyle/>
            <a:p>
              <a:endParaRPr/>
            </a:p>
          </p:txBody>
        </p:sp>
        <p:sp>
          <p:nvSpPr>
            <p:cNvPr id="72" name="object 72"/>
            <p:cNvSpPr/>
            <p:nvPr/>
          </p:nvSpPr>
          <p:spPr>
            <a:xfrm>
              <a:off x="6917436" y="4901183"/>
              <a:ext cx="2226563" cy="1956815"/>
            </a:xfrm>
            <a:prstGeom prst="rect">
              <a:avLst/>
            </a:prstGeom>
            <a:blipFill>
              <a:blip r:embed="rId27" cstate="print"/>
              <a:stretch>
                <a:fillRect/>
              </a:stretch>
            </a:blipFill>
          </p:spPr>
          <p:txBody>
            <a:bodyPr wrap="square" lIns="0" tIns="0" rIns="0" bIns="0" rtlCol="0"/>
            <a:lstStyle/>
            <a:p>
              <a:endParaRPr/>
            </a:p>
          </p:txBody>
        </p:sp>
        <p:sp>
          <p:nvSpPr>
            <p:cNvPr id="73" name="object 73"/>
            <p:cNvSpPr/>
            <p:nvPr/>
          </p:nvSpPr>
          <p:spPr>
            <a:xfrm>
              <a:off x="6859523" y="527989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868" y="1184065"/>
                  </a:lnTo>
                  <a:lnTo>
                    <a:pt x="1871719" y="1179341"/>
                  </a:lnTo>
                  <a:lnTo>
                    <a:pt x="1915362" y="1165791"/>
                  </a:lnTo>
                  <a:lnTo>
                    <a:pt x="1954860" y="1144352"/>
                  </a:lnTo>
                  <a:lnTo>
                    <a:pt x="1989277" y="1115958"/>
                  </a:lnTo>
                  <a:lnTo>
                    <a:pt x="2017676" y="1081544"/>
                  </a:lnTo>
                  <a:lnTo>
                    <a:pt x="2039120" y="1042045"/>
                  </a:lnTo>
                  <a:lnTo>
                    <a:pt x="2052674" y="998398"/>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74" name="object 74"/>
            <p:cNvSpPr/>
            <p:nvPr/>
          </p:nvSpPr>
          <p:spPr>
            <a:xfrm>
              <a:off x="6859523" y="527989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8"/>
                  </a:lnTo>
                  <a:lnTo>
                    <a:pt x="2039120" y="1042045"/>
                  </a:lnTo>
                  <a:lnTo>
                    <a:pt x="2017676" y="1081544"/>
                  </a:lnTo>
                  <a:lnTo>
                    <a:pt x="1989277" y="1115958"/>
                  </a:lnTo>
                  <a:lnTo>
                    <a:pt x="1954860" y="1144352"/>
                  </a:lnTo>
                  <a:lnTo>
                    <a:pt x="1915362" y="1165791"/>
                  </a:lnTo>
                  <a:lnTo>
                    <a:pt x="1871719" y="1179341"/>
                  </a:lnTo>
                  <a:lnTo>
                    <a:pt x="1824868"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75" name="object 75"/>
            <p:cNvSpPr/>
            <p:nvPr/>
          </p:nvSpPr>
          <p:spPr>
            <a:xfrm>
              <a:off x="6958584" y="4922518"/>
              <a:ext cx="1895855" cy="1935480"/>
            </a:xfrm>
            <a:prstGeom prst="rect">
              <a:avLst/>
            </a:prstGeom>
            <a:blipFill>
              <a:blip r:embed="rId28" cstate="print"/>
              <a:stretch>
                <a:fillRect/>
              </a:stretch>
            </a:blipFill>
          </p:spPr>
          <p:txBody>
            <a:bodyPr wrap="square" lIns="0" tIns="0" rIns="0" bIns="0" rtlCol="0"/>
            <a:lstStyle/>
            <a:p>
              <a:endParaRPr/>
            </a:p>
          </p:txBody>
        </p:sp>
        <p:sp>
          <p:nvSpPr>
            <p:cNvPr id="76" name="object 76"/>
            <p:cNvSpPr/>
            <p:nvPr/>
          </p:nvSpPr>
          <p:spPr>
            <a:xfrm>
              <a:off x="7642616" y="5531988"/>
              <a:ext cx="495934" cy="711835"/>
            </a:xfrm>
            <a:custGeom>
              <a:avLst/>
              <a:gdLst/>
              <a:ahLst/>
              <a:cxnLst/>
              <a:rect l="l" t="t" r="r" b="b"/>
              <a:pathLst>
                <a:path w="495934" h="711835">
                  <a:moveTo>
                    <a:pt x="495421" y="0"/>
                  </a:moveTo>
                  <a:lnTo>
                    <a:pt x="0" y="0"/>
                  </a:lnTo>
                  <a:lnTo>
                    <a:pt x="0" y="128110"/>
                  </a:lnTo>
                  <a:lnTo>
                    <a:pt x="330586" y="128110"/>
                  </a:lnTo>
                  <a:lnTo>
                    <a:pt x="310476" y="161052"/>
                  </a:lnTo>
                  <a:lnTo>
                    <a:pt x="290916" y="194367"/>
                  </a:lnTo>
                  <a:lnTo>
                    <a:pt x="271881" y="228056"/>
                  </a:lnTo>
                  <a:lnTo>
                    <a:pt x="253349" y="262115"/>
                  </a:lnTo>
                  <a:lnTo>
                    <a:pt x="235539" y="296596"/>
                  </a:lnTo>
                  <a:lnTo>
                    <a:pt x="218518" y="331543"/>
                  </a:lnTo>
                  <a:lnTo>
                    <a:pt x="202309" y="366956"/>
                  </a:lnTo>
                  <a:lnTo>
                    <a:pt x="186933" y="402835"/>
                  </a:lnTo>
                  <a:lnTo>
                    <a:pt x="172343" y="439240"/>
                  </a:lnTo>
                  <a:lnTo>
                    <a:pt x="158656" y="476232"/>
                  </a:lnTo>
                  <a:lnTo>
                    <a:pt x="145871" y="513814"/>
                  </a:lnTo>
                  <a:lnTo>
                    <a:pt x="133990" y="551986"/>
                  </a:lnTo>
                  <a:lnTo>
                    <a:pt x="123180" y="590820"/>
                  </a:lnTo>
                  <a:lnTo>
                    <a:pt x="113442" y="630402"/>
                  </a:lnTo>
                  <a:lnTo>
                    <a:pt x="104796" y="670730"/>
                  </a:lnTo>
                  <a:lnTo>
                    <a:pt x="97261" y="711802"/>
                  </a:lnTo>
                  <a:lnTo>
                    <a:pt x="261091" y="711802"/>
                  </a:lnTo>
                  <a:lnTo>
                    <a:pt x="268032" y="668856"/>
                  </a:lnTo>
                  <a:lnTo>
                    <a:pt x="275882" y="627366"/>
                  </a:lnTo>
                  <a:lnTo>
                    <a:pt x="284657" y="587333"/>
                  </a:lnTo>
                  <a:lnTo>
                    <a:pt x="294375" y="548758"/>
                  </a:lnTo>
                  <a:lnTo>
                    <a:pt x="305092" y="511061"/>
                  </a:lnTo>
                  <a:lnTo>
                    <a:pt x="316854" y="473677"/>
                  </a:lnTo>
                  <a:lnTo>
                    <a:pt x="329668" y="436606"/>
                  </a:lnTo>
                  <a:lnTo>
                    <a:pt x="343540" y="399848"/>
                  </a:lnTo>
                  <a:lnTo>
                    <a:pt x="358469" y="363120"/>
                  </a:lnTo>
                  <a:lnTo>
                    <a:pt x="374507" y="326143"/>
                  </a:lnTo>
                  <a:lnTo>
                    <a:pt x="391666" y="288918"/>
                  </a:lnTo>
                  <a:lnTo>
                    <a:pt x="409955" y="251447"/>
                  </a:lnTo>
                  <a:lnTo>
                    <a:pt x="429435" y="213180"/>
                  </a:lnTo>
                  <a:lnTo>
                    <a:pt x="450162" y="173581"/>
                  </a:lnTo>
                  <a:lnTo>
                    <a:pt x="472153" y="132652"/>
                  </a:lnTo>
                  <a:lnTo>
                    <a:pt x="495421" y="90391"/>
                  </a:lnTo>
                  <a:lnTo>
                    <a:pt x="495421" y="0"/>
                  </a:lnTo>
                  <a:close/>
                </a:path>
              </a:pathLst>
            </a:custGeom>
            <a:solidFill>
              <a:srgbClr val="FFFF00"/>
            </a:solidFill>
          </p:spPr>
          <p:txBody>
            <a:bodyPr wrap="square" lIns="0" tIns="0" rIns="0" bIns="0" rtlCol="0"/>
            <a:lstStyle/>
            <a:p>
              <a:endParaRPr/>
            </a:p>
          </p:txBody>
        </p:sp>
        <p:sp>
          <p:nvSpPr>
            <p:cNvPr id="77" name="object 77"/>
            <p:cNvSpPr/>
            <p:nvPr/>
          </p:nvSpPr>
          <p:spPr>
            <a:xfrm>
              <a:off x="7642616" y="5531988"/>
              <a:ext cx="495934" cy="711835"/>
            </a:xfrm>
            <a:custGeom>
              <a:avLst/>
              <a:gdLst/>
              <a:ahLst/>
              <a:cxnLst/>
              <a:rect l="l" t="t" r="r" b="b"/>
              <a:pathLst>
                <a:path w="495934" h="711835">
                  <a:moveTo>
                    <a:pt x="0" y="0"/>
                  </a:moveTo>
                  <a:lnTo>
                    <a:pt x="495421" y="0"/>
                  </a:lnTo>
                  <a:lnTo>
                    <a:pt x="495421" y="90391"/>
                  </a:lnTo>
                  <a:lnTo>
                    <a:pt x="472153" y="132652"/>
                  </a:lnTo>
                  <a:lnTo>
                    <a:pt x="450162" y="173581"/>
                  </a:lnTo>
                  <a:lnTo>
                    <a:pt x="429435" y="213180"/>
                  </a:lnTo>
                  <a:lnTo>
                    <a:pt x="409955" y="251447"/>
                  </a:lnTo>
                  <a:lnTo>
                    <a:pt x="391666" y="288918"/>
                  </a:lnTo>
                  <a:lnTo>
                    <a:pt x="374507" y="326143"/>
                  </a:lnTo>
                  <a:lnTo>
                    <a:pt x="358469" y="363120"/>
                  </a:lnTo>
                  <a:lnTo>
                    <a:pt x="343540" y="399848"/>
                  </a:lnTo>
                  <a:lnTo>
                    <a:pt x="329668" y="436606"/>
                  </a:lnTo>
                  <a:lnTo>
                    <a:pt x="316854" y="473677"/>
                  </a:lnTo>
                  <a:lnTo>
                    <a:pt x="305092" y="511061"/>
                  </a:lnTo>
                  <a:lnTo>
                    <a:pt x="294375" y="548758"/>
                  </a:lnTo>
                  <a:lnTo>
                    <a:pt x="284657" y="587333"/>
                  </a:lnTo>
                  <a:lnTo>
                    <a:pt x="275882" y="627366"/>
                  </a:lnTo>
                  <a:lnTo>
                    <a:pt x="268032" y="668856"/>
                  </a:lnTo>
                  <a:lnTo>
                    <a:pt x="261091" y="711802"/>
                  </a:lnTo>
                  <a:lnTo>
                    <a:pt x="97261" y="711802"/>
                  </a:lnTo>
                  <a:lnTo>
                    <a:pt x="104796" y="670730"/>
                  </a:lnTo>
                  <a:lnTo>
                    <a:pt x="113442" y="630402"/>
                  </a:lnTo>
                  <a:lnTo>
                    <a:pt x="123180" y="590820"/>
                  </a:lnTo>
                  <a:lnTo>
                    <a:pt x="133990" y="551986"/>
                  </a:lnTo>
                  <a:lnTo>
                    <a:pt x="145871" y="513814"/>
                  </a:lnTo>
                  <a:lnTo>
                    <a:pt x="158656" y="476232"/>
                  </a:lnTo>
                  <a:lnTo>
                    <a:pt x="172343" y="439240"/>
                  </a:lnTo>
                  <a:lnTo>
                    <a:pt x="186933" y="402835"/>
                  </a:lnTo>
                  <a:lnTo>
                    <a:pt x="202309" y="366956"/>
                  </a:lnTo>
                  <a:lnTo>
                    <a:pt x="218518" y="331543"/>
                  </a:lnTo>
                  <a:lnTo>
                    <a:pt x="235539" y="296596"/>
                  </a:lnTo>
                  <a:lnTo>
                    <a:pt x="253349" y="262115"/>
                  </a:lnTo>
                  <a:lnTo>
                    <a:pt x="271881" y="228056"/>
                  </a:lnTo>
                  <a:lnTo>
                    <a:pt x="290916" y="194367"/>
                  </a:lnTo>
                  <a:lnTo>
                    <a:pt x="310476" y="161052"/>
                  </a:lnTo>
                  <a:lnTo>
                    <a:pt x="330586" y="128110"/>
                  </a:lnTo>
                  <a:lnTo>
                    <a:pt x="0" y="128110"/>
                  </a:lnTo>
                  <a:lnTo>
                    <a:pt x="0" y="0"/>
                  </a:lnTo>
                  <a:close/>
                </a:path>
              </a:pathLst>
            </a:custGeom>
            <a:ln w="12191">
              <a:solidFill>
                <a:srgbClr val="000000"/>
              </a:solidFill>
            </a:ln>
          </p:spPr>
          <p:txBody>
            <a:bodyPr wrap="square" lIns="0" tIns="0" rIns="0" bIns="0" rtlCol="0"/>
            <a:lstStyle/>
            <a:p>
              <a:endParaRPr/>
            </a:p>
          </p:txBody>
        </p:sp>
        <p:sp>
          <p:nvSpPr>
            <p:cNvPr id="78" name="object 78"/>
            <p:cNvSpPr/>
            <p:nvPr/>
          </p:nvSpPr>
          <p:spPr>
            <a:xfrm>
              <a:off x="6775704" y="5205983"/>
              <a:ext cx="2218944" cy="1345691"/>
            </a:xfrm>
            <a:prstGeom prst="rect">
              <a:avLst/>
            </a:prstGeom>
            <a:blipFill>
              <a:blip r:embed="rId29" cstate="print"/>
              <a:stretch>
                <a:fillRect/>
              </a:stretch>
            </a:blipFill>
          </p:spPr>
          <p:txBody>
            <a:bodyPr wrap="square" lIns="0" tIns="0" rIns="0" bIns="0" rtlCol="0"/>
            <a:lstStyle/>
            <a:p>
              <a:endParaRPr/>
            </a:p>
          </p:txBody>
        </p:sp>
        <p:sp>
          <p:nvSpPr>
            <p:cNvPr id="79" name="object 79"/>
            <p:cNvSpPr/>
            <p:nvPr/>
          </p:nvSpPr>
          <p:spPr>
            <a:xfrm>
              <a:off x="6912864" y="4887467"/>
              <a:ext cx="2231135" cy="1970532"/>
            </a:xfrm>
            <a:prstGeom prst="rect">
              <a:avLst/>
            </a:prstGeom>
            <a:blipFill>
              <a:blip r:embed="rId30" cstate="print"/>
              <a:stretch>
                <a:fillRect/>
              </a:stretch>
            </a:blipFill>
          </p:spPr>
          <p:txBody>
            <a:bodyPr wrap="square" lIns="0" tIns="0" rIns="0" bIns="0" rtlCol="0"/>
            <a:lstStyle/>
            <a:p>
              <a:endParaRPr/>
            </a:p>
          </p:txBody>
        </p:sp>
        <p:sp>
          <p:nvSpPr>
            <p:cNvPr id="80" name="object 80"/>
            <p:cNvSpPr/>
            <p:nvPr/>
          </p:nvSpPr>
          <p:spPr>
            <a:xfrm>
              <a:off x="6855957" y="5266563"/>
              <a:ext cx="2057400" cy="1184275"/>
            </a:xfrm>
            <a:custGeom>
              <a:avLst/>
              <a:gdLst/>
              <a:ahLst/>
              <a:cxnLst/>
              <a:rect l="l" t="t" r="r" b="b"/>
              <a:pathLst>
                <a:path w="2057400" h="1184275">
                  <a:moveTo>
                    <a:pt x="1824868" y="0"/>
                  </a:moveTo>
                  <a:lnTo>
                    <a:pt x="232409" y="0"/>
                  </a:lnTo>
                  <a:lnTo>
                    <a:pt x="185564" y="4725"/>
                  </a:lnTo>
                  <a:lnTo>
                    <a:pt x="141934" y="18278"/>
                  </a:lnTo>
                  <a:lnTo>
                    <a:pt x="102456" y="39722"/>
                  </a:lnTo>
                  <a:lnTo>
                    <a:pt x="68061" y="68121"/>
                  </a:lnTo>
                  <a:lnTo>
                    <a:pt x="39685" y="102539"/>
                  </a:lnTo>
                  <a:lnTo>
                    <a:pt x="18260" y="142039"/>
                  </a:lnTo>
                  <a:lnTo>
                    <a:pt x="4720" y="185685"/>
                  </a:lnTo>
                  <a:lnTo>
                    <a:pt x="0" y="232541"/>
                  </a:lnTo>
                  <a:lnTo>
                    <a:pt x="0" y="951512"/>
                  </a:lnTo>
                  <a:lnTo>
                    <a:pt x="4720" y="998370"/>
                  </a:lnTo>
                  <a:lnTo>
                    <a:pt x="18260" y="1042015"/>
                  </a:lnTo>
                  <a:lnTo>
                    <a:pt x="39685" y="1081511"/>
                  </a:lnTo>
                  <a:lnTo>
                    <a:pt x="68061" y="1115924"/>
                  </a:lnTo>
                  <a:lnTo>
                    <a:pt x="102456" y="1144317"/>
                  </a:lnTo>
                  <a:lnTo>
                    <a:pt x="141934" y="1165755"/>
                  </a:lnTo>
                  <a:lnTo>
                    <a:pt x="185564" y="1179304"/>
                  </a:lnTo>
                  <a:lnTo>
                    <a:pt x="232409" y="1184029"/>
                  </a:lnTo>
                  <a:lnTo>
                    <a:pt x="1824868" y="1184029"/>
                  </a:lnTo>
                  <a:lnTo>
                    <a:pt x="1871728" y="1179304"/>
                  </a:lnTo>
                  <a:lnTo>
                    <a:pt x="1915375" y="1165755"/>
                  </a:lnTo>
                  <a:lnTo>
                    <a:pt x="1954873" y="1144317"/>
                  </a:lnTo>
                  <a:lnTo>
                    <a:pt x="1989288" y="1115924"/>
                  </a:lnTo>
                  <a:lnTo>
                    <a:pt x="2017684" y="1081511"/>
                  </a:lnTo>
                  <a:lnTo>
                    <a:pt x="2039124" y="1042015"/>
                  </a:lnTo>
                  <a:lnTo>
                    <a:pt x="2052675" y="998370"/>
                  </a:lnTo>
                  <a:lnTo>
                    <a:pt x="2057399" y="951512"/>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81" name="object 81"/>
            <p:cNvSpPr/>
            <p:nvPr/>
          </p:nvSpPr>
          <p:spPr>
            <a:xfrm>
              <a:off x="6855957" y="5266563"/>
              <a:ext cx="2057400" cy="1184275"/>
            </a:xfrm>
            <a:custGeom>
              <a:avLst/>
              <a:gdLst/>
              <a:ahLst/>
              <a:cxnLst/>
              <a:rect l="l" t="t" r="r" b="b"/>
              <a:pathLst>
                <a:path w="2057400" h="1184275">
                  <a:moveTo>
                    <a:pt x="0" y="232541"/>
                  </a:moveTo>
                  <a:lnTo>
                    <a:pt x="4720" y="185685"/>
                  </a:lnTo>
                  <a:lnTo>
                    <a:pt x="18260" y="142039"/>
                  </a:lnTo>
                  <a:lnTo>
                    <a:pt x="39685" y="102539"/>
                  </a:lnTo>
                  <a:lnTo>
                    <a:pt x="68061" y="68121"/>
                  </a:lnTo>
                  <a:lnTo>
                    <a:pt x="102456" y="39722"/>
                  </a:lnTo>
                  <a:lnTo>
                    <a:pt x="141934" y="18278"/>
                  </a:lnTo>
                  <a:lnTo>
                    <a:pt x="185564" y="4725"/>
                  </a:lnTo>
                  <a:lnTo>
                    <a:pt x="232409"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12"/>
                  </a:lnTo>
                  <a:lnTo>
                    <a:pt x="2052675" y="998370"/>
                  </a:lnTo>
                  <a:lnTo>
                    <a:pt x="2039124" y="1042015"/>
                  </a:lnTo>
                  <a:lnTo>
                    <a:pt x="2017684" y="1081511"/>
                  </a:lnTo>
                  <a:lnTo>
                    <a:pt x="1989288" y="1115924"/>
                  </a:lnTo>
                  <a:lnTo>
                    <a:pt x="1954873" y="1144317"/>
                  </a:lnTo>
                  <a:lnTo>
                    <a:pt x="1915375" y="1165755"/>
                  </a:lnTo>
                  <a:lnTo>
                    <a:pt x="1871728" y="1179304"/>
                  </a:lnTo>
                  <a:lnTo>
                    <a:pt x="1824868" y="1184029"/>
                  </a:lnTo>
                  <a:lnTo>
                    <a:pt x="232409" y="1184029"/>
                  </a:lnTo>
                  <a:lnTo>
                    <a:pt x="185564" y="1179304"/>
                  </a:lnTo>
                  <a:lnTo>
                    <a:pt x="141934" y="1165755"/>
                  </a:lnTo>
                  <a:lnTo>
                    <a:pt x="102456" y="1144317"/>
                  </a:lnTo>
                  <a:lnTo>
                    <a:pt x="68061" y="1115924"/>
                  </a:lnTo>
                  <a:lnTo>
                    <a:pt x="39685" y="1081511"/>
                  </a:lnTo>
                  <a:lnTo>
                    <a:pt x="18260" y="1042015"/>
                  </a:lnTo>
                  <a:lnTo>
                    <a:pt x="4720" y="998370"/>
                  </a:lnTo>
                  <a:lnTo>
                    <a:pt x="0" y="951512"/>
                  </a:lnTo>
                  <a:lnTo>
                    <a:pt x="0" y="232541"/>
                  </a:lnTo>
                  <a:close/>
                </a:path>
              </a:pathLst>
            </a:custGeom>
            <a:ln w="76199">
              <a:solidFill>
                <a:srgbClr val="00AF50"/>
              </a:solidFill>
            </a:ln>
          </p:spPr>
          <p:txBody>
            <a:bodyPr wrap="square" lIns="0" tIns="0" rIns="0" bIns="0" rtlCol="0"/>
            <a:lstStyle/>
            <a:p>
              <a:endParaRPr/>
            </a:p>
          </p:txBody>
        </p:sp>
        <p:sp>
          <p:nvSpPr>
            <p:cNvPr id="82" name="object 82"/>
            <p:cNvSpPr/>
            <p:nvPr/>
          </p:nvSpPr>
          <p:spPr>
            <a:xfrm>
              <a:off x="6954012" y="4908802"/>
              <a:ext cx="1895855" cy="1949195"/>
            </a:xfrm>
            <a:prstGeom prst="rect">
              <a:avLst/>
            </a:prstGeom>
            <a:blipFill>
              <a:blip r:embed="rId31" cstate="print"/>
              <a:stretch>
                <a:fillRect/>
              </a:stretch>
            </a:blipFill>
          </p:spPr>
          <p:txBody>
            <a:bodyPr wrap="square" lIns="0" tIns="0" rIns="0" bIns="0" rtlCol="0"/>
            <a:lstStyle/>
            <a:p>
              <a:endParaRPr/>
            </a:p>
          </p:txBody>
        </p:sp>
        <p:sp>
          <p:nvSpPr>
            <p:cNvPr id="83" name="object 83"/>
            <p:cNvSpPr/>
            <p:nvPr/>
          </p:nvSpPr>
          <p:spPr>
            <a:xfrm>
              <a:off x="7631064" y="5506723"/>
              <a:ext cx="505459" cy="735330"/>
            </a:xfrm>
            <a:custGeom>
              <a:avLst/>
              <a:gdLst/>
              <a:ahLst/>
              <a:cxnLst/>
              <a:rect l="l" t="t" r="r" b="b"/>
              <a:pathLst>
                <a:path w="505459" h="735329">
                  <a:moveTo>
                    <a:pt x="254111" y="0"/>
                  </a:moveTo>
                  <a:lnTo>
                    <a:pt x="206433" y="3536"/>
                  </a:lnTo>
                  <a:lnTo>
                    <a:pt x="162549" y="14215"/>
                  </a:lnTo>
                  <a:lnTo>
                    <a:pt x="123512" y="31143"/>
                  </a:lnTo>
                  <a:lnTo>
                    <a:pt x="90281" y="53589"/>
                  </a:lnTo>
                  <a:lnTo>
                    <a:pt x="63364" y="81294"/>
                  </a:lnTo>
                  <a:lnTo>
                    <a:pt x="42915" y="113705"/>
                  </a:lnTo>
                  <a:lnTo>
                    <a:pt x="30049" y="149933"/>
                  </a:lnTo>
                  <a:lnTo>
                    <a:pt x="25755" y="189155"/>
                  </a:lnTo>
                  <a:lnTo>
                    <a:pt x="27636" y="214132"/>
                  </a:lnTo>
                  <a:lnTo>
                    <a:pt x="42600" y="260664"/>
                  </a:lnTo>
                  <a:lnTo>
                    <a:pt x="72006" y="302236"/>
                  </a:lnTo>
                  <a:lnTo>
                    <a:pt x="113910" y="336609"/>
                  </a:lnTo>
                  <a:lnTo>
                    <a:pt x="139446" y="350958"/>
                  </a:lnTo>
                  <a:lnTo>
                    <a:pt x="122394" y="357333"/>
                  </a:lnTo>
                  <a:lnTo>
                    <a:pt x="78211" y="381475"/>
                  </a:lnTo>
                  <a:lnTo>
                    <a:pt x="43990" y="412188"/>
                  </a:lnTo>
                  <a:lnTo>
                    <a:pt x="19579" y="448238"/>
                  </a:lnTo>
                  <a:lnTo>
                    <a:pt x="4912" y="488706"/>
                  </a:lnTo>
                  <a:lnTo>
                    <a:pt x="0" y="532113"/>
                  </a:lnTo>
                  <a:lnTo>
                    <a:pt x="1186" y="554217"/>
                  </a:lnTo>
                  <a:lnTo>
                    <a:pt x="10647" y="595543"/>
                  </a:lnTo>
                  <a:lnTo>
                    <a:pt x="29243" y="632834"/>
                  </a:lnTo>
                  <a:lnTo>
                    <a:pt x="55399" y="664968"/>
                  </a:lnTo>
                  <a:lnTo>
                    <a:pt x="88797" y="691680"/>
                  </a:lnTo>
                  <a:lnTo>
                    <a:pt x="128753" y="712406"/>
                  </a:lnTo>
                  <a:lnTo>
                    <a:pt x="174890" y="726890"/>
                  </a:lnTo>
                  <a:lnTo>
                    <a:pt x="225610" y="734213"/>
                  </a:lnTo>
                  <a:lnTo>
                    <a:pt x="252587" y="735128"/>
                  </a:lnTo>
                  <a:lnTo>
                    <a:pt x="280065" y="734197"/>
                  </a:lnTo>
                  <a:lnTo>
                    <a:pt x="331317" y="726750"/>
                  </a:lnTo>
                  <a:lnTo>
                    <a:pt x="377511" y="712026"/>
                  </a:lnTo>
                  <a:lnTo>
                    <a:pt x="417516" y="691054"/>
                  </a:lnTo>
                  <a:lnTo>
                    <a:pt x="450909" y="664115"/>
                  </a:lnTo>
                  <a:lnTo>
                    <a:pt x="476820" y="631855"/>
                  </a:lnTo>
                  <a:lnTo>
                    <a:pt x="481793" y="622947"/>
                  </a:lnTo>
                  <a:lnTo>
                    <a:pt x="253105" y="622947"/>
                  </a:lnTo>
                  <a:lnTo>
                    <a:pt x="241500" y="622498"/>
                  </a:lnTo>
                  <a:lnTo>
                    <a:pt x="200955" y="611767"/>
                  </a:lnTo>
                  <a:lnTo>
                    <a:pt x="170605" y="588082"/>
                  </a:lnTo>
                  <a:lnTo>
                    <a:pt x="152578" y="552403"/>
                  </a:lnTo>
                  <a:lnTo>
                    <a:pt x="148437" y="518720"/>
                  </a:lnTo>
                  <a:lnTo>
                    <a:pt x="148938" y="507522"/>
                  </a:lnTo>
                  <a:lnTo>
                    <a:pt x="160689" y="467171"/>
                  </a:lnTo>
                  <a:lnTo>
                    <a:pt x="185456" y="436357"/>
                  </a:lnTo>
                  <a:lnTo>
                    <a:pt x="221323" y="417826"/>
                  </a:lnTo>
                  <a:lnTo>
                    <a:pt x="253105" y="413491"/>
                  </a:lnTo>
                  <a:lnTo>
                    <a:pt x="463867" y="413491"/>
                  </a:lnTo>
                  <a:lnTo>
                    <a:pt x="460100" y="408854"/>
                  </a:lnTo>
                  <a:lnTo>
                    <a:pt x="425317" y="378000"/>
                  </a:lnTo>
                  <a:lnTo>
                    <a:pt x="381165" y="353852"/>
                  </a:lnTo>
                  <a:lnTo>
                    <a:pt x="364357" y="347484"/>
                  </a:lnTo>
                  <a:lnTo>
                    <a:pt x="390856" y="333167"/>
                  </a:lnTo>
                  <a:lnTo>
                    <a:pt x="414341" y="317020"/>
                  </a:lnTo>
                  <a:lnTo>
                    <a:pt x="434802" y="299041"/>
                  </a:lnTo>
                  <a:lnTo>
                    <a:pt x="439350" y="293869"/>
                  </a:lnTo>
                  <a:lnTo>
                    <a:pt x="255117" y="293869"/>
                  </a:lnTo>
                  <a:lnTo>
                    <a:pt x="246552" y="293436"/>
                  </a:lnTo>
                  <a:lnTo>
                    <a:pt x="207459" y="278615"/>
                  </a:lnTo>
                  <a:lnTo>
                    <a:pt x="180601" y="247065"/>
                  </a:lnTo>
                  <a:lnTo>
                    <a:pt x="170291" y="203536"/>
                  </a:lnTo>
                  <a:lnTo>
                    <a:pt x="170676" y="194246"/>
                  </a:lnTo>
                  <a:lnTo>
                    <a:pt x="183916" y="152541"/>
                  </a:lnTo>
                  <a:lnTo>
                    <a:pt x="213054" y="123816"/>
                  </a:lnTo>
                  <a:lnTo>
                    <a:pt x="255117" y="112705"/>
                  </a:lnTo>
                  <a:lnTo>
                    <a:pt x="467106" y="112705"/>
                  </a:lnTo>
                  <a:lnTo>
                    <a:pt x="457788" y="96152"/>
                  </a:lnTo>
                  <a:lnTo>
                    <a:pt x="419709" y="53340"/>
                  </a:lnTo>
                  <a:lnTo>
                    <a:pt x="386200" y="31063"/>
                  </a:lnTo>
                  <a:lnTo>
                    <a:pt x="346953" y="14215"/>
                  </a:lnTo>
                  <a:lnTo>
                    <a:pt x="302670" y="3536"/>
                  </a:lnTo>
                  <a:lnTo>
                    <a:pt x="278918" y="881"/>
                  </a:lnTo>
                  <a:lnTo>
                    <a:pt x="254111" y="0"/>
                  </a:lnTo>
                  <a:close/>
                </a:path>
                <a:path w="505459" h="735329">
                  <a:moveTo>
                    <a:pt x="463867" y="413491"/>
                  </a:moveTo>
                  <a:lnTo>
                    <a:pt x="253105" y="413491"/>
                  </a:lnTo>
                  <a:lnTo>
                    <a:pt x="264723" y="414018"/>
                  </a:lnTo>
                  <a:lnTo>
                    <a:pt x="275752" y="415600"/>
                  </a:lnTo>
                  <a:lnTo>
                    <a:pt x="313863" y="431796"/>
                  </a:lnTo>
                  <a:lnTo>
                    <a:pt x="341334" y="459963"/>
                  </a:lnTo>
                  <a:lnTo>
                    <a:pt x="355979" y="497876"/>
                  </a:lnTo>
                  <a:lnTo>
                    <a:pt x="357865" y="518720"/>
                  </a:lnTo>
                  <a:lnTo>
                    <a:pt x="357368" y="530352"/>
                  </a:lnTo>
                  <a:lnTo>
                    <a:pt x="345569" y="571204"/>
                  </a:lnTo>
                  <a:lnTo>
                    <a:pt x="320816" y="600984"/>
                  </a:lnTo>
                  <a:lnTo>
                    <a:pt x="285299" y="618761"/>
                  </a:lnTo>
                  <a:lnTo>
                    <a:pt x="253105" y="622947"/>
                  </a:lnTo>
                  <a:lnTo>
                    <a:pt x="481793" y="622947"/>
                  </a:lnTo>
                  <a:lnTo>
                    <a:pt x="500694" y="574241"/>
                  </a:lnTo>
                  <a:lnTo>
                    <a:pt x="505250" y="532113"/>
                  </a:lnTo>
                  <a:lnTo>
                    <a:pt x="505317" y="530352"/>
                  </a:lnTo>
                  <a:lnTo>
                    <a:pt x="504758" y="515629"/>
                  </a:lnTo>
                  <a:lnTo>
                    <a:pt x="496305" y="472308"/>
                  </a:lnTo>
                  <a:lnTo>
                    <a:pt x="477887" y="432619"/>
                  </a:lnTo>
                  <a:lnTo>
                    <a:pt x="469513" y="420444"/>
                  </a:lnTo>
                  <a:lnTo>
                    <a:pt x="463867" y="413491"/>
                  </a:lnTo>
                  <a:close/>
                </a:path>
                <a:path w="505459" h="735329">
                  <a:moveTo>
                    <a:pt x="467106" y="112705"/>
                  </a:moveTo>
                  <a:lnTo>
                    <a:pt x="255117" y="112705"/>
                  </a:lnTo>
                  <a:lnTo>
                    <a:pt x="264027" y="113156"/>
                  </a:lnTo>
                  <a:lnTo>
                    <a:pt x="272464" y="114449"/>
                  </a:lnTo>
                  <a:lnTo>
                    <a:pt x="309836" y="133016"/>
                  </a:lnTo>
                  <a:lnTo>
                    <a:pt x="333999" y="167557"/>
                  </a:lnTo>
                  <a:lnTo>
                    <a:pt x="340461" y="203536"/>
                  </a:lnTo>
                  <a:lnTo>
                    <a:pt x="340054" y="212827"/>
                  </a:lnTo>
                  <a:lnTo>
                    <a:pt x="325846" y="254165"/>
                  </a:lnTo>
                  <a:lnTo>
                    <a:pt x="295853" y="283129"/>
                  </a:lnTo>
                  <a:lnTo>
                    <a:pt x="255117" y="293869"/>
                  </a:lnTo>
                  <a:lnTo>
                    <a:pt x="439350" y="293869"/>
                  </a:lnTo>
                  <a:lnTo>
                    <a:pt x="466092" y="257932"/>
                  </a:lnTo>
                  <a:lnTo>
                    <a:pt x="481995" y="211896"/>
                  </a:lnTo>
                  <a:lnTo>
                    <a:pt x="483991" y="187153"/>
                  </a:lnTo>
                  <a:lnTo>
                    <a:pt x="482922" y="167425"/>
                  </a:lnTo>
                  <a:lnTo>
                    <a:pt x="479732" y="148442"/>
                  </a:lnTo>
                  <a:lnTo>
                    <a:pt x="474450" y="130203"/>
                  </a:lnTo>
                  <a:lnTo>
                    <a:pt x="467106" y="112705"/>
                  </a:lnTo>
                  <a:close/>
                </a:path>
              </a:pathLst>
            </a:custGeom>
            <a:solidFill>
              <a:srgbClr val="FFFF00"/>
            </a:solidFill>
          </p:spPr>
          <p:txBody>
            <a:bodyPr wrap="square" lIns="0" tIns="0" rIns="0" bIns="0" rtlCol="0"/>
            <a:lstStyle/>
            <a:p>
              <a:endParaRPr/>
            </a:p>
          </p:txBody>
        </p:sp>
        <p:sp>
          <p:nvSpPr>
            <p:cNvPr id="84" name="object 84"/>
            <p:cNvSpPr/>
            <p:nvPr/>
          </p:nvSpPr>
          <p:spPr>
            <a:xfrm>
              <a:off x="7773405" y="5914119"/>
              <a:ext cx="221620" cy="221647"/>
            </a:xfrm>
            <a:prstGeom prst="rect">
              <a:avLst/>
            </a:prstGeom>
            <a:blipFill>
              <a:blip r:embed="rId32" cstate="print"/>
              <a:stretch>
                <a:fillRect/>
              </a:stretch>
            </a:blipFill>
          </p:spPr>
          <p:txBody>
            <a:bodyPr wrap="square" lIns="0" tIns="0" rIns="0" bIns="0" rtlCol="0"/>
            <a:lstStyle/>
            <a:p>
              <a:endParaRPr/>
            </a:p>
          </p:txBody>
        </p:sp>
        <p:sp>
          <p:nvSpPr>
            <p:cNvPr id="85" name="object 85"/>
            <p:cNvSpPr/>
            <p:nvPr/>
          </p:nvSpPr>
          <p:spPr>
            <a:xfrm>
              <a:off x="7795259" y="5613333"/>
              <a:ext cx="182361" cy="193355"/>
            </a:xfrm>
            <a:prstGeom prst="rect">
              <a:avLst/>
            </a:prstGeom>
            <a:blipFill>
              <a:blip r:embed="rId33" cstate="print"/>
              <a:stretch>
                <a:fillRect/>
              </a:stretch>
            </a:blipFill>
          </p:spPr>
          <p:txBody>
            <a:bodyPr wrap="square" lIns="0" tIns="0" rIns="0" bIns="0" rtlCol="0"/>
            <a:lstStyle/>
            <a:p>
              <a:endParaRPr/>
            </a:p>
          </p:txBody>
        </p:sp>
        <p:sp>
          <p:nvSpPr>
            <p:cNvPr id="86" name="object 86"/>
            <p:cNvSpPr/>
            <p:nvPr/>
          </p:nvSpPr>
          <p:spPr>
            <a:xfrm>
              <a:off x="7631064" y="5506723"/>
              <a:ext cx="505459" cy="735330"/>
            </a:xfrm>
            <a:custGeom>
              <a:avLst/>
              <a:gdLst/>
              <a:ahLst/>
              <a:cxnLst/>
              <a:rect l="l" t="t" r="r" b="b"/>
              <a:pathLst>
                <a:path w="505459" h="735329">
                  <a:moveTo>
                    <a:pt x="254111" y="0"/>
                  </a:moveTo>
                  <a:lnTo>
                    <a:pt x="302670" y="3536"/>
                  </a:lnTo>
                  <a:lnTo>
                    <a:pt x="346953" y="14215"/>
                  </a:lnTo>
                  <a:lnTo>
                    <a:pt x="386200" y="31063"/>
                  </a:lnTo>
                  <a:lnTo>
                    <a:pt x="419709" y="53339"/>
                  </a:lnTo>
                  <a:lnTo>
                    <a:pt x="446791" y="80744"/>
                  </a:lnTo>
                  <a:lnTo>
                    <a:pt x="474450" y="130203"/>
                  </a:lnTo>
                  <a:lnTo>
                    <a:pt x="482922" y="167425"/>
                  </a:lnTo>
                  <a:lnTo>
                    <a:pt x="483991" y="187153"/>
                  </a:lnTo>
                  <a:lnTo>
                    <a:pt x="481995" y="211896"/>
                  </a:lnTo>
                  <a:lnTo>
                    <a:pt x="466092" y="257932"/>
                  </a:lnTo>
                  <a:lnTo>
                    <a:pt x="434802" y="299040"/>
                  </a:lnTo>
                  <a:lnTo>
                    <a:pt x="390856" y="333167"/>
                  </a:lnTo>
                  <a:lnTo>
                    <a:pt x="364357" y="347484"/>
                  </a:lnTo>
                  <a:lnTo>
                    <a:pt x="381165" y="353852"/>
                  </a:lnTo>
                  <a:lnTo>
                    <a:pt x="425317" y="378000"/>
                  </a:lnTo>
                  <a:lnTo>
                    <a:pt x="460100" y="408854"/>
                  </a:lnTo>
                  <a:lnTo>
                    <a:pt x="485138" y="445322"/>
                  </a:lnTo>
                  <a:lnTo>
                    <a:pt x="500235" y="486469"/>
                  </a:lnTo>
                  <a:lnTo>
                    <a:pt x="505327" y="530626"/>
                  </a:lnTo>
                  <a:lnTo>
                    <a:pt x="504165" y="552946"/>
                  </a:lnTo>
                  <a:lnTo>
                    <a:pt x="494938" y="594514"/>
                  </a:lnTo>
                  <a:lnTo>
                    <a:pt x="476820" y="631855"/>
                  </a:lnTo>
                  <a:lnTo>
                    <a:pt x="450909" y="664115"/>
                  </a:lnTo>
                  <a:lnTo>
                    <a:pt x="417516" y="691054"/>
                  </a:lnTo>
                  <a:lnTo>
                    <a:pt x="377511" y="712026"/>
                  </a:lnTo>
                  <a:lnTo>
                    <a:pt x="331317" y="726750"/>
                  </a:lnTo>
                  <a:lnTo>
                    <a:pt x="280065" y="734197"/>
                  </a:lnTo>
                  <a:lnTo>
                    <a:pt x="252587" y="735128"/>
                  </a:lnTo>
                  <a:lnTo>
                    <a:pt x="225610" y="734213"/>
                  </a:lnTo>
                  <a:lnTo>
                    <a:pt x="174890" y="726890"/>
                  </a:lnTo>
                  <a:lnTo>
                    <a:pt x="128753" y="712406"/>
                  </a:lnTo>
                  <a:lnTo>
                    <a:pt x="88797" y="691680"/>
                  </a:lnTo>
                  <a:lnTo>
                    <a:pt x="55399" y="664968"/>
                  </a:lnTo>
                  <a:lnTo>
                    <a:pt x="29243" y="632834"/>
                  </a:lnTo>
                  <a:lnTo>
                    <a:pt x="10647" y="595543"/>
                  </a:lnTo>
                  <a:lnTo>
                    <a:pt x="1186" y="554217"/>
                  </a:lnTo>
                  <a:lnTo>
                    <a:pt x="0" y="532113"/>
                  </a:lnTo>
                  <a:lnTo>
                    <a:pt x="543" y="517366"/>
                  </a:lnTo>
                  <a:lnTo>
                    <a:pt x="8747" y="474796"/>
                  </a:lnTo>
                  <a:lnTo>
                    <a:pt x="26642" y="435706"/>
                  </a:lnTo>
                  <a:lnTo>
                    <a:pt x="54300" y="401329"/>
                  </a:lnTo>
                  <a:lnTo>
                    <a:pt x="91765" y="372590"/>
                  </a:lnTo>
                  <a:lnTo>
                    <a:pt x="139445" y="350958"/>
                  </a:lnTo>
                  <a:lnTo>
                    <a:pt x="113910" y="336609"/>
                  </a:lnTo>
                  <a:lnTo>
                    <a:pt x="72006" y="302236"/>
                  </a:lnTo>
                  <a:lnTo>
                    <a:pt x="42600" y="260664"/>
                  </a:lnTo>
                  <a:lnTo>
                    <a:pt x="27636" y="214132"/>
                  </a:lnTo>
                  <a:lnTo>
                    <a:pt x="25755" y="189155"/>
                  </a:lnTo>
                  <a:lnTo>
                    <a:pt x="26829" y="169169"/>
                  </a:lnTo>
                  <a:lnTo>
                    <a:pt x="35412" y="131445"/>
                  </a:lnTo>
                  <a:lnTo>
                    <a:pt x="52318" y="96913"/>
                  </a:lnTo>
                  <a:lnTo>
                    <a:pt x="76027" y="66852"/>
                  </a:lnTo>
                  <a:lnTo>
                    <a:pt x="106168" y="41688"/>
                  </a:lnTo>
                  <a:lnTo>
                    <a:pt x="142308" y="21978"/>
                  </a:lnTo>
                  <a:lnTo>
                    <a:pt x="184005" y="7976"/>
                  </a:lnTo>
                  <a:lnTo>
                    <a:pt x="229809" y="881"/>
                  </a:lnTo>
                  <a:lnTo>
                    <a:pt x="254111" y="0"/>
                  </a:lnTo>
                  <a:close/>
                </a:path>
              </a:pathLst>
            </a:custGeom>
            <a:ln w="12191">
              <a:solidFill>
                <a:srgbClr val="000000"/>
              </a:solidFill>
            </a:ln>
          </p:spPr>
          <p:txBody>
            <a:bodyPr wrap="square" lIns="0" tIns="0" rIns="0" bIns="0" rtlCol="0"/>
            <a:lstStyle/>
            <a:p>
              <a:endParaRPr/>
            </a:p>
          </p:txBody>
        </p:sp>
        <p:sp>
          <p:nvSpPr>
            <p:cNvPr id="87" name="object 87"/>
            <p:cNvSpPr/>
            <p:nvPr/>
          </p:nvSpPr>
          <p:spPr>
            <a:xfrm>
              <a:off x="6743700" y="5213603"/>
              <a:ext cx="2218944" cy="1345692"/>
            </a:xfrm>
            <a:prstGeom prst="rect">
              <a:avLst/>
            </a:prstGeom>
            <a:blipFill>
              <a:blip r:embed="rId34" cstate="print"/>
              <a:stretch>
                <a:fillRect/>
              </a:stretch>
            </a:blipFill>
          </p:spPr>
          <p:txBody>
            <a:bodyPr wrap="square" lIns="0" tIns="0" rIns="0" bIns="0" rtlCol="0"/>
            <a:lstStyle/>
            <a:p>
              <a:endParaRPr/>
            </a:p>
          </p:txBody>
        </p:sp>
        <p:sp>
          <p:nvSpPr>
            <p:cNvPr id="88" name="object 88"/>
            <p:cNvSpPr/>
            <p:nvPr/>
          </p:nvSpPr>
          <p:spPr>
            <a:xfrm>
              <a:off x="6880860" y="4895086"/>
              <a:ext cx="2258568" cy="1962912"/>
            </a:xfrm>
            <a:prstGeom prst="rect">
              <a:avLst/>
            </a:prstGeom>
            <a:blipFill>
              <a:blip r:embed="rId35" cstate="print"/>
              <a:stretch>
                <a:fillRect/>
              </a:stretch>
            </a:blipFill>
          </p:spPr>
          <p:txBody>
            <a:bodyPr wrap="square" lIns="0" tIns="0" rIns="0" bIns="0" rtlCol="0"/>
            <a:lstStyle/>
            <a:p>
              <a:endParaRPr/>
            </a:p>
          </p:txBody>
        </p:sp>
        <p:sp>
          <p:nvSpPr>
            <p:cNvPr id="89" name="object 89"/>
            <p:cNvSpPr/>
            <p:nvPr/>
          </p:nvSpPr>
          <p:spPr>
            <a:xfrm>
              <a:off x="6823831" y="5274051"/>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70"/>
                  </a:lnTo>
                  <a:lnTo>
                    <a:pt x="4720" y="998436"/>
                  </a:lnTo>
                  <a:lnTo>
                    <a:pt x="18262" y="1042085"/>
                  </a:lnTo>
                  <a:lnTo>
                    <a:pt x="39691" y="1081584"/>
                  </a:lnTo>
                  <a:lnTo>
                    <a:pt x="68077" y="1115997"/>
                  </a:lnTo>
                  <a:lnTo>
                    <a:pt x="102486" y="1144389"/>
                  </a:lnTo>
                  <a:lnTo>
                    <a:pt x="141986" y="1165827"/>
                  </a:lnTo>
                  <a:lnTo>
                    <a:pt x="185645" y="1179375"/>
                  </a:lnTo>
                  <a:lnTo>
                    <a:pt x="232531" y="1184099"/>
                  </a:lnTo>
                  <a:lnTo>
                    <a:pt x="1824868" y="1184099"/>
                  </a:lnTo>
                  <a:lnTo>
                    <a:pt x="1871728" y="1179375"/>
                  </a:lnTo>
                  <a:lnTo>
                    <a:pt x="1915375" y="1165827"/>
                  </a:lnTo>
                  <a:lnTo>
                    <a:pt x="1954873" y="1144389"/>
                  </a:lnTo>
                  <a:lnTo>
                    <a:pt x="1989288" y="1115997"/>
                  </a:lnTo>
                  <a:lnTo>
                    <a:pt x="2017684" y="1081584"/>
                  </a:lnTo>
                  <a:lnTo>
                    <a:pt x="2039124" y="1042085"/>
                  </a:lnTo>
                  <a:lnTo>
                    <a:pt x="2052675" y="998436"/>
                  </a:lnTo>
                  <a:lnTo>
                    <a:pt x="2057399" y="95157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90" name="object 90"/>
            <p:cNvSpPr/>
            <p:nvPr/>
          </p:nvSpPr>
          <p:spPr>
            <a:xfrm>
              <a:off x="6823831" y="5274051"/>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70"/>
                  </a:lnTo>
                  <a:lnTo>
                    <a:pt x="2052675" y="998436"/>
                  </a:lnTo>
                  <a:lnTo>
                    <a:pt x="2039124" y="1042085"/>
                  </a:lnTo>
                  <a:lnTo>
                    <a:pt x="2017684" y="1081584"/>
                  </a:lnTo>
                  <a:lnTo>
                    <a:pt x="1989288" y="1115997"/>
                  </a:lnTo>
                  <a:lnTo>
                    <a:pt x="1954873" y="1144389"/>
                  </a:lnTo>
                  <a:lnTo>
                    <a:pt x="1915375" y="1165827"/>
                  </a:lnTo>
                  <a:lnTo>
                    <a:pt x="1871728" y="1179375"/>
                  </a:lnTo>
                  <a:lnTo>
                    <a:pt x="1824868" y="1184099"/>
                  </a:lnTo>
                  <a:lnTo>
                    <a:pt x="232531" y="1184099"/>
                  </a:lnTo>
                  <a:lnTo>
                    <a:pt x="185645" y="1179375"/>
                  </a:lnTo>
                  <a:lnTo>
                    <a:pt x="141986" y="1165827"/>
                  </a:lnTo>
                  <a:lnTo>
                    <a:pt x="102486" y="1144389"/>
                  </a:lnTo>
                  <a:lnTo>
                    <a:pt x="68077" y="1115997"/>
                  </a:lnTo>
                  <a:lnTo>
                    <a:pt x="39691" y="1081584"/>
                  </a:lnTo>
                  <a:lnTo>
                    <a:pt x="18262" y="1042085"/>
                  </a:lnTo>
                  <a:lnTo>
                    <a:pt x="4720" y="998436"/>
                  </a:lnTo>
                  <a:lnTo>
                    <a:pt x="0" y="951570"/>
                  </a:lnTo>
                  <a:lnTo>
                    <a:pt x="0" y="232541"/>
                  </a:lnTo>
                  <a:close/>
                </a:path>
              </a:pathLst>
            </a:custGeom>
            <a:ln w="76199">
              <a:solidFill>
                <a:srgbClr val="00AF50"/>
              </a:solidFill>
            </a:ln>
          </p:spPr>
          <p:txBody>
            <a:bodyPr wrap="square" lIns="0" tIns="0" rIns="0" bIns="0" rtlCol="0"/>
            <a:lstStyle/>
            <a:p>
              <a:endParaRPr/>
            </a:p>
          </p:txBody>
        </p:sp>
        <p:sp>
          <p:nvSpPr>
            <p:cNvPr id="91" name="object 91"/>
            <p:cNvSpPr/>
            <p:nvPr/>
          </p:nvSpPr>
          <p:spPr>
            <a:xfrm>
              <a:off x="6922008" y="4916422"/>
              <a:ext cx="1895855" cy="1941576"/>
            </a:xfrm>
            <a:prstGeom prst="rect">
              <a:avLst/>
            </a:prstGeom>
            <a:blipFill>
              <a:blip r:embed="rId36" cstate="print"/>
              <a:stretch>
                <a:fillRect/>
              </a:stretch>
            </a:blipFill>
          </p:spPr>
          <p:txBody>
            <a:bodyPr wrap="square" lIns="0" tIns="0" rIns="0" bIns="0" rtlCol="0"/>
            <a:lstStyle/>
            <a:p>
              <a:endParaRPr/>
            </a:p>
          </p:txBody>
        </p:sp>
        <p:sp>
          <p:nvSpPr>
            <p:cNvPr id="92" name="object 92"/>
            <p:cNvSpPr/>
            <p:nvPr/>
          </p:nvSpPr>
          <p:spPr>
            <a:xfrm>
              <a:off x="7598028" y="5514344"/>
              <a:ext cx="501015" cy="736600"/>
            </a:xfrm>
            <a:custGeom>
              <a:avLst/>
              <a:gdLst/>
              <a:ahLst/>
              <a:cxnLst/>
              <a:rect l="l" t="t" r="r" b="b"/>
              <a:pathLst>
                <a:path w="501015" h="736600">
                  <a:moveTo>
                    <a:pt x="40655" y="579202"/>
                  </a:moveTo>
                  <a:lnTo>
                    <a:pt x="40655" y="708266"/>
                  </a:lnTo>
                  <a:lnTo>
                    <a:pt x="73703" y="720422"/>
                  </a:lnTo>
                  <a:lnTo>
                    <a:pt x="109788" y="729102"/>
                  </a:lnTo>
                  <a:lnTo>
                    <a:pt x="148896" y="734308"/>
                  </a:lnTo>
                  <a:lnTo>
                    <a:pt x="191013" y="736043"/>
                  </a:lnTo>
                  <a:lnTo>
                    <a:pt x="226633" y="734308"/>
                  </a:lnTo>
                  <a:lnTo>
                    <a:pt x="291826" y="720553"/>
                  </a:lnTo>
                  <a:lnTo>
                    <a:pt x="349238" y="693224"/>
                  </a:lnTo>
                  <a:lnTo>
                    <a:pt x="398000" y="653644"/>
                  </a:lnTo>
                  <a:lnTo>
                    <a:pt x="428342" y="615933"/>
                  </a:lnTo>
                  <a:lnTo>
                    <a:pt x="175651" y="615933"/>
                  </a:lnTo>
                  <a:lnTo>
                    <a:pt x="137628" y="613638"/>
                  </a:lnTo>
                  <a:lnTo>
                    <a:pt x="102438" y="606752"/>
                  </a:lnTo>
                  <a:lnTo>
                    <a:pt x="70107" y="595273"/>
                  </a:lnTo>
                  <a:lnTo>
                    <a:pt x="40655" y="579202"/>
                  </a:lnTo>
                  <a:close/>
                </a:path>
                <a:path w="501015" h="736600">
                  <a:moveTo>
                    <a:pt x="497573" y="400525"/>
                  </a:moveTo>
                  <a:lnTo>
                    <a:pt x="345455" y="400525"/>
                  </a:lnTo>
                  <a:lnTo>
                    <a:pt x="348351" y="401513"/>
                  </a:lnTo>
                  <a:lnTo>
                    <a:pt x="345265" y="450557"/>
                  </a:lnTo>
                  <a:lnTo>
                    <a:pt x="336555" y="493461"/>
                  </a:lnTo>
                  <a:lnTo>
                    <a:pt x="322222" y="530224"/>
                  </a:lnTo>
                  <a:lnTo>
                    <a:pt x="277214" y="584948"/>
                  </a:lnTo>
                  <a:lnTo>
                    <a:pt x="213921" y="612491"/>
                  </a:lnTo>
                  <a:lnTo>
                    <a:pt x="175651" y="615933"/>
                  </a:lnTo>
                  <a:lnTo>
                    <a:pt x="428342" y="615933"/>
                  </a:lnTo>
                  <a:lnTo>
                    <a:pt x="454280" y="571950"/>
                  </a:lnTo>
                  <a:lnTo>
                    <a:pt x="479933" y="503014"/>
                  </a:lnTo>
                  <a:lnTo>
                    <a:pt x="489024" y="464411"/>
                  </a:lnTo>
                  <a:lnTo>
                    <a:pt x="495531" y="423293"/>
                  </a:lnTo>
                  <a:lnTo>
                    <a:pt x="497573" y="400525"/>
                  </a:lnTo>
                  <a:close/>
                </a:path>
                <a:path w="501015" h="736600">
                  <a:moveTo>
                    <a:pt x="251089" y="0"/>
                  </a:moveTo>
                  <a:lnTo>
                    <a:pt x="197494" y="4506"/>
                  </a:lnTo>
                  <a:lnTo>
                    <a:pt x="148859" y="18156"/>
                  </a:lnTo>
                  <a:lnTo>
                    <a:pt x="106005" y="40000"/>
                  </a:lnTo>
                  <a:lnTo>
                    <a:pt x="69733" y="69460"/>
                  </a:lnTo>
                  <a:lnTo>
                    <a:pt x="40339" y="105948"/>
                  </a:lnTo>
                  <a:lnTo>
                    <a:pt x="18283" y="148876"/>
                  </a:lnTo>
                  <a:lnTo>
                    <a:pt x="4567" y="197522"/>
                  </a:lnTo>
                  <a:lnTo>
                    <a:pt x="0" y="251238"/>
                  </a:lnTo>
                  <a:lnTo>
                    <a:pt x="930" y="274699"/>
                  </a:lnTo>
                  <a:lnTo>
                    <a:pt x="8469" y="318877"/>
                  </a:lnTo>
                  <a:lnTo>
                    <a:pt x="23397" y="358880"/>
                  </a:lnTo>
                  <a:lnTo>
                    <a:pt x="44491" y="393499"/>
                  </a:lnTo>
                  <a:lnTo>
                    <a:pt x="71417" y="422445"/>
                  </a:lnTo>
                  <a:lnTo>
                    <a:pt x="103421" y="445153"/>
                  </a:lnTo>
                  <a:lnTo>
                    <a:pt x="140190" y="461298"/>
                  </a:lnTo>
                  <a:lnTo>
                    <a:pt x="180524" y="469486"/>
                  </a:lnTo>
                  <a:lnTo>
                    <a:pt x="201925" y="470510"/>
                  </a:lnTo>
                  <a:lnTo>
                    <a:pt x="247039" y="466137"/>
                  </a:lnTo>
                  <a:lnTo>
                    <a:pt x="285978" y="453016"/>
                  </a:lnTo>
                  <a:lnTo>
                    <a:pt x="318773" y="431146"/>
                  </a:lnTo>
                  <a:lnTo>
                    <a:pt x="345455" y="400525"/>
                  </a:lnTo>
                  <a:lnTo>
                    <a:pt x="497573" y="400525"/>
                  </a:lnTo>
                  <a:lnTo>
                    <a:pt x="499444" y="379661"/>
                  </a:lnTo>
                  <a:lnTo>
                    <a:pt x="500175" y="353866"/>
                  </a:lnTo>
                  <a:lnTo>
                    <a:pt x="250053" y="353866"/>
                  </a:lnTo>
                  <a:lnTo>
                    <a:pt x="239417" y="353386"/>
                  </a:lnTo>
                  <a:lnTo>
                    <a:pt x="201816" y="341880"/>
                  </a:lnTo>
                  <a:lnTo>
                    <a:pt x="173881" y="315722"/>
                  </a:lnTo>
                  <a:lnTo>
                    <a:pt x="157201" y="275930"/>
                  </a:lnTo>
                  <a:lnTo>
                    <a:pt x="153279" y="237731"/>
                  </a:lnTo>
                  <a:lnTo>
                    <a:pt x="153710" y="225290"/>
                  </a:lnTo>
                  <a:lnTo>
                    <a:pt x="164071" y="180042"/>
                  </a:lnTo>
                  <a:lnTo>
                    <a:pt x="186085" y="145701"/>
                  </a:lnTo>
                  <a:lnTo>
                    <a:pt x="217943" y="124619"/>
                  </a:lnTo>
                  <a:lnTo>
                    <a:pt x="246639" y="119585"/>
                  </a:lnTo>
                  <a:lnTo>
                    <a:pt x="454203" y="119585"/>
                  </a:lnTo>
                  <a:lnTo>
                    <a:pt x="449276" y="110382"/>
                  </a:lnTo>
                  <a:lnTo>
                    <a:pt x="416891" y="67767"/>
                  </a:lnTo>
                  <a:lnTo>
                    <a:pt x="377567" y="35121"/>
                  </a:lnTo>
                  <a:lnTo>
                    <a:pt x="331491" y="12692"/>
                  </a:lnTo>
                  <a:lnTo>
                    <a:pt x="279383" y="1406"/>
                  </a:lnTo>
                  <a:lnTo>
                    <a:pt x="251089" y="0"/>
                  </a:lnTo>
                  <a:close/>
                </a:path>
                <a:path w="501015" h="736600">
                  <a:moveTo>
                    <a:pt x="454203" y="119585"/>
                  </a:moveTo>
                  <a:lnTo>
                    <a:pt x="246639" y="119585"/>
                  </a:lnTo>
                  <a:lnTo>
                    <a:pt x="257098" y="120221"/>
                  </a:lnTo>
                  <a:lnTo>
                    <a:pt x="267122" y="122132"/>
                  </a:lnTo>
                  <a:lnTo>
                    <a:pt x="302322" y="141754"/>
                  </a:lnTo>
                  <a:lnTo>
                    <a:pt x="327133" y="176366"/>
                  </a:lnTo>
                  <a:lnTo>
                    <a:pt x="340674" y="223643"/>
                  </a:lnTo>
                  <a:lnTo>
                    <a:pt x="342407" y="250137"/>
                  </a:lnTo>
                  <a:lnTo>
                    <a:pt x="341998" y="260866"/>
                  </a:lnTo>
                  <a:lnTo>
                    <a:pt x="332000" y="299955"/>
                  </a:lnTo>
                  <a:lnTo>
                    <a:pt x="303515" y="336064"/>
                  </a:lnTo>
                  <a:lnTo>
                    <a:pt x="260278" y="353355"/>
                  </a:lnTo>
                  <a:lnTo>
                    <a:pt x="250053" y="353866"/>
                  </a:lnTo>
                  <a:lnTo>
                    <a:pt x="500175" y="353866"/>
                  </a:lnTo>
                  <a:lnTo>
                    <a:pt x="500679" y="336064"/>
                  </a:lnTo>
                  <a:lnTo>
                    <a:pt x="500658" y="330184"/>
                  </a:lnTo>
                  <a:lnTo>
                    <a:pt x="499682" y="295113"/>
                  </a:lnTo>
                  <a:lnTo>
                    <a:pt x="491120" y="224630"/>
                  </a:lnTo>
                  <a:lnTo>
                    <a:pt x="474093" y="162742"/>
                  </a:lnTo>
                  <a:lnTo>
                    <a:pt x="462628" y="135317"/>
                  </a:lnTo>
                  <a:lnTo>
                    <a:pt x="454203" y="119585"/>
                  </a:lnTo>
                  <a:close/>
                </a:path>
              </a:pathLst>
            </a:custGeom>
            <a:solidFill>
              <a:srgbClr val="FFFF00"/>
            </a:solidFill>
          </p:spPr>
          <p:txBody>
            <a:bodyPr wrap="square" lIns="0" tIns="0" rIns="0" bIns="0" rtlCol="0"/>
            <a:lstStyle/>
            <a:p>
              <a:endParaRPr/>
            </a:p>
          </p:txBody>
        </p:sp>
        <p:sp>
          <p:nvSpPr>
            <p:cNvPr id="93" name="object 93"/>
            <p:cNvSpPr/>
            <p:nvPr/>
          </p:nvSpPr>
          <p:spPr>
            <a:xfrm>
              <a:off x="7745211" y="5627833"/>
              <a:ext cx="201320" cy="246473"/>
            </a:xfrm>
            <a:prstGeom prst="rect">
              <a:avLst/>
            </a:prstGeom>
            <a:blipFill>
              <a:blip r:embed="rId37" cstate="print"/>
              <a:stretch>
                <a:fillRect/>
              </a:stretch>
            </a:blipFill>
          </p:spPr>
          <p:txBody>
            <a:bodyPr wrap="square" lIns="0" tIns="0" rIns="0" bIns="0" rtlCol="0"/>
            <a:lstStyle/>
            <a:p>
              <a:endParaRPr/>
            </a:p>
          </p:txBody>
        </p:sp>
        <p:sp>
          <p:nvSpPr>
            <p:cNvPr id="94" name="object 94"/>
            <p:cNvSpPr/>
            <p:nvPr/>
          </p:nvSpPr>
          <p:spPr>
            <a:xfrm>
              <a:off x="7598023" y="5514344"/>
              <a:ext cx="501015" cy="736600"/>
            </a:xfrm>
            <a:custGeom>
              <a:avLst/>
              <a:gdLst/>
              <a:ahLst/>
              <a:cxnLst/>
              <a:rect l="l" t="t" r="r" b="b"/>
              <a:pathLst>
                <a:path w="501015" h="736600">
                  <a:moveTo>
                    <a:pt x="251094" y="0"/>
                  </a:moveTo>
                  <a:lnTo>
                    <a:pt x="306179" y="5633"/>
                  </a:lnTo>
                  <a:lnTo>
                    <a:pt x="355366" y="22597"/>
                  </a:lnTo>
                  <a:lnTo>
                    <a:pt x="398087" y="50187"/>
                  </a:lnTo>
                  <a:lnTo>
                    <a:pt x="433974" y="87831"/>
                  </a:lnTo>
                  <a:lnTo>
                    <a:pt x="462652" y="135353"/>
                  </a:lnTo>
                  <a:lnTo>
                    <a:pt x="483626" y="192548"/>
                  </a:lnTo>
                  <a:lnTo>
                    <a:pt x="496477" y="258817"/>
                  </a:lnTo>
                  <a:lnTo>
                    <a:pt x="500755" y="333518"/>
                  </a:lnTo>
                  <a:lnTo>
                    <a:pt x="499449" y="379661"/>
                  </a:lnTo>
                  <a:lnTo>
                    <a:pt x="495536" y="423293"/>
                  </a:lnTo>
                  <a:lnTo>
                    <a:pt x="489028" y="464411"/>
                  </a:lnTo>
                  <a:lnTo>
                    <a:pt x="479938" y="503014"/>
                  </a:lnTo>
                  <a:lnTo>
                    <a:pt x="454285" y="571950"/>
                  </a:lnTo>
                  <a:lnTo>
                    <a:pt x="419099" y="629341"/>
                  </a:lnTo>
                  <a:lnTo>
                    <a:pt x="374721" y="674937"/>
                  </a:lnTo>
                  <a:lnTo>
                    <a:pt x="321563" y="708504"/>
                  </a:lnTo>
                  <a:lnTo>
                    <a:pt x="260154" y="729159"/>
                  </a:lnTo>
                  <a:lnTo>
                    <a:pt x="191018" y="736043"/>
                  </a:lnTo>
                  <a:lnTo>
                    <a:pt x="148900" y="734308"/>
                  </a:lnTo>
                  <a:lnTo>
                    <a:pt x="109792" y="729102"/>
                  </a:lnTo>
                  <a:lnTo>
                    <a:pt x="73707" y="720422"/>
                  </a:lnTo>
                  <a:lnTo>
                    <a:pt x="40660" y="708266"/>
                  </a:lnTo>
                  <a:lnTo>
                    <a:pt x="40660" y="579202"/>
                  </a:lnTo>
                  <a:lnTo>
                    <a:pt x="70111" y="595273"/>
                  </a:lnTo>
                  <a:lnTo>
                    <a:pt x="102443" y="606752"/>
                  </a:lnTo>
                  <a:lnTo>
                    <a:pt x="137632" y="613638"/>
                  </a:lnTo>
                  <a:lnTo>
                    <a:pt x="175656" y="615933"/>
                  </a:lnTo>
                  <a:lnTo>
                    <a:pt x="213926" y="612491"/>
                  </a:lnTo>
                  <a:lnTo>
                    <a:pt x="277218" y="584948"/>
                  </a:lnTo>
                  <a:lnTo>
                    <a:pt x="322226" y="530223"/>
                  </a:lnTo>
                  <a:lnTo>
                    <a:pt x="336560" y="493461"/>
                  </a:lnTo>
                  <a:lnTo>
                    <a:pt x="345269" y="450557"/>
                  </a:lnTo>
                  <a:lnTo>
                    <a:pt x="348355" y="401513"/>
                  </a:lnTo>
                  <a:lnTo>
                    <a:pt x="345460" y="400525"/>
                  </a:lnTo>
                  <a:lnTo>
                    <a:pt x="318777" y="431146"/>
                  </a:lnTo>
                  <a:lnTo>
                    <a:pt x="285982" y="453016"/>
                  </a:lnTo>
                  <a:lnTo>
                    <a:pt x="247043" y="466137"/>
                  </a:lnTo>
                  <a:lnTo>
                    <a:pt x="201929" y="470510"/>
                  </a:lnTo>
                  <a:lnTo>
                    <a:pt x="180528" y="469486"/>
                  </a:lnTo>
                  <a:lnTo>
                    <a:pt x="140195" y="461298"/>
                  </a:lnTo>
                  <a:lnTo>
                    <a:pt x="103426" y="445153"/>
                  </a:lnTo>
                  <a:lnTo>
                    <a:pt x="71422" y="422445"/>
                  </a:lnTo>
                  <a:lnTo>
                    <a:pt x="44496" y="393499"/>
                  </a:lnTo>
                  <a:lnTo>
                    <a:pt x="23401" y="358880"/>
                  </a:lnTo>
                  <a:lnTo>
                    <a:pt x="8473" y="318877"/>
                  </a:lnTo>
                  <a:lnTo>
                    <a:pt x="934" y="274699"/>
                  </a:lnTo>
                  <a:lnTo>
                    <a:pt x="0" y="251127"/>
                  </a:lnTo>
                  <a:lnTo>
                    <a:pt x="1142" y="223706"/>
                  </a:lnTo>
                  <a:lnTo>
                    <a:pt x="10286" y="172579"/>
                  </a:lnTo>
                  <a:lnTo>
                    <a:pt x="28414" y="126607"/>
                  </a:lnTo>
                  <a:lnTo>
                    <a:pt x="54108" y="86900"/>
                  </a:lnTo>
                  <a:lnTo>
                    <a:pt x="87048" y="53767"/>
                  </a:lnTo>
                  <a:lnTo>
                    <a:pt x="126616" y="28137"/>
                  </a:lnTo>
                  <a:lnTo>
                    <a:pt x="172548" y="10176"/>
                  </a:lnTo>
                  <a:lnTo>
                    <a:pt x="223689" y="1122"/>
                  </a:lnTo>
                  <a:lnTo>
                    <a:pt x="251094" y="0"/>
                  </a:lnTo>
                  <a:close/>
                </a:path>
              </a:pathLst>
            </a:custGeom>
            <a:ln w="12191">
              <a:solidFill>
                <a:srgbClr val="000000"/>
              </a:solidFill>
            </a:ln>
          </p:spPr>
          <p:txBody>
            <a:bodyPr wrap="square" lIns="0" tIns="0" rIns="0" bIns="0" rtlCol="0"/>
            <a:lstStyle/>
            <a:p>
              <a:endParaRPr/>
            </a:p>
          </p:txBody>
        </p:sp>
        <p:sp>
          <p:nvSpPr>
            <p:cNvPr id="95" name="object 95"/>
            <p:cNvSpPr/>
            <p:nvPr/>
          </p:nvSpPr>
          <p:spPr>
            <a:xfrm>
              <a:off x="6772656" y="5227320"/>
              <a:ext cx="2218944" cy="1345691"/>
            </a:xfrm>
            <a:prstGeom prst="rect">
              <a:avLst/>
            </a:prstGeom>
            <a:blipFill>
              <a:blip r:embed="rId38" cstate="print"/>
              <a:stretch>
                <a:fillRect/>
              </a:stretch>
            </a:blipFill>
          </p:spPr>
          <p:txBody>
            <a:bodyPr wrap="square" lIns="0" tIns="0" rIns="0" bIns="0" rtlCol="0"/>
            <a:lstStyle/>
            <a:p>
              <a:endParaRPr/>
            </a:p>
          </p:txBody>
        </p:sp>
        <p:sp>
          <p:nvSpPr>
            <p:cNvPr id="96" name="object 96"/>
            <p:cNvSpPr/>
            <p:nvPr/>
          </p:nvSpPr>
          <p:spPr>
            <a:xfrm>
              <a:off x="6618732" y="4908802"/>
              <a:ext cx="2525267" cy="1949195"/>
            </a:xfrm>
            <a:prstGeom prst="rect">
              <a:avLst/>
            </a:prstGeom>
            <a:blipFill>
              <a:blip r:embed="rId39" cstate="print"/>
              <a:stretch>
                <a:fillRect/>
              </a:stretch>
            </a:blipFill>
          </p:spPr>
          <p:txBody>
            <a:bodyPr wrap="square" lIns="0" tIns="0" rIns="0" bIns="0" rtlCol="0"/>
            <a:lstStyle/>
            <a:p>
              <a:endParaRPr/>
            </a:p>
          </p:txBody>
        </p:sp>
        <p:sp>
          <p:nvSpPr>
            <p:cNvPr id="97" name="object 97"/>
            <p:cNvSpPr/>
            <p:nvPr/>
          </p:nvSpPr>
          <p:spPr>
            <a:xfrm>
              <a:off x="6853946" y="5288148"/>
              <a:ext cx="2057400" cy="1184275"/>
            </a:xfrm>
            <a:custGeom>
              <a:avLst/>
              <a:gdLst/>
              <a:ahLst/>
              <a:cxnLst/>
              <a:rect l="l" t="t" r="r" b="b"/>
              <a:pathLst>
                <a:path w="2057400" h="1184275">
                  <a:moveTo>
                    <a:pt x="1824868"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488"/>
                  </a:lnTo>
                  <a:lnTo>
                    <a:pt x="4724" y="998350"/>
                  </a:lnTo>
                  <a:lnTo>
                    <a:pt x="18275" y="1041998"/>
                  </a:lnTo>
                  <a:lnTo>
                    <a:pt x="39715" y="1081496"/>
                  </a:lnTo>
                  <a:lnTo>
                    <a:pt x="68111" y="1115910"/>
                  </a:lnTo>
                  <a:lnTo>
                    <a:pt x="102526" y="1144304"/>
                  </a:lnTo>
                  <a:lnTo>
                    <a:pt x="142024" y="1165743"/>
                  </a:lnTo>
                  <a:lnTo>
                    <a:pt x="185671" y="1179292"/>
                  </a:lnTo>
                  <a:lnTo>
                    <a:pt x="232531" y="1184016"/>
                  </a:lnTo>
                  <a:lnTo>
                    <a:pt x="1824868" y="1184016"/>
                  </a:lnTo>
                  <a:lnTo>
                    <a:pt x="1871754" y="1179292"/>
                  </a:lnTo>
                  <a:lnTo>
                    <a:pt x="1915413" y="1165743"/>
                  </a:lnTo>
                  <a:lnTo>
                    <a:pt x="1954913" y="1144304"/>
                  </a:lnTo>
                  <a:lnTo>
                    <a:pt x="1989322" y="1115910"/>
                  </a:lnTo>
                  <a:lnTo>
                    <a:pt x="2017708" y="1081496"/>
                  </a:lnTo>
                  <a:lnTo>
                    <a:pt x="2039137" y="1041998"/>
                  </a:lnTo>
                  <a:lnTo>
                    <a:pt x="2052679" y="998350"/>
                  </a:lnTo>
                  <a:lnTo>
                    <a:pt x="2057399" y="951488"/>
                  </a:lnTo>
                  <a:lnTo>
                    <a:pt x="2057399" y="232541"/>
                  </a:lnTo>
                  <a:lnTo>
                    <a:pt x="2052679" y="185685"/>
                  </a:lnTo>
                  <a:lnTo>
                    <a:pt x="2039137" y="142039"/>
                  </a:lnTo>
                  <a:lnTo>
                    <a:pt x="2017708" y="102539"/>
                  </a:lnTo>
                  <a:lnTo>
                    <a:pt x="1989322" y="68121"/>
                  </a:lnTo>
                  <a:lnTo>
                    <a:pt x="1954913" y="39722"/>
                  </a:lnTo>
                  <a:lnTo>
                    <a:pt x="1915413" y="18278"/>
                  </a:lnTo>
                  <a:lnTo>
                    <a:pt x="1871754" y="4725"/>
                  </a:lnTo>
                  <a:lnTo>
                    <a:pt x="1824868" y="0"/>
                  </a:lnTo>
                  <a:close/>
                </a:path>
              </a:pathLst>
            </a:custGeom>
            <a:solidFill>
              <a:srgbClr val="252525"/>
            </a:solidFill>
          </p:spPr>
          <p:txBody>
            <a:bodyPr wrap="square" lIns="0" tIns="0" rIns="0" bIns="0" rtlCol="0"/>
            <a:lstStyle/>
            <a:p>
              <a:endParaRPr/>
            </a:p>
          </p:txBody>
        </p:sp>
        <p:sp>
          <p:nvSpPr>
            <p:cNvPr id="98" name="object 98"/>
            <p:cNvSpPr/>
            <p:nvPr/>
          </p:nvSpPr>
          <p:spPr>
            <a:xfrm>
              <a:off x="6853946" y="5288148"/>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68" y="0"/>
                  </a:lnTo>
                  <a:lnTo>
                    <a:pt x="1871754" y="4725"/>
                  </a:lnTo>
                  <a:lnTo>
                    <a:pt x="1915413" y="18278"/>
                  </a:lnTo>
                  <a:lnTo>
                    <a:pt x="1954913" y="39722"/>
                  </a:lnTo>
                  <a:lnTo>
                    <a:pt x="1989322" y="68121"/>
                  </a:lnTo>
                  <a:lnTo>
                    <a:pt x="2017708" y="102539"/>
                  </a:lnTo>
                  <a:lnTo>
                    <a:pt x="2039137" y="142039"/>
                  </a:lnTo>
                  <a:lnTo>
                    <a:pt x="2052679" y="185685"/>
                  </a:lnTo>
                  <a:lnTo>
                    <a:pt x="2057399" y="232541"/>
                  </a:lnTo>
                  <a:lnTo>
                    <a:pt x="2057399" y="951488"/>
                  </a:lnTo>
                  <a:lnTo>
                    <a:pt x="2052679" y="998350"/>
                  </a:lnTo>
                  <a:lnTo>
                    <a:pt x="2039137" y="1041998"/>
                  </a:lnTo>
                  <a:lnTo>
                    <a:pt x="2017708" y="1081496"/>
                  </a:lnTo>
                  <a:lnTo>
                    <a:pt x="1989322" y="1115910"/>
                  </a:lnTo>
                  <a:lnTo>
                    <a:pt x="1954913" y="1144304"/>
                  </a:lnTo>
                  <a:lnTo>
                    <a:pt x="1915413" y="1165743"/>
                  </a:lnTo>
                  <a:lnTo>
                    <a:pt x="1871754" y="1179292"/>
                  </a:lnTo>
                  <a:lnTo>
                    <a:pt x="1824868" y="1184016"/>
                  </a:lnTo>
                  <a:lnTo>
                    <a:pt x="232531" y="1184016"/>
                  </a:lnTo>
                  <a:lnTo>
                    <a:pt x="185671" y="1179292"/>
                  </a:lnTo>
                  <a:lnTo>
                    <a:pt x="142024" y="1165743"/>
                  </a:lnTo>
                  <a:lnTo>
                    <a:pt x="102526" y="1144304"/>
                  </a:lnTo>
                  <a:lnTo>
                    <a:pt x="68111" y="1115910"/>
                  </a:lnTo>
                  <a:lnTo>
                    <a:pt x="39715" y="1081496"/>
                  </a:lnTo>
                  <a:lnTo>
                    <a:pt x="18275" y="1041998"/>
                  </a:lnTo>
                  <a:lnTo>
                    <a:pt x="4724" y="998350"/>
                  </a:lnTo>
                  <a:lnTo>
                    <a:pt x="0" y="951488"/>
                  </a:lnTo>
                  <a:lnTo>
                    <a:pt x="0" y="232541"/>
                  </a:lnTo>
                  <a:close/>
                </a:path>
              </a:pathLst>
            </a:custGeom>
            <a:ln w="76199">
              <a:solidFill>
                <a:srgbClr val="00AF50"/>
              </a:solidFill>
            </a:ln>
          </p:spPr>
          <p:txBody>
            <a:bodyPr wrap="square" lIns="0" tIns="0" rIns="0" bIns="0" rtlCol="0"/>
            <a:lstStyle/>
            <a:p>
              <a:endParaRPr/>
            </a:p>
          </p:txBody>
        </p:sp>
        <p:sp>
          <p:nvSpPr>
            <p:cNvPr id="99" name="object 99"/>
            <p:cNvSpPr/>
            <p:nvPr/>
          </p:nvSpPr>
          <p:spPr>
            <a:xfrm>
              <a:off x="6659880" y="4930138"/>
              <a:ext cx="2481072" cy="1927859"/>
            </a:xfrm>
            <a:prstGeom prst="rect">
              <a:avLst/>
            </a:prstGeom>
            <a:blipFill>
              <a:blip r:embed="rId40" cstate="print"/>
              <a:stretch>
                <a:fillRect/>
              </a:stretch>
            </a:blipFill>
          </p:spPr>
          <p:txBody>
            <a:bodyPr wrap="square" lIns="0" tIns="0" rIns="0" bIns="0" rtlCol="0"/>
            <a:lstStyle/>
            <a:p>
              <a:endParaRPr/>
            </a:p>
          </p:txBody>
        </p:sp>
        <p:sp>
          <p:nvSpPr>
            <p:cNvPr id="100" name="object 100"/>
            <p:cNvSpPr/>
            <p:nvPr/>
          </p:nvSpPr>
          <p:spPr>
            <a:xfrm>
              <a:off x="7402068" y="5524369"/>
              <a:ext cx="1031240" cy="740410"/>
            </a:xfrm>
            <a:custGeom>
              <a:avLst/>
              <a:gdLst/>
              <a:ahLst/>
              <a:cxnLst/>
              <a:rect l="l" t="t" r="r" b="b"/>
              <a:pathLst>
                <a:path w="1031240" h="740410">
                  <a:moveTo>
                    <a:pt x="782695" y="3941"/>
                  </a:moveTo>
                  <a:lnTo>
                    <a:pt x="732970" y="7826"/>
                  </a:lnTo>
                  <a:lnTo>
                    <a:pt x="688183" y="19480"/>
                  </a:lnTo>
                  <a:lnTo>
                    <a:pt x="648334" y="38899"/>
                  </a:lnTo>
                  <a:lnTo>
                    <a:pt x="613422" y="66078"/>
                  </a:lnTo>
                  <a:lnTo>
                    <a:pt x="583448" y="101013"/>
                  </a:lnTo>
                  <a:lnTo>
                    <a:pt x="562441" y="135798"/>
                  </a:lnTo>
                  <a:lnTo>
                    <a:pt x="545262" y="175481"/>
                  </a:lnTo>
                  <a:lnTo>
                    <a:pt x="531906" y="220061"/>
                  </a:lnTo>
                  <a:lnTo>
                    <a:pt x="522370" y="269538"/>
                  </a:lnTo>
                  <a:lnTo>
                    <a:pt x="516651" y="323911"/>
                  </a:lnTo>
                  <a:lnTo>
                    <a:pt x="514746" y="383179"/>
                  </a:lnTo>
                  <a:lnTo>
                    <a:pt x="516846" y="445114"/>
                  </a:lnTo>
                  <a:lnTo>
                    <a:pt x="523146" y="501151"/>
                  </a:lnTo>
                  <a:lnTo>
                    <a:pt x="533647" y="551290"/>
                  </a:lnTo>
                  <a:lnTo>
                    <a:pt x="548347" y="595529"/>
                  </a:lnTo>
                  <a:lnTo>
                    <a:pt x="567248" y="633870"/>
                  </a:lnTo>
                  <a:lnTo>
                    <a:pt x="590349" y="666312"/>
                  </a:lnTo>
                  <a:lnTo>
                    <a:pt x="649152" y="713501"/>
                  </a:lnTo>
                  <a:lnTo>
                    <a:pt x="684854" y="728248"/>
                  </a:lnTo>
                  <a:lnTo>
                    <a:pt x="724755" y="737095"/>
                  </a:lnTo>
                  <a:lnTo>
                    <a:pt x="768858" y="740045"/>
                  </a:lnTo>
                  <a:lnTo>
                    <a:pt x="817112" y="736193"/>
                  </a:lnTo>
                  <a:lnTo>
                    <a:pt x="860671" y="724638"/>
                  </a:lnTo>
                  <a:lnTo>
                    <a:pt x="899533" y="705380"/>
                  </a:lnTo>
                  <a:lnTo>
                    <a:pt x="933698" y="678420"/>
                  </a:lnTo>
                  <a:lnTo>
                    <a:pt x="963168" y="643758"/>
                  </a:lnTo>
                  <a:lnTo>
                    <a:pt x="977492" y="619935"/>
                  </a:lnTo>
                  <a:lnTo>
                    <a:pt x="773826" y="619935"/>
                  </a:lnTo>
                  <a:lnTo>
                    <a:pt x="743318" y="613248"/>
                  </a:lnTo>
                  <a:lnTo>
                    <a:pt x="698952" y="559751"/>
                  </a:lnTo>
                  <a:lnTo>
                    <a:pt x="685091" y="512941"/>
                  </a:lnTo>
                  <a:lnTo>
                    <a:pt x="676775" y="452758"/>
                  </a:lnTo>
                  <a:lnTo>
                    <a:pt x="674004" y="379201"/>
                  </a:lnTo>
                  <a:lnTo>
                    <a:pt x="676829" y="301095"/>
                  </a:lnTo>
                  <a:lnTo>
                    <a:pt x="685307" y="237191"/>
                  </a:lnTo>
                  <a:lnTo>
                    <a:pt x="699443" y="187489"/>
                  </a:lnTo>
                  <a:lnTo>
                    <a:pt x="719241" y="151987"/>
                  </a:lnTo>
                  <a:lnTo>
                    <a:pt x="775837" y="123587"/>
                  </a:lnTo>
                  <a:lnTo>
                    <a:pt x="985131" y="123587"/>
                  </a:lnTo>
                  <a:lnTo>
                    <a:pt x="979600" y="111903"/>
                  </a:lnTo>
                  <a:lnTo>
                    <a:pt x="957041" y="78915"/>
                  </a:lnTo>
                  <a:lnTo>
                    <a:pt x="899614" y="30932"/>
                  </a:lnTo>
                  <a:lnTo>
                    <a:pt x="825773" y="6940"/>
                  </a:lnTo>
                  <a:lnTo>
                    <a:pt x="782695" y="3941"/>
                  </a:lnTo>
                  <a:close/>
                </a:path>
                <a:path w="1031240" h="740410">
                  <a:moveTo>
                    <a:pt x="985131" y="123587"/>
                  </a:moveTo>
                  <a:lnTo>
                    <a:pt x="775837" y="123587"/>
                  </a:lnTo>
                  <a:lnTo>
                    <a:pt x="804949" y="130481"/>
                  </a:lnTo>
                  <a:lnTo>
                    <a:pt x="828763" y="151162"/>
                  </a:lnTo>
                  <a:lnTo>
                    <a:pt x="847283" y="185631"/>
                  </a:lnTo>
                  <a:lnTo>
                    <a:pt x="860509" y="233887"/>
                  </a:lnTo>
                  <a:lnTo>
                    <a:pt x="868443" y="295930"/>
                  </a:lnTo>
                  <a:lnTo>
                    <a:pt x="871087" y="371761"/>
                  </a:lnTo>
                  <a:lnTo>
                    <a:pt x="868389" y="447587"/>
                  </a:lnTo>
                  <a:lnTo>
                    <a:pt x="860292" y="509630"/>
                  </a:lnTo>
                  <a:lnTo>
                    <a:pt x="846791" y="557887"/>
                  </a:lnTo>
                  <a:lnTo>
                    <a:pt x="827883" y="592357"/>
                  </a:lnTo>
                  <a:lnTo>
                    <a:pt x="773826" y="619935"/>
                  </a:lnTo>
                  <a:lnTo>
                    <a:pt x="977492" y="619935"/>
                  </a:lnTo>
                  <a:lnTo>
                    <a:pt x="1000808" y="570186"/>
                  </a:lnTo>
                  <a:lnTo>
                    <a:pt x="1013966" y="526369"/>
                  </a:lnTo>
                  <a:lnTo>
                    <a:pt x="1023358" y="477865"/>
                  </a:lnTo>
                  <a:lnTo>
                    <a:pt x="1028988" y="424674"/>
                  </a:lnTo>
                  <a:lnTo>
                    <a:pt x="1030864" y="366796"/>
                  </a:lnTo>
                  <a:lnTo>
                    <a:pt x="1028813" y="303824"/>
                  </a:lnTo>
                  <a:lnTo>
                    <a:pt x="1022662" y="246849"/>
                  </a:lnTo>
                  <a:lnTo>
                    <a:pt x="1012410" y="195870"/>
                  </a:lnTo>
                  <a:lnTo>
                    <a:pt x="998056" y="150888"/>
                  </a:lnTo>
                  <a:lnTo>
                    <a:pt x="985131" y="123587"/>
                  </a:lnTo>
                  <a:close/>
                </a:path>
                <a:path w="1031240" h="740410">
                  <a:moveTo>
                    <a:pt x="307726" y="176701"/>
                  </a:moveTo>
                  <a:lnTo>
                    <a:pt x="151394" y="176701"/>
                  </a:lnTo>
                  <a:lnTo>
                    <a:pt x="151394" y="727639"/>
                  </a:lnTo>
                  <a:lnTo>
                    <a:pt x="307726" y="727639"/>
                  </a:lnTo>
                  <a:lnTo>
                    <a:pt x="307726" y="176701"/>
                  </a:lnTo>
                  <a:close/>
                </a:path>
                <a:path w="1031240" h="740410">
                  <a:moveTo>
                    <a:pt x="307726" y="0"/>
                  </a:moveTo>
                  <a:lnTo>
                    <a:pt x="212841" y="0"/>
                  </a:lnTo>
                  <a:lnTo>
                    <a:pt x="190390" y="16316"/>
                  </a:lnTo>
                  <a:lnTo>
                    <a:pt x="166641" y="31929"/>
                  </a:lnTo>
                  <a:lnTo>
                    <a:pt x="115183" y="61091"/>
                  </a:lnTo>
                  <a:lnTo>
                    <a:pt x="59306" y="86366"/>
                  </a:lnTo>
                  <a:lnTo>
                    <a:pt x="0" y="106704"/>
                  </a:lnTo>
                  <a:lnTo>
                    <a:pt x="0" y="238743"/>
                  </a:lnTo>
                  <a:lnTo>
                    <a:pt x="42153" y="230553"/>
                  </a:lnTo>
                  <a:lnTo>
                    <a:pt x="83301" y="216657"/>
                  </a:lnTo>
                  <a:lnTo>
                    <a:pt x="120792" y="198287"/>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01" name="object 101"/>
            <p:cNvSpPr/>
            <p:nvPr/>
          </p:nvSpPr>
          <p:spPr>
            <a:xfrm>
              <a:off x="7402067" y="5524369"/>
              <a:ext cx="1031240" cy="740410"/>
            </a:xfrm>
            <a:custGeom>
              <a:avLst/>
              <a:gdLst/>
              <a:ahLst/>
              <a:cxnLst/>
              <a:rect l="l" t="t" r="r" b="b"/>
              <a:pathLst>
                <a:path w="1031240" h="740410">
                  <a:moveTo>
                    <a:pt x="775837" y="123587"/>
                  </a:moveTo>
                  <a:lnTo>
                    <a:pt x="719241" y="151987"/>
                  </a:lnTo>
                  <a:lnTo>
                    <a:pt x="699443" y="187489"/>
                  </a:lnTo>
                  <a:lnTo>
                    <a:pt x="685307" y="237191"/>
                  </a:lnTo>
                  <a:lnTo>
                    <a:pt x="676829" y="301095"/>
                  </a:lnTo>
                  <a:lnTo>
                    <a:pt x="674004" y="379201"/>
                  </a:lnTo>
                  <a:lnTo>
                    <a:pt x="676775" y="452758"/>
                  </a:lnTo>
                  <a:lnTo>
                    <a:pt x="685091" y="512941"/>
                  </a:lnTo>
                  <a:lnTo>
                    <a:pt x="698952" y="559751"/>
                  </a:lnTo>
                  <a:lnTo>
                    <a:pt x="718360" y="593186"/>
                  </a:lnTo>
                  <a:lnTo>
                    <a:pt x="773826" y="619935"/>
                  </a:lnTo>
                  <a:lnTo>
                    <a:pt x="803562" y="613041"/>
                  </a:lnTo>
                  <a:lnTo>
                    <a:pt x="846791" y="557887"/>
                  </a:lnTo>
                  <a:lnTo>
                    <a:pt x="860292" y="509630"/>
                  </a:lnTo>
                  <a:lnTo>
                    <a:pt x="868389" y="447587"/>
                  </a:lnTo>
                  <a:lnTo>
                    <a:pt x="871087" y="371761"/>
                  </a:lnTo>
                  <a:lnTo>
                    <a:pt x="868443" y="295930"/>
                  </a:lnTo>
                  <a:lnTo>
                    <a:pt x="860509" y="233887"/>
                  </a:lnTo>
                  <a:lnTo>
                    <a:pt x="847283" y="185631"/>
                  </a:lnTo>
                  <a:lnTo>
                    <a:pt x="828763" y="151162"/>
                  </a:lnTo>
                  <a:lnTo>
                    <a:pt x="775837" y="123587"/>
                  </a:lnTo>
                  <a:close/>
                </a:path>
                <a:path w="1031240" h="740410">
                  <a:moveTo>
                    <a:pt x="782695" y="3941"/>
                  </a:moveTo>
                  <a:lnTo>
                    <a:pt x="825773" y="6940"/>
                  </a:lnTo>
                  <a:lnTo>
                    <a:pt x="864746" y="15937"/>
                  </a:lnTo>
                  <a:lnTo>
                    <a:pt x="930379" y="51925"/>
                  </a:lnTo>
                  <a:lnTo>
                    <a:pt x="979599" y="111903"/>
                  </a:lnTo>
                  <a:lnTo>
                    <a:pt x="998056" y="150888"/>
                  </a:lnTo>
                  <a:lnTo>
                    <a:pt x="1012410" y="195870"/>
                  </a:lnTo>
                  <a:lnTo>
                    <a:pt x="1022662" y="246849"/>
                  </a:lnTo>
                  <a:lnTo>
                    <a:pt x="1028813" y="303824"/>
                  </a:lnTo>
                  <a:lnTo>
                    <a:pt x="1030864" y="366796"/>
                  </a:lnTo>
                  <a:lnTo>
                    <a:pt x="1028988" y="424673"/>
                  </a:lnTo>
                  <a:lnTo>
                    <a:pt x="1023358" y="477865"/>
                  </a:lnTo>
                  <a:lnTo>
                    <a:pt x="1013966" y="526369"/>
                  </a:lnTo>
                  <a:lnTo>
                    <a:pt x="1000808" y="570186"/>
                  </a:lnTo>
                  <a:lnTo>
                    <a:pt x="983877" y="609316"/>
                  </a:lnTo>
                  <a:lnTo>
                    <a:pt x="963167" y="643758"/>
                  </a:lnTo>
                  <a:lnTo>
                    <a:pt x="933698" y="678420"/>
                  </a:lnTo>
                  <a:lnTo>
                    <a:pt x="899533" y="705380"/>
                  </a:lnTo>
                  <a:lnTo>
                    <a:pt x="860671" y="724638"/>
                  </a:lnTo>
                  <a:lnTo>
                    <a:pt x="817112" y="736193"/>
                  </a:lnTo>
                  <a:lnTo>
                    <a:pt x="768857" y="740045"/>
                  </a:lnTo>
                  <a:lnTo>
                    <a:pt x="724755" y="737095"/>
                  </a:lnTo>
                  <a:lnTo>
                    <a:pt x="684854" y="728248"/>
                  </a:lnTo>
                  <a:lnTo>
                    <a:pt x="649152" y="713501"/>
                  </a:lnTo>
                  <a:lnTo>
                    <a:pt x="590349" y="666312"/>
                  </a:lnTo>
                  <a:lnTo>
                    <a:pt x="567248" y="633870"/>
                  </a:lnTo>
                  <a:lnTo>
                    <a:pt x="548347" y="595529"/>
                  </a:lnTo>
                  <a:lnTo>
                    <a:pt x="533647" y="551290"/>
                  </a:lnTo>
                  <a:lnTo>
                    <a:pt x="523146" y="501151"/>
                  </a:lnTo>
                  <a:lnTo>
                    <a:pt x="516846" y="445114"/>
                  </a:lnTo>
                  <a:lnTo>
                    <a:pt x="514746" y="383179"/>
                  </a:lnTo>
                  <a:lnTo>
                    <a:pt x="516651" y="323911"/>
                  </a:lnTo>
                  <a:lnTo>
                    <a:pt x="522370" y="269538"/>
                  </a:lnTo>
                  <a:lnTo>
                    <a:pt x="531906" y="220061"/>
                  </a:lnTo>
                  <a:lnTo>
                    <a:pt x="545262" y="175481"/>
                  </a:lnTo>
                  <a:lnTo>
                    <a:pt x="562441" y="135798"/>
                  </a:lnTo>
                  <a:lnTo>
                    <a:pt x="583448" y="101013"/>
                  </a:lnTo>
                  <a:lnTo>
                    <a:pt x="613422" y="66078"/>
                  </a:lnTo>
                  <a:lnTo>
                    <a:pt x="648333" y="38899"/>
                  </a:lnTo>
                  <a:lnTo>
                    <a:pt x="688183" y="19480"/>
                  </a:lnTo>
                  <a:lnTo>
                    <a:pt x="732970" y="7826"/>
                  </a:lnTo>
                  <a:lnTo>
                    <a:pt x="782695" y="3941"/>
                  </a:lnTo>
                  <a:close/>
                </a:path>
                <a:path w="1031240" h="740410">
                  <a:moveTo>
                    <a:pt x="212841" y="0"/>
                  </a:moveTo>
                  <a:lnTo>
                    <a:pt x="307726" y="0"/>
                  </a:lnTo>
                  <a:lnTo>
                    <a:pt x="307726" y="727639"/>
                  </a:lnTo>
                  <a:lnTo>
                    <a:pt x="151394" y="727639"/>
                  </a:lnTo>
                  <a:lnTo>
                    <a:pt x="151394" y="176701"/>
                  </a:lnTo>
                  <a:lnTo>
                    <a:pt x="144619" y="182331"/>
                  </a:lnTo>
                  <a:lnTo>
                    <a:pt x="111873" y="203251"/>
                  </a:lnTo>
                  <a:lnTo>
                    <a:pt x="73306" y="220593"/>
                  </a:lnTo>
                  <a:lnTo>
                    <a:pt x="31521" y="233208"/>
                  </a:lnTo>
                  <a:lnTo>
                    <a:pt x="0" y="238743"/>
                  </a:lnTo>
                  <a:lnTo>
                    <a:pt x="0" y="106704"/>
                  </a:lnTo>
                  <a:lnTo>
                    <a:pt x="30067" y="97154"/>
                  </a:lnTo>
                  <a:lnTo>
                    <a:pt x="59306" y="86366"/>
                  </a:lnTo>
                  <a:lnTo>
                    <a:pt x="115183" y="61091"/>
                  </a:lnTo>
                  <a:lnTo>
                    <a:pt x="166641" y="31929"/>
                  </a:lnTo>
                  <a:lnTo>
                    <a:pt x="190390" y="16316"/>
                  </a:lnTo>
                  <a:lnTo>
                    <a:pt x="212841" y="0"/>
                  </a:lnTo>
                  <a:close/>
                </a:path>
              </a:pathLst>
            </a:custGeom>
            <a:ln w="12191">
              <a:solidFill>
                <a:srgbClr val="000000"/>
              </a:solidFill>
            </a:ln>
          </p:spPr>
          <p:txBody>
            <a:bodyPr wrap="square" lIns="0" tIns="0" rIns="0" bIns="0" rtlCol="0"/>
            <a:lstStyle/>
            <a:p>
              <a:endParaRPr/>
            </a:p>
          </p:txBody>
        </p:sp>
        <p:sp>
          <p:nvSpPr>
            <p:cNvPr id="102" name="object 102"/>
            <p:cNvSpPr/>
            <p:nvPr/>
          </p:nvSpPr>
          <p:spPr>
            <a:xfrm>
              <a:off x="6772656" y="5216651"/>
              <a:ext cx="2218944" cy="1345691"/>
            </a:xfrm>
            <a:prstGeom prst="rect">
              <a:avLst/>
            </a:prstGeom>
            <a:blipFill>
              <a:blip r:embed="rId41" cstate="print"/>
              <a:stretch>
                <a:fillRect/>
              </a:stretch>
            </a:blipFill>
          </p:spPr>
          <p:txBody>
            <a:bodyPr wrap="square" lIns="0" tIns="0" rIns="0" bIns="0" rtlCol="0"/>
            <a:lstStyle/>
            <a:p>
              <a:endParaRPr/>
            </a:p>
          </p:txBody>
        </p:sp>
        <p:sp>
          <p:nvSpPr>
            <p:cNvPr id="103" name="object 103"/>
            <p:cNvSpPr/>
            <p:nvPr/>
          </p:nvSpPr>
          <p:spPr>
            <a:xfrm>
              <a:off x="6618732" y="4898134"/>
              <a:ext cx="2525267" cy="1959864"/>
            </a:xfrm>
            <a:prstGeom prst="rect">
              <a:avLst/>
            </a:prstGeom>
            <a:blipFill>
              <a:blip r:embed="rId42" cstate="print"/>
              <a:stretch>
                <a:fillRect/>
              </a:stretch>
            </a:blipFill>
          </p:spPr>
          <p:txBody>
            <a:bodyPr wrap="square" lIns="0" tIns="0" rIns="0" bIns="0" rtlCol="0"/>
            <a:lstStyle/>
            <a:p>
              <a:endParaRPr/>
            </a:p>
          </p:txBody>
        </p:sp>
        <p:sp>
          <p:nvSpPr>
            <p:cNvPr id="104" name="object 104"/>
            <p:cNvSpPr/>
            <p:nvPr/>
          </p:nvSpPr>
          <p:spPr>
            <a:xfrm>
              <a:off x="6854067" y="5277099"/>
              <a:ext cx="2057400" cy="1184275"/>
            </a:xfrm>
            <a:custGeom>
              <a:avLst/>
              <a:gdLst/>
              <a:ahLst/>
              <a:cxnLst/>
              <a:rect l="l" t="t" r="r" b="b"/>
              <a:pathLst>
                <a:path w="2057400" h="1184275">
                  <a:moveTo>
                    <a:pt x="1824989"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989" y="1184065"/>
                  </a:lnTo>
                  <a:lnTo>
                    <a:pt x="1871835" y="1179341"/>
                  </a:lnTo>
                  <a:lnTo>
                    <a:pt x="1915465" y="1165791"/>
                  </a:lnTo>
                  <a:lnTo>
                    <a:pt x="1954943" y="1144352"/>
                  </a:lnTo>
                  <a:lnTo>
                    <a:pt x="1989338" y="1115958"/>
                  </a:lnTo>
                  <a:lnTo>
                    <a:pt x="2017714" y="1081544"/>
                  </a:lnTo>
                  <a:lnTo>
                    <a:pt x="2039139" y="1042045"/>
                  </a:lnTo>
                  <a:lnTo>
                    <a:pt x="2052679" y="998398"/>
                  </a:lnTo>
                  <a:lnTo>
                    <a:pt x="2057399" y="951536"/>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05" name="object 105"/>
            <p:cNvSpPr/>
            <p:nvPr/>
          </p:nvSpPr>
          <p:spPr>
            <a:xfrm>
              <a:off x="6854067" y="527709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36"/>
                  </a:lnTo>
                  <a:lnTo>
                    <a:pt x="2052679" y="998398"/>
                  </a:lnTo>
                  <a:lnTo>
                    <a:pt x="2039139" y="1042045"/>
                  </a:lnTo>
                  <a:lnTo>
                    <a:pt x="2017714" y="1081544"/>
                  </a:lnTo>
                  <a:lnTo>
                    <a:pt x="1989338" y="1115958"/>
                  </a:lnTo>
                  <a:lnTo>
                    <a:pt x="1954943" y="1144352"/>
                  </a:lnTo>
                  <a:lnTo>
                    <a:pt x="1915465" y="1165791"/>
                  </a:lnTo>
                  <a:lnTo>
                    <a:pt x="1871835" y="1179341"/>
                  </a:lnTo>
                  <a:lnTo>
                    <a:pt x="1824989"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106" name="object 106"/>
            <p:cNvSpPr/>
            <p:nvPr/>
          </p:nvSpPr>
          <p:spPr>
            <a:xfrm>
              <a:off x="6659880" y="4919471"/>
              <a:ext cx="2481072" cy="1938527"/>
            </a:xfrm>
            <a:prstGeom prst="rect">
              <a:avLst/>
            </a:prstGeom>
            <a:blipFill>
              <a:blip r:embed="rId43" cstate="print"/>
              <a:stretch>
                <a:fillRect/>
              </a:stretch>
            </a:blipFill>
          </p:spPr>
          <p:txBody>
            <a:bodyPr wrap="square" lIns="0" tIns="0" rIns="0" bIns="0" rtlCol="0"/>
            <a:lstStyle/>
            <a:p>
              <a:endParaRPr/>
            </a:p>
          </p:txBody>
        </p:sp>
        <p:sp>
          <p:nvSpPr>
            <p:cNvPr id="107" name="object 107"/>
            <p:cNvSpPr/>
            <p:nvPr/>
          </p:nvSpPr>
          <p:spPr>
            <a:xfrm>
              <a:off x="7402190" y="5513319"/>
              <a:ext cx="893444" cy="727710"/>
            </a:xfrm>
            <a:custGeom>
              <a:avLst/>
              <a:gdLst/>
              <a:ahLst/>
              <a:cxnLst/>
              <a:rect l="l" t="t" r="r" b="b"/>
              <a:pathLst>
                <a:path w="893445" h="727710">
                  <a:moveTo>
                    <a:pt x="892942" y="176747"/>
                  </a:moveTo>
                  <a:lnTo>
                    <a:pt x="736610" y="176747"/>
                  </a:lnTo>
                  <a:lnTo>
                    <a:pt x="736610" y="727685"/>
                  </a:lnTo>
                  <a:lnTo>
                    <a:pt x="892942" y="727685"/>
                  </a:lnTo>
                  <a:lnTo>
                    <a:pt x="892942" y="176747"/>
                  </a:lnTo>
                  <a:close/>
                </a:path>
                <a:path w="893445" h="727710">
                  <a:moveTo>
                    <a:pt x="892942" y="0"/>
                  </a:moveTo>
                  <a:lnTo>
                    <a:pt x="798210" y="0"/>
                  </a:lnTo>
                  <a:lnTo>
                    <a:pt x="775670" y="16316"/>
                  </a:lnTo>
                  <a:lnTo>
                    <a:pt x="751876" y="31929"/>
                  </a:lnTo>
                  <a:lnTo>
                    <a:pt x="700399" y="61091"/>
                  </a:lnTo>
                  <a:lnTo>
                    <a:pt x="644533" y="86409"/>
                  </a:lnTo>
                  <a:lnTo>
                    <a:pt x="585216" y="106762"/>
                  </a:lnTo>
                  <a:lnTo>
                    <a:pt x="585216" y="238792"/>
                  </a:lnTo>
                  <a:lnTo>
                    <a:pt x="627400" y="230599"/>
                  </a:lnTo>
                  <a:lnTo>
                    <a:pt x="668670" y="216706"/>
                  </a:lnTo>
                  <a:lnTo>
                    <a:pt x="706130" y="198333"/>
                  </a:lnTo>
                  <a:lnTo>
                    <a:pt x="736610" y="176747"/>
                  </a:lnTo>
                  <a:lnTo>
                    <a:pt x="892942" y="176747"/>
                  </a:lnTo>
                  <a:lnTo>
                    <a:pt x="892942" y="0"/>
                  </a:lnTo>
                  <a:close/>
                </a:path>
                <a:path w="893445" h="727710">
                  <a:moveTo>
                    <a:pt x="307726" y="176747"/>
                  </a:moveTo>
                  <a:lnTo>
                    <a:pt x="151394" y="176747"/>
                  </a:lnTo>
                  <a:lnTo>
                    <a:pt x="151394" y="727685"/>
                  </a:lnTo>
                  <a:lnTo>
                    <a:pt x="307726" y="727685"/>
                  </a:lnTo>
                  <a:lnTo>
                    <a:pt x="307726" y="176747"/>
                  </a:lnTo>
                  <a:close/>
                </a:path>
                <a:path w="893445" h="727710">
                  <a:moveTo>
                    <a:pt x="307726" y="0"/>
                  </a:moveTo>
                  <a:lnTo>
                    <a:pt x="212994" y="0"/>
                  </a:lnTo>
                  <a:lnTo>
                    <a:pt x="190454" y="16316"/>
                  </a:lnTo>
                  <a:lnTo>
                    <a:pt x="166660" y="31929"/>
                  </a:lnTo>
                  <a:lnTo>
                    <a:pt x="115183" y="61091"/>
                  </a:lnTo>
                  <a:lnTo>
                    <a:pt x="59317" y="86409"/>
                  </a:lnTo>
                  <a:lnTo>
                    <a:pt x="0" y="106762"/>
                  </a:lnTo>
                  <a:lnTo>
                    <a:pt x="0" y="238792"/>
                  </a:lnTo>
                  <a:lnTo>
                    <a:pt x="42184" y="230599"/>
                  </a:lnTo>
                  <a:lnTo>
                    <a:pt x="83332" y="216706"/>
                  </a:lnTo>
                  <a:lnTo>
                    <a:pt x="120914" y="198333"/>
                  </a:lnTo>
                  <a:lnTo>
                    <a:pt x="151394" y="176747"/>
                  </a:lnTo>
                  <a:lnTo>
                    <a:pt x="307726" y="176747"/>
                  </a:lnTo>
                  <a:lnTo>
                    <a:pt x="307726" y="0"/>
                  </a:lnTo>
                  <a:close/>
                </a:path>
              </a:pathLst>
            </a:custGeom>
            <a:solidFill>
              <a:srgbClr val="FFFF00"/>
            </a:solidFill>
          </p:spPr>
          <p:txBody>
            <a:bodyPr wrap="square" lIns="0" tIns="0" rIns="0" bIns="0" rtlCol="0"/>
            <a:lstStyle/>
            <a:p>
              <a:endParaRPr/>
            </a:p>
          </p:txBody>
        </p:sp>
        <p:sp>
          <p:nvSpPr>
            <p:cNvPr id="108" name="object 108"/>
            <p:cNvSpPr/>
            <p:nvPr/>
          </p:nvSpPr>
          <p:spPr>
            <a:xfrm>
              <a:off x="7402189" y="5513320"/>
              <a:ext cx="893444" cy="727710"/>
            </a:xfrm>
            <a:custGeom>
              <a:avLst/>
              <a:gdLst/>
              <a:ahLst/>
              <a:cxnLst/>
              <a:rect l="l" t="t" r="r" b="b"/>
              <a:pathLst>
                <a:path w="893445" h="727710">
                  <a:moveTo>
                    <a:pt x="798210" y="0"/>
                  </a:moveTo>
                  <a:lnTo>
                    <a:pt x="892942" y="0"/>
                  </a:lnTo>
                  <a:lnTo>
                    <a:pt x="892942" y="727685"/>
                  </a:lnTo>
                  <a:lnTo>
                    <a:pt x="736610" y="727685"/>
                  </a:lnTo>
                  <a:lnTo>
                    <a:pt x="736610" y="176747"/>
                  </a:lnTo>
                  <a:lnTo>
                    <a:pt x="729850" y="182377"/>
                  </a:lnTo>
                  <a:lnTo>
                    <a:pt x="697143" y="203299"/>
                  </a:lnTo>
                  <a:lnTo>
                    <a:pt x="658587" y="220647"/>
                  </a:lnTo>
                  <a:lnTo>
                    <a:pt x="616749" y="233254"/>
                  </a:lnTo>
                  <a:lnTo>
                    <a:pt x="585215" y="238792"/>
                  </a:lnTo>
                  <a:lnTo>
                    <a:pt x="585215" y="106762"/>
                  </a:lnTo>
                  <a:lnTo>
                    <a:pt x="615296" y="97205"/>
                  </a:lnTo>
                  <a:lnTo>
                    <a:pt x="644533" y="86409"/>
                  </a:lnTo>
                  <a:lnTo>
                    <a:pt x="700399" y="61091"/>
                  </a:lnTo>
                  <a:lnTo>
                    <a:pt x="751876" y="31929"/>
                  </a:lnTo>
                  <a:lnTo>
                    <a:pt x="775670" y="16316"/>
                  </a:lnTo>
                  <a:lnTo>
                    <a:pt x="798210" y="0"/>
                  </a:lnTo>
                  <a:close/>
                </a:path>
                <a:path w="893445" h="727710">
                  <a:moveTo>
                    <a:pt x="212994" y="0"/>
                  </a:moveTo>
                  <a:lnTo>
                    <a:pt x="307726" y="0"/>
                  </a:lnTo>
                  <a:lnTo>
                    <a:pt x="307726" y="727685"/>
                  </a:lnTo>
                  <a:lnTo>
                    <a:pt x="151394" y="727685"/>
                  </a:lnTo>
                  <a:lnTo>
                    <a:pt x="151394" y="176747"/>
                  </a:lnTo>
                  <a:lnTo>
                    <a:pt x="144634" y="182377"/>
                  </a:lnTo>
                  <a:lnTo>
                    <a:pt x="111925" y="203299"/>
                  </a:lnTo>
                  <a:lnTo>
                    <a:pt x="73319" y="220647"/>
                  </a:lnTo>
                  <a:lnTo>
                    <a:pt x="31533" y="233254"/>
                  </a:lnTo>
                  <a:lnTo>
                    <a:pt x="0" y="238792"/>
                  </a:lnTo>
                  <a:lnTo>
                    <a:pt x="0" y="106762"/>
                  </a:lnTo>
                  <a:lnTo>
                    <a:pt x="30080" y="97205"/>
                  </a:lnTo>
                  <a:lnTo>
                    <a:pt x="59317" y="86409"/>
                  </a:lnTo>
                  <a:lnTo>
                    <a:pt x="115183" y="61091"/>
                  </a:lnTo>
                  <a:lnTo>
                    <a:pt x="166660" y="31929"/>
                  </a:lnTo>
                  <a:lnTo>
                    <a:pt x="190454" y="16316"/>
                  </a:lnTo>
                  <a:lnTo>
                    <a:pt x="212994" y="0"/>
                  </a:lnTo>
                  <a:close/>
                </a:path>
              </a:pathLst>
            </a:custGeom>
            <a:ln w="12191">
              <a:solidFill>
                <a:srgbClr val="000000"/>
              </a:solidFill>
            </a:ln>
          </p:spPr>
          <p:txBody>
            <a:bodyPr wrap="square" lIns="0" tIns="0" rIns="0" bIns="0" rtlCol="0"/>
            <a:lstStyle/>
            <a:p>
              <a:endParaRPr/>
            </a:p>
          </p:txBody>
        </p:sp>
        <p:sp>
          <p:nvSpPr>
            <p:cNvPr id="109" name="object 109"/>
            <p:cNvSpPr/>
            <p:nvPr/>
          </p:nvSpPr>
          <p:spPr>
            <a:xfrm>
              <a:off x="6754368" y="5231891"/>
              <a:ext cx="2218944" cy="1345692"/>
            </a:xfrm>
            <a:prstGeom prst="rect">
              <a:avLst/>
            </a:prstGeom>
            <a:blipFill>
              <a:blip r:embed="rId44" cstate="print"/>
              <a:stretch>
                <a:fillRect/>
              </a:stretch>
            </a:blipFill>
          </p:spPr>
          <p:txBody>
            <a:bodyPr wrap="square" lIns="0" tIns="0" rIns="0" bIns="0" rtlCol="0"/>
            <a:lstStyle/>
            <a:p>
              <a:endParaRPr/>
            </a:p>
          </p:txBody>
        </p:sp>
        <p:sp>
          <p:nvSpPr>
            <p:cNvPr id="110" name="object 110"/>
            <p:cNvSpPr/>
            <p:nvPr/>
          </p:nvSpPr>
          <p:spPr>
            <a:xfrm>
              <a:off x="6600444" y="4914899"/>
              <a:ext cx="2543555" cy="1943100"/>
            </a:xfrm>
            <a:prstGeom prst="rect">
              <a:avLst/>
            </a:prstGeom>
            <a:blipFill>
              <a:blip r:embed="rId45" cstate="print"/>
              <a:stretch>
                <a:fillRect/>
              </a:stretch>
            </a:blipFill>
          </p:spPr>
          <p:txBody>
            <a:bodyPr wrap="square" lIns="0" tIns="0" rIns="0" bIns="0" rtlCol="0"/>
            <a:lstStyle/>
            <a:p>
              <a:endParaRPr/>
            </a:p>
          </p:txBody>
        </p:sp>
        <p:sp>
          <p:nvSpPr>
            <p:cNvPr id="111" name="object 111"/>
            <p:cNvSpPr/>
            <p:nvPr/>
          </p:nvSpPr>
          <p:spPr>
            <a:xfrm>
              <a:off x="6835658" y="5292983"/>
              <a:ext cx="2057400" cy="1184275"/>
            </a:xfrm>
            <a:custGeom>
              <a:avLst/>
              <a:gdLst/>
              <a:ahLst/>
              <a:cxnLst/>
              <a:rect l="l" t="t" r="r" b="b"/>
              <a:pathLst>
                <a:path w="2057400" h="1184275">
                  <a:moveTo>
                    <a:pt x="1824868"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488"/>
                  </a:lnTo>
                  <a:lnTo>
                    <a:pt x="4724" y="998354"/>
                  </a:lnTo>
                  <a:lnTo>
                    <a:pt x="18275" y="1042003"/>
                  </a:lnTo>
                  <a:lnTo>
                    <a:pt x="39715" y="1081502"/>
                  </a:lnTo>
                  <a:lnTo>
                    <a:pt x="68111" y="1115915"/>
                  </a:lnTo>
                  <a:lnTo>
                    <a:pt x="102526" y="1144307"/>
                  </a:lnTo>
                  <a:lnTo>
                    <a:pt x="142024" y="1165745"/>
                  </a:lnTo>
                  <a:lnTo>
                    <a:pt x="185671" y="1179293"/>
                  </a:lnTo>
                  <a:lnTo>
                    <a:pt x="232531" y="1184016"/>
                  </a:lnTo>
                  <a:lnTo>
                    <a:pt x="1824868" y="1184016"/>
                  </a:lnTo>
                  <a:lnTo>
                    <a:pt x="1871719" y="1179293"/>
                  </a:lnTo>
                  <a:lnTo>
                    <a:pt x="1915362" y="1165745"/>
                  </a:lnTo>
                  <a:lnTo>
                    <a:pt x="1954860" y="1144307"/>
                  </a:lnTo>
                  <a:lnTo>
                    <a:pt x="1989277" y="1115915"/>
                  </a:lnTo>
                  <a:lnTo>
                    <a:pt x="2017676" y="1081502"/>
                  </a:lnTo>
                  <a:lnTo>
                    <a:pt x="2039120" y="1042003"/>
                  </a:lnTo>
                  <a:lnTo>
                    <a:pt x="2052674" y="998354"/>
                  </a:lnTo>
                  <a:lnTo>
                    <a:pt x="2057399" y="951488"/>
                  </a:lnTo>
                  <a:lnTo>
                    <a:pt x="2057399" y="232528"/>
                  </a:lnTo>
                  <a:lnTo>
                    <a:pt x="2052674" y="185673"/>
                  </a:lnTo>
                  <a:lnTo>
                    <a:pt x="2039120" y="142028"/>
                  </a:lnTo>
                  <a:lnTo>
                    <a:pt x="2017676" y="102530"/>
                  </a:lnTo>
                  <a:lnTo>
                    <a:pt x="1989277" y="68115"/>
                  </a:lnTo>
                  <a:lnTo>
                    <a:pt x="1954860" y="39718"/>
                  </a:lnTo>
                  <a:lnTo>
                    <a:pt x="1915362" y="18276"/>
                  </a:lnTo>
                  <a:lnTo>
                    <a:pt x="1871719" y="4725"/>
                  </a:lnTo>
                  <a:lnTo>
                    <a:pt x="1824868" y="0"/>
                  </a:lnTo>
                  <a:close/>
                </a:path>
              </a:pathLst>
            </a:custGeom>
            <a:solidFill>
              <a:srgbClr val="252525"/>
            </a:solidFill>
          </p:spPr>
          <p:txBody>
            <a:bodyPr wrap="square" lIns="0" tIns="0" rIns="0" bIns="0" rtlCol="0"/>
            <a:lstStyle/>
            <a:p>
              <a:endParaRPr/>
            </a:p>
          </p:txBody>
        </p:sp>
        <p:sp>
          <p:nvSpPr>
            <p:cNvPr id="112" name="object 112"/>
            <p:cNvSpPr/>
            <p:nvPr/>
          </p:nvSpPr>
          <p:spPr>
            <a:xfrm>
              <a:off x="6835658" y="529298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68" y="0"/>
                  </a:lnTo>
                  <a:lnTo>
                    <a:pt x="1871719" y="4725"/>
                  </a:lnTo>
                  <a:lnTo>
                    <a:pt x="1915362" y="18276"/>
                  </a:lnTo>
                  <a:lnTo>
                    <a:pt x="1954860" y="39718"/>
                  </a:lnTo>
                  <a:lnTo>
                    <a:pt x="1989277" y="68115"/>
                  </a:lnTo>
                  <a:lnTo>
                    <a:pt x="2017676" y="102530"/>
                  </a:lnTo>
                  <a:lnTo>
                    <a:pt x="2039120" y="142028"/>
                  </a:lnTo>
                  <a:lnTo>
                    <a:pt x="2052674" y="185673"/>
                  </a:lnTo>
                  <a:lnTo>
                    <a:pt x="2057399" y="232528"/>
                  </a:lnTo>
                  <a:lnTo>
                    <a:pt x="2057399" y="951488"/>
                  </a:lnTo>
                  <a:lnTo>
                    <a:pt x="2052674" y="998354"/>
                  </a:lnTo>
                  <a:lnTo>
                    <a:pt x="2039120" y="1042003"/>
                  </a:lnTo>
                  <a:lnTo>
                    <a:pt x="2017676" y="1081502"/>
                  </a:lnTo>
                  <a:lnTo>
                    <a:pt x="1989277" y="1115915"/>
                  </a:lnTo>
                  <a:lnTo>
                    <a:pt x="1954860" y="1144307"/>
                  </a:lnTo>
                  <a:lnTo>
                    <a:pt x="1915362" y="1165745"/>
                  </a:lnTo>
                  <a:lnTo>
                    <a:pt x="1871719" y="1179293"/>
                  </a:lnTo>
                  <a:lnTo>
                    <a:pt x="1824868" y="1184016"/>
                  </a:lnTo>
                  <a:lnTo>
                    <a:pt x="232531" y="1184016"/>
                  </a:lnTo>
                  <a:lnTo>
                    <a:pt x="185671" y="1179293"/>
                  </a:lnTo>
                  <a:lnTo>
                    <a:pt x="142024" y="1165745"/>
                  </a:lnTo>
                  <a:lnTo>
                    <a:pt x="102526" y="1144307"/>
                  </a:lnTo>
                  <a:lnTo>
                    <a:pt x="68111" y="1115915"/>
                  </a:lnTo>
                  <a:lnTo>
                    <a:pt x="39715" y="1081502"/>
                  </a:lnTo>
                  <a:lnTo>
                    <a:pt x="18275" y="1042003"/>
                  </a:lnTo>
                  <a:lnTo>
                    <a:pt x="4724"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113" name="object 113"/>
            <p:cNvSpPr/>
            <p:nvPr/>
          </p:nvSpPr>
          <p:spPr>
            <a:xfrm>
              <a:off x="6641592" y="4936234"/>
              <a:ext cx="2481072" cy="1921764"/>
            </a:xfrm>
            <a:prstGeom prst="rect">
              <a:avLst/>
            </a:prstGeom>
            <a:blipFill>
              <a:blip r:embed="rId46" cstate="print"/>
              <a:stretch>
                <a:fillRect/>
              </a:stretch>
            </a:blipFill>
          </p:spPr>
          <p:txBody>
            <a:bodyPr wrap="square" lIns="0" tIns="0" rIns="0" bIns="0" rtlCol="0"/>
            <a:lstStyle/>
            <a:p>
              <a:endParaRPr/>
            </a:p>
          </p:txBody>
        </p:sp>
        <p:sp>
          <p:nvSpPr>
            <p:cNvPr id="114" name="object 114"/>
            <p:cNvSpPr/>
            <p:nvPr/>
          </p:nvSpPr>
          <p:spPr>
            <a:xfrm>
              <a:off x="7383658" y="5529202"/>
              <a:ext cx="996315" cy="727710"/>
            </a:xfrm>
            <a:custGeom>
              <a:avLst/>
              <a:gdLst/>
              <a:ahLst/>
              <a:cxnLst/>
              <a:rect l="l" t="t" r="r" b="b"/>
              <a:pathLst>
                <a:path w="996315" h="727710">
                  <a:moveTo>
                    <a:pt x="982439" y="129052"/>
                  </a:moveTo>
                  <a:lnTo>
                    <a:pt x="731123" y="129052"/>
                  </a:lnTo>
                  <a:lnTo>
                    <a:pt x="755992" y="130510"/>
                  </a:lnTo>
                  <a:lnTo>
                    <a:pt x="777438" y="134885"/>
                  </a:lnTo>
                  <a:lnTo>
                    <a:pt x="821396" y="165441"/>
                  </a:lnTo>
                  <a:lnTo>
                    <a:pt x="835914" y="221373"/>
                  </a:lnTo>
                  <a:lnTo>
                    <a:pt x="835413" y="232862"/>
                  </a:lnTo>
                  <a:lnTo>
                    <a:pt x="823545" y="275561"/>
                  </a:lnTo>
                  <a:lnTo>
                    <a:pt x="795359" y="316059"/>
                  </a:lnTo>
                  <a:lnTo>
                    <a:pt x="764164" y="346447"/>
                  </a:lnTo>
                  <a:lnTo>
                    <a:pt x="724443" y="378133"/>
                  </a:lnTo>
                  <a:lnTo>
                    <a:pt x="694226" y="400128"/>
                  </a:lnTo>
                  <a:lnTo>
                    <a:pt x="678732" y="411777"/>
                  </a:lnTo>
                  <a:lnTo>
                    <a:pt x="646541" y="437031"/>
                  </a:lnTo>
                  <a:lnTo>
                    <a:pt x="614857" y="465569"/>
                  </a:lnTo>
                  <a:lnTo>
                    <a:pt x="585734" y="498073"/>
                  </a:lnTo>
                  <a:lnTo>
                    <a:pt x="560287" y="534805"/>
                  </a:lnTo>
                  <a:lnTo>
                    <a:pt x="539617" y="576001"/>
                  </a:lnTo>
                  <a:lnTo>
                    <a:pt x="525795" y="622228"/>
                  </a:lnTo>
                  <a:lnTo>
                    <a:pt x="521208" y="674037"/>
                  </a:lnTo>
                  <a:lnTo>
                    <a:pt x="521208" y="727639"/>
                  </a:lnTo>
                  <a:lnTo>
                    <a:pt x="994775" y="727639"/>
                  </a:lnTo>
                  <a:lnTo>
                    <a:pt x="994775" y="597596"/>
                  </a:lnTo>
                  <a:lnTo>
                    <a:pt x="693023" y="597596"/>
                  </a:lnTo>
                  <a:lnTo>
                    <a:pt x="693645" y="590556"/>
                  </a:lnTo>
                  <a:lnTo>
                    <a:pt x="714580" y="552740"/>
                  </a:lnTo>
                  <a:lnTo>
                    <a:pt x="747895" y="520542"/>
                  </a:lnTo>
                  <a:lnTo>
                    <a:pt x="779825" y="495705"/>
                  </a:lnTo>
                  <a:lnTo>
                    <a:pt x="814578" y="470535"/>
                  </a:lnTo>
                  <a:lnTo>
                    <a:pt x="832034" y="458264"/>
                  </a:lnTo>
                  <a:lnTo>
                    <a:pt x="849165" y="445774"/>
                  </a:lnTo>
                  <a:lnTo>
                    <a:pt x="882517" y="420148"/>
                  </a:lnTo>
                  <a:lnTo>
                    <a:pt x="913382" y="392791"/>
                  </a:lnTo>
                  <a:lnTo>
                    <a:pt x="940429" y="362818"/>
                  </a:lnTo>
                  <a:lnTo>
                    <a:pt x="962981" y="329819"/>
                  </a:lnTo>
                  <a:lnTo>
                    <a:pt x="980572" y="293345"/>
                  </a:lnTo>
                  <a:lnTo>
                    <a:pt x="991998" y="252394"/>
                  </a:lnTo>
                  <a:lnTo>
                    <a:pt x="995812" y="205977"/>
                  </a:lnTo>
                  <a:lnTo>
                    <a:pt x="994815" y="183438"/>
                  </a:lnTo>
                  <a:lnTo>
                    <a:pt x="991842" y="161988"/>
                  </a:lnTo>
                  <a:lnTo>
                    <a:pt x="986913" y="141626"/>
                  </a:lnTo>
                  <a:lnTo>
                    <a:pt x="982439" y="129052"/>
                  </a:lnTo>
                  <a:close/>
                </a:path>
                <a:path w="996315" h="727710">
                  <a:moveTo>
                    <a:pt x="764926" y="3928"/>
                  </a:moveTo>
                  <a:lnTo>
                    <a:pt x="708109" y="7690"/>
                  </a:lnTo>
                  <a:lnTo>
                    <a:pt x="654257" y="18969"/>
                  </a:lnTo>
                  <a:lnTo>
                    <a:pt x="603381" y="37753"/>
                  </a:lnTo>
                  <a:lnTo>
                    <a:pt x="555498" y="64032"/>
                  </a:lnTo>
                  <a:lnTo>
                    <a:pt x="555498" y="202012"/>
                  </a:lnTo>
                  <a:lnTo>
                    <a:pt x="597902" y="170093"/>
                  </a:lnTo>
                  <a:lnTo>
                    <a:pt x="641310" y="147293"/>
                  </a:lnTo>
                  <a:lnTo>
                    <a:pt x="685718" y="133612"/>
                  </a:lnTo>
                  <a:lnTo>
                    <a:pt x="731123" y="129052"/>
                  </a:lnTo>
                  <a:lnTo>
                    <a:pt x="982439" y="129052"/>
                  </a:lnTo>
                  <a:lnTo>
                    <a:pt x="980053" y="122349"/>
                  </a:lnTo>
                  <a:lnTo>
                    <a:pt x="960912" y="87664"/>
                  </a:lnTo>
                  <a:lnTo>
                    <a:pt x="934730" y="58542"/>
                  </a:lnTo>
                  <a:lnTo>
                    <a:pt x="901617" y="35300"/>
                  </a:lnTo>
                  <a:lnTo>
                    <a:pt x="861943" y="18156"/>
                  </a:lnTo>
                  <a:lnTo>
                    <a:pt x="816246" y="7471"/>
                  </a:lnTo>
                  <a:lnTo>
                    <a:pt x="791280" y="4812"/>
                  </a:lnTo>
                  <a:lnTo>
                    <a:pt x="764926" y="3928"/>
                  </a:lnTo>
                  <a:close/>
                </a:path>
                <a:path w="996315" h="727710">
                  <a:moveTo>
                    <a:pt x="307848" y="176701"/>
                  </a:moveTo>
                  <a:lnTo>
                    <a:pt x="151394" y="176701"/>
                  </a:lnTo>
                  <a:lnTo>
                    <a:pt x="151394" y="727639"/>
                  </a:lnTo>
                  <a:lnTo>
                    <a:pt x="307848" y="727639"/>
                  </a:lnTo>
                  <a:lnTo>
                    <a:pt x="307848" y="176701"/>
                  </a:lnTo>
                  <a:close/>
                </a:path>
                <a:path w="996315" h="727710">
                  <a:moveTo>
                    <a:pt x="307848" y="0"/>
                  </a:moveTo>
                  <a:lnTo>
                    <a:pt x="212963" y="0"/>
                  </a:lnTo>
                  <a:lnTo>
                    <a:pt x="190489" y="16308"/>
                  </a:lnTo>
                  <a:lnTo>
                    <a:pt x="166691" y="31914"/>
                  </a:lnTo>
                  <a:lnTo>
                    <a:pt x="115183" y="61042"/>
                  </a:lnTo>
                  <a:lnTo>
                    <a:pt x="59352" y="86362"/>
                  </a:lnTo>
                  <a:lnTo>
                    <a:pt x="0" y="106716"/>
                  </a:lnTo>
                  <a:lnTo>
                    <a:pt x="0" y="238743"/>
                  </a:lnTo>
                  <a:lnTo>
                    <a:pt x="42275" y="230553"/>
                  </a:lnTo>
                  <a:lnTo>
                    <a:pt x="83423" y="216657"/>
                  </a:lnTo>
                  <a:lnTo>
                    <a:pt x="120914" y="198299"/>
                  </a:lnTo>
                  <a:lnTo>
                    <a:pt x="151394" y="176701"/>
                  </a:lnTo>
                  <a:lnTo>
                    <a:pt x="307848" y="176701"/>
                  </a:lnTo>
                  <a:lnTo>
                    <a:pt x="307848" y="0"/>
                  </a:lnTo>
                  <a:close/>
                </a:path>
              </a:pathLst>
            </a:custGeom>
            <a:solidFill>
              <a:srgbClr val="FFFF00"/>
            </a:solidFill>
          </p:spPr>
          <p:txBody>
            <a:bodyPr wrap="square" lIns="0" tIns="0" rIns="0" bIns="0" rtlCol="0"/>
            <a:lstStyle/>
            <a:p>
              <a:endParaRPr/>
            </a:p>
          </p:txBody>
        </p:sp>
        <p:sp>
          <p:nvSpPr>
            <p:cNvPr id="115" name="object 115"/>
            <p:cNvSpPr/>
            <p:nvPr/>
          </p:nvSpPr>
          <p:spPr>
            <a:xfrm>
              <a:off x="7383658" y="5529203"/>
              <a:ext cx="996315" cy="727710"/>
            </a:xfrm>
            <a:custGeom>
              <a:avLst/>
              <a:gdLst/>
              <a:ahLst/>
              <a:cxnLst/>
              <a:rect l="l" t="t" r="r" b="b"/>
              <a:pathLst>
                <a:path w="996315" h="727710">
                  <a:moveTo>
                    <a:pt x="764926" y="3928"/>
                  </a:moveTo>
                  <a:lnTo>
                    <a:pt x="816246" y="7471"/>
                  </a:lnTo>
                  <a:lnTo>
                    <a:pt x="861943" y="18156"/>
                  </a:lnTo>
                  <a:lnTo>
                    <a:pt x="901617" y="35300"/>
                  </a:lnTo>
                  <a:lnTo>
                    <a:pt x="934730" y="58542"/>
                  </a:lnTo>
                  <a:lnTo>
                    <a:pt x="960912" y="87664"/>
                  </a:lnTo>
                  <a:lnTo>
                    <a:pt x="980053" y="122349"/>
                  </a:lnTo>
                  <a:lnTo>
                    <a:pt x="991842" y="161988"/>
                  </a:lnTo>
                  <a:lnTo>
                    <a:pt x="995812" y="205977"/>
                  </a:lnTo>
                  <a:lnTo>
                    <a:pt x="994858" y="229869"/>
                  </a:lnTo>
                  <a:lnTo>
                    <a:pt x="987235" y="273553"/>
                  </a:lnTo>
                  <a:lnTo>
                    <a:pt x="972409" y="312015"/>
                  </a:lnTo>
                  <a:lnTo>
                    <a:pt x="952312" y="346754"/>
                  </a:lnTo>
                  <a:lnTo>
                    <a:pt x="927382" y="378133"/>
                  </a:lnTo>
                  <a:lnTo>
                    <a:pt x="898428" y="406794"/>
                  </a:lnTo>
                  <a:lnTo>
                    <a:pt x="865987" y="433069"/>
                  </a:lnTo>
                  <a:lnTo>
                    <a:pt x="832034" y="458263"/>
                  </a:lnTo>
                  <a:lnTo>
                    <a:pt x="814577" y="470534"/>
                  </a:lnTo>
                  <a:lnTo>
                    <a:pt x="802768" y="478955"/>
                  </a:lnTo>
                  <a:lnTo>
                    <a:pt x="768736" y="504038"/>
                  </a:lnTo>
                  <a:lnTo>
                    <a:pt x="738475" y="528703"/>
                  </a:lnTo>
                  <a:lnTo>
                    <a:pt x="708320" y="560572"/>
                  </a:lnTo>
                  <a:lnTo>
                    <a:pt x="693023" y="597596"/>
                  </a:lnTo>
                  <a:lnTo>
                    <a:pt x="994775" y="597596"/>
                  </a:lnTo>
                  <a:lnTo>
                    <a:pt x="994775" y="727639"/>
                  </a:lnTo>
                  <a:lnTo>
                    <a:pt x="521207" y="727639"/>
                  </a:lnTo>
                  <a:lnTo>
                    <a:pt x="521207" y="674037"/>
                  </a:lnTo>
                  <a:lnTo>
                    <a:pt x="525795" y="622228"/>
                  </a:lnTo>
                  <a:lnTo>
                    <a:pt x="539617" y="576001"/>
                  </a:lnTo>
                  <a:lnTo>
                    <a:pt x="560287" y="534805"/>
                  </a:lnTo>
                  <a:lnTo>
                    <a:pt x="585734" y="498073"/>
                  </a:lnTo>
                  <a:lnTo>
                    <a:pt x="614857" y="465569"/>
                  </a:lnTo>
                  <a:lnTo>
                    <a:pt x="646541" y="437031"/>
                  </a:lnTo>
                  <a:lnTo>
                    <a:pt x="678732" y="411777"/>
                  </a:lnTo>
                  <a:lnTo>
                    <a:pt x="724507" y="378087"/>
                  </a:lnTo>
                  <a:lnTo>
                    <a:pt x="738720" y="367293"/>
                  </a:lnTo>
                  <a:lnTo>
                    <a:pt x="775492" y="336285"/>
                  </a:lnTo>
                  <a:lnTo>
                    <a:pt x="803909" y="305991"/>
                  </a:lnTo>
                  <a:lnTo>
                    <a:pt x="828050" y="265294"/>
                  </a:lnTo>
                  <a:lnTo>
                    <a:pt x="835913" y="221373"/>
                  </a:lnTo>
                  <a:lnTo>
                    <a:pt x="834298" y="199936"/>
                  </a:lnTo>
                  <a:lnTo>
                    <a:pt x="810127" y="152387"/>
                  </a:lnTo>
                  <a:lnTo>
                    <a:pt x="755992" y="130510"/>
                  </a:lnTo>
                  <a:lnTo>
                    <a:pt x="731123" y="129052"/>
                  </a:lnTo>
                  <a:lnTo>
                    <a:pt x="685718" y="133612"/>
                  </a:lnTo>
                  <a:lnTo>
                    <a:pt x="641310" y="147293"/>
                  </a:lnTo>
                  <a:lnTo>
                    <a:pt x="597902" y="170093"/>
                  </a:lnTo>
                  <a:lnTo>
                    <a:pt x="555497" y="202012"/>
                  </a:lnTo>
                  <a:lnTo>
                    <a:pt x="555497" y="64032"/>
                  </a:lnTo>
                  <a:lnTo>
                    <a:pt x="603381" y="37753"/>
                  </a:lnTo>
                  <a:lnTo>
                    <a:pt x="654256" y="18969"/>
                  </a:lnTo>
                  <a:lnTo>
                    <a:pt x="708109" y="7690"/>
                  </a:lnTo>
                  <a:lnTo>
                    <a:pt x="764926" y="3928"/>
                  </a:lnTo>
                  <a:close/>
                </a:path>
                <a:path w="996315" h="727710">
                  <a:moveTo>
                    <a:pt x="212963" y="0"/>
                  </a:moveTo>
                  <a:lnTo>
                    <a:pt x="307847" y="0"/>
                  </a:lnTo>
                  <a:lnTo>
                    <a:pt x="307847" y="727639"/>
                  </a:lnTo>
                  <a:lnTo>
                    <a:pt x="151394" y="727639"/>
                  </a:lnTo>
                  <a:lnTo>
                    <a:pt x="151394" y="176701"/>
                  </a:lnTo>
                  <a:lnTo>
                    <a:pt x="144689" y="182331"/>
                  </a:lnTo>
                  <a:lnTo>
                    <a:pt x="111978" y="203256"/>
                  </a:lnTo>
                  <a:lnTo>
                    <a:pt x="73428" y="220598"/>
                  </a:lnTo>
                  <a:lnTo>
                    <a:pt x="31641" y="233208"/>
                  </a:lnTo>
                  <a:lnTo>
                    <a:pt x="0" y="238743"/>
                  </a:lnTo>
                  <a:lnTo>
                    <a:pt x="0" y="106716"/>
                  </a:lnTo>
                  <a:lnTo>
                    <a:pt x="30119" y="97159"/>
                  </a:lnTo>
                  <a:lnTo>
                    <a:pt x="59352" y="86362"/>
                  </a:lnTo>
                  <a:lnTo>
                    <a:pt x="115183" y="61042"/>
                  </a:lnTo>
                  <a:lnTo>
                    <a:pt x="166691" y="31914"/>
                  </a:lnTo>
                  <a:lnTo>
                    <a:pt x="190489" y="16308"/>
                  </a:lnTo>
                  <a:lnTo>
                    <a:pt x="212963" y="0"/>
                  </a:lnTo>
                  <a:close/>
                </a:path>
              </a:pathLst>
            </a:custGeom>
            <a:ln w="12191">
              <a:solidFill>
                <a:srgbClr val="000000"/>
              </a:solidFill>
            </a:ln>
          </p:spPr>
          <p:txBody>
            <a:bodyPr wrap="square" lIns="0" tIns="0" rIns="0" bIns="0" rtlCol="0"/>
            <a:lstStyle/>
            <a:p>
              <a:endParaRPr/>
            </a:p>
          </p:txBody>
        </p:sp>
        <p:sp>
          <p:nvSpPr>
            <p:cNvPr id="116" name="object 116"/>
            <p:cNvSpPr/>
            <p:nvPr/>
          </p:nvSpPr>
          <p:spPr>
            <a:xfrm>
              <a:off x="6786372" y="5253227"/>
              <a:ext cx="2218944" cy="1345691"/>
            </a:xfrm>
            <a:prstGeom prst="rect">
              <a:avLst/>
            </a:prstGeom>
            <a:blipFill>
              <a:blip r:embed="rId47" cstate="print"/>
              <a:stretch>
                <a:fillRect/>
              </a:stretch>
            </a:blipFill>
          </p:spPr>
          <p:txBody>
            <a:bodyPr wrap="square" lIns="0" tIns="0" rIns="0" bIns="0" rtlCol="0"/>
            <a:lstStyle/>
            <a:p>
              <a:endParaRPr/>
            </a:p>
          </p:txBody>
        </p:sp>
        <p:sp>
          <p:nvSpPr>
            <p:cNvPr id="117" name="object 117"/>
            <p:cNvSpPr/>
            <p:nvPr/>
          </p:nvSpPr>
          <p:spPr>
            <a:xfrm>
              <a:off x="6632448" y="4934710"/>
              <a:ext cx="2511551" cy="1923288"/>
            </a:xfrm>
            <a:prstGeom prst="rect">
              <a:avLst/>
            </a:prstGeom>
            <a:blipFill>
              <a:blip r:embed="rId48" cstate="print"/>
              <a:stretch>
                <a:fillRect/>
              </a:stretch>
            </a:blipFill>
          </p:spPr>
          <p:txBody>
            <a:bodyPr wrap="square" lIns="0" tIns="0" rIns="0" bIns="0" rtlCol="0"/>
            <a:lstStyle/>
            <a:p>
              <a:endParaRPr/>
            </a:p>
          </p:txBody>
        </p:sp>
        <p:sp>
          <p:nvSpPr>
            <p:cNvPr id="118" name="object 118"/>
            <p:cNvSpPr/>
            <p:nvPr/>
          </p:nvSpPr>
          <p:spPr>
            <a:xfrm>
              <a:off x="6867540" y="5313426"/>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837" y="1184087"/>
                  </a:lnTo>
                  <a:lnTo>
                    <a:pt x="1871698" y="1179362"/>
                  </a:lnTo>
                  <a:lnTo>
                    <a:pt x="1915349" y="1165813"/>
                  </a:lnTo>
                  <a:lnTo>
                    <a:pt x="1954852" y="1144375"/>
                  </a:lnTo>
                  <a:lnTo>
                    <a:pt x="1989273" y="1115982"/>
                  </a:lnTo>
                  <a:lnTo>
                    <a:pt x="2017674" y="1081569"/>
                  </a:lnTo>
                  <a:lnTo>
                    <a:pt x="2039120" y="1042073"/>
                  </a:lnTo>
                  <a:lnTo>
                    <a:pt x="2052673" y="998428"/>
                  </a:lnTo>
                  <a:lnTo>
                    <a:pt x="2057399" y="951570"/>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19" name="object 119"/>
            <p:cNvSpPr/>
            <p:nvPr/>
          </p:nvSpPr>
          <p:spPr>
            <a:xfrm>
              <a:off x="6867540" y="53134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70"/>
                  </a:lnTo>
                  <a:lnTo>
                    <a:pt x="2052673" y="998428"/>
                  </a:lnTo>
                  <a:lnTo>
                    <a:pt x="2039120" y="1042073"/>
                  </a:lnTo>
                  <a:lnTo>
                    <a:pt x="2017674" y="1081569"/>
                  </a:lnTo>
                  <a:lnTo>
                    <a:pt x="1989273" y="1115982"/>
                  </a:lnTo>
                  <a:lnTo>
                    <a:pt x="1954852" y="1144375"/>
                  </a:lnTo>
                  <a:lnTo>
                    <a:pt x="1915349" y="1165813"/>
                  </a:lnTo>
                  <a:lnTo>
                    <a:pt x="1871698" y="1179362"/>
                  </a:lnTo>
                  <a:lnTo>
                    <a:pt x="1824837"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20" name="object 120"/>
            <p:cNvSpPr/>
            <p:nvPr/>
          </p:nvSpPr>
          <p:spPr>
            <a:xfrm>
              <a:off x="6673596" y="4956047"/>
              <a:ext cx="2470404" cy="1901952"/>
            </a:xfrm>
            <a:prstGeom prst="rect">
              <a:avLst/>
            </a:prstGeom>
            <a:blipFill>
              <a:blip r:embed="rId49" cstate="print"/>
              <a:stretch>
                <a:fillRect/>
              </a:stretch>
            </a:blipFill>
          </p:spPr>
          <p:txBody>
            <a:bodyPr wrap="square" lIns="0" tIns="0" rIns="0" bIns="0" rtlCol="0"/>
            <a:lstStyle/>
            <a:p>
              <a:endParaRPr/>
            </a:p>
          </p:txBody>
        </p:sp>
        <p:sp>
          <p:nvSpPr>
            <p:cNvPr id="121" name="object 121"/>
            <p:cNvSpPr/>
            <p:nvPr/>
          </p:nvSpPr>
          <p:spPr>
            <a:xfrm>
              <a:off x="7415662" y="5549776"/>
              <a:ext cx="991869" cy="740410"/>
            </a:xfrm>
            <a:custGeom>
              <a:avLst/>
              <a:gdLst/>
              <a:ahLst/>
              <a:cxnLst/>
              <a:rect l="l" t="t" r="r" b="b"/>
              <a:pathLst>
                <a:path w="991870" h="740410">
                  <a:moveTo>
                    <a:pt x="537972" y="567760"/>
                  </a:moveTo>
                  <a:lnTo>
                    <a:pt x="537972" y="704255"/>
                  </a:lnTo>
                  <a:lnTo>
                    <a:pt x="575040" y="719888"/>
                  </a:lnTo>
                  <a:lnTo>
                    <a:pt x="617280" y="731053"/>
                  </a:lnTo>
                  <a:lnTo>
                    <a:pt x="664664" y="737751"/>
                  </a:lnTo>
                  <a:lnTo>
                    <a:pt x="717163" y="739984"/>
                  </a:lnTo>
                  <a:lnTo>
                    <a:pt x="777989" y="736356"/>
                  </a:lnTo>
                  <a:lnTo>
                    <a:pt x="831856" y="725470"/>
                  </a:lnTo>
                  <a:lnTo>
                    <a:pt x="878768" y="707321"/>
                  </a:lnTo>
                  <a:lnTo>
                    <a:pt x="918728" y="681907"/>
                  </a:lnTo>
                  <a:lnTo>
                    <a:pt x="950625" y="650268"/>
                  </a:lnTo>
                  <a:lnTo>
                    <a:pt x="969407" y="619874"/>
                  </a:lnTo>
                  <a:lnTo>
                    <a:pt x="704728" y="619874"/>
                  </a:lnTo>
                  <a:lnTo>
                    <a:pt x="658569" y="616616"/>
                  </a:lnTo>
                  <a:lnTo>
                    <a:pt x="615383" y="606841"/>
                  </a:lnTo>
                  <a:lnTo>
                    <a:pt x="575180" y="590555"/>
                  </a:lnTo>
                  <a:lnTo>
                    <a:pt x="537972" y="567760"/>
                  </a:lnTo>
                  <a:close/>
                </a:path>
                <a:path w="991870" h="740410">
                  <a:moveTo>
                    <a:pt x="959842" y="123526"/>
                  </a:moveTo>
                  <a:lnTo>
                    <a:pt x="703844" y="123526"/>
                  </a:lnTo>
                  <a:lnTo>
                    <a:pt x="750512" y="128955"/>
                  </a:lnTo>
                  <a:lnTo>
                    <a:pt x="783850" y="145243"/>
                  </a:lnTo>
                  <a:lnTo>
                    <a:pt x="803855" y="172389"/>
                  </a:lnTo>
                  <a:lnTo>
                    <a:pt x="810524" y="210394"/>
                  </a:lnTo>
                  <a:lnTo>
                    <a:pt x="801833" y="250783"/>
                  </a:lnTo>
                  <a:lnTo>
                    <a:pt x="775769" y="279634"/>
                  </a:lnTo>
                  <a:lnTo>
                    <a:pt x="732342" y="296944"/>
                  </a:lnTo>
                  <a:lnTo>
                    <a:pt x="671565" y="302715"/>
                  </a:lnTo>
                  <a:lnTo>
                    <a:pt x="610483" y="302715"/>
                  </a:lnTo>
                  <a:lnTo>
                    <a:pt x="610483" y="422827"/>
                  </a:lnTo>
                  <a:lnTo>
                    <a:pt x="676534" y="422827"/>
                  </a:lnTo>
                  <a:lnTo>
                    <a:pt x="710795" y="424439"/>
                  </a:lnTo>
                  <a:lnTo>
                    <a:pt x="767749" y="437342"/>
                  </a:lnTo>
                  <a:lnTo>
                    <a:pt x="808534" y="462908"/>
                  </a:lnTo>
                  <a:lnTo>
                    <a:pt x="829262" y="499635"/>
                  </a:lnTo>
                  <a:lnTo>
                    <a:pt x="831860" y="522088"/>
                  </a:lnTo>
                  <a:lnTo>
                    <a:pt x="829763" y="543900"/>
                  </a:lnTo>
                  <a:lnTo>
                    <a:pt x="812996" y="579886"/>
                  </a:lnTo>
                  <a:lnTo>
                    <a:pt x="779908" y="605353"/>
                  </a:lnTo>
                  <a:lnTo>
                    <a:pt x="733129" y="618261"/>
                  </a:lnTo>
                  <a:lnTo>
                    <a:pt x="704728" y="619874"/>
                  </a:lnTo>
                  <a:lnTo>
                    <a:pt x="969407" y="619874"/>
                  </a:lnTo>
                  <a:lnTo>
                    <a:pt x="973397" y="613417"/>
                  </a:lnTo>
                  <a:lnTo>
                    <a:pt x="987055" y="571352"/>
                  </a:lnTo>
                  <a:lnTo>
                    <a:pt x="991605" y="524076"/>
                  </a:lnTo>
                  <a:lnTo>
                    <a:pt x="988887" y="492358"/>
                  </a:lnTo>
                  <a:lnTo>
                    <a:pt x="967071" y="436642"/>
                  </a:lnTo>
                  <a:lnTo>
                    <a:pt x="924121" y="392188"/>
                  </a:lnTo>
                  <a:lnTo>
                    <a:pt x="864551" y="364769"/>
                  </a:lnTo>
                  <a:lnTo>
                    <a:pt x="828812" y="357807"/>
                  </a:lnTo>
                  <a:lnTo>
                    <a:pt x="828812" y="355317"/>
                  </a:lnTo>
                  <a:lnTo>
                    <a:pt x="879748" y="337058"/>
                  </a:lnTo>
                  <a:lnTo>
                    <a:pt x="919358" y="310457"/>
                  </a:lnTo>
                  <a:lnTo>
                    <a:pt x="947645" y="275516"/>
                  </a:lnTo>
                  <a:lnTo>
                    <a:pt x="964614" y="232236"/>
                  </a:lnTo>
                  <a:lnTo>
                    <a:pt x="970269" y="180618"/>
                  </a:lnTo>
                  <a:lnTo>
                    <a:pt x="966484" y="143231"/>
                  </a:lnTo>
                  <a:lnTo>
                    <a:pt x="959842" y="123526"/>
                  </a:lnTo>
                  <a:close/>
                </a:path>
                <a:path w="991870" h="740410">
                  <a:moveTo>
                    <a:pt x="739505" y="3928"/>
                  </a:moveTo>
                  <a:lnTo>
                    <a:pt x="691169" y="6286"/>
                  </a:lnTo>
                  <a:lnTo>
                    <a:pt x="645951" y="13357"/>
                  </a:lnTo>
                  <a:lnTo>
                    <a:pt x="603824" y="25140"/>
                  </a:lnTo>
                  <a:lnTo>
                    <a:pt x="564763" y="41635"/>
                  </a:lnTo>
                  <a:lnTo>
                    <a:pt x="564763" y="169688"/>
                  </a:lnTo>
                  <a:lnTo>
                    <a:pt x="598796" y="149495"/>
                  </a:lnTo>
                  <a:lnTo>
                    <a:pt x="633298" y="135069"/>
                  </a:lnTo>
                  <a:lnTo>
                    <a:pt x="668302" y="126412"/>
                  </a:lnTo>
                  <a:lnTo>
                    <a:pt x="703844" y="123526"/>
                  </a:lnTo>
                  <a:lnTo>
                    <a:pt x="959842" y="123526"/>
                  </a:lnTo>
                  <a:lnTo>
                    <a:pt x="955117" y="109509"/>
                  </a:lnTo>
                  <a:lnTo>
                    <a:pt x="909584" y="53053"/>
                  </a:lnTo>
                  <a:lnTo>
                    <a:pt x="876091" y="31564"/>
                  </a:lnTo>
                  <a:lnTo>
                    <a:pt x="836592" y="16213"/>
                  </a:lnTo>
                  <a:lnTo>
                    <a:pt x="791069" y="7000"/>
                  </a:lnTo>
                  <a:lnTo>
                    <a:pt x="739505" y="3928"/>
                  </a:lnTo>
                  <a:close/>
                </a:path>
                <a:path w="991870" h="740410">
                  <a:moveTo>
                    <a:pt x="307726" y="176640"/>
                  </a:moveTo>
                  <a:lnTo>
                    <a:pt x="151394" y="176640"/>
                  </a:lnTo>
                  <a:lnTo>
                    <a:pt x="151394" y="727578"/>
                  </a:lnTo>
                  <a:lnTo>
                    <a:pt x="307726" y="727578"/>
                  </a:lnTo>
                  <a:lnTo>
                    <a:pt x="307726" y="176640"/>
                  </a:lnTo>
                  <a:close/>
                </a:path>
                <a:path w="991870" h="740410">
                  <a:moveTo>
                    <a:pt x="307726" y="0"/>
                  </a:moveTo>
                  <a:lnTo>
                    <a:pt x="212841" y="0"/>
                  </a:lnTo>
                  <a:lnTo>
                    <a:pt x="190367" y="16248"/>
                  </a:lnTo>
                  <a:lnTo>
                    <a:pt x="166569" y="31837"/>
                  </a:lnTo>
                  <a:lnTo>
                    <a:pt x="115062" y="60996"/>
                  </a:lnTo>
                  <a:lnTo>
                    <a:pt x="59245" y="86304"/>
                  </a:lnTo>
                  <a:lnTo>
                    <a:pt x="0" y="106655"/>
                  </a:lnTo>
                  <a:lnTo>
                    <a:pt x="0" y="238685"/>
                  </a:lnTo>
                  <a:lnTo>
                    <a:pt x="42153" y="230492"/>
                  </a:lnTo>
                  <a:lnTo>
                    <a:pt x="83301" y="216596"/>
                  </a:lnTo>
                  <a:lnTo>
                    <a:pt x="120761" y="198226"/>
                  </a:lnTo>
                  <a:lnTo>
                    <a:pt x="151394" y="176640"/>
                  </a:lnTo>
                  <a:lnTo>
                    <a:pt x="307726" y="176640"/>
                  </a:lnTo>
                  <a:lnTo>
                    <a:pt x="307726" y="0"/>
                  </a:lnTo>
                  <a:close/>
                </a:path>
              </a:pathLst>
            </a:custGeom>
            <a:solidFill>
              <a:srgbClr val="FFFF00"/>
            </a:solidFill>
          </p:spPr>
          <p:txBody>
            <a:bodyPr wrap="square" lIns="0" tIns="0" rIns="0" bIns="0" rtlCol="0"/>
            <a:lstStyle/>
            <a:p>
              <a:endParaRPr/>
            </a:p>
          </p:txBody>
        </p:sp>
        <p:sp>
          <p:nvSpPr>
            <p:cNvPr id="122" name="object 122"/>
            <p:cNvSpPr/>
            <p:nvPr/>
          </p:nvSpPr>
          <p:spPr>
            <a:xfrm>
              <a:off x="7415661" y="5549777"/>
              <a:ext cx="991869" cy="740410"/>
            </a:xfrm>
            <a:custGeom>
              <a:avLst/>
              <a:gdLst/>
              <a:ahLst/>
              <a:cxnLst/>
              <a:rect l="l" t="t" r="r" b="b"/>
              <a:pathLst>
                <a:path w="991870" h="740410">
                  <a:moveTo>
                    <a:pt x="739505" y="3928"/>
                  </a:moveTo>
                  <a:lnTo>
                    <a:pt x="791069" y="7000"/>
                  </a:lnTo>
                  <a:lnTo>
                    <a:pt x="836592" y="16213"/>
                  </a:lnTo>
                  <a:lnTo>
                    <a:pt x="876091" y="31564"/>
                  </a:lnTo>
                  <a:lnTo>
                    <a:pt x="909584" y="53053"/>
                  </a:lnTo>
                  <a:lnTo>
                    <a:pt x="955117" y="109509"/>
                  </a:lnTo>
                  <a:lnTo>
                    <a:pt x="970269" y="180618"/>
                  </a:lnTo>
                  <a:lnTo>
                    <a:pt x="964614" y="232235"/>
                  </a:lnTo>
                  <a:lnTo>
                    <a:pt x="947645" y="275516"/>
                  </a:lnTo>
                  <a:lnTo>
                    <a:pt x="919358" y="310457"/>
                  </a:lnTo>
                  <a:lnTo>
                    <a:pt x="879748" y="337058"/>
                  </a:lnTo>
                  <a:lnTo>
                    <a:pt x="828812" y="355317"/>
                  </a:lnTo>
                  <a:lnTo>
                    <a:pt x="828812" y="357807"/>
                  </a:lnTo>
                  <a:lnTo>
                    <a:pt x="896325" y="376229"/>
                  </a:lnTo>
                  <a:lnTo>
                    <a:pt x="947927" y="412647"/>
                  </a:lnTo>
                  <a:lnTo>
                    <a:pt x="980716" y="463213"/>
                  </a:lnTo>
                  <a:lnTo>
                    <a:pt x="991605" y="524076"/>
                  </a:lnTo>
                  <a:lnTo>
                    <a:pt x="987055" y="571352"/>
                  </a:lnTo>
                  <a:lnTo>
                    <a:pt x="973397" y="613417"/>
                  </a:lnTo>
                  <a:lnTo>
                    <a:pt x="950624" y="650268"/>
                  </a:lnTo>
                  <a:lnTo>
                    <a:pt x="918728" y="681907"/>
                  </a:lnTo>
                  <a:lnTo>
                    <a:pt x="878768" y="707321"/>
                  </a:lnTo>
                  <a:lnTo>
                    <a:pt x="831856" y="725470"/>
                  </a:lnTo>
                  <a:lnTo>
                    <a:pt x="777989" y="736356"/>
                  </a:lnTo>
                  <a:lnTo>
                    <a:pt x="717163" y="739984"/>
                  </a:lnTo>
                  <a:lnTo>
                    <a:pt x="664664" y="737751"/>
                  </a:lnTo>
                  <a:lnTo>
                    <a:pt x="617280" y="731053"/>
                  </a:lnTo>
                  <a:lnTo>
                    <a:pt x="575040" y="719888"/>
                  </a:lnTo>
                  <a:lnTo>
                    <a:pt x="537971" y="704255"/>
                  </a:lnTo>
                  <a:lnTo>
                    <a:pt x="537971" y="567760"/>
                  </a:lnTo>
                  <a:lnTo>
                    <a:pt x="575180" y="590555"/>
                  </a:lnTo>
                  <a:lnTo>
                    <a:pt x="615383" y="606841"/>
                  </a:lnTo>
                  <a:lnTo>
                    <a:pt x="658569" y="616616"/>
                  </a:lnTo>
                  <a:lnTo>
                    <a:pt x="704728" y="619874"/>
                  </a:lnTo>
                  <a:lnTo>
                    <a:pt x="733129" y="618261"/>
                  </a:lnTo>
                  <a:lnTo>
                    <a:pt x="779908" y="605353"/>
                  </a:lnTo>
                  <a:lnTo>
                    <a:pt x="812996" y="579886"/>
                  </a:lnTo>
                  <a:lnTo>
                    <a:pt x="829763" y="543900"/>
                  </a:lnTo>
                  <a:lnTo>
                    <a:pt x="831860" y="522088"/>
                  </a:lnTo>
                  <a:lnTo>
                    <a:pt x="829262" y="499635"/>
                  </a:lnTo>
                  <a:lnTo>
                    <a:pt x="808534" y="462908"/>
                  </a:lnTo>
                  <a:lnTo>
                    <a:pt x="767749" y="437342"/>
                  </a:lnTo>
                  <a:lnTo>
                    <a:pt x="710795" y="424439"/>
                  </a:lnTo>
                  <a:lnTo>
                    <a:pt x="676534" y="422827"/>
                  </a:lnTo>
                  <a:lnTo>
                    <a:pt x="610483" y="422827"/>
                  </a:lnTo>
                  <a:lnTo>
                    <a:pt x="610483" y="302715"/>
                  </a:lnTo>
                  <a:lnTo>
                    <a:pt x="671565" y="302715"/>
                  </a:lnTo>
                  <a:lnTo>
                    <a:pt x="732342" y="296944"/>
                  </a:lnTo>
                  <a:lnTo>
                    <a:pt x="775769" y="279634"/>
                  </a:lnTo>
                  <a:lnTo>
                    <a:pt x="801833" y="250783"/>
                  </a:lnTo>
                  <a:lnTo>
                    <a:pt x="810524" y="210394"/>
                  </a:lnTo>
                  <a:lnTo>
                    <a:pt x="803855" y="172389"/>
                  </a:lnTo>
                  <a:lnTo>
                    <a:pt x="783850" y="145243"/>
                  </a:lnTo>
                  <a:lnTo>
                    <a:pt x="750512" y="128955"/>
                  </a:lnTo>
                  <a:lnTo>
                    <a:pt x="703844" y="123526"/>
                  </a:lnTo>
                  <a:lnTo>
                    <a:pt x="668302" y="126412"/>
                  </a:lnTo>
                  <a:lnTo>
                    <a:pt x="633298" y="135069"/>
                  </a:lnTo>
                  <a:lnTo>
                    <a:pt x="598796" y="149495"/>
                  </a:lnTo>
                  <a:lnTo>
                    <a:pt x="564763" y="169688"/>
                  </a:lnTo>
                  <a:lnTo>
                    <a:pt x="564763" y="41635"/>
                  </a:lnTo>
                  <a:lnTo>
                    <a:pt x="603824" y="25140"/>
                  </a:lnTo>
                  <a:lnTo>
                    <a:pt x="645951" y="13357"/>
                  </a:lnTo>
                  <a:lnTo>
                    <a:pt x="691169" y="6286"/>
                  </a:lnTo>
                  <a:lnTo>
                    <a:pt x="739505" y="3928"/>
                  </a:lnTo>
                  <a:close/>
                </a:path>
                <a:path w="991870" h="740410">
                  <a:moveTo>
                    <a:pt x="212841" y="0"/>
                  </a:moveTo>
                  <a:lnTo>
                    <a:pt x="307726" y="0"/>
                  </a:lnTo>
                  <a:lnTo>
                    <a:pt x="307726" y="727578"/>
                  </a:lnTo>
                  <a:lnTo>
                    <a:pt x="151394" y="727578"/>
                  </a:lnTo>
                  <a:lnTo>
                    <a:pt x="151394" y="176640"/>
                  </a:lnTo>
                  <a:lnTo>
                    <a:pt x="144619" y="182270"/>
                  </a:lnTo>
                  <a:lnTo>
                    <a:pt x="111843" y="203192"/>
                  </a:lnTo>
                  <a:lnTo>
                    <a:pt x="73306" y="220535"/>
                  </a:lnTo>
                  <a:lnTo>
                    <a:pt x="31521" y="233147"/>
                  </a:lnTo>
                  <a:lnTo>
                    <a:pt x="0" y="238685"/>
                  </a:lnTo>
                  <a:lnTo>
                    <a:pt x="0" y="106655"/>
                  </a:lnTo>
                  <a:lnTo>
                    <a:pt x="30048" y="97098"/>
                  </a:lnTo>
                  <a:lnTo>
                    <a:pt x="59245" y="86304"/>
                  </a:lnTo>
                  <a:lnTo>
                    <a:pt x="115061" y="60996"/>
                  </a:lnTo>
                  <a:lnTo>
                    <a:pt x="166569" y="31837"/>
                  </a:lnTo>
                  <a:lnTo>
                    <a:pt x="190367" y="16248"/>
                  </a:lnTo>
                  <a:lnTo>
                    <a:pt x="212841" y="0"/>
                  </a:lnTo>
                  <a:close/>
                </a:path>
              </a:pathLst>
            </a:custGeom>
            <a:ln w="12191">
              <a:solidFill>
                <a:srgbClr val="000000"/>
              </a:solidFill>
            </a:ln>
          </p:spPr>
          <p:txBody>
            <a:bodyPr wrap="square" lIns="0" tIns="0" rIns="0" bIns="0" rtlCol="0"/>
            <a:lstStyle/>
            <a:p>
              <a:endParaRPr/>
            </a:p>
          </p:txBody>
        </p:sp>
        <p:sp>
          <p:nvSpPr>
            <p:cNvPr id="123" name="object 123"/>
            <p:cNvSpPr/>
            <p:nvPr/>
          </p:nvSpPr>
          <p:spPr>
            <a:xfrm>
              <a:off x="6749796" y="5209032"/>
              <a:ext cx="2218944" cy="1345692"/>
            </a:xfrm>
            <a:prstGeom prst="rect">
              <a:avLst/>
            </a:prstGeom>
            <a:blipFill>
              <a:blip r:embed="rId50" cstate="print"/>
              <a:stretch>
                <a:fillRect/>
              </a:stretch>
            </a:blipFill>
          </p:spPr>
          <p:txBody>
            <a:bodyPr wrap="square" lIns="0" tIns="0" rIns="0" bIns="0" rtlCol="0"/>
            <a:lstStyle/>
            <a:p>
              <a:endParaRPr/>
            </a:p>
          </p:txBody>
        </p:sp>
        <p:sp>
          <p:nvSpPr>
            <p:cNvPr id="124" name="object 124"/>
            <p:cNvSpPr/>
            <p:nvPr/>
          </p:nvSpPr>
          <p:spPr>
            <a:xfrm>
              <a:off x="6594348" y="4892039"/>
              <a:ext cx="2549651" cy="1965959"/>
            </a:xfrm>
            <a:prstGeom prst="rect">
              <a:avLst/>
            </a:prstGeom>
            <a:blipFill>
              <a:blip r:embed="rId51" cstate="print"/>
              <a:stretch>
                <a:fillRect/>
              </a:stretch>
            </a:blipFill>
          </p:spPr>
          <p:txBody>
            <a:bodyPr wrap="square" lIns="0" tIns="0" rIns="0" bIns="0" rtlCol="0"/>
            <a:lstStyle/>
            <a:p>
              <a:endParaRPr/>
            </a:p>
          </p:txBody>
        </p:sp>
        <p:sp>
          <p:nvSpPr>
            <p:cNvPr id="125" name="object 125"/>
            <p:cNvSpPr/>
            <p:nvPr/>
          </p:nvSpPr>
          <p:spPr>
            <a:xfrm>
              <a:off x="6829805" y="5270503"/>
              <a:ext cx="2057400" cy="1184275"/>
            </a:xfrm>
            <a:custGeom>
              <a:avLst/>
              <a:gdLst/>
              <a:ahLst/>
              <a:cxnLst/>
              <a:rect l="l" t="t" r="r" b="b"/>
              <a:pathLst>
                <a:path w="2057400" h="1184275">
                  <a:moveTo>
                    <a:pt x="1824989"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6"/>
                  </a:lnTo>
                  <a:lnTo>
                    <a:pt x="18279" y="1042015"/>
                  </a:lnTo>
                  <a:lnTo>
                    <a:pt x="39723" y="1081514"/>
                  </a:lnTo>
                  <a:lnTo>
                    <a:pt x="68122" y="1115927"/>
                  </a:lnTo>
                  <a:lnTo>
                    <a:pt x="102539" y="1144319"/>
                  </a:lnTo>
                  <a:lnTo>
                    <a:pt x="142037" y="1165757"/>
                  </a:lnTo>
                  <a:lnTo>
                    <a:pt x="185680" y="1179305"/>
                  </a:lnTo>
                  <a:lnTo>
                    <a:pt x="232531" y="1184029"/>
                  </a:lnTo>
                  <a:lnTo>
                    <a:pt x="1824989" y="1184029"/>
                  </a:lnTo>
                  <a:lnTo>
                    <a:pt x="1871844" y="1179305"/>
                  </a:lnTo>
                  <a:lnTo>
                    <a:pt x="1915477" y="1165757"/>
                  </a:lnTo>
                  <a:lnTo>
                    <a:pt x="1954957" y="1144319"/>
                  </a:lnTo>
                  <a:lnTo>
                    <a:pt x="1989349" y="1115927"/>
                  </a:lnTo>
                  <a:lnTo>
                    <a:pt x="2017722" y="1081514"/>
                  </a:lnTo>
                  <a:lnTo>
                    <a:pt x="2039143" y="1042015"/>
                  </a:lnTo>
                  <a:lnTo>
                    <a:pt x="2052680" y="998366"/>
                  </a:lnTo>
                  <a:lnTo>
                    <a:pt x="2057399" y="951500"/>
                  </a:lnTo>
                  <a:lnTo>
                    <a:pt x="2057399" y="232528"/>
                  </a:lnTo>
                  <a:lnTo>
                    <a:pt x="2052680" y="185673"/>
                  </a:lnTo>
                  <a:lnTo>
                    <a:pt x="2039143" y="142028"/>
                  </a:lnTo>
                  <a:lnTo>
                    <a:pt x="2017722" y="102530"/>
                  </a:lnTo>
                  <a:lnTo>
                    <a:pt x="1989349" y="68115"/>
                  </a:lnTo>
                  <a:lnTo>
                    <a:pt x="1954957" y="39718"/>
                  </a:lnTo>
                  <a:lnTo>
                    <a:pt x="1915477" y="18276"/>
                  </a:lnTo>
                  <a:lnTo>
                    <a:pt x="1871844" y="4725"/>
                  </a:lnTo>
                  <a:lnTo>
                    <a:pt x="1824989" y="0"/>
                  </a:lnTo>
                  <a:close/>
                </a:path>
              </a:pathLst>
            </a:custGeom>
            <a:solidFill>
              <a:srgbClr val="252525"/>
            </a:solidFill>
          </p:spPr>
          <p:txBody>
            <a:bodyPr wrap="square" lIns="0" tIns="0" rIns="0" bIns="0" rtlCol="0"/>
            <a:lstStyle/>
            <a:p>
              <a:endParaRPr/>
            </a:p>
          </p:txBody>
        </p:sp>
        <p:sp>
          <p:nvSpPr>
            <p:cNvPr id="126" name="object 126"/>
            <p:cNvSpPr/>
            <p:nvPr/>
          </p:nvSpPr>
          <p:spPr>
            <a:xfrm>
              <a:off x="6829805" y="5270503"/>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989" y="0"/>
                  </a:lnTo>
                  <a:lnTo>
                    <a:pt x="1871844" y="4725"/>
                  </a:lnTo>
                  <a:lnTo>
                    <a:pt x="1915477" y="18276"/>
                  </a:lnTo>
                  <a:lnTo>
                    <a:pt x="1954957" y="39718"/>
                  </a:lnTo>
                  <a:lnTo>
                    <a:pt x="1989349" y="68115"/>
                  </a:lnTo>
                  <a:lnTo>
                    <a:pt x="2017722" y="102530"/>
                  </a:lnTo>
                  <a:lnTo>
                    <a:pt x="2039143" y="142028"/>
                  </a:lnTo>
                  <a:lnTo>
                    <a:pt x="2052680" y="185673"/>
                  </a:lnTo>
                  <a:lnTo>
                    <a:pt x="2057399" y="232528"/>
                  </a:lnTo>
                  <a:lnTo>
                    <a:pt x="2057399" y="951500"/>
                  </a:lnTo>
                  <a:lnTo>
                    <a:pt x="2052680" y="998366"/>
                  </a:lnTo>
                  <a:lnTo>
                    <a:pt x="2039143" y="1042015"/>
                  </a:lnTo>
                  <a:lnTo>
                    <a:pt x="2017722" y="1081514"/>
                  </a:lnTo>
                  <a:lnTo>
                    <a:pt x="1989349" y="1115927"/>
                  </a:lnTo>
                  <a:lnTo>
                    <a:pt x="1954957" y="1144319"/>
                  </a:lnTo>
                  <a:lnTo>
                    <a:pt x="1915477" y="1165757"/>
                  </a:lnTo>
                  <a:lnTo>
                    <a:pt x="1871844" y="1179305"/>
                  </a:lnTo>
                  <a:lnTo>
                    <a:pt x="1824989" y="1184029"/>
                  </a:lnTo>
                  <a:lnTo>
                    <a:pt x="232531" y="1184029"/>
                  </a:lnTo>
                  <a:lnTo>
                    <a:pt x="185680" y="1179305"/>
                  </a:lnTo>
                  <a:lnTo>
                    <a:pt x="142037" y="1165757"/>
                  </a:lnTo>
                  <a:lnTo>
                    <a:pt x="102539" y="1144319"/>
                  </a:lnTo>
                  <a:lnTo>
                    <a:pt x="68122" y="1115927"/>
                  </a:lnTo>
                  <a:lnTo>
                    <a:pt x="39723" y="1081514"/>
                  </a:lnTo>
                  <a:lnTo>
                    <a:pt x="18279" y="1042015"/>
                  </a:lnTo>
                  <a:lnTo>
                    <a:pt x="4725"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127" name="object 127"/>
            <p:cNvSpPr/>
            <p:nvPr/>
          </p:nvSpPr>
          <p:spPr>
            <a:xfrm>
              <a:off x="6635496" y="4913374"/>
              <a:ext cx="2481072" cy="1944624"/>
            </a:xfrm>
            <a:prstGeom prst="rect">
              <a:avLst/>
            </a:prstGeom>
            <a:blipFill>
              <a:blip r:embed="rId52" cstate="print"/>
              <a:stretch>
                <a:fillRect/>
              </a:stretch>
            </a:blipFill>
          </p:spPr>
          <p:txBody>
            <a:bodyPr wrap="square" lIns="0" tIns="0" rIns="0" bIns="0" rtlCol="0"/>
            <a:lstStyle/>
            <a:p>
              <a:endParaRPr/>
            </a:p>
          </p:txBody>
        </p:sp>
        <p:sp>
          <p:nvSpPr>
            <p:cNvPr id="128" name="object 128"/>
            <p:cNvSpPr/>
            <p:nvPr/>
          </p:nvSpPr>
          <p:spPr>
            <a:xfrm>
              <a:off x="7377928" y="5506723"/>
              <a:ext cx="1038225" cy="727710"/>
            </a:xfrm>
            <a:custGeom>
              <a:avLst/>
              <a:gdLst/>
              <a:ahLst/>
              <a:cxnLst/>
              <a:rect l="l" t="t" r="r" b="b"/>
              <a:pathLst>
                <a:path w="1038225" h="727710">
                  <a:moveTo>
                    <a:pt x="952500" y="581716"/>
                  </a:moveTo>
                  <a:lnTo>
                    <a:pt x="809518" y="581716"/>
                  </a:lnTo>
                  <a:lnTo>
                    <a:pt x="809518" y="727639"/>
                  </a:lnTo>
                  <a:lnTo>
                    <a:pt x="952500" y="727639"/>
                  </a:lnTo>
                  <a:lnTo>
                    <a:pt x="952500" y="581716"/>
                  </a:lnTo>
                  <a:close/>
                </a:path>
                <a:path w="1038225" h="727710">
                  <a:moveTo>
                    <a:pt x="952500" y="15870"/>
                  </a:moveTo>
                  <a:lnTo>
                    <a:pt x="807110" y="15870"/>
                  </a:lnTo>
                  <a:lnTo>
                    <a:pt x="794033" y="43033"/>
                  </a:lnTo>
                  <a:lnTo>
                    <a:pt x="779598" y="70814"/>
                  </a:lnTo>
                  <a:lnTo>
                    <a:pt x="746760" y="128314"/>
                  </a:lnTo>
                  <a:lnTo>
                    <a:pt x="709890" y="186944"/>
                  </a:lnTo>
                  <a:lnTo>
                    <a:pt x="670072" y="245208"/>
                  </a:lnTo>
                  <a:lnTo>
                    <a:pt x="628154" y="302471"/>
                  </a:lnTo>
                  <a:lnTo>
                    <a:pt x="584728" y="358127"/>
                  </a:lnTo>
                  <a:lnTo>
                    <a:pt x="541290" y="410798"/>
                  </a:lnTo>
                  <a:lnTo>
                    <a:pt x="499384" y="459129"/>
                  </a:lnTo>
                  <a:lnTo>
                    <a:pt x="499384" y="581716"/>
                  </a:lnTo>
                  <a:lnTo>
                    <a:pt x="1037844" y="581716"/>
                  </a:lnTo>
                  <a:lnTo>
                    <a:pt x="1037844" y="464582"/>
                  </a:lnTo>
                  <a:lnTo>
                    <a:pt x="639836" y="464582"/>
                  </a:lnTo>
                  <a:lnTo>
                    <a:pt x="650603" y="451196"/>
                  </a:lnTo>
                  <a:lnTo>
                    <a:pt x="684032" y="408252"/>
                  </a:lnTo>
                  <a:lnTo>
                    <a:pt x="717949" y="362090"/>
                  </a:lnTo>
                  <a:lnTo>
                    <a:pt x="740215" y="330138"/>
                  </a:lnTo>
                  <a:lnTo>
                    <a:pt x="761554" y="297630"/>
                  </a:lnTo>
                  <a:lnTo>
                    <a:pt x="781790" y="264732"/>
                  </a:lnTo>
                  <a:lnTo>
                    <a:pt x="809518" y="215920"/>
                  </a:lnTo>
                  <a:lnTo>
                    <a:pt x="952500" y="215920"/>
                  </a:lnTo>
                  <a:lnTo>
                    <a:pt x="952500" y="15870"/>
                  </a:lnTo>
                  <a:close/>
                </a:path>
                <a:path w="1038225" h="727710">
                  <a:moveTo>
                    <a:pt x="952500" y="215920"/>
                  </a:moveTo>
                  <a:lnTo>
                    <a:pt x="809518" y="215920"/>
                  </a:lnTo>
                  <a:lnTo>
                    <a:pt x="809518" y="464582"/>
                  </a:lnTo>
                  <a:lnTo>
                    <a:pt x="952500" y="464582"/>
                  </a:lnTo>
                  <a:lnTo>
                    <a:pt x="952500" y="215920"/>
                  </a:lnTo>
                  <a:close/>
                </a:path>
                <a:path w="1038225" h="727710">
                  <a:moveTo>
                    <a:pt x="307726" y="176701"/>
                  </a:moveTo>
                  <a:lnTo>
                    <a:pt x="151394" y="176701"/>
                  </a:lnTo>
                  <a:lnTo>
                    <a:pt x="151394" y="727639"/>
                  </a:lnTo>
                  <a:lnTo>
                    <a:pt x="307726" y="727639"/>
                  </a:lnTo>
                  <a:lnTo>
                    <a:pt x="307726" y="176701"/>
                  </a:lnTo>
                  <a:close/>
                </a:path>
                <a:path w="1038225" h="727710">
                  <a:moveTo>
                    <a:pt x="307726" y="0"/>
                  </a:moveTo>
                  <a:lnTo>
                    <a:pt x="212994" y="0"/>
                  </a:lnTo>
                  <a:lnTo>
                    <a:pt x="190468" y="16309"/>
                  </a:lnTo>
                  <a:lnTo>
                    <a:pt x="166676" y="31919"/>
                  </a:lnTo>
                  <a:lnTo>
                    <a:pt x="115214" y="61078"/>
                  </a:lnTo>
                  <a:lnTo>
                    <a:pt x="59321" y="86389"/>
                  </a:lnTo>
                  <a:lnTo>
                    <a:pt x="0" y="106728"/>
                  </a:lnTo>
                  <a:lnTo>
                    <a:pt x="0" y="238755"/>
                  </a:lnTo>
                  <a:lnTo>
                    <a:pt x="42184" y="230562"/>
                  </a:lnTo>
                  <a:lnTo>
                    <a:pt x="83454" y="216657"/>
                  </a:lnTo>
                  <a:lnTo>
                    <a:pt x="120914" y="198299"/>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29" name="object 129"/>
            <p:cNvSpPr/>
            <p:nvPr/>
          </p:nvSpPr>
          <p:spPr>
            <a:xfrm>
              <a:off x="7377927" y="5506723"/>
              <a:ext cx="1038225" cy="727710"/>
            </a:xfrm>
            <a:custGeom>
              <a:avLst/>
              <a:gdLst/>
              <a:ahLst/>
              <a:cxnLst/>
              <a:rect l="l" t="t" r="r" b="b"/>
              <a:pathLst>
                <a:path w="1038225" h="727710">
                  <a:moveTo>
                    <a:pt x="809518" y="215920"/>
                  </a:moveTo>
                  <a:lnTo>
                    <a:pt x="781790" y="264732"/>
                  </a:lnTo>
                  <a:lnTo>
                    <a:pt x="761554" y="297630"/>
                  </a:lnTo>
                  <a:lnTo>
                    <a:pt x="740215" y="330138"/>
                  </a:lnTo>
                  <a:lnTo>
                    <a:pt x="717949" y="362090"/>
                  </a:lnTo>
                  <a:lnTo>
                    <a:pt x="695417" y="393115"/>
                  </a:lnTo>
                  <a:lnTo>
                    <a:pt x="661556" y="437346"/>
                  </a:lnTo>
                  <a:lnTo>
                    <a:pt x="639836" y="464582"/>
                  </a:lnTo>
                  <a:lnTo>
                    <a:pt x="809518" y="464582"/>
                  </a:lnTo>
                  <a:lnTo>
                    <a:pt x="809518" y="215920"/>
                  </a:lnTo>
                  <a:close/>
                </a:path>
                <a:path w="1038225" h="727710">
                  <a:moveTo>
                    <a:pt x="807110" y="15870"/>
                  </a:moveTo>
                  <a:lnTo>
                    <a:pt x="952499" y="15870"/>
                  </a:lnTo>
                  <a:lnTo>
                    <a:pt x="952499" y="464582"/>
                  </a:lnTo>
                  <a:lnTo>
                    <a:pt x="1037843" y="464582"/>
                  </a:lnTo>
                  <a:lnTo>
                    <a:pt x="1037843" y="581716"/>
                  </a:lnTo>
                  <a:lnTo>
                    <a:pt x="952499" y="581716"/>
                  </a:lnTo>
                  <a:lnTo>
                    <a:pt x="952499" y="727639"/>
                  </a:lnTo>
                  <a:lnTo>
                    <a:pt x="809518" y="727639"/>
                  </a:lnTo>
                  <a:lnTo>
                    <a:pt x="809518" y="581716"/>
                  </a:lnTo>
                  <a:lnTo>
                    <a:pt x="499384" y="581716"/>
                  </a:lnTo>
                  <a:lnTo>
                    <a:pt x="499384" y="459129"/>
                  </a:lnTo>
                  <a:lnTo>
                    <a:pt x="520147" y="435504"/>
                  </a:lnTo>
                  <a:lnTo>
                    <a:pt x="541290" y="410798"/>
                  </a:lnTo>
                  <a:lnTo>
                    <a:pt x="584728" y="358127"/>
                  </a:lnTo>
                  <a:lnTo>
                    <a:pt x="628154" y="302471"/>
                  </a:lnTo>
                  <a:lnTo>
                    <a:pt x="670072" y="245208"/>
                  </a:lnTo>
                  <a:lnTo>
                    <a:pt x="709890" y="186944"/>
                  </a:lnTo>
                  <a:lnTo>
                    <a:pt x="746759" y="128314"/>
                  </a:lnTo>
                  <a:lnTo>
                    <a:pt x="779598" y="70814"/>
                  </a:lnTo>
                  <a:lnTo>
                    <a:pt x="794033" y="43033"/>
                  </a:lnTo>
                  <a:lnTo>
                    <a:pt x="807110" y="15870"/>
                  </a:lnTo>
                  <a:close/>
                </a:path>
                <a:path w="1038225" h="727710">
                  <a:moveTo>
                    <a:pt x="212994" y="0"/>
                  </a:moveTo>
                  <a:lnTo>
                    <a:pt x="307726" y="0"/>
                  </a:lnTo>
                  <a:lnTo>
                    <a:pt x="307726" y="727639"/>
                  </a:lnTo>
                  <a:lnTo>
                    <a:pt x="151394" y="727639"/>
                  </a:lnTo>
                  <a:lnTo>
                    <a:pt x="151394" y="176701"/>
                  </a:lnTo>
                  <a:lnTo>
                    <a:pt x="144634" y="182336"/>
                  </a:lnTo>
                  <a:lnTo>
                    <a:pt x="111940" y="203263"/>
                  </a:lnTo>
                  <a:lnTo>
                    <a:pt x="73371" y="220600"/>
                  </a:lnTo>
                  <a:lnTo>
                    <a:pt x="31538" y="233212"/>
                  </a:lnTo>
                  <a:lnTo>
                    <a:pt x="0" y="238755"/>
                  </a:lnTo>
                  <a:lnTo>
                    <a:pt x="0" y="106728"/>
                  </a:lnTo>
                  <a:lnTo>
                    <a:pt x="30080" y="97175"/>
                  </a:lnTo>
                  <a:lnTo>
                    <a:pt x="59321" y="86389"/>
                  </a:lnTo>
                  <a:lnTo>
                    <a:pt x="115214" y="61078"/>
                  </a:lnTo>
                  <a:lnTo>
                    <a:pt x="166676" y="31919"/>
                  </a:lnTo>
                  <a:lnTo>
                    <a:pt x="190468" y="16309"/>
                  </a:lnTo>
                  <a:lnTo>
                    <a:pt x="212994" y="0"/>
                  </a:lnTo>
                  <a:close/>
                </a:path>
              </a:pathLst>
            </a:custGeom>
            <a:ln w="12191">
              <a:solidFill>
                <a:srgbClr val="000000"/>
              </a:solidFill>
            </a:ln>
          </p:spPr>
          <p:txBody>
            <a:bodyPr wrap="square" lIns="0" tIns="0" rIns="0" bIns="0" rtlCol="0"/>
            <a:lstStyle/>
            <a:p>
              <a:endParaRPr/>
            </a:p>
          </p:txBody>
        </p:sp>
        <p:sp>
          <p:nvSpPr>
            <p:cNvPr id="130" name="object 130"/>
            <p:cNvSpPr/>
            <p:nvPr/>
          </p:nvSpPr>
          <p:spPr>
            <a:xfrm>
              <a:off x="6748272" y="5225795"/>
              <a:ext cx="2218944" cy="1345691"/>
            </a:xfrm>
            <a:prstGeom prst="rect">
              <a:avLst/>
            </a:prstGeom>
            <a:blipFill>
              <a:blip r:embed="rId53" cstate="print"/>
              <a:stretch>
                <a:fillRect/>
              </a:stretch>
            </a:blipFill>
          </p:spPr>
          <p:txBody>
            <a:bodyPr wrap="square" lIns="0" tIns="0" rIns="0" bIns="0" rtlCol="0"/>
            <a:lstStyle/>
            <a:p>
              <a:endParaRPr/>
            </a:p>
          </p:txBody>
        </p:sp>
        <p:sp>
          <p:nvSpPr>
            <p:cNvPr id="131" name="object 131"/>
            <p:cNvSpPr/>
            <p:nvPr/>
          </p:nvSpPr>
          <p:spPr>
            <a:xfrm>
              <a:off x="6594348" y="4908802"/>
              <a:ext cx="2549651" cy="1949195"/>
            </a:xfrm>
            <a:prstGeom prst="rect">
              <a:avLst/>
            </a:prstGeom>
            <a:blipFill>
              <a:blip r:embed="rId54" cstate="print"/>
              <a:stretch>
                <a:fillRect/>
              </a:stretch>
            </a:blipFill>
          </p:spPr>
          <p:txBody>
            <a:bodyPr wrap="square" lIns="0" tIns="0" rIns="0" bIns="0" rtlCol="0"/>
            <a:lstStyle/>
            <a:p>
              <a:endParaRPr/>
            </a:p>
          </p:txBody>
        </p:sp>
        <p:sp>
          <p:nvSpPr>
            <p:cNvPr id="132" name="object 132"/>
            <p:cNvSpPr/>
            <p:nvPr/>
          </p:nvSpPr>
          <p:spPr>
            <a:xfrm>
              <a:off x="6829440" y="5286755"/>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5"/>
                  </a:lnTo>
                  <a:lnTo>
                    <a:pt x="18275" y="1042031"/>
                  </a:lnTo>
                  <a:lnTo>
                    <a:pt x="39715" y="1081528"/>
                  </a:lnTo>
                  <a:lnTo>
                    <a:pt x="68111" y="1115939"/>
                  </a:lnTo>
                  <a:lnTo>
                    <a:pt x="102526" y="1144331"/>
                  </a:lnTo>
                  <a:lnTo>
                    <a:pt x="142024" y="1165769"/>
                  </a:lnTo>
                  <a:lnTo>
                    <a:pt x="185671" y="1179317"/>
                  </a:lnTo>
                  <a:lnTo>
                    <a:pt x="232531" y="1184041"/>
                  </a:lnTo>
                  <a:lnTo>
                    <a:pt x="1824837" y="1184041"/>
                  </a:lnTo>
                  <a:lnTo>
                    <a:pt x="1871698" y="1179317"/>
                  </a:lnTo>
                  <a:lnTo>
                    <a:pt x="1915349" y="1165769"/>
                  </a:lnTo>
                  <a:lnTo>
                    <a:pt x="1954852" y="1144331"/>
                  </a:lnTo>
                  <a:lnTo>
                    <a:pt x="1989273" y="1115939"/>
                  </a:lnTo>
                  <a:lnTo>
                    <a:pt x="2017674" y="1081528"/>
                  </a:lnTo>
                  <a:lnTo>
                    <a:pt x="2039120" y="1042031"/>
                  </a:lnTo>
                  <a:lnTo>
                    <a:pt x="2052673" y="998385"/>
                  </a:lnTo>
                  <a:lnTo>
                    <a:pt x="2057399" y="951524"/>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33" name="object 133"/>
            <p:cNvSpPr/>
            <p:nvPr/>
          </p:nvSpPr>
          <p:spPr>
            <a:xfrm>
              <a:off x="6829440" y="5286755"/>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24"/>
                  </a:lnTo>
                  <a:lnTo>
                    <a:pt x="2052673" y="998385"/>
                  </a:lnTo>
                  <a:lnTo>
                    <a:pt x="2039120" y="1042031"/>
                  </a:lnTo>
                  <a:lnTo>
                    <a:pt x="2017674" y="1081528"/>
                  </a:lnTo>
                  <a:lnTo>
                    <a:pt x="1989273" y="1115939"/>
                  </a:lnTo>
                  <a:lnTo>
                    <a:pt x="1954852" y="1144331"/>
                  </a:lnTo>
                  <a:lnTo>
                    <a:pt x="1915349" y="1165769"/>
                  </a:lnTo>
                  <a:lnTo>
                    <a:pt x="1871698" y="1179317"/>
                  </a:lnTo>
                  <a:lnTo>
                    <a:pt x="1824837" y="1184041"/>
                  </a:lnTo>
                  <a:lnTo>
                    <a:pt x="232531" y="1184041"/>
                  </a:lnTo>
                  <a:lnTo>
                    <a:pt x="185671" y="1179317"/>
                  </a:lnTo>
                  <a:lnTo>
                    <a:pt x="142024" y="1165769"/>
                  </a:lnTo>
                  <a:lnTo>
                    <a:pt x="102526" y="1144331"/>
                  </a:lnTo>
                  <a:lnTo>
                    <a:pt x="68111" y="1115939"/>
                  </a:lnTo>
                  <a:lnTo>
                    <a:pt x="39715" y="1081528"/>
                  </a:lnTo>
                  <a:lnTo>
                    <a:pt x="18275" y="1042031"/>
                  </a:lnTo>
                  <a:lnTo>
                    <a:pt x="4724" y="998385"/>
                  </a:lnTo>
                  <a:lnTo>
                    <a:pt x="0" y="951524"/>
                  </a:lnTo>
                  <a:lnTo>
                    <a:pt x="0" y="232541"/>
                  </a:lnTo>
                  <a:close/>
                </a:path>
              </a:pathLst>
            </a:custGeom>
            <a:ln w="76199">
              <a:solidFill>
                <a:srgbClr val="00AF50"/>
              </a:solidFill>
            </a:ln>
          </p:spPr>
          <p:txBody>
            <a:bodyPr wrap="square" lIns="0" tIns="0" rIns="0" bIns="0" rtlCol="0"/>
            <a:lstStyle/>
            <a:p>
              <a:endParaRPr/>
            </a:p>
          </p:txBody>
        </p:sp>
        <p:sp>
          <p:nvSpPr>
            <p:cNvPr id="134" name="object 134"/>
            <p:cNvSpPr/>
            <p:nvPr/>
          </p:nvSpPr>
          <p:spPr>
            <a:xfrm>
              <a:off x="6635496" y="4928615"/>
              <a:ext cx="2481072" cy="1929383"/>
            </a:xfrm>
            <a:prstGeom prst="rect">
              <a:avLst/>
            </a:prstGeom>
            <a:blipFill>
              <a:blip r:embed="rId55" cstate="print"/>
              <a:stretch>
                <a:fillRect/>
              </a:stretch>
            </a:blipFill>
          </p:spPr>
          <p:txBody>
            <a:bodyPr wrap="square" lIns="0" tIns="0" rIns="0" bIns="0" rtlCol="0"/>
            <a:lstStyle/>
            <a:p>
              <a:endParaRPr/>
            </a:p>
          </p:txBody>
        </p:sp>
        <p:sp>
          <p:nvSpPr>
            <p:cNvPr id="135" name="object 135"/>
            <p:cNvSpPr/>
            <p:nvPr/>
          </p:nvSpPr>
          <p:spPr>
            <a:xfrm>
              <a:off x="7377562" y="5522976"/>
              <a:ext cx="997585" cy="740410"/>
            </a:xfrm>
            <a:custGeom>
              <a:avLst/>
              <a:gdLst/>
              <a:ahLst/>
              <a:cxnLst/>
              <a:rect l="l" t="t" r="r" b="b"/>
              <a:pathLst>
                <a:path w="997584" h="740410">
                  <a:moveTo>
                    <a:pt x="550407" y="575285"/>
                  </a:moveTo>
                  <a:lnTo>
                    <a:pt x="550407" y="709290"/>
                  </a:lnTo>
                  <a:lnTo>
                    <a:pt x="587431" y="722759"/>
                  </a:lnTo>
                  <a:lnTo>
                    <a:pt x="628577" y="732377"/>
                  </a:lnTo>
                  <a:lnTo>
                    <a:pt x="673821" y="738146"/>
                  </a:lnTo>
                  <a:lnTo>
                    <a:pt x="723138" y="740069"/>
                  </a:lnTo>
                  <a:lnTo>
                    <a:pt x="783119" y="735803"/>
                  </a:lnTo>
                  <a:lnTo>
                    <a:pt x="836546" y="723007"/>
                  </a:lnTo>
                  <a:lnTo>
                    <a:pt x="883400" y="701683"/>
                  </a:lnTo>
                  <a:lnTo>
                    <a:pt x="923665" y="671834"/>
                  </a:lnTo>
                  <a:lnTo>
                    <a:pt x="956007" y="635239"/>
                  </a:lnTo>
                  <a:lnTo>
                    <a:pt x="964508" y="619957"/>
                  </a:lnTo>
                  <a:lnTo>
                    <a:pt x="705733" y="619957"/>
                  </a:lnTo>
                  <a:lnTo>
                    <a:pt x="665159" y="617164"/>
                  </a:lnTo>
                  <a:lnTo>
                    <a:pt x="625739" y="608788"/>
                  </a:lnTo>
                  <a:lnTo>
                    <a:pt x="587484" y="594828"/>
                  </a:lnTo>
                  <a:lnTo>
                    <a:pt x="550407" y="575285"/>
                  </a:lnTo>
                  <a:close/>
                </a:path>
                <a:path w="997584" h="740410">
                  <a:moveTo>
                    <a:pt x="979952" y="404551"/>
                  </a:moveTo>
                  <a:lnTo>
                    <a:pt x="688329" y="404551"/>
                  </a:lnTo>
                  <a:lnTo>
                    <a:pt x="742159" y="408780"/>
                  </a:lnTo>
                  <a:lnTo>
                    <a:pt x="784015" y="421466"/>
                  </a:lnTo>
                  <a:lnTo>
                    <a:pt x="813902" y="442610"/>
                  </a:lnTo>
                  <a:lnTo>
                    <a:pt x="831829" y="472209"/>
                  </a:lnTo>
                  <a:lnTo>
                    <a:pt x="837803" y="510265"/>
                  </a:lnTo>
                  <a:lnTo>
                    <a:pt x="835614" y="534261"/>
                  </a:lnTo>
                  <a:lnTo>
                    <a:pt x="818091" y="574338"/>
                  </a:lnTo>
                  <a:lnTo>
                    <a:pt x="783615" y="603342"/>
                  </a:lnTo>
                  <a:lnTo>
                    <a:pt x="735089" y="618111"/>
                  </a:lnTo>
                  <a:lnTo>
                    <a:pt x="705733" y="619957"/>
                  </a:lnTo>
                  <a:lnTo>
                    <a:pt x="964508" y="619957"/>
                  </a:lnTo>
                  <a:lnTo>
                    <a:pt x="979105" y="593714"/>
                  </a:lnTo>
                  <a:lnTo>
                    <a:pt x="992961" y="547258"/>
                  </a:lnTo>
                  <a:lnTo>
                    <a:pt x="997579" y="495869"/>
                  </a:lnTo>
                  <a:lnTo>
                    <a:pt x="993701" y="449713"/>
                  </a:lnTo>
                  <a:lnTo>
                    <a:pt x="982073" y="408520"/>
                  </a:lnTo>
                  <a:lnTo>
                    <a:pt x="979952" y="404551"/>
                  </a:lnTo>
                  <a:close/>
                </a:path>
                <a:path w="997584" h="740410">
                  <a:moveTo>
                    <a:pt x="964813" y="15870"/>
                  </a:moveTo>
                  <a:lnTo>
                    <a:pt x="588142" y="15870"/>
                  </a:lnTo>
                  <a:lnTo>
                    <a:pt x="561350" y="412979"/>
                  </a:lnTo>
                  <a:lnTo>
                    <a:pt x="596282" y="409287"/>
                  </a:lnTo>
                  <a:lnTo>
                    <a:pt x="629080" y="406654"/>
                  </a:lnTo>
                  <a:lnTo>
                    <a:pt x="659758" y="405077"/>
                  </a:lnTo>
                  <a:lnTo>
                    <a:pt x="688329" y="404551"/>
                  </a:lnTo>
                  <a:lnTo>
                    <a:pt x="979952" y="404551"/>
                  </a:lnTo>
                  <a:lnTo>
                    <a:pt x="962707" y="372289"/>
                  </a:lnTo>
                  <a:lnTo>
                    <a:pt x="935614" y="341019"/>
                  </a:lnTo>
                  <a:lnTo>
                    <a:pt x="901575" y="315828"/>
                  </a:lnTo>
                  <a:lnTo>
                    <a:pt x="861589" y="297834"/>
                  </a:lnTo>
                  <a:lnTo>
                    <a:pt x="815654" y="287038"/>
                  </a:lnTo>
                  <a:lnTo>
                    <a:pt x="806527" y="286405"/>
                  </a:lnTo>
                  <a:lnTo>
                    <a:pt x="697870" y="286405"/>
                  </a:lnTo>
                  <a:lnTo>
                    <a:pt x="707776" y="143969"/>
                  </a:lnTo>
                  <a:lnTo>
                    <a:pt x="964813" y="143969"/>
                  </a:lnTo>
                  <a:lnTo>
                    <a:pt x="964813" y="15870"/>
                  </a:lnTo>
                  <a:close/>
                </a:path>
                <a:path w="997584" h="740410">
                  <a:moveTo>
                    <a:pt x="763767" y="283439"/>
                  </a:moveTo>
                  <a:lnTo>
                    <a:pt x="749275" y="283624"/>
                  </a:lnTo>
                  <a:lnTo>
                    <a:pt x="733436" y="284180"/>
                  </a:lnTo>
                  <a:lnTo>
                    <a:pt x="716289" y="285107"/>
                  </a:lnTo>
                  <a:lnTo>
                    <a:pt x="697870" y="286405"/>
                  </a:lnTo>
                  <a:lnTo>
                    <a:pt x="806527" y="286405"/>
                  </a:lnTo>
                  <a:lnTo>
                    <a:pt x="763767" y="283439"/>
                  </a:lnTo>
                  <a:close/>
                </a:path>
                <a:path w="997584" h="740410">
                  <a:moveTo>
                    <a:pt x="307726" y="176723"/>
                  </a:moveTo>
                  <a:lnTo>
                    <a:pt x="151394" y="176723"/>
                  </a:lnTo>
                  <a:lnTo>
                    <a:pt x="151394" y="727661"/>
                  </a:lnTo>
                  <a:lnTo>
                    <a:pt x="307726" y="727661"/>
                  </a:lnTo>
                  <a:lnTo>
                    <a:pt x="307726" y="176723"/>
                  </a:lnTo>
                  <a:close/>
                </a:path>
                <a:path w="997584" h="740410">
                  <a:moveTo>
                    <a:pt x="307726" y="0"/>
                  </a:moveTo>
                  <a:lnTo>
                    <a:pt x="212841" y="0"/>
                  </a:lnTo>
                  <a:lnTo>
                    <a:pt x="190367" y="16314"/>
                  </a:lnTo>
                  <a:lnTo>
                    <a:pt x="166569" y="31925"/>
                  </a:lnTo>
                  <a:lnTo>
                    <a:pt x="115062" y="61091"/>
                  </a:lnTo>
                  <a:lnTo>
                    <a:pt x="59245" y="86392"/>
                  </a:lnTo>
                  <a:lnTo>
                    <a:pt x="0" y="106740"/>
                  </a:lnTo>
                  <a:lnTo>
                    <a:pt x="0" y="238768"/>
                  </a:lnTo>
                  <a:lnTo>
                    <a:pt x="42153" y="230575"/>
                  </a:lnTo>
                  <a:lnTo>
                    <a:pt x="83301" y="216670"/>
                  </a:lnTo>
                  <a:lnTo>
                    <a:pt x="120761" y="198308"/>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36" name="object 136"/>
            <p:cNvSpPr/>
            <p:nvPr/>
          </p:nvSpPr>
          <p:spPr>
            <a:xfrm>
              <a:off x="7377561" y="5522976"/>
              <a:ext cx="997585" cy="740410"/>
            </a:xfrm>
            <a:custGeom>
              <a:avLst/>
              <a:gdLst/>
              <a:ahLst/>
              <a:cxnLst/>
              <a:rect l="l" t="t" r="r" b="b"/>
              <a:pathLst>
                <a:path w="997584" h="740410">
                  <a:moveTo>
                    <a:pt x="588142" y="15870"/>
                  </a:moveTo>
                  <a:lnTo>
                    <a:pt x="964813" y="15870"/>
                  </a:lnTo>
                  <a:lnTo>
                    <a:pt x="964813" y="143969"/>
                  </a:lnTo>
                  <a:lnTo>
                    <a:pt x="707776" y="143969"/>
                  </a:lnTo>
                  <a:lnTo>
                    <a:pt x="697870" y="286405"/>
                  </a:lnTo>
                  <a:lnTo>
                    <a:pt x="716289" y="285107"/>
                  </a:lnTo>
                  <a:lnTo>
                    <a:pt x="733436" y="284180"/>
                  </a:lnTo>
                  <a:lnTo>
                    <a:pt x="749275" y="283624"/>
                  </a:lnTo>
                  <a:lnTo>
                    <a:pt x="763767" y="283439"/>
                  </a:lnTo>
                  <a:lnTo>
                    <a:pt x="815654" y="287038"/>
                  </a:lnTo>
                  <a:lnTo>
                    <a:pt x="861589" y="297834"/>
                  </a:lnTo>
                  <a:lnTo>
                    <a:pt x="901575" y="315828"/>
                  </a:lnTo>
                  <a:lnTo>
                    <a:pt x="935614" y="341019"/>
                  </a:lnTo>
                  <a:lnTo>
                    <a:pt x="962706" y="372289"/>
                  </a:lnTo>
                  <a:lnTo>
                    <a:pt x="982073" y="408520"/>
                  </a:lnTo>
                  <a:lnTo>
                    <a:pt x="993701" y="449713"/>
                  </a:lnTo>
                  <a:lnTo>
                    <a:pt x="997579" y="495869"/>
                  </a:lnTo>
                  <a:lnTo>
                    <a:pt x="992961" y="547258"/>
                  </a:lnTo>
                  <a:lnTo>
                    <a:pt x="979105" y="593714"/>
                  </a:lnTo>
                  <a:lnTo>
                    <a:pt x="956007" y="635239"/>
                  </a:lnTo>
                  <a:lnTo>
                    <a:pt x="923665" y="671834"/>
                  </a:lnTo>
                  <a:lnTo>
                    <a:pt x="883400" y="701683"/>
                  </a:lnTo>
                  <a:lnTo>
                    <a:pt x="836546" y="723007"/>
                  </a:lnTo>
                  <a:lnTo>
                    <a:pt x="783119" y="735803"/>
                  </a:lnTo>
                  <a:lnTo>
                    <a:pt x="723137" y="740069"/>
                  </a:lnTo>
                  <a:lnTo>
                    <a:pt x="673821" y="738146"/>
                  </a:lnTo>
                  <a:lnTo>
                    <a:pt x="628577" y="732377"/>
                  </a:lnTo>
                  <a:lnTo>
                    <a:pt x="587431" y="722759"/>
                  </a:lnTo>
                  <a:lnTo>
                    <a:pt x="550407" y="709290"/>
                  </a:lnTo>
                  <a:lnTo>
                    <a:pt x="550407" y="575285"/>
                  </a:lnTo>
                  <a:lnTo>
                    <a:pt x="587484" y="594828"/>
                  </a:lnTo>
                  <a:lnTo>
                    <a:pt x="625739" y="608788"/>
                  </a:lnTo>
                  <a:lnTo>
                    <a:pt x="665159" y="617164"/>
                  </a:lnTo>
                  <a:lnTo>
                    <a:pt x="705733" y="619957"/>
                  </a:lnTo>
                  <a:lnTo>
                    <a:pt x="735089" y="618111"/>
                  </a:lnTo>
                  <a:lnTo>
                    <a:pt x="783615" y="603342"/>
                  </a:lnTo>
                  <a:lnTo>
                    <a:pt x="818091" y="574338"/>
                  </a:lnTo>
                  <a:lnTo>
                    <a:pt x="835614" y="534261"/>
                  </a:lnTo>
                  <a:lnTo>
                    <a:pt x="837803" y="510265"/>
                  </a:lnTo>
                  <a:lnTo>
                    <a:pt x="831829" y="472209"/>
                  </a:lnTo>
                  <a:lnTo>
                    <a:pt x="813902" y="442610"/>
                  </a:lnTo>
                  <a:lnTo>
                    <a:pt x="784015" y="421466"/>
                  </a:lnTo>
                  <a:lnTo>
                    <a:pt x="742159" y="408780"/>
                  </a:lnTo>
                  <a:lnTo>
                    <a:pt x="688329" y="404551"/>
                  </a:lnTo>
                  <a:lnTo>
                    <a:pt x="659758" y="405077"/>
                  </a:lnTo>
                  <a:lnTo>
                    <a:pt x="629080" y="406654"/>
                  </a:lnTo>
                  <a:lnTo>
                    <a:pt x="596282" y="409287"/>
                  </a:lnTo>
                  <a:lnTo>
                    <a:pt x="561350" y="412979"/>
                  </a:lnTo>
                  <a:lnTo>
                    <a:pt x="588142" y="15870"/>
                  </a:lnTo>
                  <a:close/>
                </a:path>
                <a:path w="997584" h="740410">
                  <a:moveTo>
                    <a:pt x="212841" y="0"/>
                  </a:moveTo>
                  <a:lnTo>
                    <a:pt x="307726" y="0"/>
                  </a:lnTo>
                  <a:lnTo>
                    <a:pt x="307726" y="727661"/>
                  </a:lnTo>
                  <a:lnTo>
                    <a:pt x="151394" y="727661"/>
                  </a:lnTo>
                  <a:lnTo>
                    <a:pt x="151394" y="176723"/>
                  </a:lnTo>
                  <a:lnTo>
                    <a:pt x="144619" y="182356"/>
                  </a:lnTo>
                  <a:lnTo>
                    <a:pt x="111843" y="203281"/>
                  </a:lnTo>
                  <a:lnTo>
                    <a:pt x="73306" y="220612"/>
                  </a:lnTo>
                  <a:lnTo>
                    <a:pt x="31521" y="233226"/>
                  </a:lnTo>
                  <a:lnTo>
                    <a:pt x="0" y="238768"/>
                  </a:lnTo>
                  <a:lnTo>
                    <a:pt x="0" y="106740"/>
                  </a:lnTo>
                  <a:lnTo>
                    <a:pt x="30048" y="97187"/>
                  </a:lnTo>
                  <a:lnTo>
                    <a:pt x="59245" y="86392"/>
                  </a:lnTo>
                  <a:lnTo>
                    <a:pt x="115061" y="61091"/>
                  </a:lnTo>
                  <a:lnTo>
                    <a:pt x="166569" y="31925"/>
                  </a:lnTo>
                  <a:lnTo>
                    <a:pt x="190367" y="16314"/>
                  </a:lnTo>
                  <a:lnTo>
                    <a:pt x="212841" y="0"/>
                  </a:lnTo>
                  <a:close/>
                </a:path>
              </a:pathLst>
            </a:custGeom>
            <a:ln w="12191">
              <a:solidFill>
                <a:srgbClr val="000000"/>
              </a:solidFill>
            </a:ln>
          </p:spPr>
          <p:txBody>
            <a:bodyPr wrap="square" lIns="0" tIns="0" rIns="0" bIns="0" rtlCol="0"/>
            <a:lstStyle/>
            <a:p>
              <a:endParaRPr/>
            </a:p>
          </p:txBody>
        </p:sp>
        <p:sp>
          <p:nvSpPr>
            <p:cNvPr id="137" name="object 137"/>
            <p:cNvSpPr/>
            <p:nvPr/>
          </p:nvSpPr>
          <p:spPr>
            <a:xfrm>
              <a:off x="6739128" y="5209032"/>
              <a:ext cx="2218944" cy="1345692"/>
            </a:xfrm>
            <a:prstGeom prst="rect">
              <a:avLst/>
            </a:prstGeom>
            <a:blipFill>
              <a:blip r:embed="rId56" cstate="print"/>
              <a:stretch>
                <a:fillRect/>
              </a:stretch>
            </a:blipFill>
          </p:spPr>
          <p:txBody>
            <a:bodyPr wrap="square" lIns="0" tIns="0" rIns="0" bIns="0" rtlCol="0"/>
            <a:lstStyle/>
            <a:p>
              <a:endParaRPr/>
            </a:p>
          </p:txBody>
        </p:sp>
        <p:sp>
          <p:nvSpPr>
            <p:cNvPr id="138" name="object 138"/>
            <p:cNvSpPr/>
            <p:nvPr/>
          </p:nvSpPr>
          <p:spPr>
            <a:xfrm>
              <a:off x="6585204" y="4892039"/>
              <a:ext cx="2558795" cy="1965959"/>
            </a:xfrm>
            <a:prstGeom prst="rect">
              <a:avLst/>
            </a:prstGeom>
            <a:blipFill>
              <a:blip r:embed="rId57" cstate="print"/>
              <a:stretch>
                <a:fillRect/>
              </a:stretch>
            </a:blipFill>
          </p:spPr>
          <p:txBody>
            <a:bodyPr wrap="square" lIns="0" tIns="0" rIns="0" bIns="0" rtlCol="0"/>
            <a:lstStyle/>
            <a:p>
              <a:endParaRPr/>
            </a:p>
          </p:txBody>
        </p:sp>
        <p:sp>
          <p:nvSpPr>
            <p:cNvPr id="139" name="object 139"/>
            <p:cNvSpPr/>
            <p:nvPr/>
          </p:nvSpPr>
          <p:spPr>
            <a:xfrm>
              <a:off x="6819899" y="5269991"/>
              <a:ext cx="2057400" cy="1184275"/>
            </a:xfrm>
            <a:custGeom>
              <a:avLst/>
              <a:gdLst/>
              <a:ahLst/>
              <a:cxnLst/>
              <a:rect l="l" t="t" r="r" b="b"/>
              <a:pathLst>
                <a:path w="2057400" h="1184275">
                  <a:moveTo>
                    <a:pt x="1824868"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1"/>
                  </a:lnTo>
                  <a:lnTo>
                    <a:pt x="18279" y="1041965"/>
                  </a:lnTo>
                  <a:lnTo>
                    <a:pt x="39723" y="1081459"/>
                  </a:lnTo>
                  <a:lnTo>
                    <a:pt x="68122" y="1115869"/>
                  </a:lnTo>
                  <a:lnTo>
                    <a:pt x="102539" y="1144260"/>
                  </a:lnTo>
                  <a:lnTo>
                    <a:pt x="142037" y="1165696"/>
                  </a:lnTo>
                  <a:lnTo>
                    <a:pt x="185680" y="1179244"/>
                  </a:lnTo>
                  <a:lnTo>
                    <a:pt x="232531" y="1183968"/>
                  </a:lnTo>
                  <a:lnTo>
                    <a:pt x="1824868" y="1183968"/>
                  </a:lnTo>
                  <a:lnTo>
                    <a:pt x="1871719" y="1179244"/>
                  </a:lnTo>
                  <a:lnTo>
                    <a:pt x="1915362" y="1165696"/>
                  </a:lnTo>
                  <a:lnTo>
                    <a:pt x="1954860" y="1144260"/>
                  </a:lnTo>
                  <a:lnTo>
                    <a:pt x="1989277" y="1115869"/>
                  </a:lnTo>
                  <a:lnTo>
                    <a:pt x="2017676" y="1081459"/>
                  </a:lnTo>
                  <a:lnTo>
                    <a:pt x="2039120" y="1041965"/>
                  </a:lnTo>
                  <a:lnTo>
                    <a:pt x="2052674" y="998321"/>
                  </a:lnTo>
                  <a:lnTo>
                    <a:pt x="2057399" y="951463"/>
                  </a:lnTo>
                  <a:lnTo>
                    <a:pt x="2057399" y="232409"/>
                  </a:lnTo>
                  <a:lnTo>
                    <a:pt x="2052674" y="185559"/>
                  </a:lnTo>
                  <a:lnTo>
                    <a:pt x="2039120" y="141928"/>
                  </a:lnTo>
                  <a:lnTo>
                    <a:pt x="2017676" y="102449"/>
                  </a:lnTo>
                  <a:lnTo>
                    <a:pt x="1989277" y="68056"/>
                  </a:lnTo>
                  <a:lnTo>
                    <a:pt x="1954860" y="39681"/>
                  </a:lnTo>
                  <a:lnTo>
                    <a:pt x="1915362" y="18258"/>
                  </a:lnTo>
                  <a:lnTo>
                    <a:pt x="1871719" y="4720"/>
                  </a:lnTo>
                  <a:lnTo>
                    <a:pt x="1824868" y="0"/>
                  </a:lnTo>
                  <a:close/>
                </a:path>
              </a:pathLst>
            </a:custGeom>
            <a:solidFill>
              <a:srgbClr val="252525"/>
            </a:solidFill>
          </p:spPr>
          <p:txBody>
            <a:bodyPr wrap="square" lIns="0" tIns="0" rIns="0" bIns="0" rtlCol="0"/>
            <a:lstStyle/>
            <a:p>
              <a:endParaRPr/>
            </a:p>
          </p:txBody>
        </p:sp>
        <p:sp>
          <p:nvSpPr>
            <p:cNvPr id="140" name="object 140"/>
            <p:cNvSpPr/>
            <p:nvPr/>
          </p:nvSpPr>
          <p:spPr>
            <a:xfrm>
              <a:off x="6819899" y="5269991"/>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868" y="0"/>
                  </a:lnTo>
                  <a:lnTo>
                    <a:pt x="1871719" y="4720"/>
                  </a:lnTo>
                  <a:lnTo>
                    <a:pt x="1915362" y="18258"/>
                  </a:lnTo>
                  <a:lnTo>
                    <a:pt x="1954860" y="39681"/>
                  </a:lnTo>
                  <a:lnTo>
                    <a:pt x="1989277" y="68056"/>
                  </a:lnTo>
                  <a:lnTo>
                    <a:pt x="2017676" y="102449"/>
                  </a:lnTo>
                  <a:lnTo>
                    <a:pt x="2039120" y="141928"/>
                  </a:lnTo>
                  <a:lnTo>
                    <a:pt x="2052674" y="185559"/>
                  </a:lnTo>
                  <a:lnTo>
                    <a:pt x="2057399" y="232409"/>
                  </a:lnTo>
                  <a:lnTo>
                    <a:pt x="2057399" y="951463"/>
                  </a:lnTo>
                  <a:lnTo>
                    <a:pt x="2052674" y="998321"/>
                  </a:lnTo>
                  <a:lnTo>
                    <a:pt x="2039120" y="1041965"/>
                  </a:lnTo>
                  <a:lnTo>
                    <a:pt x="2017676" y="1081459"/>
                  </a:lnTo>
                  <a:lnTo>
                    <a:pt x="1989277" y="1115869"/>
                  </a:lnTo>
                  <a:lnTo>
                    <a:pt x="1954860" y="1144260"/>
                  </a:lnTo>
                  <a:lnTo>
                    <a:pt x="1915362" y="1165696"/>
                  </a:lnTo>
                  <a:lnTo>
                    <a:pt x="1871719" y="1179244"/>
                  </a:lnTo>
                  <a:lnTo>
                    <a:pt x="1824868" y="1183968"/>
                  </a:lnTo>
                  <a:lnTo>
                    <a:pt x="232531" y="1183968"/>
                  </a:lnTo>
                  <a:lnTo>
                    <a:pt x="185680" y="1179244"/>
                  </a:lnTo>
                  <a:lnTo>
                    <a:pt x="142037" y="1165696"/>
                  </a:lnTo>
                  <a:lnTo>
                    <a:pt x="102539" y="1144260"/>
                  </a:lnTo>
                  <a:lnTo>
                    <a:pt x="68122" y="1115869"/>
                  </a:lnTo>
                  <a:lnTo>
                    <a:pt x="39723" y="1081459"/>
                  </a:lnTo>
                  <a:lnTo>
                    <a:pt x="18279" y="1041965"/>
                  </a:lnTo>
                  <a:lnTo>
                    <a:pt x="4725"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41" name="object 141"/>
            <p:cNvSpPr/>
            <p:nvPr/>
          </p:nvSpPr>
          <p:spPr>
            <a:xfrm>
              <a:off x="6626352" y="4911850"/>
              <a:ext cx="2481072" cy="1946147"/>
            </a:xfrm>
            <a:prstGeom prst="rect">
              <a:avLst/>
            </a:prstGeom>
            <a:blipFill>
              <a:blip r:embed="rId58" cstate="print"/>
              <a:stretch>
                <a:fillRect/>
              </a:stretch>
            </a:blipFill>
          </p:spPr>
          <p:txBody>
            <a:bodyPr wrap="square" lIns="0" tIns="0" rIns="0" bIns="0" rtlCol="0"/>
            <a:lstStyle/>
            <a:p>
              <a:endParaRPr/>
            </a:p>
          </p:txBody>
        </p:sp>
        <p:sp>
          <p:nvSpPr>
            <p:cNvPr id="142" name="object 142"/>
            <p:cNvSpPr/>
            <p:nvPr/>
          </p:nvSpPr>
          <p:spPr>
            <a:xfrm>
              <a:off x="7368022" y="5506211"/>
              <a:ext cx="1031240" cy="740410"/>
            </a:xfrm>
            <a:custGeom>
              <a:avLst/>
              <a:gdLst/>
              <a:ahLst/>
              <a:cxnLst/>
              <a:rect l="l" t="t" r="r" b="b"/>
              <a:pathLst>
                <a:path w="1031240" h="740410">
                  <a:moveTo>
                    <a:pt x="852190" y="3941"/>
                  </a:moveTo>
                  <a:lnTo>
                    <a:pt x="781480" y="11191"/>
                  </a:lnTo>
                  <a:lnTo>
                    <a:pt x="718200" y="33015"/>
                  </a:lnTo>
                  <a:lnTo>
                    <a:pt x="663031" y="68048"/>
                  </a:lnTo>
                  <a:lnTo>
                    <a:pt x="616732" y="115110"/>
                  </a:lnTo>
                  <a:lnTo>
                    <a:pt x="579611" y="173612"/>
                  </a:lnTo>
                  <a:lnTo>
                    <a:pt x="552206" y="242910"/>
                  </a:lnTo>
                  <a:lnTo>
                    <a:pt x="542294" y="281332"/>
                  </a:lnTo>
                  <a:lnTo>
                    <a:pt x="535228" y="321893"/>
                  </a:lnTo>
                  <a:lnTo>
                    <a:pt x="530997" y="364593"/>
                  </a:lnTo>
                  <a:lnTo>
                    <a:pt x="529594" y="409591"/>
                  </a:lnTo>
                  <a:lnTo>
                    <a:pt x="530667" y="447374"/>
                  </a:lnTo>
                  <a:lnTo>
                    <a:pt x="539349" y="517107"/>
                  </a:lnTo>
                  <a:lnTo>
                    <a:pt x="556614" y="578486"/>
                  </a:lnTo>
                  <a:lnTo>
                    <a:pt x="581626" y="630479"/>
                  </a:lnTo>
                  <a:lnTo>
                    <a:pt x="614356" y="672857"/>
                  </a:lnTo>
                  <a:lnTo>
                    <a:pt x="654495" y="705241"/>
                  </a:lnTo>
                  <a:lnTo>
                    <a:pt x="701739" y="727436"/>
                  </a:lnTo>
                  <a:lnTo>
                    <a:pt x="755460" y="738611"/>
                  </a:lnTo>
                  <a:lnTo>
                    <a:pt x="784738" y="740008"/>
                  </a:lnTo>
                  <a:lnTo>
                    <a:pt x="810981" y="738812"/>
                  </a:lnTo>
                  <a:lnTo>
                    <a:pt x="860326" y="729249"/>
                  </a:lnTo>
                  <a:lnTo>
                    <a:pt x="905233" y="710433"/>
                  </a:lnTo>
                  <a:lnTo>
                    <a:pt x="944228" y="684126"/>
                  </a:lnTo>
                  <a:lnTo>
                    <a:pt x="976884" y="650768"/>
                  </a:lnTo>
                  <a:lnTo>
                    <a:pt x="997422" y="619887"/>
                  </a:lnTo>
                  <a:lnTo>
                    <a:pt x="784738" y="619887"/>
                  </a:lnTo>
                  <a:lnTo>
                    <a:pt x="774321" y="619266"/>
                  </a:lnTo>
                  <a:lnTo>
                    <a:pt x="737619" y="604542"/>
                  </a:lnTo>
                  <a:lnTo>
                    <a:pt x="709963" y="573992"/>
                  </a:lnTo>
                  <a:lnTo>
                    <a:pt x="693326" y="531318"/>
                  </a:lnTo>
                  <a:lnTo>
                    <a:pt x="689366" y="493812"/>
                  </a:lnTo>
                  <a:lnTo>
                    <a:pt x="689792" y="482170"/>
                  </a:lnTo>
                  <a:lnTo>
                    <a:pt x="699794" y="440906"/>
                  </a:lnTo>
                  <a:lnTo>
                    <a:pt x="721726" y="409591"/>
                  </a:lnTo>
                  <a:lnTo>
                    <a:pt x="763356" y="388098"/>
                  </a:lnTo>
                  <a:lnTo>
                    <a:pt x="783732" y="386108"/>
                  </a:lnTo>
                  <a:lnTo>
                    <a:pt x="1011404" y="386108"/>
                  </a:lnTo>
                  <a:lnTo>
                    <a:pt x="1009362" y="380880"/>
                  </a:lnTo>
                  <a:lnTo>
                    <a:pt x="1000269" y="362719"/>
                  </a:lnTo>
                  <a:lnTo>
                    <a:pt x="989748" y="346015"/>
                  </a:lnTo>
                  <a:lnTo>
                    <a:pt x="985001" y="339958"/>
                  </a:lnTo>
                  <a:lnTo>
                    <a:pt x="684428" y="339958"/>
                  </a:lnTo>
                  <a:lnTo>
                    <a:pt x="685674" y="315959"/>
                  </a:lnTo>
                  <a:lnTo>
                    <a:pt x="692808" y="271409"/>
                  </a:lnTo>
                  <a:lnTo>
                    <a:pt x="705833" y="231606"/>
                  </a:lnTo>
                  <a:lnTo>
                    <a:pt x="723938" y="197490"/>
                  </a:lnTo>
                  <a:lnTo>
                    <a:pt x="760186" y="157548"/>
                  </a:lnTo>
                  <a:lnTo>
                    <a:pt x="806778" y="132200"/>
                  </a:lnTo>
                  <a:lnTo>
                    <a:pt x="862096" y="123550"/>
                  </a:lnTo>
                  <a:lnTo>
                    <a:pt x="980206" y="123550"/>
                  </a:lnTo>
                  <a:lnTo>
                    <a:pt x="980206" y="23241"/>
                  </a:lnTo>
                  <a:lnTo>
                    <a:pt x="955128" y="14815"/>
                  </a:lnTo>
                  <a:lnTo>
                    <a:pt x="925433" y="8782"/>
                  </a:lnTo>
                  <a:lnTo>
                    <a:pt x="891120" y="5153"/>
                  </a:lnTo>
                  <a:lnTo>
                    <a:pt x="852190" y="3941"/>
                  </a:lnTo>
                  <a:close/>
                </a:path>
                <a:path w="1031240" h="740410">
                  <a:moveTo>
                    <a:pt x="1011404" y="386108"/>
                  </a:moveTo>
                  <a:lnTo>
                    <a:pt x="783732" y="386108"/>
                  </a:lnTo>
                  <a:lnTo>
                    <a:pt x="824737" y="393274"/>
                  </a:lnTo>
                  <a:lnTo>
                    <a:pt x="854026" y="414772"/>
                  </a:lnTo>
                  <a:lnTo>
                    <a:pt x="871600" y="450602"/>
                  </a:lnTo>
                  <a:lnTo>
                    <a:pt x="877458" y="500765"/>
                  </a:lnTo>
                  <a:lnTo>
                    <a:pt x="877072" y="513653"/>
                  </a:lnTo>
                  <a:lnTo>
                    <a:pt x="867517" y="559799"/>
                  </a:lnTo>
                  <a:lnTo>
                    <a:pt x="846028" y="594263"/>
                  </a:lnTo>
                  <a:lnTo>
                    <a:pt x="805037" y="617715"/>
                  </a:lnTo>
                  <a:lnTo>
                    <a:pt x="784738" y="619887"/>
                  </a:lnTo>
                  <a:lnTo>
                    <a:pt x="997422" y="619887"/>
                  </a:lnTo>
                  <a:lnTo>
                    <a:pt x="1020577" y="565847"/>
                  </a:lnTo>
                  <a:lnTo>
                    <a:pt x="1029721" y="516713"/>
                  </a:lnTo>
                  <a:lnTo>
                    <a:pt x="1030864" y="490846"/>
                  </a:lnTo>
                  <a:lnTo>
                    <a:pt x="1030004" y="466583"/>
                  </a:lnTo>
                  <a:lnTo>
                    <a:pt x="1027419" y="443438"/>
                  </a:lnTo>
                  <a:lnTo>
                    <a:pt x="1023097" y="421411"/>
                  </a:lnTo>
                  <a:lnTo>
                    <a:pt x="1017026" y="400501"/>
                  </a:lnTo>
                  <a:lnTo>
                    <a:pt x="1011404" y="386108"/>
                  </a:lnTo>
                  <a:close/>
                </a:path>
                <a:path w="1031240" h="740410">
                  <a:moveTo>
                    <a:pt x="836828" y="269961"/>
                  </a:moveTo>
                  <a:lnTo>
                    <a:pt x="790462" y="274337"/>
                  </a:lnTo>
                  <a:lnTo>
                    <a:pt x="750093" y="287462"/>
                  </a:lnTo>
                  <a:lnTo>
                    <a:pt x="715754" y="309337"/>
                  </a:lnTo>
                  <a:lnTo>
                    <a:pt x="687476" y="339958"/>
                  </a:lnTo>
                  <a:lnTo>
                    <a:pt x="985001" y="339958"/>
                  </a:lnTo>
                  <a:lnTo>
                    <a:pt x="949859" y="305026"/>
                  </a:lnTo>
                  <a:lnTo>
                    <a:pt x="916686" y="285856"/>
                  </a:lnTo>
                  <a:lnTo>
                    <a:pt x="878894" y="273935"/>
                  </a:lnTo>
                  <a:lnTo>
                    <a:pt x="836828" y="269961"/>
                  </a:lnTo>
                  <a:close/>
                </a:path>
                <a:path w="1031240" h="740410">
                  <a:moveTo>
                    <a:pt x="980206" y="123550"/>
                  </a:moveTo>
                  <a:lnTo>
                    <a:pt x="862096" y="123550"/>
                  </a:lnTo>
                  <a:lnTo>
                    <a:pt x="893478" y="125472"/>
                  </a:lnTo>
                  <a:lnTo>
                    <a:pt x="923620" y="131240"/>
                  </a:lnTo>
                  <a:lnTo>
                    <a:pt x="952527" y="140854"/>
                  </a:lnTo>
                  <a:lnTo>
                    <a:pt x="980206" y="154317"/>
                  </a:lnTo>
                  <a:lnTo>
                    <a:pt x="980206" y="123550"/>
                  </a:lnTo>
                  <a:close/>
                </a:path>
                <a:path w="1031240" h="740410">
                  <a:moveTo>
                    <a:pt x="307726" y="176652"/>
                  </a:moveTo>
                  <a:lnTo>
                    <a:pt x="151394" y="176652"/>
                  </a:lnTo>
                  <a:lnTo>
                    <a:pt x="151394" y="727591"/>
                  </a:lnTo>
                  <a:lnTo>
                    <a:pt x="307726" y="727591"/>
                  </a:lnTo>
                  <a:lnTo>
                    <a:pt x="307726" y="176652"/>
                  </a:lnTo>
                  <a:close/>
                </a:path>
                <a:path w="1031240" h="740410">
                  <a:moveTo>
                    <a:pt x="307726" y="0"/>
                  </a:moveTo>
                  <a:lnTo>
                    <a:pt x="212872" y="0"/>
                  </a:lnTo>
                  <a:lnTo>
                    <a:pt x="190397" y="16240"/>
                  </a:lnTo>
                  <a:lnTo>
                    <a:pt x="166596" y="31815"/>
                  </a:lnTo>
                  <a:lnTo>
                    <a:pt x="115062" y="60960"/>
                  </a:lnTo>
                  <a:lnTo>
                    <a:pt x="59256" y="86296"/>
                  </a:lnTo>
                  <a:lnTo>
                    <a:pt x="0" y="106667"/>
                  </a:lnTo>
                  <a:lnTo>
                    <a:pt x="0" y="238694"/>
                  </a:lnTo>
                  <a:lnTo>
                    <a:pt x="42184" y="230505"/>
                  </a:lnTo>
                  <a:lnTo>
                    <a:pt x="83332" y="216609"/>
                  </a:lnTo>
                  <a:lnTo>
                    <a:pt x="120792" y="198251"/>
                  </a:lnTo>
                  <a:lnTo>
                    <a:pt x="151394" y="176652"/>
                  </a:lnTo>
                  <a:lnTo>
                    <a:pt x="307726" y="176652"/>
                  </a:lnTo>
                  <a:lnTo>
                    <a:pt x="307726" y="0"/>
                  </a:lnTo>
                  <a:close/>
                </a:path>
              </a:pathLst>
            </a:custGeom>
            <a:solidFill>
              <a:srgbClr val="FFFF00"/>
            </a:solidFill>
          </p:spPr>
          <p:txBody>
            <a:bodyPr wrap="square" lIns="0" tIns="0" rIns="0" bIns="0" rtlCol="0"/>
            <a:lstStyle/>
            <a:p>
              <a:endParaRPr/>
            </a:p>
          </p:txBody>
        </p:sp>
        <p:sp>
          <p:nvSpPr>
            <p:cNvPr id="143" name="object 143"/>
            <p:cNvSpPr/>
            <p:nvPr/>
          </p:nvSpPr>
          <p:spPr>
            <a:xfrm>
              <a:off x="8051291" y="5886224"/>
              <a:ext cx="200284" cy="245970"/>
            </a:xfrm>
            <a:prstGeom prst="rect">
              <a:avLst/>
            </a:prstGeom>
            <a:blipFill>
              <a:blip r:embed="rId59" cstate="print"/>
              <a:stretch>
                <a:fillRect/>
              </a:stretch>
            </a:blipFill>
          </p:spPr>
          <p:txBody>
            <a:bodyPr wrap="square" lIns="0" tIns="0" rIns="0" bIns="0" rtlCol="0"/>
            <a:lstStyle/>
            <a:p>
              <a:endParaRPr/>
            </a:p>
          </p:txBody>
        </p:sp>
        <p:sp>
          <p:nvSpPr>
            <p:cNvPr id="144" name="object 144"/>
            <p:cNvSpPr/>
            <p:nvPr/>
          </p:nvSpPr>
          <p:spPr>
            <a:xfrm>
              <a:off x="7368021" y="5506211"/>
              <a:ext cx="1031240" cy="740410"/>
            </a:xfrm>
            <a:custGeom>
              <a:avLst/>
              <a:gdLst/>
              <a:ahLst/>
              <a:cxnLst/>
              <a:rect l="l" t="t" r="r" b="b"/>
              <a:pathLst>
                <a:path w="1031240" h="740410">
                  <a:moveTo>
                    <a:pt x="852190" y="3941"/>
                  </a:moveTo>
                  <a:lnTo>
                    <a:pt x="891120" y="5153"/>
                  </a:lnTo>
                  <a:lnTo>
                    <a:pt x="925433" y="8782"/>
                  </a:lnTo>
                  <a:lnTo>
                    <a:pt x="955128" y="14815"/>
                  </a:lnTo>
                  <a:lnTo>
                    <a:pt x="980206" y="23240"/>
                  </a:lnTo>
                  <a:lnTo>
                    <a:pt x="980206" y="154317"/>
                  </a:lnTo>
                  <a:lnTo>
                    <a:pt x="952527" y="140854"/>
                  </a:lnTo>
                  <a:lnTo>
                    <a:pt x="923620" y="131240"/>
                  </a:lnTo>
                  <a:lnTo>
                    <a:pt x="893478" y="125472"/>
                  </a:lnTo>
                  <a:lnTo>
                    <a:pt x="862096" y="123550"/>
                  </a:lnTo>
                  <a:lnTo>
                    <a:pt x="842734" y="124511"/>
                  </a:lnTo>
                  <a:lnTo>
                    <a:pt x="790193" y="138933"/>
                  </a:lnTo>
                  <a:lnTo>
                    <a:pt x="746937" y="169278"/>
                  </a:lnTo>
                  <a:lnTo>
                    <a:pt x="714268" y="213819"/>
                  </a:lnTo>
                  <a:lnTo>
                    <a:pt x="698632" y="250853"/>
                  </a:lnTo>
                  <a:lnTo>
                    <a:pt x="688478" y="293110"/>
                  </a:lnTo>
                  <a:lnTo>
                    <a:pt x="684428" y="339958"/>
                  </a:lnTo>
                  <a:lnTo>
                    <a:pt x="687476" y="339958"/>
                  </a:lnTo>
                  <a:lnTo>
                    <a:pt x="715754" y="309337"/>
                  </a:lnTo>
                  <a:lnTo>
                    <a:pt x="750093" y="287462"/>
                  </a:lnTo>
                  <a:lnTo>
                    <a:pt x="790462" y="274337"/>
                  </a:lnTo>
                  <a:lnTo>
                    <a:pt x="836828" y="269961"/>
                  </a:lnTo>
                  <a:lnTo>
                    <a:pt x="878894" y="273935"/>
                  </a:lnTo>
                  <a:lnTo>
                    <a:pt x="916685" y="285856"/>
                  </a:lnTo>
                  <a:lnTo>
                    <a:pt x="949859" y="305026"/>
                  </a:lnTo>
                  <a:lnTo>
                    <a:pt x="989748" y="346015"/>
                  </a:lnTo>
                  <a:lnTo>
                    <a:pt x="1009362" y="380880"/>
                  </a:lnTo>
                  <a:lnTo>
                    <a:pt x="1023097" y="421411"/>
                  </a:lnTo>
                  <a:lnTo>
                    <a:pt x="1030004" y="466583"/>
                  </a:lnTo>
                  <a:lnTo>
                    <a:pt x="1030864" y="490846"/>
                  </a:lnTo>
                  <a:lnTo>
                    <a:pt x="1029721" y="516713"/>
                  </a:lnTo>
                  <a:lnTo>
                    <a:pt x="1020577" y="565847"/>
                  </a:lnTo>
                  <a:lnTo>
                    <a:pt x="1002458" y="611183"/>
                  </a:lnTo>
                  <a:lnTo>
                    <a:pt x="976884" y="650768"/>
                  </a:lnTo>
                  <a:lnTo>
                    <a:pt x="944228" y="684126"/>
                  </a:lnTo>
                  <a:lnTo>
                    <a:pt x="905233" y="710433"/>
                  </a:lnTo>
                  <a:lnTo>
                    <a:pt x="860326" y="729249"/>
                  </a:lnTo>
                  <a:lnTo>
                    <a:pt x="810981" y="738812"/>
                  </a:lnTo>
                  <a:lnTo>
                    <a:pt x="784738" y="740008"/>
                  </a:lnTo>
                  <a:lnTo>
                    <a:pt x="755460" y="738611"/>
                  </a:lnTo>
                  <a:lnTo>
                    <a:pt x="701739" y="727436"/>
                  </a:lnTo>
                  <a:lnTo>
                    <a:pt x="654495" y="705241"/>
                  </a:lnTo>
                  <a:lnTo>
                    <a:pt x="614356" y="672857"/>
                  </a:lnTo>
                  <a:lnTo>
                    <a:pt x="581626" y="630479"/>
                  </a:lnTo>
                  <a:lnTo>
                    <a:pt x="556614" y="578486"/>
                  </a:lnTo>
                  <a:lnTo>
                    <a:pt x="539349" y="517107"/>
                  </a:lnTo>
                  <a:lnTo>
                    <a:pt x="530667" y="447374"/>
                  </a:lnTo>
                  <a:lnTo>
                    <a:pt x="529589" y="409431"/>
                  </a:lnTo>
                  <a:lnTo>
                    <a:pt x="530997" y="364593"/>
                  </a:lnTo>
                  <a:lnTo>
                    <a:pt x="535228" y="321893"/>
                  </a:lnTo>
                  <a:lnTo>
                    <a:pt x="542294" y="281332"/>
                  </a:lnTo>
                  <a:lnTo>
                    <a:pt x="552206" y="242910"/>
                  </a:lnTo>
                  <a:lnTo>
                    <a:pt x="579611" y="173612"/>
                  </a:lnTo>
                  <a:lnTo>
                    <a:pt x="616732" y="115110"/>
                  </a:lnTo>
                  <a:lnTo>
                    <a:pt x="663031" y="68048"/>
                  </a:lnTo>
                  <a:lnTo>
                    <a:pt x="718200" y="33015"/>
                  </a:lnTo>
                  <a:lnTo>
                    <a:pt x="781480" y="11191"/>
                  </a:lnTo>
                  <a:lnTo>
                    <a:pt x="815896" y="5751"/>
                  </a:lnTo>
                  <a:lnTo>
                    <a:pt x="852190" y="3941"/>
                  </a:lnTo>
                  <a:close/>
                </a:path>
                <a:path w="1031240" h="740410">
                  <a:moveTo>
                    <a:pt x="212872" y="0"/>
                  </a:moveTo>
                  <a:lnTo>
                    <a:pt x="307726" y="0"/>
                  </a:lnTo>
                  <a:lnTo>
                    <a:pt x="307726" y="727591"/>
                  </a:lnTo>
                  <a:lnTo>
                    <a:pt x="151394" y="727591"/>
                  </a:lnTo>
                  <a:lnTo>
                    <a:pt x="151394" y="176652"/>
                  </a:lnTo>
                  <a:lnTo>
                    <a:pt x="144632" y="182282"/>
                  </a:lnTo>
                  <a:lnTo>
                    <a:pt x="111870" y="203209"/>
                  </a:lnTo>
                  <a:lnTo>
                    <a:pt x="73319" y="220551"/>
                  </a:lnTo>
                  <a:lnTo>
                    <a:pt x="31538" y="233159"/>
                  </a:lnTo>
                  <a:lnTo>
                    <a:pt x="0" y="238694"/>
                  </a:lnTo>
                  <a:lnTo>
                    <a:pt x="0" y="106667"/>
                  </a:lnTo>
                  <a:lnTo>
                    <a:pt x="30061" y="97105"/>
                  </a:lnTo>
                  <a:lnTo>
                    <a:pt x="59256" y="86296"/>
                  </a:lnTo>
                  <a:lnTo>
                    <a:pt x="115061" y="60959"/>
                  </a:lnTo>
                  <a:lnTo>
                    <a:pt x="166596" y="31815"/>
                  </a:lnTo>
                  <a:lnTo>
                    <a:pt x="190397" y="16240"/>
                  </a:lnTo>
                  <a:lnTo>
                    <a:pt x="212872" y="0"/>
                  </a:lnTo>
                  <a:close/>
                </a:path>
              </a:pathLst>
            </a:custGeom>
            <a:ln w="12191">
              <a:solidFill>
                <a:srgbClr val="000000"/>
              </a:solidFill>
            </a:ln>
          </p:spPr>
          <p:txBody>
            <a:bodyPr wrap="square" lIns="0" tIns="0" rIns="0" bIns="0" rtlCol="0"/>
            <a:lstStyle/>
            <a:p>
              <a:endParaRPr/>
            </a:p>
          </p:txBody>
        </p:sp>
        <p:sp>
          <p:nvSpPr>
            <p:cNvPr id="145" name="object 145"/>
            <p:cNvSpPr/>
            <p:nvPr/>
          </p:nvSpPr>
          <p:spPr>
            <a:xfrm>
              <a:off x="6748272" y="5234939"/>
              <a:ext cx="2218944" cy="1345692"/>
            </a:xfrm>
            <a:prstGeom prst="rect">
              <a:avLst/>
            </a:prstGeom>
            <a:blipFill>
              <a:blip r:embed="rId60" cstate="print"/>
              <a:stretch>
                <a:fillRect/>
              </a:stretch>
            </a:blipFill>
          </p:spPr>
          <p:txBody>
            <a:bodyPr wrap="square" lIns="0" tIns="0" rIns="0" bIns="0" rtlCol="0"/>
            <a:lstStyle/>
            <a:p>
              <a:endParaRPr/>
            </a:p>
          </p:txBody>
        </p:sp>
        <p:sp>
          <p:nvSpPr>
            <p:cNvPr id="146" name="object 146"/>
            <p:cNvSpPr/>
            <p:nvPr/>
          </p:nvSpPr>
          <p:spPr>
            <a:xfrm>
              <a:off x="6594348" y="4916422"/>
              <a:ext cx="2549651" cy="1941576"/>
            </a:xfrm>
            <a:prstGeom prst="rect">
              <a:avLst/>
            </a:prstGeom>
            <a:blipFill>
              <a:blip r:embed="rId61" cstate="print"/>
              <a:stretch>
                <a:fillRect/>
              </a:stretch>
            </a:blipFill>
          </p:spPr>
          <p:txBody>
            <a:bodyPr wrap="square" lIns="0" tIns="0" rIns="0" bIns="0" rtlCol="0"/>
            <a:lstStyle/>
            <a:p>
              <a:endParaRPr/>
            </a:p>
          </p:txBody>
        </p:sp>
        <p:sp>
          <p:nvSpPr>
            <p:cNvPr id="147" name="object 147"/>
            <p:cNvSpPr/>
            <p:nvPr/>
          </p:nvSpPr>
          <p:spPr>
            <a:xfrm>
              <a:off x="6829440" y="5295388"/>
              <a:ext cx="2057400" cy="1184275"/>
            </a:xfrm>
            <a:custGeom>
              <a:avLst/>
              <a:gdLst/>
              <a:ahLst/>
              <a:cxnLst/>
              <a:rect l="l" t="t" r="r" b="b"/>
              <a:pathLst>
                <a:path w="2057400" h="1184275">
                  <a:moveTo>
                    <a:pt x="1824837" y="0"/>
                  </a:moveTo>
                  <a:lnTo>
                    <a:pt x="232531" y="0"/>
                  </a:lnTo>
                  <a:lnTo>
                    <a:pt x="185671" y="4720"/>
                  </a:lnTo>
                  <a:lnTo>
                    <a:pt x="142024" y="18258"/>
                  </a:lnTo>
                  <a:lnTo>
                    <a:pt x="102526" y="39681"/>
                  </a:lnTo>
                  <a:lnTo>
                    <a:pt x="68111" y="68056"/>
                  </a:lnTo>
                  <a:lnTo>
                    <a:pt x="39715" y="102449"/>
                  </a:lnTo>
                  <a:lnTo>
                    <a:pt x="18275" y="141928"/>
                  </a:lnTo>
                  <a:lnTo>
                    <a:pt x="4724" y="185559"/>
                  </a:lnTo>
                  <a:lnTo>
                    <a:pt x="0" y="232409"/>
                  </a:lnTo>
                  <a:lnTo>
                    <a:pt x="0" y="951463"/>
                  </a:lnTo>
                  <a:lnTo>
                    <a:pt x="4724" y="998321"/>
                  </a:lnTo>
                  <a:lnTo>
                    <a:pt x="18275" y="1041965"/>
                  </a:lnTo>
                  <a:lnTo>
                    <a:pt x="39715" y="1081459"/>
                  </a:lnTo>
                  <a:lnTo>
                    <a:pt x="68111" y="1115869"/>
                  </a:lnTo>
                  <a:lnTo>
                    <a:pt x="102526" y="1144260"/>
                  </a:lnTo>
                  <a:lnTo>
                    <a:pt x="142024" y="1165696"/>
                  </a:lnTo>
                  <a:lnTo>
                    <a:pt x="185671" y="1179244"/>
                  </a:lnTo>
                  <a:lnTo>
                    <a:pt x="232531" y="1183968"/>
                  </a:lnTo>
                  <a:lnTo>
                    <a:pt x="1824837" y="1183968"/>
                  </a:lnTo>
                  <a:lnTo>
                    <a:pt x="1871698" y="1179244"/>
                  </a:lnTo>
                  <a:lnTo>
                    <a:pt x="1915349" y="1165696"/>
                  </a:lnTo>
                  <a:lnTo>
                    <a:pt x="1954852" y="1144260"/>
                  </a:lnTo>
                  <a:lnTo>
                    <a:pt x="1989273" y="1115869"/>
                  </a:lnTo>
                  <a:lnTo>
                    <a:pt x="2017674" y="1081459"/>
                  </a:lnTo>
                  <a:lnTo>
                    <a:pt x="2039120" y="1041965"/>
                  </a:lnTo>
                  <a:lnTo>
                    <a:pt x="2052673" y="998321"/>
                  </a:lnTo>
                  <a:lnTo>
                    <a:pt x="2057399" y="951463"/>
                  </a:lnTo>
                  <a:lnTo>
                    <a:pt x="2057399" y="232409"/>
                  </a:lnTo>
                  <a:lnTo>
                    <a:pt x="2052673" y="185559"/>
                  </a:lnTo>
                  <a:lnTo>
                    <a:pt x="2039120" y="141928"/>
                  </a:lnTo>
                  <a:lnTo>
                    <a:pt x="2017674" y="102449"/>
                  </a:lnTo>
                  <a:lnTo>
                    <a:pt x="1989273" y="68056"/>
                  </a:lnTo>
                  <a:lnTo>
                    <a:pt x="1954852" y="39681"/>
                  </a:lnTo>
                  <a:lnTo>
                    <a:pt x="1915349" y="18258"/>
                  </a:lnTo>
                  <a:lnTo>
                    <a:pt x="1871698" y="4720"/>
                  </a:lnTo>
                  <a:lnTo>
                    <a:pt x="1824837" y="0"/>
                  </a:lnTo>
                  <a:close/>
                </a:path>
              </a:pathLst>
            </a:custGeom>
            <a:solidFill>
              <a:srgbClr val="252525"/>
            </a:solidFill>
          </p:spPr>
          <p:txBody>
            <a:bodyPr wrap="square" lIns="0" tIns="0" rIns="0" bIns="0" rtlCol="0"/>
            <a:lstStyle/>
            <a:p>
              <a:endParaRPr/>
            </a:p>
          </p:txBody>
        </p:sp>
        <p:sp>
          <p:nvSpPr>
            <p:cNvPr id="148" name="object 148"/>
            <p:cNvSpPr/>
            <p:nvPr/>
          </p:nvSpPr>
          <p:spPr>
            <a:xfrm>
              <a:off x="6829440" y="5295388"/>
              <a:ext cx="2057400" cy="1184275"/>
            </a:xfrm>
            <a:custGeom>
              <a:avLst/>
              <a:gdLst/>
              <a:ahLst/>
              <a:cxnLst/>
              <a:rect l="l" t="t" r="r" b="b"/>
              <a:pathLst>
                <a:path w="2057400" h="1184275">
                  <a:moveTo>
                    <a:pt x="0" y="232409"/>
                  </a:moveTo>
                  <a:lnTo>
                    <a:pt x="4724" y="185559"/>
                  </a:lnTo>
                  <a:lnTo>
                    <a:pt x="18275" y="141928"/>
                  </a:lnTo>
                  <a:lnTo>
                    <a:pt x="39715" y="102449"/>
                  </a:lnTo>
                  <a:lnTo>
                    <a:pt x="68111" y="68056"/>
                  </a:lnTo>
                  <a:lnTo>
                    <a:pt x="102526" y="39681"/>
                  </a:lnTo>
                  <a:lnTo>
                    <a:pt x="142024" y="18258"/>
                  </a:lnTo>
                  <a:lnTo>
                    <a:pt x="185671" y="4720"/>
                  </a:lnTo>
                  <a:lnTo>
                    <a:pt x="232531" y="0"/>
                  </a:lnTo>
                  <a:lnTo>
                    <a:pt x="1824837" y="0"/>
                  </a:lnTo>
                  <a:lnTo>
                    <a:pt x="1871698" y="4720"/>
                  </a:lnTo>
                  <a:lnTo>
                    <a:pt x="1915349" y="18258"/>
                  </a:lnTo>
                  <a:lnTo>
                    <a:pt x="1954852" y="39681"/>
                  </a:lnTo>
                  <a:lnTo>
                    <a:pt x="1989273" y="68056"/>
                  </a:lnTo>
                  <a:lnTo>
                    <a:pt x="2017674" y="102449"/>
                  </a:lnTo>
                  <a:lnTo>
                    <a:pt x="2039120" y="141928"/>
                  </a:lnTo>
                  <a:lnTo>
                    <a:pt x="2052673" y="185559"/>
                  </a:lnTo>
                  <a:lnTo>
                    <a:pt x="2057399" y="232409"/>
                  </a:lnTo>
                  <a:lnTo>
                    <a:pt x="2057399" y="951463"/>
                  </a:lnTo>
                  <a:lnTo>
                    <a:pt x="2052673" y="998321"/>
                  </a:lnTo>
                  <a:lnTo>
                    <a:pt x="2039120" y="1041965"/>
                  </a:lnTo>
                  <a:lnTo>
                    <a:pt x="2017674" y="1081459"/>
                  </a:lnTo>
                  <a:lnTo>
                    <a:pt x="1989273" y="1115869"/>
                  </a:lnTo>
                  <a:lnTo>
                    <a:pt x="1954852" y="1144260"/>
                  </a:lnTo>
                  <a:lnTo>
                    <a:pt x="1915349" y="1165696"/>
                  </a:lnTo>
                  <a:lnTo>
                    <a:pt x="1871698" y="1179244"/>
                  </a:lnTo>
                  <a:lnTo>
                    <a:pt x="1824837" y="1183968"/>
                  </a:lnTo>
                  <a:lnTo>
                    <a:pt x="232531" y="1183968"/>
                  </a:lnTo>
                  <a:lnTo>
                    <a:pt x="185671" y="1179244"/>
                  </a:lnTo>
                  <a:lnTo>
                    <a:pt x="142024" y="1165696"/>
                  </a:lnTo>
                  <a:lnTo>
                    <a:pt x="102526" y="1144260"/>
                  </a:lnTo>
                  <a:lnTo>
                    <a:pt x="68111" y="1115869"/>
                  </a:lnTo>
                  <a:lnTo>
                    <a:pt x="39715" y="1081459"/>
                  </a:lnTo>
                  <a:lnTo>
                    <a:pt x="18275" y="1041965"/>
                  </a:lnTo>
                  <a:lnTo>
                    <a:pt x="4724"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49" name="object 149"/>
            <p:cNvSpPr/>
            <p:nvPr/>
          </p:nvSpPr>
          <p:spPr>
            <a:xfrm>
              <a:off x="6635496" y="4937759"/>
              <a:ext cx="2481072" cy="1920239"/>
            </a:xfrm>
            <a:prstGeom prst="rect">
              <a:avLst/>
            </a:prstGeom>
            <a:blipFill>
              <a:blip r:embed="rId62" cstate="print"/>
              <a:stretch>
                <a:fillRect/>
              </a:stretch>
            </a:blipFill>
          </p:spPr>
          <p:txBody>
            <a:bodyPr wrap="square" lIns="0" tIns="0" rIns="0" bIns="0" rtlCol="0"/>
            <a:lstStyle/>
            <a:p>
              <a:endParaRPr/>
            </a:p>
          </p:txBody>
        </p:sp>
        <p:sp>
          <p:nvSpPr>
            <p:cNvPr id="150" name="object 150"/>
            <p:cNvSpPr/>
            <p:nvPr/>
          </p:nvSpPr>
          <p:spPr>
            <a:xfrm>
              <a:off x="7377562" y="5531607"/>
              <a:ext cx="1022985" cy="727710"/>
            </a:xfrm>
            <a:custGeom>
              <a:avLst/>
              <a:gdLst/>
              <a:ahLst/>
              <a:cxnLst/>
              <a:rect l="l" t="t" r="r" b="b"/>
              <a:pathLst>
                <a:path w="1022984" h="727710">
                  <a:moveTo>
                    <a:pt x="1022969" y="15883"/>
                  </a:moveTo>
                  <a:lnTo>
                    <a:pt x="527547" y="15883"/>
                  </a:lnTo>
                  <a:lnTo>
                    <a:pt x="527547" y="143899"/>
                  </a:lnTo>
                  <a:lnTo>
                    <a:pt x="858133" y="143899"/>
                  </a:lnTo>
                  <a:lnTo>
                    <a:pt x="838029" y="176845"/>
                  </a:lnTo>
                  <a:lnTo>
                    <a:pt x="818479" y="210159"/>
                  </a:lnTo>
                  <a:lnTo>
                    <a:pt x="799455" y="243845"/>
                  </a:lnTo>
                  <a:lnTo>
                    <a:pt x="780928" y="277904"/>
                  </a:lnTo>
                  <a:lnTo>
                    <a:pt x="763118" y="312388"/>
                  </a:lnTo>
                  <a:lnTo>
                    <a:pt x="746097" y="347335"/>
                  </a:lnTo>
                  <a:lnTo>
                    <a:pt x="729887" y="382746"/>
                  </a:lnTo>
                  <a:lnTo>
                    <a:pt x="714512" y="418624"/>
                  </a:lnTo>
                  <a:lnTo>
                    <a:pt x="699904" y="455030"/>
                  </a:lnTo>
                  <a:lnTo>
                    <a:pt x="686207" y="492024"/>
                  </a:lnTo>
                  <a:lnTo>
                    <a:pt x="673419" y="529605"/>
                  </a:lnTo>
                  <a:lnTo>
                    <a:pt x="661537" y="567772"/>
                  </a:lnTo>
                  <a:lnTo>
                    <a:pt x="650728" y="606614"/>
                  </a:lnTo>
                  <a:lnTo>
                    <a:pt x="640994" y="646200"/>
                  </a:lnTo>
                  <a:lnTo>
                    <a:pt x="632357" y="686531"/>
                  </a:lnTo>
                  <a:lnTo>
                    <a:pt x="624840" y="727603"/>
                  </a:lnTo>
                  <a:lnTo>
                    <a:pt x="788670" y="727603"/>
                  </a:lnTo>
                  <a:lnTo>
                    <a:pt x="795598" y="684649"/>
                  </a:lnTo>
                  <a:lnTo>
                    <a:pt x="803449" y="643158"/>
                  </a:lnTo>
                  <a:lnTo>
                    <a:pt x="812231" y="603125"/>
                  </a:lnTo>
                  <a:lnTo>
                    <a:pt x="821954" y="564547"/>
                  </a:lnTo>
                  <a:lnTo>
                    <a:pt x="832657" y="526857"/>
                  </a:lnTo>
                  <a:lnTo>
                    <a:pt x="844417" y="489476"/>
                  </a:lnTo>
                  <a:lnTo>
                    <a:pt x="857230" y="452405"/>
                  </a:lnTo>
                  <a:lnTo>
                    <a:pt x="871087" y="415646"/>
                  </a:lnTo>
                  <a:lnTo>
                    <a:pt x="886017" y="378916"/>
                  </a:lnTo>
                  <a:lnTo>
                    <a:pt x="902055" y="341936"/>
                  </a:lnTo>
                  <a:lnTo>
                    <a:pt x="919213" y="304708"/>
                  </a:lnTo>
                  <a:lnTo>
                    <a:pt x="937503" y="267236"/>
                  </a:lnTo>
                  <a:lnTo>
                    <a:pt x="956987" y="228973"/>
                  </a:lnTo>
                  <a:lnTo>
                    <a:pt x="977722" y="189377"/>
                  </a:lnTo>
                  <a:lnTo>
                    <a:pt x="999714" y="148446"/>
                  </a:lnTo>
                  <a:lnTo>
                    <a:pt x="1022969" y="106180"/>
                  </a:lnTo>
                  <a:lnTo>
                    <a:pt x="1022969" y="15883"/>
                  </a:lnTo>
                  <a:close/>
                </a:path>
                <a:path w="1022984" h="727710">
                  <a:moveTo>
                    <a:pt x="307726" y="176665"/>
                  </a:moveTo>
                  <a:lnTo>
                    <a:pt x="151394" y="176665"/>
                  </a:lnTo>
                  <a:lnTo>
                    <a:pt x="151394" y="727603"/>
                  </a:lnTo>
                  <a:lnTo>
                    <a:pt x="307726" y="727603"/>
                  </a:lnTo>
                  <a:lnTo>
                    <a:pt x="307726" y="176665"/>
                  </a:lnTo>
                  <a:close/>
                </a:path>
                <a:path w="1022984" h="727710">
                  <a:moveTo>
                    <a:pt x="307726" y="0"/>
                  </a:moveTo>
                  <a:lnTo>
                    <a:pt x="212841" y="0"/>
                  </a:lnTo>
                  <a:lnTo>
                    <a:pt x="190367" y="16241"/>
                  </a:lnTo>
                  <a:lnTo>
                    <a:pt x="166569" y="31822"/>
                  </a:lnTo>
                  <a:lnTo>
                    <a:pt x="115062" y="61020"/>
                  </a:lnTo>
                  <a:lnTo>
                    <a:pt x="59245" y="86326"/>
                  </a:lnTo>
                  <a:lnTo>
                    <a:pt x="0" y="106667"/>
                  </a:lnTo>
                  <a:lnTo>
                    <a:pt x="0" y="238698"/>
                  </a:lnTo>
                  <a:lnTo>
                    <a:pt x="42153" y="230505"/>
                  </a:lnTo>
                  <a:lnTo>
                    <a:pt x="83301" y="216609"/>
                  </a:lnTo>
                  <a:lnTo>
                    <a:pt x="120761" y="198251"/>
                  </a:lnTo>
                  <a:lnTo>
                    <a:pt x="151394" y="176665"/>
                  </a:lnTo>
                  <a:lnTo>
                    <a:pt x="307726" y="176665"/>
                  </a:lnTo>
                  <a:lnTo>
                    <a:pt x="307726" y="0"/>
                  </a:lnTo>
                  <a:close/>
                </a:path>
              </a:pathLst>
            </a:custGeom>
            <a:solidFill>
              <a:srgbClr val="FFFF00"/>
            </a:solidFill>
          </p:spPr>
          <p:txBody>
            <a:bodyPr wrap="square" lIns="0" tIns="0" rIns="0" bIns="0" rtlCol="0"/>
            <a:lstStyle/>
            <a:p>
              <a:endParaRPr/>
            </a:p>
          </p:txBody>
        </p:sp>
        <p:sp>
          <p:nvSpPr>
            <p:cNvPr id="151" name="object 151"/>
            <p:cNvSpPr/>
            <p:nvPr/>
          </p:nvSpPr>
          <p:spPr>
            <a:xfrm>
              <a:off x="7377561" y="5531607"/>
              <a:ext cx="1022985" cy="727710"/>
            </a:xfrm>
            <a:custGeom>
              <a:avLst/>
              <a:gdLst/>
              <a:ahLst/>
              <a:cxnLst/>
              <a:rect l="l" t="t" r="r" b="b"/>
              <a:pathLst>
                <a:path w="1022984" h="727710">
                  <a:moveTo>
                    <a:pt x="527547" y="15883"/>
                  </a:moveTo>
                  <a:lnTo>
                    <a:pt x="1022969" y="15883"/>
                  </a:lnTo>
                  <a:lnTo>
                    <a:pt x="1022969" y="106180"/>
                  </a:lnTo>
                  <a:lnTo>
                    <a:pt x="999714" y="148446"/>
                  </a:lnTo>
                  <a:lnTo>
                    <a:pt x="977722" y="189377"/>
                  </a:lnTo>
                  <a:lnTo>
                    <a:pt x="956987" y="228973"/>
                  </a:lnTo>
                  <a:lnTo>
                    <a:pt x="937503" y="267236"/>
                  </a:lnTo>
                  <a:lnTo>
                    <a:pt x="919213" y="304708"/>
                  </a:lnTo>
                  <a:lnTo>
                    <a:pt x="902055" y="341936"/>
                  </a:lnTo>
                  <a:lnTo>
                    <a:pt x="886017" y="378916"/>
                  </a:lnTo>
                  <a:lnTo>
                    <a:pt x="871087" y="415646"/>
                  </a:lnTo>
                  <a:lnTo>
                    <a:pt x="857229" y="452405"/>
                  </a:lnTo>
                  <a:lnTo>
                    <a:pt x="844417" y="489476"/>
                  </a:lnTo>
                  <a:lnTo>
                    <a:pt x="832657" y="526857"/>
                  </a:lnTo>
                  <a:lnTo>
                    <a:pt x="821954" y="564547"/>
                  </a:lnTo>
                  <a:lnTo>
                    <a:pt x="812231" y="603125"/>
                  </a:lnTo>
                  <a:lnTo>
                    <a:pt x="803448" y="643158"/>
                  </a:lnTo>
                  <a:lnTo>
                    <a:pt x="795597" y="684649"/>
                  </a:lnTo>
                  <a:lnTo>
                    <a:pt x="788669" y="727603"/>
                  </a:lnTo>
                  <a:lnTo>
                    <a:pt x="624839" y="727603"/>
                  </a:lnTo>
                  <a:lnTo>
                    <a:pt x="632357" y="686530"/>
                  </a:lnTo>
                  <a:lnTo>
                    <a:pt x="640994" y="646200"/>
                  </a:lnTo>
                  <a:lnTo>
                    <a:pt x="650728" y="606614"/>
                  </a:lnTo>
                  <a:lnTo>
                    <a:pt x="661537" y="567772"/>
                  </a:lnTo>
                  <a:lnTo>
                    <a:pt x="673419" y="529605"/>
                  </a:lnTo>
                  <a:lnTo>
                    <a:pt x="686207" y="492024"/>
                  </a:lnTo>
                  <a:lnTo>
                    <a:pt x="699904" y="455030"/>
                  </a:lnTo>
                  <a:lnTo>
                    <a:pt x="714512" y="418624"/>
                  </a:lnTo>
                  <a:lnTo>
                    <a:pt x="729887" y="382746"/>
                  </a:lnTo>
                  <a:lnTo>
                    <a:pt x="746097" y="347335"/>
                  </a:lnTo>
                  <a:lnTo>
                    <a:pt x="763118" y="312388"/>
                  </a:lnTo>
                  <a:lnTo>
                    <a:pt x="780928" y="277904"/>
                  </a:lnTo>
                  <a:lnTo>
                    <a:pt x="799455" y="243845"/>
                  </a:lnTo>
                  <a:lnTo>
                    <a:pt x="818479" y="210159"/>
                  </a:lnTo>
                  <a:lnTo>
                    <a:pt x="838029" y="176845"/>
                  </a:lnTo>
                  <a:lnTo>
                    <a:pt x="858133" y="143899"/>
                  </a:lnTo>
                  <a:lnTo>
                    <a:pt x="527547" y="143899"/>
                  </a:lnTo>
                  <a:lnTo>
                    <a:pt x="527547" y="15883"/>
                  </a:lnTo>
                  <a:close/>
                </a:path>
                <a:path w="1022984" h="727710">
                  <a:moveTo>
                    <a:pt x="212841" y="0"/>
                  </a:moveTo>
                  <a:lnTo>
                    <a:pt x="307726" y="0"/>
                  </a:lnTo>
                  <a:lnTo>
                    <a:pt x="307726" y="727603"/>
                  </a:lnTo>
                  <a:lnTo>
                    <a:pt x="151394" y="727603"/>
                  </a:lnTo>
                  <a:lnTo>
                    <a:pt x="151394" y="176665"/>
                  </a:lnTo>
                  <a:lnTo>
                    <a:pt x="144619" y="182292"/>
                  </a:lnTo>
                  <a:lnTo>
                    <a:pt x="111843" y="203216"/>
                  </a:lnTo>
                  <a:lnTo>
                    <a:pt x="73306" y="220551"/>
                  </a:lnTo>
                  <a:lnTo>
                    <a:pt x="31521" y="233161"/>
                  </a:lnTo>
                  <a:lnTo>
                    <a:pt x="0" y="238698"/>
                  </a:lnTo>
                  <a:lnTo>
                    <a:pt x="0" y="106667"/>
                  </a:lnTo>
                  <a:lnTo>
                    <a:pt x="30048" y="97118"/>
                  </a:lnTo>
                  <a:lnTo>
                    <a:pt x="59245" y="86326"/>
                  </a:lnTo>
                  <a:lnTo>
                    <a:pt x="115061" y="61020"/>
                  </a:lnTo>
                  <a:lnTo>
                    <a:pt x="166569" y="31822"/>
                  </a:lnTo>
                  <a:lnTo>
                    <a:pt x="190367" y="16241"/>
                  </a:lnTo>
                  <a:lnTo>
                    <a:pt x="212841" y="0"/>
                  </a:lnTo>
                  <a:close/>
                </a:path>
              </a:pathLst>
            </a:custGeom>
            <a:ln w="12191">
              <a:solidFill>
                <a:srgbClr val="000000"/>
              </a:solidFill>
            </a:ln>
          </p:spPr>
          <p:txBody>
            <a:bodyPr wrap="square" lIns="0" tIns="0" rIns="0" bIns="0" rtlCol="0"/>
            <a:lstStyle/>
            <a:p>
              <a:endParaRPr/>
            </a:p>
          </p:txBody>
        </p:sp>
        <p:sp>
          <p:nvSpPr>
            <p:cNvPr id="152" name="object 152"/>
            <p:cNvSpPr/>
            <p:nvPr/>
          </p:nvSpPr>
          <p:spPr>
            <a:xfrm>
              <a:off x="6751320" y="5213603"/>
              <a:ext cx="2218944" cy="1345692"/>
            </a:xfrm>
            <a:prstGeom prst="rect">
              <a:avLst/>
            </a:prstGeom>
            <a:blipFill>
              <a:blip r:embed="rId63" cstate="print"/>
              <a:stretch>
                <a:fillRect/>
              </a:stretch>
            </a:blipFill>
          </p:spPr>
          <p:txBody>
            <a:bodyPr wrap="square" lIns="0" tIns="0" rIns="0" bIns="0" rtlCol="0"/>
            <a:lstStyle/>
            <a:p>
              <a:endParaRPr/>
            </a:p>
          </p:txBody>
        </p:sp>
        <p:sp>
          <p:nvSpPr>
            <p:cNvPr id="153" name="object 153"/>
            <p:cNvSpPr/>
            <p:nvPr/>
          </p:nvSpPr>
          <p:spPr>
            <a:xfrm>
              <a:off x="6597396" y="4895086"/>
              <a:ext cx="2546603" cy="1962912"/>
            </a:xfrm>
            <a:prstGeom prst="rect">
              <a:avLst/>
            </a:prstGeom>
            <a:blipFill>
              <a:blip r:embed="rId64" cstate="print"/>
              <a:stretch>
                <a:fillRect/>
              </a:stretch>
            </a:blipFill>
          </p:spPr>
          <p:txBody>
            <a:bodyPr wrap="square" lIns="0" tIns="0" rIns="0" bIns="0" rtlCol="0"/>
            <a:lstStyle/>
            <a:p>
              <a:endParaRPr/>
            </a:p>
          </p:txBody>
        </p:sp>
        <p:sp>
          <p:nvSpPr>
            <p:cNvPr id="154" name="object 154"/>
            <p:cNvSpPr/>
            <p:nvPr/>
          </p:nvSpPr>
          <p:spPr>
            <a:xfrm>
              <a:off x="6832488" y="5274051"/>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7"/>
                  </a:lnTo>
                  <a:lnTo>
                    <a:pt x="18275" y="1042035"/>
                  </a:lnTo>
                  <a:lnTo>
                    <a:pt x="39715" y="1081533"/>
                  </a:lnTo>
                  <a:lnTo>
                    <a:pt x="68111" y="1115947"/>
                  </a:lnTo>
                  <a:lnTo>
                    <a:pt x="102526" y="1144341"/>
                  </a:lnTo>
                  <a:lnTo>
                    <a:pt x="142024" y="1165780"/>
                  </a:lnTo>
                  <a:lnTo>
                    <a:pt x="185671" y="1179329"/>
                  </a:lnTo>
                  <a:lnTo>
                    <a:pt x="232531" y="1184053"/>
                  </a:lnTo>
                  <a:lnTo>
                    <a:pt x="1824989" y="1184053"/>
                  </a:lnTo>
                  <a:lnTo>
                    <a:pt x="1871835" y="1179329"/>
                  </a:lnTo>
                  <a:lnTo>
                    <a:pt x="1915465" y="1165780"/>
                  </a:lnTo>
                  <a:lnTo>
                    <a:pt x="1954943" y="1144341"/>
                  </a:lnTo>
                  <a:lnTo>
                    <a:pt x="1989338" y="1115947"/>
                  </a:lnTo>
                  <a:lnTo>
                    <a:pt x="2017714" y="1081533"/>
                  </a:lnTo>
                  <a:lnTo>
                    <a:pt x="2039139" y="1042035"/>
                  </a:lnTo>
                  <a:lnTo>
                    <a:pt x="2052679" y="998387"/>
                  </a:lnTo>
                  <a:lnTo>
                    <a:pt x="2057399" y="951524"/>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55" name="object 155"/>
            <p:cNvSpPr/>
            <p:nvPr/>
          </p:nvSpPr>
          <p:spPr>
            <a:xfrm>
              <a:off x="6832488" y="5274051"/>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24"/>
                  </a:lnTo>
                  <a:lnTo>
                    <a:pt x="2052679" y="998387"/>
                  </a:lnTo>
                  <a:lnTo>
                    <a:pt x="2039139" y="1042035"/>
                  </a:lnTo>
                  <a:lnTo>
                    <a:pt x="2017714" y="1081533"/>
                  </a:lnTo>
                  <a:lnTo>
                    <a:pt x="1989338" y="1115947"/>
                  </a:lnTo>
                  <a:lnTo>
                    <a:pt x="1954943" y="1144341"/>
                  </a:lnTo>
                  <a:lnTo>
                    <a:pt x="1915465" y="1165780"/>
                  </a:lnTo>
                  <a:lnTo>
                    <a:pt x="1871835" y="1179329"/>
                  </a:lnTo>
                  <a:lnTo>
                    <a:pt x="1824989" y="1184053"/>
                  </a:lnTo>
                  <a:lnTo>
                    <a:pt x="232531" y="1184053"/>
                  </a:lnTo>
                  <a:lnTo>
                    <a:pt x="185671" y="1179329"/>
                  </a:lnTo>
                  <a:lnTo>
                    <a:pt x="142024" y="1165780"/>
                  </a:lnTo>
                  <a:lnTo>
                    <a:pt x="102526" y="1144341"/>
                  </a:lnTo>
                  <a:lnTo>
                    <a:pt x="68111" y="1115947"/>
                  </a:lnTo>
                  <a:lnTo>
                    <a:pt x="39715" y="1081533"/>
                  </a:lnTo>
                  <a:lnTo>
                    <a:pt x="18275" y="1042035"/>
                  </a:lnTo>
                  <a:lnTo>
                    <a:pt x="4724" y="998387"/>
                  </a:lnTo>
                  <a:lnTo>
                    <a:pt x="0" y="951524"/>
                  </a:lnTo>
                  <a:lnTo>
                    <a:pt x="0" y="232541"/>
                  </a:lnTo>
                  <a:close/>
                </a:path>
              </a:pathLst>
            </a:custGeom>
            <a:ln w="76199">
              <a:solidFill>
                <a:srgbClr val="00AF50"/>
              </a:solidFill>
            </a:ln>
          </p:spPr>
          <p:txBody>
            <a:bodyPr wrap="square" lIns="0" tIns="0" rIns="0" bIns="0" rtlCol="0"/>
            <a:lstStyle/>
            <a:p>
              <a:endParaRPr/>
            </a:p>
          </p:txBody>
        </p:sp>
        <p:sp>
          <p:nvSpPr>
            <p:cNvPr id="156" name="object 156"/>
            <p:cNvSpPr/>
            <p:nvPr/>
          </p:nvSpPr>
          <p:spPr>
            <a:xfrm>
              <a:off x="6638544" y="4916422"/>
              <a:ext cx="2481072" cy="1941576"/>
            </a:xfrm>
            <a:prstGeom prst="rect">
              <a:avLst/>
            </a:prstGeom>
            <a:blipFill>
              <a:blip r:embed="rId65" cstate="print"/>
              <a:stretch>
                <a:fillRect/>
              </a:stretch>
            </a:blipFill>
          </p:spPr>
          <p:txBody>
            <a:bodyPr wrap="square" lIns="0" tIns="0" rIns="0" bIns="0" rtlCol="0"/>
            <a:lstStyle/>
            <a:p>
              <a:endParaRPr/>
            </a:p>
          </p:txBody>
        </p:sp>
        <p:sp>
          <p:nvSpPr>
            <p:cNvPr id="157" name="object 157"/>
            <p:cNvSpPr/>
            <p:nvPr/>
          </p:nvSpPr>
          <p:spPr>
            <a:xfrm>
              <a:off x="7380610" y="5510271"/>
              <a:ext cx="1025525" cy="739140"/>
            </a:xfrm>
            <a:custGeom>
              <a:avLst/>
              <a:gdLst/>
              <a:ahLst/>
              <a:cxnLst/>
              <a:rect l="l" t="t" r="r" b="b"/>
              <a:pathLst>
                <a:path w="1025525" h="739139">
                  <a:moveTo>
                    <a:pt x="773795" y="3941"/>
                  </a:moveTo>
                  <a:lnTo>
                    <a:pt x="726117" y="7527"/>
                  </a:lnTo>
                  <a:lnTo>
                    <a:pt x="682233" y="18169"/>
                  </a:lnTo>
                  <a:lnTo>
                    <a:pt x="643208" y="35102"/>
                  </a:lnTo>
                  <a:lnTo>
                    <a:pt x="609965" y="57662"/>
                  </a:lnTo>
                  <a:lnTo>
                    <a:pt x="583002" y="85262"/>
                  </a:lnTo>
                  <a:lnTo>
                    <a:pt x="562599" y="117658"/>
                  </a:lnTo>
                  <a:lnTo>
                    <a:pt x="549748" y="153895"/>
                  </a:lnTo>
                  <a:lnTo>
                    <a:pt x="545470" y="193106"/>
                  </a:lnTo>
                  <a:lnTo>
                    <a:pt x="547329" y="218096"/>
                  </a:lnTo>
                  <a:lnTo>
                    <a:pt x="562237" y="264631"/>
                  </a:lnTo>
                  <a:lnTo>
                    <a:pt x="591694" y="306196"/>
                  </a:lnTo>
                  <a:lnTo>
                    <a:pt x="633607" y="340568"/>
                  </a:lnTo>
                  <a:lnTo>
                    <a:pt x="659130" y="354912"/>
                  </a:lnTo>
                  <a:lnTo>
                    <a:pt x="642078" y="361287"/>
                  </a:lnTo>
                  <a:lnTo>
                    <a:pt x="597926" y="385440"/>
                  </a:lnTo>
                  <a:lnTo>
                    <a:pt x="563704" y="416153"/>
                  </a:lnTo>
                  <a:lnTo>
                    <a:pt x="539206" y="452200"/>
                  </a:lnTo>
                  <a:lnTo>
                    <a:pt x="524557" y="492665"/>
                  </a:lnTo>
                  <a:lnTo>
                    <a:pt x="519684" y="536079"/>
                  </a:lnTo>
                  <a:lnTo>
                    <a:pt x="520871" y="558182"/>
                  </a:lnTo>
                  <a:lnTo>
                    <a:pt x="530343" y="599503"/>
                  </a:lnTo>
                  <a:lnTo>
                    <a:pt x="548940" y="636789"/>
                  </a:lnTo>
                  <a:lnTo>
                    <a:pt x="575083" y="668931"/>
                  </a:lnTo>
                  <a:lnTo>
                    <a:pt x="608498" y="695638"/>
                  </a:lnTo>
                  <a:lnTo>
                    <a:pt x="648454" y="716360"/>
                  </a:lnTo>
                  <a:lnTo>
                    <a:pt x="694574" y="730843"/>
                  </a:lnTo>
                  <a:lnTo>
                    <a:pt x="745294" y="738164"/>
                  </a:lnTo>
                  <a:lnTo>
                    <a:pt x="772271" y="739079"/>
                  </a:lnTo>
                  <a:lnTo>
                    <a:pt x="799762" y="738148"/>
                  </a:lnTo>
                  <a:lnTo>
                    <a:pt x="851005" y="730708"/>
                  </a:lnTo>
                  <a:lnTo>
                    <a:pt x="897213" y="715990"/>
                  </a:lnTo>
                  <a:lnTo>
                    <a:pt x="937218" y="695014"/>
                  </a:lnTo>
                  <a:lnTo>
                    <a:pt x="970541" y="668073"/>
                  </a:lnTo>
                  <a:lnTo>
                    <a:pt x="996486" y="635814"/>
                  </a:lnTo>
                  <a:lnTo>
                    <a:pt x="1001466" y="626912"/>
                  </a:lnTo>
                  <a:lnTo>
                    <a:pt x="772789" y="626912"/>
                  </a:lnTo>
                  <a:lnTo>
                    <a:pt x="761189" y="626463"/>
                  </a:lnTo>
                  <a:lnTo>
                    <a:pt x="720656" y="615722"/>
                  </a:lnTo>
                  <a:lnTo>
                    <a:pt x="690289" y="592041"/>
                  </a:lnTo>
                  <a:lnTo>
                    <a:pt x="672266" y="556372"/>
                  </a:lnTo>
                  <a:lnTo>
                    <a:pt x="668152" y="522671"/>
                  </a:lnTo>
                  <a:lnTo>
                    <a:pt x="668630" y="511475"/>
                  </a:lnTo>
                  <a:lnTo>
                    <a:pt x="680377" y="471134"/>
                  </a:lnTo>
                  <a:lnTo>
                    <a:pt x="705153" y="440315"/>
                  </a:lnTo>
                  <a:lnTo>
                    <a:pt x="741011" y="421781"/>
                  </a:lnTo>
                  <a:lnTo>
                    <a:pt x="772789" y="417457"/>
                  </a:lnTo>
                  <a:lnTo>
                    <a:pt x="983514" y="417457"/>
                  </a:lnTo>
                  <a:lnTo>
                    <a:pt x="979716" y="412818"/>
                  </a:lnTo>
                  <a:lnTo>
                    <a:pt x="945001" y="381963"/>
                  </a:lnTo>
                  <a:lnTo>
                    <a:pt x="900849" y="357812"/>
                  </a:lnTo>
                  <a:lnTo>
                    <a:pt x="884041" y="351437"/>
                  </a:lnTo>
                  <a:lnTo>
                    <a:pt x="910543" y="337121"/>
                  </a:lnTo>
                  <a:lnTo>
                    <a:pt x="934021" y="320975"/>
                  </a:lnTo>
                  <a:lnTo>
                    <a:pt x="954447" y="302999"/>
                  </a:lnTo>
                  <a:lnTo>
                    <a:pt x="958969" y="297835"/>
                  </a:lnTo>
                  <a:lnTo>
                    <a:pt x="774832" y="297835"/>
                  </a:lnTo>
                  <a:lnTo>
                    <a:pt x="766261" y="297401"/>
                  </a:lnTo>
                  <a:lnTo>
                    <a:pt x="727150" y="282569"/>
                  </a:lnTo>
                  <a:lnTo>
                    <a:pt x="700285" y="251027"/>
                  </a:lnTo>
                  <a:lnTo>
                    <a:pt x="689975" y="207501"/>
                  </a:lnTo>
                  <a:lnTo>
                    <a:pt x="690358" y="198210"/>
                  </a:lnTo>
                  <a:lnTo>
                    <a:pt x="703596" y="156502"/>
                  </a:lnTo>
                  <a:lnTo>
                    <a:pt x="732751" y="127782"/>
                  </a:lnTo>
                  <a:lnTo>
                    <a:pt x="774832" y="116668"/>
                  </a:lnTo>
                  <a:lnTo>
                    <a:pt x="986790" y="116668"/>
                  </a:lnTo>
                  <a:lnTo>
                    <a:pt x="977471" y="100119"/>
                  </a:lnTo>
                  <a:lnTo>
                    <a:pt x="939302" y="57412"/>
                  </a:lnTo>
                  <a:lnTo>
                    <a:pt x="905873" y="35026"/>
                  </a:lnTo>
                  <a:lnTo>
                    <a:pt x="866637" y="18169"/>
                  </a:lnTo>
                  <a:lnTo>
                    <a:pt x="822319" y="7527"/>
                  </a:lnTo>
                  <a:lnTo>
                    <a:pt x="798597" y="4841"/>
                  </a:lnTo>
                  <a:lnTo>
                    <a:pt x="773795" y="3941"/>
                  </a:lnTo>
                  <a:close/>
                </a:path>
                <a:path w="1025525" h="739139">
                  <a:moveTo>
                    <a:pt x="983514" y="417457"/>
                  </a:moveTo>
                  <a:lnTo>
                    <a:pt x="772789" y="417457"/>
                  </a:lnTo>
                  <a:lnTo>
                    <a:pt x="784411" y="417984"/>
                  </a:lnTo>
                  <a:lnTo>
                    <a:pt x="795448" y="419564"/>
                  </a:lnTo>
                  <a:lnTo>
                    <a:pt x="833563" y="435752"/>
                  </a:lnTo>
                  <a:lnTo>
                    <a:pt x="861025" y="463926"/>
                  </a:lnTo>
                  <a:lnTo>
                    <a:pt x="875682" y="501829"/>
                  </a:lnTo>
                  <a:lnTo>
                    <a:pt x="877580" y="522671"/>
                  </a:lnTo>
                  <a:lnTo>
                    <a:pt x="877077" y="534304"/>
                  </a:lnTo>
                  <a:lnTo>
                    <a:pt x="865257" y="575170"/>
                  </a:lnTo>
                  <a:lnTo>
                    <a:pt x="840447" y="604947"/>
                  </a:lnTo>
                  <a:lnTo>
                    <a:pt x="804932" y="622716"/>
                  </a:lnTo>
                  <a:lnTo>
                    <a:pt x="772789" y="626912"/>
                  </a:lnTo>
                  <a:lnTo>
                    <a:pt x="1001466" y="626912"/>
                  </a:lnTo>
                  <a:lnTo>
                    <a:pt x="1020378" y="578206"/>
                  </a:lnTo>
                  <a:lnTo>
                    <a:pt x="1024934" y="536079"/>
                  </a:lnTo>
                  <a:lnTo>
                    <a:pt x="1025001" y="534304"/>
                  </a:lnTo>
                  <a:lnTo>
                    <a:pt x="1024442" y="519594"/>
                  </a:lnTo>
                  <a:lnTo>
                    <a:pt x="1015989" y="476262"/>
                  </a:lnTo>
                  <a:lnTo>
                    <a:pt x="997584" y="436578"/>
                  </a:lnTo>
                  <a:lnTo>
                    <a:pt x="989197" y="424397"/>
                  </a:lnTo>
                  <a:lnTo>
                    <a:pt x="983514" y="417457"/>
                  </a:lnTo>
                  <a:close/>
                </a:path>
                <a:path w="1025525" h="739139">
                  <a:moveTo>
                    <a:pt x="986790" y="116668"/>
                  </a:moveTo>
                  <a:lnTo>
                    <a:pt x="774832" y="116668"/>
                  </a:lnTo>
                  <a:lnTo>
                    <a:pt x="783726" y="117117"/>
                  </a:lnTo>
                  <a:lnTo>
                    <a:pt x="792156" y="118407"/>
                  </a:lnTo>
                  <a:lnTo>
                    <a:pt x="829534" y="136976"/>
                  </a:lnTo>
                  <a:lnTo>
                    <a:pt x="853683" y="171520"/>
                  </a:lnTo>
                  <a:lnTo>
                    <a:pt x="860176" y="207501"/>
                  </a:lnTo>
                  <a:lnTo>
                    <a:pt x="859764" y="216793"/>
                  </a:lnTo>
                  <a:lnTo>
                    <a:pt x="845530" y="258130"/>
                  </a:lnTo>
                  <a:lnTo>
                    <a:pt x="815539" y="287084"/>
                  </a:lnTo>
                  <a:lnTo>
                    <a:pt x="774832" y="297835"/>
                  </a:lnTo>
                  <a:lnTo>
                    <a:pt x="958969" y="297835"/>
                  </a:lnTo>
                  <a:lnTo>
                    <a:pt x="985725" y="261897"/>
                  </a:lnTo>
                  <a:lnTo>
                    <a:pt x="1001677" y="215865"/>
                  </a:lnTo>
                  <a:lnTo>
                    <a:pt x="1003675" y="191130"/>
                  </a:lnTo>
                  <a:lnTo>
                    <a:pt x="1002610" y="171395"/>
                  </a:lnTo>
                  <a:lnTo>
                    <a:pt x="999427" y="152409"/>
                  </a:lnTo>
                  <a:lnTo>
                    <a:pt x="994147" y="134167"/>
                  </a:lnTo>
                  <a:lnTo>
                    <a:pt x="986790" y="116668"/>
                  </a:lnTo>
                  <a:close/>
                </a:path>
                <a:path w="1025525" h="739139">
                  <a:moveTo>
                    <a:pt x="307726" y="176723"/>
                  </a:moveTo>
                  <a:lnTo>
                    <a:pt x="151394" y="176723"/>
                  </a:lnTo>
                  <a:lnTo>
                    <a:pt x="151394" y="727661"/>
                  </a:lnTo>
                  <a:lnTo>
                    <a:pt x="307726" y="727661"/>
                  </a:lnTo>
                  <a:lnTo>
                    <a:pt x="307726" y="176723"/>
                  </a:lnTo>
                  <a:close/>
                </a:path>
                <a:path w="1025525" h="739139">
                  <a:moveTo>
                    <a:pt x="307726" y="0"/>
                  </a:moveTo>
                  <a:lnTo>
                    <a:pt x="212963" y="0"/>
                  </a:lnTo>
                  <a:lnTo>
                    <a:pt x="190437" y="16316"/>
                  </a:lnTo>
                  <a:lnTo>
                    <a:pt x="166645" y="31929"/>
                  </a:lnTo>
                  <a:lnTo>
                    <a:pt x="115183" y="61091"/>
                  </a:lnTo>
                  <a:lnTo>
                    <a:pt x="59306" y="86394"/>
                  </a:lnTo>
                  <a:lnTo>
                    <a:pt x="0" y="106750"/>
                  </a:lnTo>
                  <a:lnTo>
                    <a:pt x="0" y="238780"/>
                  </a:lnTo>
                  <a:lnTo>
                    <a:pt x="42153" y="230587"/>
                  </a:lnTo>
                  <a:lnTo>
                    <a:pt x="83423" y="216682"/>
                  </a:lnTo>
                  <a:lnTo>
                    <a:pt x="120914" y="198312"/>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58" name="object 158"/>
            <p:cNvSpPr/>
            <p:nvPr/>
          </p:nvSpPr>
          <p:spPr>
            <a:xfrm>
              <a:off x="8042666" y="5921633"/>
              <a:ext cx="221620" cy="221647"/>
            </a:xfrm>
            <a:prstGeom prst="rect">
              <a:avLst/>
            </a:prstGeom>
            <a:blipFill>
              <a:blip r:embed="rId66" cstate="print"/>
              <a:stretch>
                <a:fillRect/>
              </a:stretch>
            </a:blipFill>
          </p:spPr>
          <p:txBody>
            <a:bodyPr wrap="square" lIns="0" tIns="0" rIns="0" bIns="0" rtlCol="0"/>
            <a:lstStyle/>
            <a:p>
              <a:endParaRPr/>
            </a:p>
          </p:txBody>
        </p:sp>
        <p:sp>
          <p:nvSpPr>
            <p:cNvPr id="159" name="object 159"/>
            <p:cNvSpPr/>
            <p:nvPr/>
          </p:nvSpPr>
          <p:spPr>
            <a:xfrm>
              <a:off x="8064489" y="5620844"/>
              <a:ext cx="182392" cy="193359"/>
            </a:xfrm>
            <a:prstGeom prst="rect">
              <a:avLst/>
            </a:prstGeom>
            <a:blipFill>
              <a:blip r:embed="rId67" cstate="print"/>
              <a:stretch>
                <a:fillRect/>
              </a:stretch>
            </a:blipFill>
          </p:spPr>
          <p:txBody>
            <a:bodyPr wrap="square" lIns="0" tIns="0" rIns="0" bIns="0" rtlCol="0"/>
            <a:lstStyle/>
            <a:p>
              <a:endParaRPr/>
            </a:p>
          </p:txBody>
        </p:sp>
        <p:sp>
          <p:nvSpPr>
            <p:cNvPr id="160" name="object 160"/>
            <p:cNvSpPr/>
            <p:nvPr/>
          </p:nvSpPr>
          <p:spPr>
            <a:xfrm>
              <a:off x="7380609" y="5510271"/>
              <a:ext cx="1025525" cy="739140"/>
            </a:xfrm>
            <a:custGeom>
              <a:avLst/>
              <a:gdLst/>
              <a:ahLst/>
              <a:cxnLst/>
              <a:rect l="l" t="t" r="r" b="b"/>
              <a:pathLst>
                <a:path w="1025525" h="739139">
                  <a:moveTo>
                    <a:pt x="773795" y="3941"/>
                  </a:moveTo>
                  <a:lnTo>
                    <a:pt x="822319" y="7527"/>
                  </a:lnTo>
                  <a:lnTo>
                    <a:pt x="866637" y="18169"/>
                  </a:lnTo>
                  <a:lnTo>
                    <a:pt x="905873" y="35026"/>
                  </a:lnTo>
                  <a:lnTo>
                    <a:pt x="939302" y="57412"/>
                  </a:lnTo>
                  <a:lnTo>
                    <a:pt x="966463" y="84718"/>
                  </a:lnTo>
                  <a:lnTo>
                    <a:pt x="994147" y="134167"/>
                  </a:lnTo>
                  <a:lnTo>
                    <a:pt x="1002610" y="171395"/>
                  </a:lnTo>
                  <a:lnTo>
                    <a:pt x="1003675" y="191130"/>
                  </a:lnTo>
                  <a:lnTo>
                    <a:pt x="1001677" y="215865"/>
                  </a:lnTo>
                  <a:lnTo>
                    <a:pt x="985725" y="261897"/>
                  </a:lnTo>
                  <a:lnTo>
                    <a:pt x="954447" y="302999"/>
                  </a:lnTo>
                  <a:lnTo>
                    <a:pt x="910543" y="337120"/>
                  </a:lnTo>
                  <a:lnTo>
                    <a:pt x="884041" y="351437"/>
                  </a:lnTo>
                  <a:lnTo>
                    <a:pt x="900849" y="357812"/>
                  </a:lnTo>
                  <a:lnTo>
                    <a:pt x="945001" y="381963"/>
                  </a:lnTo>
                  <a:lnTo>
                    <a:pt x="979716" y="412818"/>
                  </a:lnTo>
                  <a:lnTo>
                    <a:pt x="1004834" y="449280"/>
                  </a:lnTo>
                  <a:lnTo>
                    <a:pt x="1019919" y="490429"/>
                  </a:lnTo>
                  <a:lnTo>
                    <a:pt x="1025011" y="534591"/>
                  </a:lnTo>
                  <a:lnTo>
                    <a:pt x="1023849" y="556908"/>
                  </a:lnTo>
                  <a:lnTo>
                    <a:pt x="1014622" y="598483"/>
                  </a:lnTo>
                  <a:lnTo>
                    <a:pt x="996486" y="635814"/>
                  </a:lnTo>
                  <a:lnTo>
                    <a:pt x="970541" y="668073"/>
                  </a:lnTo>
                  <a:lnTo>
                    <a:pt x="937218" y="695014"/>
                  </a:lnTo>
                  <a:lnTo>
                    <a:pt x="897213" y="715990"/>
                  </a:lnTo>
                  <a:lnTo>
                    <a:pt x="851005" y="730707"/>
                  </a:lnTo>
                  <a:lnTo>
                    <a:pt x="799762" y="738148"/>
                  </a:lnTo>
                  <a:lnTo>
                    <a:pt x="772271" y="739079"/>
                  </a:lnTo>
                  <a:lnTo>
                    <a:pt x="745294" y="738164"/>
                  </a:lnTo>
                  <a:lnTo>
                    <a:pt x="694574" y="730842"/>
                  </a:lnTo>
                  <a:lnTo>
                    <a:pt x="648454" y="716360"/>
                  </a:lnTo>
                  <a:lnTo>
                    <a:pt x="608498" y="695638"/>
                  </a:lnTo>
                  <a:lnTo>
                    <a:pt x="575083" y="668931"/>
                  </a:lnTo>
                  <a:lnTo>
                    <a:pt x="548940" y="636789"/>
                  </a:lnTo>
                  <a:lnTo>
                    <a:pt x="530343" y="599503"/>
                  </a:lnTo>
                  <a:lnTo>
                    <a:pt x="520871" y="558182"/>
                  </a:lnTo>
                  <a:lnTo>
                    <a:pt x="519683" y="536079"/>
                  </a:lnTo>
                  <a:lnTo>
                    <a:pt x="520230" y="521326"/>
                  </a:lnTo>
                  <a:lnTo>
                    <a:pt x="528309" y="478749"/>
                  </a:lnTo>
                  <a:lnTo>
                    <a:pt x="546286" y="439666"/>
                  </a:lnTo>
                  <a:lnTo>
                    <a:pt x="574014" y="405296"/>
                  </a:lnTo>
                  <a:lnTo>
                    <a:pt x="611462" y="376549"/>
                  </a:lnTo>
                  <a:lnTo>
                    <a:pt x="659129" y="354912"/>
                  </a:lnTo>
                  <a:lnTo>
                    <a:pt x="633607" y="340568"/>
                  </a:lnTo>
                  <a:lnTo>
                    <a:pt x="591694" y="306196"/>
                  </a:lnTo>
                  <a:lnTo>
                    <a:pt x="562237" y="264631"/>
                  </a:lnTo>
                  <a:lnTo>
                    <a:pt x="547329" y="218096"/>
                  </a:lnTo>
                  <a:lnTo>
                    <a:pt x="545470" y="193106"/>
                  </a:lnTo>
                  <a:lnTo>
                    <a:pt x="546539" y="173128"/>
                  </a:lnTo>
                  <a:lnTo>
                    <a:pt x="555101" y="135405"/>
                  </a:lnTo>
                  <a:lnTo>
                    <a:pt x="571985" y="100871"/>
                  </a:lnTo>
                  <a:lnTo>
                    <a:pt x="595659" y="70852"/>
                  </a:lnTo>
                  <a:lnTo>
                    <a:pt x="625856" y="45684"/>
                  </a:lnTo>
                  <a:lnTo>
                    <a:pt x="662005" y="25927"/>
                  </a:lnTo>
                  <a:lnTo>
                    <a:pt x="703689" y="11977"/>
                  </a:lnTo>
                  <a:lnTo>
                    <a:pt x="749493" y="4841"/>
                  </a:lnTo>
                  <a:lnTo>
                    <a:pt x="773795" y="3941"/>
                  </a:lnTo>
                  <a:close/>
                </a:path>
                <a:path w="1025525" h="739139">
                  <a:moveTo>
                    <a:pt x="212963" y="0"/>
                  </a:moveTo>
                  <a:lnTo>
                    <a:pt x="307726" y="0"/>
                  </a:lnTo>
                  <a:lnTo>
                    <a:pt x="307726" y="727661"/>
                  </a:lnTo>
                  <a:lnTo>
                    <a:pt x="151394" y="727661"/>
                  </a:lnTo>
                  <a:lnTo>
                    <a:pt x="151394" y="176723"/>
                  </a:lnTo>
                  <a:lnTo>
                    <a:pt x="144621" y="182358"/>
                  </a:lnTo>
                  <a:lnTo>
                    <a:pt x="111927" y="203276"/>
                  </a:lnTo>
                  <a:lnTo>
                    <a:pt x="73357" y="220619"/>
                  </a:lnTo>
                  <a:lnTo>
                    <a:pt x="31521" y="233235"/>
                  </a:lnTo>
                  <a:lnTo>
                    <a:pt x="0" y="238780"/>
                  </a:lnTo>
                  <a:lnTo>
                    <a:pt x="0" y="106750"/>
                  </a:lnTo>
                  <a:lnTo>
                    <a:pt x="30067" y="97191"/>
                  </a:lnTo>
                  <a:lnTo>
                    <a:pt x="59306" y="86394"/>
                  </a:lnTo>
                  <a:lnTo>
                    <a:pt x="115183" y="61091"/>
                  </a:lnTo>
                  <a:lnTo>
                    <a:pt x="166645" y="31929"/>
                  </a:lnTo>
                  <a:lnTo>
                    <a:pt x="190437" y="16316"/>
                  </a:lnTo>
                  <a:lnTo>
                    <a:pt x="212963" y="0"/>
                  </a:lnTo>
                  <a:close/>
                </a:path>
              </a:pathLst>
            </a:custGeom>
            <a:ln w="12191">
              <a:solidFill>
                <a:srgbClr val="000000"/>
              </a:solidFill>
            </a:ln>
          </p:spPr>
          <p:txBody>
            <a:bodyPr wrap="square" lIns="0" tIns="0" rIns="0" bIns="0" rtlCol="0"/>
            <a:lstStyle/>
            <a:p>
              <a:endParaRPr/>
            </a:p>
          </p:txBody>
        </p:sp>
        <p:sp>
          <p:nvSpPr>
            <p:cNvPr id="161" name="object 161"/>
            <p:cNvSpPr/>
            <p:nvPr/>
          </p:nvSpPr>
          <p:spPr>
            <a:xfrm>
              <a:off x="6768084" y="5218176"/>
              <a:ext cx="2218944" cy="1345692"/>
            </a:xfrm>
            <a:prstGeom prst="rect">
              <a:avLst/>
            </a:prstGeom>
            <a:blipFill>
              <a:blip r:embed="rId2" cstate="print"/>
              <a:stretch>
                <a:fillRect/>
              </a:stretch>
            </a:blipFill>
          </p:spPr>
          <p:txBody>
            <a:bodyPr wrap="square" lIns="0" tIns="0" rIns="0" bIns="0" rtlCol="0"/>
            <a:lstStyle/>
            <a:p>
              <a:endParaRPr/>
            </a:p>
          </p:txBody>
        </p:sp>
        <p:sp>
          <p:nvSpPr>
            <p:cNvPr id="162" name="object 162"/>
            <p:cNvSpPr/>
            <p:nvPr/>
          </p:nvSpPr>
          <p:spPr>
            <a:xfrm>
              <a:off x="6612636" y="4899658"/>
              <a:ext cx="2531363" cy="1958339"/>
            </a:xfrm>
            <a:prstGeom prst="rect">
              <a:avLst/>
            </a:prstGeom>
            <a:blipFill>
              <a:blip r:embed="rId68" cstate="print"/>
              <a:stretch>
                <a:fillRect/>
              </a:stretch>
            </a:blipFill>
          </p:spPr>
          <p:txBody>
            <a:bodyPr wrap="square" lIns="0" tIns="0" rIns="0" bIns="0" rtlCol="0"/>
            <a:lstStyle/>
            <a:p>
              <a:endParaRPr/>
            </a:p>
          </p:txBody>
        </p:sp>
        <p:sp>
          <p:nvSpPr>
            <p:cNvPr id="163" name="object 163"/>
            <p:cNvSpPr/>
            <p:nvPr/>
          </p:nvSpPr>
          <p:spPr>
            <a:xfrm>
              <a:off x="6848215" y="5278504"/>
              <a:ext cx="2057400" cy="1184275"/>
            </a:xfrm>
            <a:custGeom>
              <a:avLst/>
              <a:gdLst/>
              <a:ahLst/>
              <a:cxnLst/>
              <a:rect l="l" t="t" r="r" b="b"/>
              <a:pathLst>
                <a:path w="2057400" h="1184275">
                  <a:moveTo>
                    <a:pt x="1824868"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63" y="1179304"/>
                  </a:lnTo>
                  <a:lnTo>
                    <a:pt x="1915426" y="1165755"/>
                  </a:lnTo>
                  <a:lnTo>
                    <a:pt x="1954927" y="1144316"/>
                  </a:lnTo>
                  <a:lnTo>
                    <a:pt x="1989334" y="1115922"/>
                  </a:lnTo>
                  <a:lnTo>
                    <a:pt x="2017716" y="1081508"/>
                  </a:lnTo>
                  <a:lnTo>
                    <a:pt x="2039141" y="1042010"/>
                  </a:lnTo>
                  <a:lnTo>
                    <a:pt x="2052680" y="998362"/>
                  </a:lnTo>
                  <a:lnTo>
                    <a:pt x="2057399" y="951500"/>
                  </a:lnTo>
                  <a:lnTo>
                    <a:pt x="2057399" y="232528"/>
                  </a:lnTo>
                  <a:lnTo>
                    <a:pt x="2052680" y="185673"/>
                  </a:lnTo>
                  <a:lnTo>
                    <a:pt x="2039141" y="142028"/>
                  </a:lnTo>
                  <a:lnTo>
                    <a:pt x="2017716" y="102530"/>
                  </a:lnTo>
                  <a:lnTo>
                    <a:pt x="1989334" y="68115"/>
                  </a:lnTo>
                  <a:lnTo>
                    <a:pt x="1954927" y="39718"/>
                  </a:lnTo>
                  <a:lnTo>
                    <a:pt x="1915426" y="18276"/>
                  </a:lnTo>
                  <a:lnTo>
                    <a:pt x="1871763" y="4725"/>
                  </a:lnTo>
                  <a:lnTo>
                    <a:pt x="1824868" y="0"/>
                  </a:lnTo>
                  <a:close/>
                </a:path>
              </a:pathLst>
            </a:custGeom>
            <a:solidFill>
              <a:srgbClr val="252525"/>
            </a:solidFill>
          </p:spPr>
          <p:txBody>
            <a:bodyPr wrap="square" lIns="0" tIns="0" rIns="0" bIns="0" rtlCol="0"/>
            <a:lstStyle/>
            <a:p>
              <a:endParaRPr/>
            </a:p>
          </p:txBody>
        </p:sp>
        <p:sp>
          <p:nvSpPr>
            <p:cNvPr id="164" name="object 164"/>
            <p:cNvSpPr/>
            <p:nvPr/>
          </p:nvSpPr>
          <p:spPr>
            <a:xfrm>
              <a:off x="6848215" y="5278504"/>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868" y="0"/>
                  </a:lnTo>
                  <a:lnTo>
                    <a:pt x="1871763" y="4725"/>
                  </a:lnTo>
                  <a:lnTo>
                    <a:pt x="1915426" y="18276"/>
                  </a:lnTo>
                  <a:lnTo>
                    <a:pt x="1954927" y="39718"/>
                  </a:lnTo>
                  <a:lnTo>
                    <a:pt x="1989334" y="68115"/>
                  </a:lnTo>
                  <a:lnTo>
                    <a:pt x="2017716" y="102530"/>
                  </a:lnTo>
                  <a:lnTo>
                    <a:pt x="2039141" y="142028"/>
                  </a:lnTo>
                  <a:lnTo>
                    <a:pt x="2052680" y="185673"/>
                  </a:lnTo>
                  <a:lnTo>
                    <a:pt x="2057399" y="232528"/>
                  </a:lnTo>
                  <a:lnTo>
                    <a:pt x="2057399" y="951500"/>
                  </a:lnTo>
                  <a:lnTo>
                    <a:pt x="2052680" y="998362"/>
                  </a:lnTo>
                  <a:lnTo>
                    <a:pt x="2039141" y="1042010"/>
                  </a:lnTo>
                  <a:lnTo>
                    <a:pt x="2017716" y="1081508"/>
                  </a:lnTo>
                  <a:lnTo>
                    <a:pt x="1989334" y="1115922"/>
                  </a:lnTo>
                  <a:lnTo>
                    <a:pt x="1954927" y="1144316"/>
                  </a:lnTo>
                  <a:lnTo>
                    <a:pt x="1915426" y="1165755"/>
                  </a:lnTo>
                  <a:lnTo>
                    <a:pt x="1871763"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28"/>
                  </a:lnTo>
                  <a:close/>
                </a:path>
              </a:pathLst>
            </a:custGeom>
            <a:ln w="76199">
              <a:solidFill>
                <a:srgbClr val="00AF50"/>
              </a:solidFill>
            </a:ln>
          </p:spPr>
          <p:txBody>
            <a:bodyPr wrap="square" lIns="0" tIns="0" rIns="0" bIns="0" rtlCol="0"/>
            <a:lstStyle/>
            <a:p>
              <a:endParaRPr/>
            </a:p>
          </p:txBody>
        </p:sp>
        <p:sp>
          <p:nvSpPr>
            <p:cNvPr id="165" name="object 165"/>
            <p:cNvSpPr/>
            <p:nvPr/>
          </p:nvSpPr>
          <p:spPr>
            <a:xfrm>
              <a:off x="6653784" y="4920994"/>
              <a:ext cx="2481072" cy="1937003"/>
            </a:xfrm>
            <a:prstGeom prst="rect">
              <a:avLst/>
            </a:prstGeom>
            <a:blipFill>
              <a:blip r:embed="rId69" cstate="print"/>
              <a:stretch>
                <a:fillRect/>
              </a:stretch>
            </a:blipFill>
          </p:spPr>
          <p:txBody>
            <a:bodyPr wrap="square" lIns="0" tIns="0" rIns="0" bIns="0" rtlCol="0"/>
            <a:lstStyle/>
            <a:p>
              <a:endParaRPr/>
            </a:p>
          </p:txBody>
        </p:sp>
        <p:sp>
          <p:nvSpPr>
            <p:cNvPr id="166" name="object 166"/>
            <p:cNvSpPr/>
            <p:nvPr/>
          </p:nvSpPr>
          <p:spPr>
            <a:xfrm>
              <a:off x="7396368" y="5514725"/>
              <a:ext cx="1019810" cy="740410"/>
            </a:xfrm>
            <a:custGeom>
              <a:avLst/>
              <a:gdLst/>
              <a:ahLst/>
              <a:cxnLst/>
              <a:rect l="l" t="t" r="r" b="b"/>
              <a:pathLst>
                <a:path w="1019809" h="740410">
                  <a:moveTo>
                    <a:pt x="559429" y="583204"/>
                  </a:moveTo>
                  <a:lnTo>
                    <a:pt x="559429" y="712268"/>
                  </a:lnTo>
                  <a:lnTo>
                    <a:pt x="592408" y="724424"/>
                  </a:lnTo>
                  <a:lnTo>
                    <a:pt x="628470" y="733104"/>
                  </a:lnTo>
                  <a:lnTo>
                    <a:pt x="667602" y="738310"/>
                  </a:lnTo>
                  <a:lnTo>
                    <a:pt x="709787" y="740045"/>
                  </a:lnTo>
                  <a:lnTo>
                    <a:pt x="745387" y="738310"/>
                  </a:lnTo>
                  <a:lnTo>
                    <a:pt x="810548" y="724554"/>
                  </a:lnTo>
                  <a:lnTo>
                    <a:pt x="868012" y="697224"/>
                  </a:lnTo>
                  <a:lnTo>
                    <a:pt x="916774" y="657643"/>
                  </a:lnTo>
                  <a:lnTo>
                    <a:pt x="947088" y="619935"/>
                  </a:lnTo>
                  <a:lnTo>
                    <a:pt x="694425" y="619935"/>
                  </a:lnTo>
                  <a:lnTo>
                    <a:pt x="656350" y="617640"/>
                  </a:lnTo>
                  <a:lnTo>
                    <a:pt x="621167" y="610754"/>
                  </a:lnTo>
                  <a:lnTo>
                    <a:pt x="588864" y="599275"/>
                  </a:lnTo>
                  <a:lnTo>
                    <a:pt x="559429" y="583204"/>
                  </a:lnTo>
                  <a:close/>
                </a:path>
                <a:path w="1019809" h="740410">
                  <a:moveTo>
                    <a:pt x="1016256" y="404527"/>
                  </a:moveTo>
                  <a:lnTo>
                    <a:pt x="864108" y="404527"/>
                  </a:lnTo>
                  <a:lnTo>
                    <a:pt x="867156" y="405515"/>
                  </a:lnTo>
                  <a:lnTo>
                    <a:pt x="864050" y="454559"/>
                  </a:lnTo>
                  <a:lnTo>
                    <a:pt x="855318" y="497462"/>
                  </a:lnTo>
                  <a:lnTo>
                    <a:pt x="840945" y="534224"/>
                  </a:lnTo>
                  <a:lnTo>
                    <a:pt x="795868" y="588947"/>
                  </a:lnTo>
                  <a:lnTo>
                    <a:pt x="732625" y="616492"/>
                  </a:lnTo>
                  <a:lnTo>
                    <a:pt x="694425" y="619935"/>
                  </a:lnTo>
                  <a:lnTo>
                    <a:pt x="947088" y="619935"/>
                  </a:lnTo>
                  <a:lnTo>
                    <a:pt x="972994" y="575952"/>
                  </a:lnTo>
                  <a:lnTo>
                    <a:pt x="998585" y="507016"/>
                  </a:lnTo>
                  <a:lnTo>
                    <a:pt x="1007727" y="468413"/>
                  </a:lnTo>
                  <a:lnTo>
                    <a:pt x="1014229" y="427294"/>
                  </a:lnTo>
                  <a:lnTo>
                    <a:pt x="1016256" y="404527"/>
                  </a:lnTo>
                  <a:close/>
                </a:path>
                <a:path w="1019809" h="740410">
                  <a:moveTo>
                    <a:pt x="769863" y="3928"/>
                  </a:moveTo>
                  <a:lnTo>
                    <a:pt x="716222" y="8486"/>
                  </a:lnTo>
                  <a:lnTo>
                    <a:pt x="667633" y="22098"/>
                  </a:lnTo>
                  <a:lnTo>
                    <a:pt x="624672" y="43993"/>
                  </a:lnTo>
                  <a:lnTo>
                    <a:pt x="588385" y="73462"/>
                  </a:lnTo>
                  <a:lnTo>
                    <a:pt x="559052" y="109949"/>
                  </a:lnTo>
                  <a:lnTo>
                    <a:pt x="537057" y="152875"/>
                  </a:lnTo>
                  <a:lnTo>
                    <a:pt x="523234" y="201523"/>
                  </a:lnTo>
                  <a:lnTo>
                    <a:pt x="518652" y="255239"/>
                  </a:lnTo>
                  <a:lnTo>
                    <a:pt x="519599" y="278698"/>
                  </a:lnTo>
                  <a:lnTo>
                    <a:pt x="527173" y="322876"/>
                  </a:lnTo>
                  <a:lnTo>
                    <a:pt x="542101" y="362879"/>
                  </a:lnTo>
                  <a:lnTo>
                    <a:pt x="563160" y="397500"/>
                  </a:lnTo>
                  <a:lnTo>
                    <a:pt x="590089" y="426445"/>
                  </a:lnTo>
                  <a:lnTo>
                    <a:pt x="622189" y="449155"/>
                  </a:lnTo>
                  <a:lnTo>
                    <a:pt x="658960" y="465300"/>
                  </a:lnTo>
                  <a:lnTo>
                    <a:pt x="699247" y="473488"/>
                  </a:lnTo>
                  <a:lnTo>
                    <a:pt x="720699" y="474512"/>
                  </a:lnTo>
                  <a:lnTo>
                    <a:pt x="765760" y="470137"/>
                  </a:lnTo>
                  <a:lnTo>
                    <a:pt x="804691" y="457012"/>
                  </a:lnTo>
                  <a:lnTo>
                    <a:pt x="837478" y="435141"/>
                  </a:lnTo>
                  <a:lnTo>
                    <a:pt x="864108" y="404527"/>
                  </a:lnTo>
                  <a:lnTo>
                    <a:pt x="1016256" y="404527"/>
                  </a:lnTo>
                  <a:lnTo>
                    <a:pt x="1018113" y="383662"/>
                  </a:lnTo>
                  <a:lnTo>
                    <a:pt x="1018834" y="357865"/>
                  </a:lnTo>
                  <a:lnTo>
                    <a:pt x="768858" y="357865"/>
                  </a:lnTo>
                  <a:lnTo>
                    <a:pt x="758150" y="357385"/>
                  </a:lnTo>
                  <a:lnTo>
                    <a:pt x="720470" y="345877"/>
                  </a:lnTo>
                  <a:lnTo>
                    <a:pt x="692602" y="319724"/>
                  </a:lnTo>
                  <a:lnTo>
                    <a:pt x="675941" y="279925"/>
                  </a:lnTo>
                  <a:lnTo>
                    <a:pt x="672084" y="241733"/>
                  </a:lnTo>
                  <a:lnTo>
                    <a:pt x="672512" y="229286"/>
                  </a:lnTo>
                  <a:lnTo>
                    <a:pt x="682794" y="184043"/>
                  </a:lnTo>
                  <a:lnTo>
                    <a:pt x="704857" y="149701"/>
                  </a:lnTo>
                  <a:lnTo>
                    <a:pt x="736612" y="128618"/>
                  </a:lnTo>
                  <a:lnTo>
                    <a:pt x="765291" y="123587"/>
                  </a:lnTo>
                  <a:lnTo>
                    <a:pt x="972930" y="123587"/>
                  </a:lnTo>
                  <a:lnTo>
                    <a:pt x="967998" y="114383"/>
                  </a:lnTo>
                  <a:lnTo>
                    <a:pt x="935611" y="71745"/>
                  </a:lnTo>
                  <a:lnTo>
                    <a:pt x="896272" y="39111"/>
                  </a:lnTo>
                  <a:lnTo>
                    <a:pt x="850196" y="16682"/>
                  </a:lnTo>
                  <a:lnTo>
                    <a:pt x="798104" y="5353"/>
                  </a:lnTo>
                  <a:lnTo>
                    <a:pt x="769863" y="3928"/>
                  </a:lnTo>
                  <a:close/>
                </a:path>
                <a:path w="1019809" h="740410">
                  <a:moveTo>
                    <a:pt x="972930" y="123587"/>
                  </a:moveTo>
                  <a:lnTo>
                    <a:pt x="765291" y="123587"/>
                  </a:lnTo>
                  <a:lnTo>
                    <a:pt x="775750" y="124223"/>
                  </a:lnTo>
                  <a:lnTo>
                    <a:pt x="785774" y="126131"/>
                  </a:lnTo>
                  <a:lnTo>
                    <a:pt x="821035" y="145753"/>
                  </a:lnTo>
                  <a:lnTo>
                    <a:pt x="845922" y="180363"/>
                  </a:lnTo>
                  <a:lnTo>
                    <a:pt x="859452" y="227642"/>
                  </a:lnTo>
                  <a:lnTo>
                    <a:pt x="861181" y="254139"/>
                  </a:lnTo>
                  <a:lnTo>
                    <a:pt x="860755" y="264867"/>
                  </a:lnTo>
                  <a:lnTo>
                    <a:pt x="850755" y="303952"/>
                  </a:lnTo>
                  <a:lnTo>
                    <a:pt x="822239" y="340064"/>
                  </a:lnTo>
                  <a:lnTo>
                    <a:pt x="778996" y="357354"/>
                  </a:lnTo>
                  <a:lnTo>
                    <a:pt x="768858" y="357865"/>
                  </a:lnTo>
                  <a:lnTo>
                    <a:pt x="1018834" y="357865"/>
                  </a:lnTo>
                  <a:lnTo>
                    <a:pt x="1019332" y="340064"/>
                  </a:lnTo>
                  <a:lnTo>
                    <a:pt x="1019312" y="334185"/>
                  </a:lnTo>
                  <a:lnTo>
                    <a:pt x="1018353" y="299113"/>
                  </a:lnTo>
                  <a:lnTo>
                    <a:pt x="1009875" y="228631"/>
                  </a:lnTo>
                  <a:lnTo>
                    <a:pt x="992850" y="166737"/>
                  </a:lnTo>
                  <a:lnTo>
                    <a:pt x="981355" y="139312"/>
                  </a:lnTo>
                  <a:lnTo>
                    <a:pt x="972930" y="123587"/>
                  </a:lnTo>
                  <a:close/>
                </a:path>
                <a:path w="1019809" h="740410">
                  <a:moveTo>
                    <a:pt x="307695" y="176701"/>
                  </a:moveTo>
                  <a:lnTo>
                    <a:pt x="151363" y="176701"/>
                  </a:lnTo>
                  <a:lnTo>
                    <a:pt x="151363" y="727639"/>
                  </a:lnTo>
                  <a:lnTo>
                    <a:pt x="307695" y="727639"/>
                  </a:lnTo>
                  <a:lnTo>
                    <a:pt x="307695" y="176701"/>
                  </a:lnTo>
                  <a:close/>
                </a:path>
                <a:path w="1019809" h="740410">
                  <a:moveTo>
                    <a:pt x="307695" y="0"/>
                  </a:moveTo>
                  <a:lnTo>
                    <a:pt x="212841" y="0"/>
                  </a:lnTo>
                  <a:lnTo>
                    <a:pt x="190367" y="16309"/>
                  </a:lnTo>
                  <a:lnTo>
                    <a:pt x="166569" y="31919"/>
                  </a:lnTo>
                  <a:lnTo>
                    <a:pt x="115062" y="61078"/>
                  </a:lnTo>
                  <a:lnTo>
                    <a:pt x="59234" y="86370"/>
                  </a:lnTo>
                  <a:lnTo>
                    <a:pt x="0" y="106716"/>
                  </a:lnTo>
                  <a:lnTo>
                    <a:pt x="0" y="238743"/>
                  </a:lnTo>
                  <a:lnTo>
                    <a:pt x="42153" y="230553"/>
                  </a:lnTo>
                  <a:lnTo>
                    <a:pt x="83301" y="216657"/>
                  </a:lnTo>
                  <a:lnTo>
                    <a:pt x="120761" y="198299"/>
                  </a:lnTo>
                  <a:lnTo>
                    <a:pt x="151363" y="176701"/>
                  </a:lnTo>
                  <a:lnTo>
                    <a:pt x="307695" y="176701"/>
                  </a:lnTo>
                  <a:lnTo>
                    <a:pt x="307695" y="0"/>
                  </a:lnTo>
                  <a:close/>
                </a:path>
              </a:pathLst>
            </a:custGeom>
            <a:solidFill>
              <a:srgbClr val="FFFF00"/>
            </a:solidFill>
          </p:spPr>
          <p:txBody>
            <a:bodyPr wrap="square" lIns="0" tIns="0" rIns="0" bIns="0" rtlCol="0"/>
            <a:lstStyle/>
            <a:p>
              <a:endParaRPr/>
            </a:p>
          </p:txBody>
        </p:sp>
        <p:sp>
          <p:nvSpPr>
            <p:cNvPr id="167" name="object 167"/>
            <p:cNvSpPr/>
            <p:nvPr/>
          </p:nvSpPr>
          <p:spPr>
            <a:xfrm>
              <a:off x="8062356" y="5632216"/>
              <a:ext cx="201289" cy="246470"/>
            </a:xfrm>
            <a:prstGeom prst="rect">
              <a:avLst/>
            </a:prstGeom>
            <a:blipFill>
              <a:blip r:embed="rId70" cstate="print"/>
              <a:stretch>
                <a:fillRect/>
              </a:stretch>
            </a:blipFill>
          </p:spPr>
          <p:txBody>
            <a:bodyPr wrap="square" lIns="0" tIns="0" rIns="0" bIns="0" rtlCol="0"/>
            <a:lstStyle/>
            <a:p>
              <a:endParaRPr/>
            </a:p>
          </p:txBody>
        </p:sp>
        <p:sp>
          <p:nvSpPr>
            <p:cNvPr id="168" name="object 168"/>
            <p:cNvSpPr/>
            <p:nvPr/>
          </p:nvSpPr>
          <p:spPr>
            <a:xfrm>
              <a:off x="7396368" y="5514725"/>
              <a:ext cx="1019810" cy="740410"/>
            </a:xfrm>
            <a:custGeom>
              <a:avLst/>
              <a:gdLst/>
              <a:ahLst/>
              <a:cxnLst/>
              <a:rect l="l" t="t" r="r" b="b"/>
              <a:pathLst>
                <a:path w="1019809" h="740410">
                  <a:moveTo>
                    <a:pt x="769863" y="3928"/>
                  </a:moveTo>
                  <a:lnTo>
                    <a:pt x="824887" y="9612"/>
                  </a:lnTo>
                  <a:lnTo>
                    <a:pt x="874013" y="26538"/>
                  </a:lnTo>
                  <a:lnTo>
                    <a:pt x="916796" y="54176"/>
                  </a:lnTo>
                  <a:lnTo>
                    <a:pt x="952743" y="91833"/>
                  </a:lnTo>
                  <a:lnTo>
                    <a:pt x="981375" y="139350"/>
                  </a:lnTo>
                  <a:lnTo>
                    <a:pt x="1002395" y="196547"/>
                  </a:lnTo>
                  <a:lnTo>
                    <a:pt x="1015185" y="262819"/>
                  </a:lnTo>
                  <a:lnTo>
                    <a:pt x="1019403" y="337517"/>
                  </a:lnTo>
                  <a:lnTo>
                    <a:pt x="1018113" y="383662"/>
                  </a:lnTo>
                  <a:lnTo>
                    <a:pt x="1014229" y="427294"/>
                  </a:lnTo>
                  <a:lnTo>
                    <a:pt x="1007727" y="468413"/>
                  </a:lnTo>
                  <a:lnTo>
                    <a:pt x="998585" y="507016"/>
                  </a:lnTo>
                  <a:lnTo>
                    <a:pt x="972993" y="575951"/>
                  </a:lnTo>
                  <a:lnTo>
                    <a:pt x="937869" y="633340"/>
                  </a:lnTo>
                  <a:lnTo>
                    <a:pt x="893490" y="678937"/>
                  </a:lnTo>
                  <a:lnTo>
                    <a:pt x="840333" y="712506"/>
                  </a:lnTo>
                  <a:lnTo>
                    <a:pt x="778878" y="733160"/>
                  </a:lnTo>
                  <a:lnTo>
                    <a:pt x="709787" y="740045"/>
                  </a:lnTo>
                  <a:lnTo>
                    <a:pt x="667601" y="738310"/>
                  </a:lnTo>
                  <a:lnTo>
                    <a:pt x="628470" y="733104"/>
                  </a:lnTo>
                  <a:lnTo>
                    <a:pt x="592408" y="724424"/>
                  </a:lnTo>
                  <a:lnTo>
                    <a:pt x="559429" y="712268"/>
                  </a:lnTo>
                  <a:lnTo>
                    <a:pt x="559429" y="583204"/>
                  </a:lnTo>
                  <a:lnTo>
                    <a:pt x="588864" y="599275"/>
                  </a:lnTo>
                  <a:lnTo>
                    <a:pt x="621167" y="610754"/>
                  </a:lnTo>
                  <a:lnTo>
                    <a:pt x="656350" y="617640"/>
                  </a:lnTo>
                  <a:lnTo>
                    <a:pt x="694425" y="619935"/>
                  </a:lnTo>
                  <a:lnTo>
                    <a:pt x="732625" y="616492"/>
                  </a:lnTo>
                  <a:lnTo>
                    <a:pt x="795868" y="588947"/>
                  </a:lnTo>
                  <a:lnTo>
                    <a:pt x="840945" y="534224"/>
                  </a:lnTo>
                  <a:lnTo>
                    <a:pt x="855318" y="497462"/>
                  </a:lnTo>
                  <a:lnTo>
                    <a:pt x="864050" y="454559"/>
                  </a:lnTo>
                  <a:lnTo>
                    <a:pt x="867155" y="405515"/>
                  </a:lnTo>
                  <a:lnTo>
                    <a:pt x="864107" y="404527"/>
                  </a:lnTo>
                  <a:lnTo>
                    <a:pt x="837478" y="435141"/>
                  </a:lnTo>
                  <a:lnTo>
                    <a:pt x="804691" y="457012"/>
                  </a:lnTo>
                  <a:lnTo>
                    <a:pt x="765759" y="470137"/>
                  </a:lnTo>
                  <a:lnTo>
                    <a:pt x="720699" y="474512"/>
                  </a:lnTo>
                  <a:lnTo>
                    <a:pt x="699247" y="473488"/>
                  </a:lnTo>
                  <a:lnTo>
                    <a:pt x="658960" y="465300"/>
                  </a:lnTo>
                  <a:lnTo>
                    <a:pt x="622189" y="449155"/>
                  </a:lnTo>
                  <a:lnTo>
                    <a:pt x="590089" y="426445"/>
                  </a:lnTo>
                  <a:lnTo>
                    <a:pt x="563160" y="397500"/>
                  </a:lnTo>
                  <a:lnTo>
                    <a:pt x="542101" y="362879"/>
                  </a:lnTo>
                  <a:lnTo>
                    <a:pt x="527173" y="322876"/>
                  </a:lnTo>
                  <a:lnTo>
                    <a:pt x="519599" y="278698"/>
                  </a:lnTo>
                  <a:lnTo>
                    <a:pt x="518647" y="255126"/>
                  </a:lnTo>
                  <a:lnTo>
                    <a:pt x="519792" y="227705"/>
                  </a:lnTo>
                  <a:lnTo>
                    <a:pt x="528986" y="176579"/>
                  </a:lnTo>
                  <a:lnTo>
                    <a:pt x="547130" y="130606"/>
                  </a:lnTo>
                  <a:lnTo>
                    <a:pt x="572809" y="90901"/>
                  </a:lnTo>
                  <a:lnTo>
                    <a:pt x="605697" y="57784"/>
                  </a:lnTo>
                  <a:lnTo>
                    <a:pt x="645315" y="32095"/>
                  </a:lnTo>
                  <a:lnTo>
                    <a:pt x="691301" y="14165"/>
                  </a:lnTo>
                  <a:lnTo>
                    <a:pt x="742407" y="5070"/>
                  </a:lnTo>
                  <a:lnTo>
                    <a:pt x="769863" y="3928"/>
                  </a:lnTo>
                  <a:close/>
                </a:path>
                <a:path w="1019809" h="740410">
                  <a:moveTo>
                    <a:pt x="212841" y="0"/>
                  </a:moveTo>
                  <a:lnTo>
                    <a:pt x="307695" y="0"/>
                  </a:lnTo>
                  <a:lnTo>
                    <a:pt x="307695" y="727639"/>
                  </a:lnTo>
                  <a:lnTo>
                    <a:pt x="151363" y="727639"/>
                  </a:lnTo>
                  <a:lnTo>
                    <a:pt x="151363" y="176701"/>
                  </a:lnTo>
                  <a:lnTo>
                    <a:pt x="144606" y="182331"/>
                  </a:lnTo>
                  <a:lnTo>
                    <a:pt x="111856" y="203256"/>
                  </a:lnTo>
                  <a:lnTo>
                    <a:pt x="73306" y="220600"/>
                  </a:lnTo>
                  <a:lnTo>
                    <a:pt x="31508" y="233208"/>
                  </a:lnTo>
                  <a:lnTo>
                    <a:pt x="0" y="238743"/>
                  </a:lnTo>
                  <a:lnTo>
                    <a:pt x="0" y="106716"/>
                  </a:lnTo>
                  <a:lnTo>
                    <a:pt x="30044" y="97163"/>
                  </a:lnTo>
                  <a:lnTo>
                    <a:pt x="59234" y="86370"/>
                  </a:lnTo>
                  <a:lnTo>
                    <a:pt x="115061" y="61078"/>
                  </a:lnTo>
                  <a:lnTo>
                    <a:pt x="166569" y="31919"/>
                  </a:lnTo>
                  <a:lnTo>
                    <a:pt x="190367" y="16309"/>
                  </a:lnTo>
                  <a:lnTo>
                    <a:pt x="212841" y="0"/>
                  </a:lnTo>
                  <a:close/>
                </a:path>
              </a:pathLst>
            </a:custGeom>
            <a:ln w="12191">
              <a:solidFill>
                <a:srgbClr val="000000"/>
              </a:solidFill>
            </a:ln>
          </p:spPr>
          <p:txBody>
            <a:bodyPr wrap="square" lIns="0" tIns="0" rIns="0" bIns="0" rtlCol="0"/>
            <a:lstStyle/>
            <a:p>
              <a:endParaRPr/>
            </a:p>
          </p:txBody>
        </p:sp>
        <p:sp>
          <p:nvSpPr>
            <p:cNvPr id="169" name="object 169"/>
            <p:cNvSpPr/>
            <p:nvPr/>
          </p:nvSpPr>
          <p:spPr>
            <a:xfrm>
              <a:off x="6742176" y="5237988"/>
              <a:ext cx="2218944" cy="1345692"/>
            </a:xfrm>
            <a:prstGeom prst="rect">
              <a:avLst/>
            </a:prstGeom>
            <a:blipFill>
              <a:blip r:embed="rId71" cstate="print"/>
              <a:stretch>
                <a:fillRect/>
              </a:stretch>
            </a:blipFill>
          </p:spPr>
          <p:txBody>
            <a:bodyPr wrap="square" lIns="0" tIns="0" rIns="0" bIns="0" rtlCol="0"/>
            <a:lstStyle/>
            <a:p>
              <a:endParaRPr/>
            </a:p>
          </p:txBody>
        </p:sp>
        <p:sp>
          <p:nvSpPr>
            <p:cNvPr id="170" name="object 170"/>
            <p:cNvSpPr/>
            <p:nvPr/>
          </p:nvSpPr>
          <p:spPr>
            <a:xfrm>
              <a:off x="6588252" y="4920994"/>
              <a:ext cx="2555747" cy="1937003"/>
            </a:xfrm>
            <a:prstGeom prst="rect">
              <a:avLst/>
            </a:prstGeom>
            <a:blipFill>
              <a:blip r:embed="rId72" cstate="print"/>
              <a:stretch>
                <a:fillRect/>
              </a:stretch>
            </a:blipFill>
          </p:spPr>
          <p:txBody>
            <a:bodyPr wrap="square" lIns="0" tIns="0" rIns="0" bIns="0" rtlCol="0"/>
            <a:lstStyle/>
            <a:p>
              <a:endParaRPr/>
            </a:p>
          </p:txBody>
        </p:sp>
        <p:sp>
          <p:nvSpPr>
            <p:cNvPr id="171" name="object 171"/>
            <p:cNvSpPr/>
            <p:nvPr/>
          </p:nvSpPr>
          <p:spPr>
            <a:xfrm>
              <a:off x="6822947" y="5299197"/>
              <a:ext cx="2057400" cy="1184275"/>
            </a:xfrm>
            <a:custGeom>
              <a:avLst/>
              <a:gdLst/>
              <a:ahLst/>
              <a:cxnLst/>
              <a:rect l="l" t="t" r="r" b="b"/>
              <a:pathLst>
                <a:path w="2057400" h="1184275">
                  <a:moveTo>
                    <a:pt x="1824989"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5"/>
                  </a:lnTo>
                  <a:lnTo>
                    <a:pt x="18279" y="1041972"/>
                  </a:lnTo>
                  <a:lnTo>
                    <a:pt x="39723" y="1081468"/>
                  </a:lnTo>
                  <a:lnTo>
                    <a:pt x="68122" y="1115880"/>
                  </a:lnTo>
                  <a:lnTo>
                    <a:pt x="102539" y="1144271"/>
                  </a:lnTo>
                  <a:lnTo>
                    <a:pt x="142037" y="1165708"/>
                  </a:lnTo>
                  <a:lnTo>
                    <a:pt x="185680" y="1179256"/>
                  </a:lnTo>
                  <a:lnTo>
                    <a:pt x="232531" y="1183980"/>
                  </a:lnTo>
                  <a:lnTo>
                    <a:pt x="1824989" y="1183980"/>
                  </a:lnTo>
                  <a:lnTo>
                    <a:pt x="1871844" y="1179256"/>
                  </a:lnTo>
                  <a:lnTo>
                    <a:pt x="1915477" y="1165708"/>
                  </a:lnTo>
                  <a:lnTo>
                    <a:pt x="1954957" y="1144271"/>
                  </a:lnTo>
                  <a:lnTo>
                    <a:pt x="1989349" y="1115880"/>
                  </a:lnTo>
                  <a:lnTo>
                    <a:pt x="2017722" y="1081468"/>
                  </a:lnTo>
                  <a:lnTo>
                    <a:pt x="2039143" y="1041972"/>
                  </a:lnTo>
                  <a:lnTo>
                    <a:pt x="2052680" y="998325"/>
                  </a:lnTo>
                  <a:lnTo>
                    <a:pt x="2057399" y="951463"/>
                  </a:lnTo>
                  <a:lnTo>
                    <a:pt x="2057399" y="232409"/>
                  </a:lnTo>
                  <a:lnTo>
                    <a:pt x="2052680" y="185559"/>
                  </a:lnTo>
                  <a:lnTo>
                    <a:pt x="2039143" y="141928"/>
                  </a:lnTo>
                  <a:lnTo>
                    <a:pt x="2017722" y="102449"/>
                  </a:lnTo>
                  <a:lnTo>
                    <a:pt x="1989349" y="68056"/>
                  </a:lnTo>
                  <a:lnTo>
                    <a:pt x="1954957" y="39681"/>
                  </a:lnTo>
                  <a:lnTo>
                    <a:pt x="1915477" y="18258"/>
                  </a:lnTo>
                  <a:lnTo>
                    <a:pt x="1871844" y="4720"/>
                  </a:lnTo>
                  <a:lnTo>
                    <a:pt x="1824989" y="0"/>
                  </a:lnTo>
                  <a:close/>
                </a:path>
              </a:pathLst>
            </a:custGeom>
            <a:solidFill>
              <a:srgbClr val="252525"/>
            </a:solidFill>
          </p:spPr>
          <p:txBody>
            <a:bodyPr wrap="square" lIns="0" tIns="0" rIns="0" bIns="0" rtlCol="0"/>
            <a:lstStyle/>
            <a:p>
              <a:endParaRPr/>
            </a:p>
          </p:txBody>
        </p:sp>
        <p:sp>
          <p:nvSpPr>
            <p:cNvPr id="172" name="object 172"/>
            <p:cNvSpPr/>
            <p:nvPr/>
          </p:nvSpPr>
          <p:spPr>
            <a:xfrm>
              <a:off x="6822947" y="5299197"/>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989" y="0"/>
                  </a:lnTo>
                  <a:lnTo>
                    <a:pt x="1871844" y="4720"/>
                  </a:lnTo>
                  <a:lnTo>
                    <a:pt x="1915477" y="18258"/>
                  </a:lnTo>
                  <a:lnTo>
                    <a:pt x="1954957" y="39681"/>
                  </a:lnTo>
                  <a:lnTo>
                    <a:pt x="1989349" y="68056"/>
                  </a:lnTo>
                  <a:lnTo>
                    <a:pt x="2017722" y="102449"/>
                  </a:lnTo>
                  <a:lnTo>
                    <a:pt x="2039143" y="141928"/>
                  </a:lnTo>
                  <a:lnTo>
                    <a:pt x="2052680" y="185559"/>
                  </a:lnTo>
                  <a:lnTo>
                    <a:pt x="2057399" y="232409"/>
                  </a:lnTo>
                  <a:lnTo>
                    <a:pt x="2057399" y="951463"/>
                  </a:lnTo>
                  <a:lnTo>
                    <a:pt x="2052680" y="998325"/>
                  </a:lnTo>
                  <a:lnTo>
                    <a:pt x="2039143" y="1041972"/>
                  </a:lnTo>
                  <a:lnTo>
                    <a:pt x="2017722" y="1081468"/>
                  </a:lnTo>
                  <a:lnTo>
                    <a:pt x="1989349" y="1115880"/>
                  </a:lnTo>
                  <a:lnTo>
                    <a:pt x="1954957" y="1144271"/>
                  </a:lnTo>
                  <a:lnTo>
                    <a:pt x="1915477" y="1165708"/>
                  </a:lnTo>
                  <a:lnTo>
                    <a:pt x="1871844" y="1179256"/>
                  </a:lnTo>
                  <a:lnTo>
                    <a:pt x="1824989" y="1183980"/>
                  </a:lnTo>
                  <a:lnTo>
                    <a:pt x="232531" y="1183980"/>
                  </a:lnTo>
                  <a:lnTo>
                    <a:pt x="185680" y="1179256"/>
                  </a:lnTo>
                  <a:lnTo>
                    <a:pt x="142037" y="1165708"/>
                  </a:lnTo>
                  <a:lnTo>
                    <a:pt x="102539" y="1144271"/>
                  </a:lnTo>
                  <a:lnTo>
                    <a:pt x="68122" y="1115880"/>
                  </a:lnTo>
                  <a:lnTo>
                    <a:pt x="39723" y="1081468"/>
                  </a:lnTo>
                  <a:lnTo>
                    <a:pt x="18279" y="1041972"/>
                  </a:lnTo>
                  <a:lnTo>
                    <a:pt x="4725"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173" name="object 173"/>
            <p:cNvSpPr/>
            <p:nvPr/>
          </p:nvSpPr>
          <p:spPr>
            <a:xfrm>
              <a:off x="6629400" y="4942331"/>
              <a:ext cx="2481072" cy="1915668"/>
            </a:xfrm>
            <a:prstGeom prst="rect">
              <a:avLst/>
            </a:prstGeom>
            <a:blipFill>
              <a:blip r:embed="rId73" cstate="print"/>
              <a:stretch>
                <a:fillRect/>
              </a:stretch>
            </a:blipFill>
          </p:spPr>
          <p:txBody>
            <a:bodyPr wrap="square" lIns="0" tIns="0" rIns="0" bIns="0" rtlCol="0"/>
            <a:lstStyle/>
            <a:p>
              <a:endParaRPr/>
            </a:p>
          </p:txBody>
        </p:sp>
        <p:sp>
          <p:nvSpPr>
            <p:cNvPr id="174" name="object 174"/>
            <p:cNvSpPr/>
            <p:nvPr/>
          </p:nvSpPr>
          <p:spPr>
            <a:xfrm>
              <a:off x="7307062" y="5539358"/>
              <a:ext cx="1095375" cy="736600"/>
            </a:xfrm>
            <a:custGeom>
              <a:avLst/>
              <a:gdLst/>
              <a:ahLst/>
              <a:cxnLst/>
              <a:rect l="l" t="t" r="r" b="b"/>
              <a:pathLst>
                <a:path w="1095375" h="736600">
                  <a:moveTo>
                    <a:pt x="846734" y="0"/>
                  </a:moveTo>
                  <a:lnTo>
                    <a:pt x="796994" y="3885"/>
                  </a:lnTo>
                  <a:lnTo>
                    <a:pt x="752198" y="15536"/>
                  </a:lnTo>
                  <a:lnTo>
                    <a:pt x="712343" y="34947"/>
                  </a:lnTo>
                  <a:lnTo>
                    <a:pt x="677430" y="62112"/>
                  </a:lnTo>
                  <a:lnTo>
                    <a:pt x="647456" y="97023"/>
                  </a:lnTo>
                  <a:lnTo>
                    <a:pt x="626449" y="131820"/>
                  </a:lnTo>
                  <a:lnTo>
                    <a:pt x="609270" y="171510"/>
                  </a:lnTo>
                  <a:lnTo>
                    <a:pt x="595914" y="216092"/>
                  </a:lnTo>
                  <a:lnTo>
                    <a:pt x="586378" y="265569"/>
                  </a:lnTo>
                  <a:lnTo>
                    <a:pt x="580659" y="319938"/>
                  </a:lnTo>
                  <a:lnTo>
                    <a:pt x="578754" y="379201"/>
                  </a:lnTo>
                  <a:lnTo>
                    <a:pt x="580854" y="441137"/>
                  </a:lnTo>
                  <a:lnTo>
                    <a:pt x="587154" y="497174"/>
                  </a:lnTo>
                  <a:lnTo>
                    <a:pt x="597655" y="547312"/>
                  </a:lnTo>
                  <a:lnTo>
                    <a:pt x="612355" y="591552"/>
                  </a:lnTo>
                  <a:lnTo>
                    <a:pt x="631256" y="629893"/>
                  </a:lnTo>
                  <a:lnTo>
                    <a:pt x="654357" y="662335"/>
                  </a:lnTo>
                  <a:lnTo>
                    <a:pt x="713160" y="709524"/>
                  </a:lnTo>
                  <a:lnTo>
                    <a:pt x="748862" y="724270"/>
                  </a:lnTo>
                  <a:lnTo>
                    <a:pt x="788763" y="733118"/>
                  </a:lnTo>
                  <a:lnTo>
                    <a:pt x="832866" y="736067"/>
                  </a:lnTo>
                  <a:lnTo>
                    <a:pt x="881120" y="732215"/>
                  </a:lnTo>
                  <a:lnTo>
                    <a:pt x="924679" y="720660"/>
                  </a:lnTo>
                  <a:lnTo>
                    <a:pt x="963541" y="701400"/>
                  </a:lnTo>
                  <a:lnTo>
                    <a:pt x="997706" y="674436"/>
                  </a:lnTo>
                  <a:lnTo>
                    <a:pt x="1027176" y="639769"/>
                  </a:lnTo>
                  <a:lnTo>
                    <a:pt x="1041516" y="615945"/>
                  </a:lnTo>
                  <a:lnTo>
                    <a:pt x="837834" y="615945"/>
                  </a:lnTo>
                  <a:lnTo>
                    <a:pt x="807345" y="609259"/>
                  </a:lnTo>
                  <a:lnTo>
                    <a:pt x="763032" y="555768"/>
                  </a:lnTo>
                  <a:lnTo>
                    <a:pt x="749196" y="508964"/>
                  </a:lnTo>
                  <a:lnTo>
                    <a:pt x="740898" y="448786"/>
                  </a:lnTo>
                  <a:lnTo>
                    <a:pt x="738134" y="375236"/>
                  </a:lnTo>
                  <a:lnTo>
                    <a:pt x="740961" y="297129"/>
                  </a:lnTo>
                  <a:lnTo>
                    <a:pt x="749441" y="233223"/>
                  </a:lnTo>
                  <a:lnTo>
                    <a:pt x="763573" y="183517"/>
                  </a:lnTo>
                  <a:lnTo>
                    <a:pt x="783357" y="148013"/>
                  </a:lnTo>
                  <a:lnTo>
                    <a:pt x="839876" y="119609"/>
                  </a:lnTo>
                  <a:lnTo>
                    <a:pt x="1049214" y="119609"/>
                  </a:lnTo>
                  <a:lnTo>
                    <a:pt x="1043690" y="107950"/>
                  </a:lnTo>
                  <a:lnTo>
                    <a:pt x="1021119" y="74965"/>
                  </a:lnTo>
                  <a:lnTo>
                    <a:pt x="963669" y="26987"/>
                  </a:lnTo>
                  <a:lnTo>
                    <a:pt x="889813" y="2998"/>
                  </a:lnTo>
                  <a:lnTo>
                    <a:pt x="846734" y="0"/>
                  </a:lnTo>
                  <a:close/>
                </a:path>
                <a:path w="1095375" h="736600">
                  <a:moveTo>
                    <a:pt x="1049214" y="119609"/>
                  </a:moveTo>
                  <a:lnTo>
                    <a:pt x="839876" y="119609"/>
                  </a:lnTo>
                  <a:lnTo>
                    <a:pt x="868977" y="126503"/>
                  </a:lnTo>
                  <a:lnTo>
                    <a:pt x="892788" y="147184"/>
                  </a:lnTo>
                  <a:lnTo>
                    <a:pt x="911310" y="181653"/>
                  </a:lnTo>
                  <a:lnTo>
                    <a:pt x="924540" y="229909"/>
                  </a:lnTo>
                  <a:lnTo>
                    <a:pt x="932479" y="291953"/>
                  </a:lnTo>
                  <a:lnTo>
                    <a:pt x="935126" y="367783"/>
                  </a:lnTo>
                  <a:lnTo>
                    <a:pt x="932425" y="443613"/>
                  </a:lnTo>
                  <a:lnTo>
                    <a:pt x="924322" y="505654"/>
                  </a:lnTo>
                  <a:lnTo>
                    <a:pt x="910814" y="553908"/>
                  </a:lnTo>
                  <a:lnTo>
                    <a:pt x="891899" y="588373"/>
                  </a:lnTo>
                  <a:lnTo>
                    <a:pt x="837834" y="615945"/>
                  </a:lnTo>
                  <a:lnTo>
                    <a:pt x="1041516" y="615945"/>
                  </a:lnTo>
                  <a:lnTo>
                    <a:pt x="1064861" y="566209"/>
                  </a:lnTo>
                  <a:lnTo>
                    <a:pt x="1078047" y="522397"/>
                  </a:lnTo>
                  <a:lnTo>
                    <a:pt x="1087463" y="473897"/>
                  </a:lnTo>
                  <a:lnTo>
                    <a:pt x="1093111" y="420708"/>
                  </a:lnTo>
                  <a:lnTo>
                    <a:pt x="1094994" y="362830"/>
                  </a:lnTo>
                  <a:lnTo>
                    <a:pt x="1092941" y="299860"/>
                  </a:lnTo>
                  <a:lnTo>
                    <a:pt x="1086784" y="242887"/>
                  </a:lnTo>
                  <a:lnTo>
                    <a:pt x="1076523" y="191910"/>
                  </a:lnTo>
                  <a:lnTo>
                    <a:pt x="1062158" y="146931"/>
                  </a:lnTo>
                  <a:lnTo>
                    <a:pt x="1049214" y="119609"/>
                  </a:lnTo>
                  <a:close/>
                </a:path>
                <a:path w="1095375" h="736600">
                  <a:moveTo>
                    <a:pt x="461248" y="125074"/>
                  </a:moveTo>
                  <a:lnTo>
                    <a:pt x="209946" y="125074"/>
                  </a:lnTo>
                  <a:lnTo>
                    <a:pt x="234799" y="126532"/>
                  </a:lnTo>
                  <a:lnTo>
                    <a:pt x="256230" y="130905"/>
                  </a:lnTo>
                  <a:lnTo>
                    <a:pt x="300137" y="161463"/>
                  </a:lnTo>
                  <a:lnTo>
                    <a:pt x="314706" y="217395"/>
                  </a:lnTo>
                  <a:lnTo>
                    <a:pt x="314208" y="228888"/>
                  </a:lnTo>
                  <a:lnTo>
                    <a:pt x="302217" y="271589"/>
                  </a:lnTo>
                  <a:lnTo>
                    <a:pt x="274155" y="312083"/>
                  </a:lnTo>
                  <a:lnTo>
                    <a:pt x="242956" y="342470"/>
                  </a:lnTo>
                  <a:lnTo>
                    <a:pt x="203190" y="374156"/>
                  </a:lnTo>
                  <a:lnTo>
                    <a:pt x="173023" y="396156"/>
                  </a:lnTo>
                  <a:lnTo>
                    <a:pt x="157539" y="407805"/>
                  </a:lnTo>
                  <a:lnTo>
                    <a:pt x="125364" y="433053"/>
                  </a:lnTo>
                  <a:lnTo>
                    <a:pt x="93607" y="461594"/>
                  </a:lnTo>
                  <a:lnTo>
                    <a:pt x="64526" y="494108"/>
                  </a:lnTo>
                  <a:lnTo>
                    <a:pt x="39086" y="530835"/>
                  </a:lnTo>
                  <a:lnTo>
                    <a:pt x="18288" y="572036"/>
                  </a:lnTo>
                  <a:lnTo>
                    <a:pt x="4572" y="618252"/>
                  </a:lnTo>
                  <a:lnTo>
                    <a:pt x="0" y="670047"/>
                  </a:lnTo>
                  <a:lnTo>
                    <a:pt x="0" y="723662"/>
                  </a:lnTo>
                  <a:lnTo>
                    <a:pt x="473476" y="723662"/>
                  </a:lnTo>
                  <a:lnTo>
                    <a:pt x="473476" y="593622"/>
                  </a:lnTo>
                  <a:lnTo>
                    <a:pt x="171724" y="593622"/>
                  </a:lnTo>
                  <a:lnTo>
                    <a:pt x="172342" y="586576"/>
                  </a:lnTo>
                  <a:lnTo>
                    <a:pt x="193300" y="548761"/>
                  </a:lnTo>
                  <a:lnTo>
                    <a:pt x="226634" y="516559"/>
                  </a:lnTo>
                  <a:lnTo>
                    <a:pt x="258548" y="491733"/>
                  </a:lnTo>
                  <a:lnTo>
                    <a:pt x="310831" y="454288"/>
                  </a:lnTo>
                  <a:lnTo>
                    <a:pt x="327972" y="441803"/>
                  </a:lnTo>
                  <a:lnTo>
                    <a:pt x="361340" y="416183"/>
                  </a:lnTo>
                  <a:lnTo>
                    <a:pt x="392174" y="388813"/>
                  </a:lnTo>
                  <a:lnTo>
                    <a:pt x="419100" y="358853"/>
                  </a:lnTo>
                  <a:lnTo>
                    <a:pt x="441712" y="325847"/>
                  </a:lnTo>
                  <a:lnTo>
                    <a:pt x="459364" y="289358"/>
                  </a:lnTo>
                  <a:lnTo>
                    <a:pt x="470683" y="248407"/>
                  </a:lnTo>
                  <a:lnTo>
                    <a:pt x="474482" y="202000"/>
                  </a:lnTo>
                  <a:lnTo>
                    <a:pt x="473505" y="179469"/>
                  </a:lnTo>
                  <a:lnTo>
                    <a:pt x="470576" y="158021"/>
                  </a:lnTo>
                  <a:lnTo>
                    <a:pt x="465699" y="137655"/>
                  </a:lnTo>
                  <a:lnTo>
                    <a:pt x="461248" y="125074"/>
                  </a:lnTo>
                  <a:close/>
                </a:path>
                <a:path w="1095375" h="736600">
                  <a:moveTo>
                    <a:pt x="243718" y="0"/>
                  </a:moveTo>
                  <a:lnTo>
                    <a:pt x="186852" y="3759"/>
                  </a:lnTo>
                  <a:lnTo>
                    <a:pt x="132999" y="15030"/>
                  </a:lnTo>
                  <a:lnTo>
                    <a:pt x="82117" y="33799"/>
                  </a:lnTo>
                  <a:lnTo>
                    <a:pt x="34168" y="60054"/>
                  </a:lnTo>
                  <a:lnTo>
                    <a:pt x="34168" y="198037"/>
                  </a:lnTo>
                  <a:lnTo>
                    <a:pt x="76661" y="166113"/>
                  </a:lnTo>
                  <a:lnTo>
                    <a:pt x="120114" y="143312"/>
                  </a:lnTo>
                  <a:lnTo>
                    <a:pt x="164538" y="129633"/>
                  </a:lnTo>
                  <a:lnTo>
                    <a:pt x="209946" y="125074"/>
                  </a:lnTo>
                  <a:lnTo>
                    <a:pt x="461248" y="125074"/>
                  </a:lnTo>
                  <a:lnTo>
                    <a:pt x="458876" y="118372"/>
                  </a:lnTo>
                  <a:lnTo>
                    <a:pt x="439704" y="83696"/>
                  </a:lnTo>
                  <a:lnTo>
                    <a:pt x="413400" y="54601"/>
                  </a:lnTo>
                  <a:lnTo>
                    <a:pt x="380363" y="31353"/>
                  </a:lnTo>
                  <a:lnTo>
                    <a:pt x="340766" y="14097"/>
                  </a:lnTo>
                  <a:lnTo>
                    <a:pt x="295008" y="3525"/>
                  </a:lnTo>
                  <a:lnTo>
                    <a:pt x="270069" y="881"/>
                  </a:lnTo>
                  <a:lnTo>
                    <a:pt x="243718" y="0"/>
                  </a:lnTo>
                  <a:close/>
                </a:path>
              </a:pathLst>
            </a:custGeom>
            <a:solidFill>
              <a:srgbClr val="FFFF00"/>
            </a:solidFill>
          </p:spPr>
          <p:txBody>
            <a:bodyPr wrap="square" lIns="0" tIns="0" rIns="0" bIns="0" rtlCol="0"/>
            <a:lstStyle/>
            <a:p>
              <a:endParaRPr/>
            </a:p>
          </p:txBody>
        </p:sp>
        <p:sp>
          <p:nvSpPr>
            <p:cNvPr id="175" name="object 175"/>
            <p:cNvSpPr/>
            <p:nvPr/>
          </p:nvSpPr>
          <p:spPr>
            <a:xfrm>
              <a:off x="7307061" y="5539358"/>
              <a:ext cx="1095375" cy="736600"/>
            </a:xfrm>
            <a:custGeom>
              <a:avLst/>
              <a:gdLst/>
              <a:ahLst/>
              <a:cxnLst/>
              <a:rect l="l" t="t" r="r" b="b"/>
              <a:pathLst>
                <a:path w="1095375" h="736600">
                  <a:moveTo>
                    <a:pt x="839876" y="119609"/>
                  </a:moveTo>
                  <a:lnTo>
                    <a:pt x="783357" y="148013"/>
                  </a:lnTo>
                  <a:lnTo>
                    <a:pt x="763573" y="183517"/>
                  </a:lnTo>
                  <a:lnTo>
                    <a:pt x="749441" y="233223"/>
                  </a:lnTo>
                  <a:lnTo>
                    <a:pt x="740961" y="297129"/>
                  </a:lnTo>
                  <a:lnTo>
                    <a:pt x="738134" y="375236"/>
                  </a:lnTo>
                  <a:lnTo>
                    <a:pt x="740898" y="448786"/>
                  </a:lnTo>
                  <a:lnTo>
                    <a:pt x="749196" y="508964"/>
                  </a:lnTo>
                  <a:lnTo>
                    <a:pt x="763032" y="555768"/>
                  </a:lnTo>
                  <a:lnTo>
                    <a:pt x="782413" y="589200"/>
                  </a:lnTo>
                  <a:lnTo>
                    <a:pt x="837834" y="615945"/>
                  </a:lnTo>
                  <a:lnTo>
                    <a:pt x="867572" y="609053"/>
                  </a:lnTo>
                  <a:lnTo>
                    <a:pt x="910814" y="553908"/>
                  </a:lnTo>
                  <a:lnTo>
                    <a:pt x="924322" y="505654"/>
                  </a:lnTo>
                  <a:lnTo>
                    <a:pt x="932425" y="443613"/>
                  </a:lnTo>
                  <a:lnTo>
                    <a:pt x="935126" y="367783"/>
                  </a:lnTo>
                  <a:lnTo>
                    <a:pt x="932479" y="291953"/>
                  </a:lnTo>
                  <a:lnTo>
                    <a:pt x="924540" y="229909"/>
                  </a:lnTo>
                  <a:lnTo>
                    <a:pt x="911310" y="181653"/>
                  </a:lnTo>
                  <a:lnTo>
                    <a:pt x="892788" y="147184"/>
                  </a:lnTo>
                  <a:lnTo>
                    <a:pt x="839876" y="119609"/>
                  </a:lnTo>
                  <a:close/>
                </a:path>
                <a:path w="1095375" h="736600">
                  <a:moveTo>
                    <a:pt x="846734" y="0"/>
                  </a:moveTo>
                  <a:lnTo>
                    <a:pt x="889813" y="2998"/>
                  </a:lnTo>
                  <a:lnTo>
                    <a:pt x="928792" y="11994"/>
                  </a:lnTo>
                  <a:lnTo>
                    <a:pt x="994445" y="47977"/>
                  </a:lnTo>
                  <a:lnTo>
                    <a:pt x="1043690" y="107950"/>
                  </a:lnTo>
                  <a:lnTo>
                    <a:pt x="1062158" y="146931"/>
                  </a:lnTo>
                  <a:lnTo>
                    <a:pt x="1076523" y="191910"/>
                  </a:lnTo>
                  <a:lnTo>
                    <a:pt x="1086784" y="242887"/>
                  </a:lnTo>
                  <a:lnTo>
                    <a:pt x="1092941" y="299860"/>
                  </a:lnTo>
                  <a:lnTo>
                    <a:pt x="1094993" y="362830"/>
                  </a:lnTo>
                  <a:lnTo>
                    <a:pt x="1093111" y="420708"/>
                  </a:lnTo>
                  <a:lnTo>
                    <a:pt x="1087463" y="473897"/>
                  </a:lnTo>
                  <a:lnTo>
                    <a:pt x="1078047" y="522397"/>
                  </a:lnTo>
                  <a:lnTo>
                    <a:pt x="1064861" y="566209"/>
                  </a:lnTo>
                  <a:lnTo>
                    <a:pt x="1047905" y="605332"/>
                  </a:lnTo>
                  <a:lnTo>
                    <a:pt x="1027175" y="639769"/>
                  </a:lnTo>
                  <a:lnTo>
                    <a:pt x="997706" y="674436"/>
                  </a:lnTo>
                  <a:lnTo>
                    <a:pt x="963541" y="701400"/>
                  </a:lnTo>
                  <a:lnTo>
                    <a:pt x="924679" y="720660"/>
                  </a:lnTo>
                  <a:lnTo>
                    <a:pt x="881120" y="732215"/>
                  </a:lnTo>
                  <a:lnTo>
                    <a:pt x="832865" y="736067"/>
                  </a:lnTo>
                  <a:lnTo>
                    <a:pt x="788763" y="733118"/>
                  </a:lnTo>
                  <a:lnTo>
                    <a:pt x="748862" y="724270"/>
                  </a:lnTo>
                  <a:lnTo>
                    <a:pt x="713160" y="709524"/>
                  </a:lnTo>
                  <a:lnTo>
                    <a:pt x="654357" y="662335"/>
                  </a:lnTo>
                  <a:lnTo>
                    <a:pt x="631256" y="629893"/>
                  </a:lnTo>
                  <a:lnTo>
                    <a:pt x="612355" y="591552"/>
                  </a:lnTo>
                  <a:lnTo>
                    <a:pt x="597655" y="547312"/>
                  </a:lnTo>
                  <a:lnTo>
                    <a:pt x="587154" y="497174"/>
                  </a:lnTo>
                  <a:lnTo>
                    <a:pt x="580854" y="441137"/>
                  </a:lnTo>
                  <a:lnTo>
                    <a:pt x="578754" y="379201"/>
                  </a:lnTo>
                  <a:lnTo>
                    <a:pt x="580659" y="319938"/>
                  </a:lnTo>
                  <a:lnTo>
                    <a:pt x="586378" y="265569"/>
                  </a:lnTo>
                  <a:lnTo>
                    <a:pt x="595914" y="216092"/>
                  </a:lnTo>
                  <a:lnTo>
                    <a:pt x="609270" y="171510"/>
                  </a:lnTo>
                  <a:lnTo>
                    <a:pt x="626449" y="131820"/>
                  </a:lnTo>
                  <a:lnTo>
                    <a:pt x="647456" y="97023"/>
                  </a:lnTo>
                  <a:lnTo>
                    <a:pt x="677430" y="62112"/>
                  </a:lnTo>
                  <a:lnTo>
                    <a:pt x="712343" y="34947"/>
                  </a:lnTo>
                  <a:lnTo>
                    <a:pt x="752198" y="15536"/>
                  </a:lnTo>
                  <a:lnTo>
                    <a:pt x="796994" y="3885"/>
                  </a:lnTo>
                  <a:lnTo>
                    <a:pt x="846734" y="0"/>
                  </a:lnTo>
                  <a:close/>
                </a:path>
                <a:path w="1095375" h="736600">
                  <a:moveTo>
                    <a:pt x="243718" y="0"/>
                  </a:moveTo>
                  <a:lnTo>
                    <a:pt x="295008" y="3525"/>
                  </a:lnTo>
                  <a:lnTo>
                    <a:pt x="340766" y="14096"/>
                  </a:lnTo>
                  <a:lnTo>
                    <a:pt x="380363" y="31353"/>
                  </a:lnTo>
                  <a:lnTo>
                    <a:pt x="413400" y="54601"/>
                  </a:lnTo>
                  <a:lnTo>
                    <a:pt x="439704" y="83696"/>
                  </a:lnTo>
                  <a:lnTo>
                    <a:pt x="458876" y="118372"/>
                  </a:lnTo>
                  <a:lnTo>
                    <a:pt x="470576" y="158021"/>
                  </a:lnTo>
                  <a:lnTo>
                    <a:pt x="474482" y="202000"/>
                  </a:lnTo>
                  <a:lnTo>
                    <a:pt x="473530" y="225885"/>
                  </a:lnTo>
                  <a:lnTo>
                    <a:pt x="465956" y="269565"/>
                  </a:lnTo>
                  <a:lnTo>
                    <a:pt x="451148" y="308039"/>
                  </a:lnTo>
                  <a:lnTo>
                    <a:pt x="431036" y="342785"/>
                  </a:lnTo>
                  <a:lnTo>
                    <a:pt x="406135" y="374156"/>
                  </a:lnTo>
                  <a:lnTo>
                    <a:pt x="377236" y="402822"/>
                  </a:lnTo>
                  <a:lnTo>
                    <a:pt x="344804" y="429101"/>
                  </a:lnTo>
                  <a:lnTo>
                    <a:pt x="310831" y="454288"/>
                  </a:lnTo>
                  <a:lnTo>
                    <a:pt x="293369" y="466557"/>
                  </a:lnTo>
                  <a:lnTo>
                    <a:pt x="281507" y="474981"/>
                  </a:lnTo>
                  <a:lnTo>
                    <a:pt x="247406" y="500060"/>
                  </a:lnTo>
                  <a:lnTo>
                    <a:pt x="217213" y="524716"/>
                  </a:lnTo>
                  <a:lnTo>
                    <a:pt x="187020" y="556594"/>
                  </a:lnTo>
                  <a:lnTo>
                    <a:pt x="171724" y="593622"/>
                  </a:lnTo>
                  <a:lnTo>
                    <a:pt x="473476" y="593622"/>
                  </a:lnTo>
                  <a:lnTo>
                    <a:pt x="473476" y="723662"/>
                  </a:lnTo>
                  <a:lnTo>
                    <a:pt x="0" y="723662"/>
                  </a:lnTo>
                  <a:lnTo>
                    <a:pt x="0" y="670047"/>
                  </a:lnTo>
                  <a:lnTo>
                    <a:pt x="4571" y="618252"/>
                  </a:lnTo>
                  <a:lnTo>
                    <a:pt x="18287" y="572036"/>
                  </a:lnTo>
                  <a:lnTo>
                    <a:pt x="39086" y="530835"/>
                  </a:lnTo>
                  <a:lnTo>
                    <a:pt x="64526" y="494108"/>
                  </a:lnTo>
                  <a:lnTo>
                    <a:pt x="93607" y="461594"/>
                  </a:lnTo>
                  <a:lnTo>
                    <a:pt x="125364" y="433053"/>
                  </a:lnTo>
                  <a:lnTo>
                    <a:pt x="157539" y="407805"/>
                  </a:lnTo>
                  <a:lnTo>
                    <a:pt x="203248" y="374114"/>
                  </a:lnTo>
                  <a:lnTo>
                    <a:pt x="217444" y="363320"/>
                  </a:lnTo>
                  <a:lnTo>
                    <a:pt x="254297" y="332313"/>
                  </a:lnTo>
                  <a:lnTo>
                    <a:pt x="282701" y="302014"/>
                  </a:lnTo>
                  <a:lnTo>
                    <a:pt x="306720" y="261317"/>
                  </a:lnTo>
                  <a:lnTo>
                    <a:pt x="314705" y="217395"/>
                  </a:lnTo>
                  <a:lnTo>
                    <a:pt x="313088" y="195959"/>
                  </a:lnTo>
                  <a:lnTo>
                    <a:pt x="288797" y="148397"/>
                  </a:lnTo>
                  <a:lnTo>
                    <a:pt x="234799" y="126532"/>
                  </a:lnTo>
                  <a:lnTo>
                    <a:pt x="209946" y="125074"/>
                  </a:lnTo>
                  <a:lnTo>
                    <a:pt x="164538" y="129633"/>
                  </a:lnTo>
                  <a:lnTo>
                    <a:pt x="120114" y="143312"/>
                  </a:lnTo>
                  <a:lnTo>
                    <a:pt x="76661" y="166113"/>
                  </a:lnTo>
                  <a:lnTo>
                    <a:pt x="34168" y="198037"/>
                  </a:lnTo>
                  <a:lnTo>
                    <a:pt x="34168" y="60054"/>
                  </a:lnTo>
                  <a:lnTo>
                    <a:pt x="82117" y="33799"/>
                  </a:lnTo>
                  <a:lnTo>
                    <a:pt x="132999" y="15030"/>
                  </a:lnTo>
                  <a:lnTo>
                    <a:pt x="186852" y="3759"/>
                  </a:lnTo>
                  <a:lnTo>
                    <a:pt x="243718" y="0"/>
                  </a:lnTo>
                  <a:close/>
                </a:path>
              </a:pathLst>
            </a:custGeom>
            <a:ln w="12191">
              <a:solidFill>
                <a:srgbClr val="000000"/>
              </a:solidFill>
            </a:ln>
          </p:spPr>
          <p:txBody>
            <a:bodyPr wrap="square" lIns="0" tIns="0" rIns="0" bIns="0" rtlCol="0"/>
            <a:lstStyle/>
            <a:p>
              <a:endParaRPr/>
            </a:p>
          </p:txBody>
        </p:sp>
        <p:sp>
          <p:nvSpPr>
            <p:cNvPr id="176" name="object 176"/>
            <p:cNvSpPr/>
            <p:nvPr/>
          </p:nvSpPr>
          <p:spPr>
            <a:xfrm>
              <a:off x="6748272" y="5234939"/>
              <a:ext cx="2218944" cy="1345692"/>
            </a:xfrm>
            <a:prstGeom prst="rect">
              <a:avLst/>
            </a:prstGeom>
            <a:blipFill>
              <a:blip r:embed="rId74" cstate="print"/>
              <a:stretch>
                <a:fillRect/>
              </a:stretch>
            </a:blipFill>
          </p:spPr>
          <p:txBody>
            <a:bodyPr wrap="square" lIns="0" tIns="0" rIns="0" bIns="0" rtlCol="0"/>
            <a:lstStyle/>
            <a:p>
              <a:endParaRPr/>
            </a:p>
          </p:txBody>
        </p:sp>
        <p:sp>
          <p:nvSpPr>
            <p:cNvPr id="177" name="object 177"/>
            <p:cNvSpPr/>
            <p:nvPr/>
          </p:nvSpPr>
          <p:spPr>
            <a:xfrm>
              <a:off x="6594348" y="4917946"/>
              <a:ext cx="2549651" cy="1940052"/>
            </a:xfrm>
            <a:prstGeom prst="rect">
              <a:avLst/>
            </a:prstGeom>
            <a:blipFill>
              <a:blip r:embed="rId75" cstate="print"/>
              <a:stretch>
                <a:fillRect/>
              </a:stretch>
            </a:blipFill>
          </p:spPr>
          <p:txBody>
            <a:bodyPr wrap="square" lIns="0" tIns="0" rIns="0" bIns="0" rtlCol="0"/>
            <a:lstStyle/>
            <a:p>
              <a:endParaRPr/>
            </a:p>
          </p:txBody>
        </p:sp>
        <p:sp>
          <p:nvSpPr>
            <p:cNvPr id="178" name="object 178"/>
            <p:cNvSpPr/>
            <p:nvPr/>
          </p:nvSpPr>
          <p:spPr>
            <a:xfrm>
              <a:off x="6829440" y="5295900"/>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12"/>
                  </a:lnTo>
                  <a:lnTo>
                    <a:pt x="4724" y="998374"/>
                  </a:lnTo>
                  <a:lnTo>
                    <a:pt x="18275" y="1042020"/>
                  </a:lnTo>
                  <a:lnTo>
                    <a:pt x="39715" y="1081517"/>
                  </a:lnTo>
                  <a:lnTo>
                    <a:pt x="68111" y="1115928"/>
                  </a:lnTo>
                  <a:lnTo>
                    <a:pt x="102526" y="1144320"/>
                  </a:lnTo>
                  <a:lnTo>
                    <a:pt x="142024" y="1165757"/>
                  </a:lnTo>
                  <a:lnTo>
                    <a:pt x="185671" y="1179305"/>
                  </a:lnTo>
                  <a:lnTo>
                    <a:pt x="232531" y="1184029"/>
                  </a:lnTo>
                  <a:lnTo>
                    <a:pt x="1824837" y="1184029"/>
                  </a:lnTo>
                  <a:lnTo>
                    <a:pt x="1871698" y="1179305"/>
                  </a:lnTo>
                  <a:lnTo>
                    <a:pt x="1915349" y="1165757"/>
                  </a:lnTo>
                  <a:lnTo>
                    <a:pt x="1954852" y="1144320"/>
                  </a:lnTo>
                  <a:lnTo>
                    <a:pt x="1989273" y="1115928"/>
                  </a:lnTo>
                  <a:lnTo>
                    <a:pt x="2017674" y="1081517"/>
                  </a:lnTo>
                  <a:lnTo>
                    <a:pt x="2039120" y="1042020"/>
                  </a:lnTo>
                  <a:lnTo>
                    <a:pt x="2052673" y="998374"/>
                  </a:lnTo>
                  <a:lnTo>
                    <a:pt x="2057399" y="951512"/>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79" name="object 179"/>
            <p:cNvSpPr/>
            <p:nvPr/>
          </p:nvSpPr>
          <p:spPr>
            <a:xfrm>
              <a:off x="6829440" y="5295900"/>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12"/>
                  </a:lnTo>
                  <a:lnTo>
                    <a:pt x="2052673" y="998374"/>
                  </a:lnTo>
                  <a:lnTo>
                    <a:pt x="2039120" y="1042020"/>
                  </a:lnTo>
                  <a:lnTo>
                    <a:pt x="2017674" y="1081517"/>
                  </a:lnTo>
                  <a:lnTo>
                    <a:pt x="1989273" y="1115928"/>
                  </a:lnTo>
                  <a:lnTo>
                    <a:pt x="1954852" y="1144320"/>
                  </a:lnTo>
                  <a:lnTo>
                    <a:pt x="1915349" y="1165757"/>
                  </a:lnTo>
                  <a:lnTo>
                    <a:pt x="1871698" y="1179305"/>
                  </a:lnTo>
                  <a:lnTo>
                    <a:pt x="1824837" y="1184029"/>
                  </a:lnTo>
                  <a:lnTo>
                    <a:pt x="232531" y="1184029"/>
                  </a:lnTo>
                  <a:lnTo>
                    <a:pt x="185671" y="1179305"/>
                  </a:lnTo>
                  <a:lnTo>
                    <a:pt x="142024" y="1165757"/>
                  </a:lnTo>
                  <a:lnTo>
                    <a:pt x="102526" y="1144320"/>
                  </a:lnTo>
                  <a:lnTo>
                    <a:pt x="68111" y="1115928"/>
                  </a:lnTo>
                  <a:lnTo>
                    <a:pt x="39715" y="1081517"/>
                  </a:lnTo>
                  <a:lnTo>
                    <a:pt x="18275" y="1042020"/>
                  </a:lnTo>
                  <a:lnTo>
                    <a:pt x="4724" y="998374"/>
                  </a:lnTo>
                  <a:lnTo>
                    <a:pt x="0" y="951512"/>
                  </a:lnTo>
                  <a:lnTo>
                    <a:pt x="0" y="232541"/>
                  </a:lnTo>
                  <a:close/>
                </a:path>
              </a:pathLst>
            </a:custGeom>
            <a:ln w="76199">
              <a:solidFill>
                <a:srgbClr val="00AF50"/>
              </a:solidFill>
            </a:ln>
          </p:spPr>
          <p:txBody>
            <a:bodyPr wrap="square" lIns="0" tIns="0" rIns="0" bIns="0" rtlCol="0"/>
            <a:lstStyle/>
            <a:p>
              <a:endParaRPr/>
            </a:p>
          </p:txBody>
        </p:sp>
        <p:sp>
          <p:nvSpPr>
            <p:cNvPr id="180" name="object 180"/>
            <p:cNvSpPr/>
            <p:nvPr/>
          </p:nvSpPr>
          <p:spPr>
            <a:xfrm>
              <a:off x="6635496" y="4937759"/>
              <a:ext cx="2481072" cy="1920239"/>
            </a:xfrm>
            <a:prstGeom prst="rect">
              <a:avLst/>
            </a:prstGeom>
            <a:blipFill>
              <a:blip r:embed="rId76" cstate="print"/>
              <a:stretch>
                <a:fillRect/>
              </a:stretch>
            </a:blipFill>
          </p:spPr>
          <p:txBody>
            <a:bodyPr wrap="square" lIns="0" tIns="0" rIns="0" bIns="0" rtlCol="0"/>
            <a:lstStyle/>
            <a:p>
              <a:endParaRPr/>
            </a:p>
          </p:txBody>
        </p:sp>
        <p:sp>
          <p:nvSpPr>
            <p:cNvPr id="181" name="object 181"/>
            <p:cNvSpPr/>
            <p:nvPr/>
          </p:nvSpPr>
          <p:spPr>
            <a:xfrm>
              <a:off x="7313432" y="5532119"/>
              <a:ext cx="957580" cy="727710"/>
            </a:xfrm>
            <a:custGeom>
              <a:avLst/>
              <a:gdLst/>
              <a:ahLst/>
              <a:cxnLst/>
              <a:rect l="l" t="t" r="r" b="b"/>
              <a:pathLst>
                <a:path w="957579" h="727710">
                  <a:moveTo>
                    <a:pt x="461350" y="129076"/>
                  </a:moveTo>
                  <a:lnTo>
                    <a:pt x="210037" y="129076"/>
                  </a:lnTo>
                  <a:lnTo>
                    <a:pt x="234836" y="130532"/>
                  </a:lnTo>
                  <a:lnTo>
                    <a:pt x="256245" y="134901"/>
                  </a:lnTo>
                  <a:lnTo>
                    <a:pt x="300175" y="165453"/>
                  </a:lnTo>
                  <a:lnTo>
                    <a:pt x="314706" y="221385"/>
                  </a:lnTo>
                  <a:lnTo>
                    <a:pt x="314205" y="232877"/>
                  </a:lnTo>
                  <a:lnTo>
                    <a:pt x="302311" y="275584"/>
                  </a:lnTo>
                  <a:lnTo>
                    <a:pt x="274151" y="316071"/>
                  </a:lnTo>
                  <a:lnTo>
                    <a:pt x="242956" y="346460"/>
                  </a:lnTo>
                  <a:lnTo>
                    <a:pt x="203294" y="378151"/>
                  </a:lnTo>
                  <a:lnTo>
                    <a:pt x="173069" y="400146"/>
                  </a:lnTo>
                  <a:lnTo>
                    <a:pt x="157539" y="411791"/>
                  </a:lnTo>
                  <a:lnTo>
                    <a:pt x="125333" y="437043"/>
                  </a:lnTo>
                  <a:lnTo>
                    <a:pt x="93634" y="465583"/>
                  </a:lnTo>
                  <a:lnTo>
                    <a:pt x="64495" y="498098"/>
                  </a:lnTo>
                  <a:lnTo>
                    <a:pt x="39121" y="534823"/>
                  </a:lnTo>
                  <a:lnTo>
                    <a:pt x="18409" y="576023"/>
                  </a:lnTo>
                  <a:lnTo>
                    <a:pt x="4632" y="622245"/>
                  </a:lnTo>
                  <a:lnTo>
                    <a:pt x="0" y="674049"/>
                  </a:lnTo>
                  <a:lnTo>
                    <a:pt x="0" y="727649"/>
                  </a:lnTo>
                  <a:lnTo>
                    <a:pt x="473567" y="727649"/>
                  </a:lnTo>
                  <a:lnTo>
                    <a:pt x="473567" y="597609"/>
                  </a:lnTo>
                  <a:lnTo>
                    <a:pt x="171815" y="597609"/>
                  </a:lnTo>
                  <a:lnTo>
                    <a:pt x="172437" y="590563"/>
                  </a:lnTo>
                  <a:lnTo>
                    <a:pt x="193368" y="552746"/>
                  </a:lnTo>
                  <a:lnTo>
                    <a:pt x="226683" y="520553"/>
                  </a:lnTo>
                  <a:lnTo>
                    <a:pt x="258668" y="495721"/>
                  </a:lnTo>
                  <a:lnTo>
                    <a:pt x="293370" y="470547"/>
                  </a:lnTo>
                  <a:lnTo>
                    <a:pt x="310845" y="458278"/>
                  </a:lnTo>
                  <a:lnTo>
                    <a:pt x="328018" y="445793"/>
                  </a:lnTo>
                  <a:lnTo>
                    <a:pt x="361431" y="420172"/>
                  </a:lnTo>
                  <a:lnTo>
                    <a:pt x="392235" y="392806"/>
                  </a:lnTo>
                  <a:lnTo>
                    <a:pt x="419221" y="362843"/>
                  </a:lnTo>
                  <a:lnTo>
                    <a:pt x="441761" y="329836"/>
                  </a:lnTo>
                  <a:lnTo>
                    <a:pt x="459364" y="293357"/>
                  </a:lnTo>
                  <a:lnTo>
                    <a:pt x="470790" y="252402"/>
                  </a:lnTo>
                  <a:lnTo>
                    <a:pt x="474604" y="205989"/>
                  </a:lnTo>
                  <a:lnTo>
                    <a:pt x="473626" y="183456"/>
                  </a:lnTo>
                  <a:lnTo>
                    <a:pt x="470695" y="162005"/>
                  </a:lnTo>
                  <a:lnTo>
                    <a:pt x="465808" y="141640"/>
                  </a:lnTo>
                  <a:lnTo>
                    <a:pt x="461350" y="129076"/>
                  </a:lnTo>
                  <a:close/>
                </a:path>
                <a:path w="957579" h="727710">
                  <a:moveTo>
                    <a:pt x="243718" y="3941"/>
                  </a:moveTo>
                  <a:lnTo>
                    <a:pt x="186901" y="7701"/>
                  </a:lnTo>
                  <a:lnTo>
                    <a:pt x="133049" y="18977"/>
                  </a:lnTo>
                  <a:lnTo>
                    <a:pt x="82173" y="37760"/>
                  </a:lnTo>
                  <a:lnTo>
                    <a:pt x="34290" y="64044"/>
                  </a:lnTo>
                  <a:lnTo>
                    <a:pt x="34290" y="202036"/>
                  </a:lnTo>
                  <a:lnTo>
                    <a:pt x="76713" y="170112"/>
                  </a:lnTo>
                  <a:lnTo>
                    <a:pt x="120163" y="147313"/>
                  </a:lnTo>
                  <a:lnTo>
                    <a:pt x="164613" y="133635"/>
                  </a:lnTo>
                  <a:lnTo>
                    <a:pt x="210037" y="129076"/>
                  </a:lnTo>
                  <a:lnTo>
                    <a:pt x="461350" y="129076"/>
                  </a:lnTo>
                  <a:lnTo>
                    <a:pt x="458967" y="122361"/>
                  </a:lnTo>
                  <a:lnTo>
                    <a:pt x="439704" y="87685"/>
                  </a:lnTo>
                  <a:lnTo>
                    <a:pt x="413491" y="58591"/>
                  </a:lnTo>
                  <a:lnTo>
                    <a:pt x="380451" y="35311"/>
                  </a:lnTo>
                  <a:lnTo>
                    <a:pt x="340735" y="18156"/>
                  </a:lnTo>
                  <a:lnTo>
                    <a:pt x="295027" y="7526"/>
                  </a:lnTo>
                  <a:lnTo>
                    <a:pt x="270068" y="4841"/>
                  </a:lnTo>
                  <a:lnTo>
                    <a:pt x="243718" y="3941"/>
                  </a:lnTo>
                  <a:close/>
                </a:path>
                <a:path w="957579" h="727710">
                  <a:moveTo>
                    <a:pt x="957072" y="176713"/>
                  </a:moveTo>
                  <a:lnTo>
                    <a:pt x="800740" y="176713"/>
                  </a:lnTo>
                  <a:lnTo>
                    <a:pt x="800740" y="727649"/>
                  </a:lnTo>
                  <a:lnTo>
                    <a:pt x="957072" y="727649"/>
                  </a:lnTo>
                  <a:lnTo>
                    <a:pt x="957072" y="176713"/>
                  </a:lnTo>
                  <a:close/>
                </a:path>
                <a:path w="957579" h="727710">
                  <a:moveTo>
                    <a:pt x="957072" y="0"/>
                  </a:moveTo>
                  <a:lnTo>
                    <a:pt x="862187" y="0"/>
                  </a:lnTo>
                  <a:lnTo>
                    <a:pt x="839713" y="16314"/>
                  </a:lnTo>
                  <a:lnTo>
                    <a:pt x="815915" y="31922"/>
                  </a:lnTo>
                  <a:lnTo>
                    <a:pt x="764407" y="61066"/>
                  </a:lnTo>
                  <a:lnTo>
                    <a:pt x="708591" y="86379"/>
                  </a:lnTo>
                  <a:lnTo>
                    <a:pt x="649345" y="106728"/>
                  </a:lnTo>
                  <a:lnTo>
                    <a:pt x="649345" y="238755"/>
                  </a:lnTo>
                  <a:lnTo>
                    <a:pt x="691499" y="230565"/>
                  </a:lnTo>
                  <a:lnTo>
                    <a:pt x="732647" y="216657"/>
                  </a:lnTo>
                  <a:lnTo>
                    <a:pt x="770107" y="198299"/>
                  </a:lnTo>
                  <a:lnTo>
                    <a:pt x="800740" y="176713"/>
                  </a:lnTo>
                  <a:lnTo>
                    <a:pt x="957072" y="176713"/>
                  </a:lnTo>
                  <a:lnTo>
                    <a:pt x="957072" y="0"/>
                  </a:lnTo>
                  <a:close/>
                </a:path>
              </a:pathLst>
            </a:custGeom>
            <a:solidFill>
              <a:srgbClr val="FFFF00"/>
            </a:solidFill>
          </p:spPr>
          <p:txBody>
            <a:bodyPr wrap="square" lIns="0" tIns="0" rIns="0" bIns="0" rtlCol="0"/>
            <a:lstStyle/>
            <a:p>
              <a:endParaRPr/>
            </a:p>
          </p:txBody>
        </p:sp>
        <p:sp>
          <p:nvSpPr>
            <p:cNvPr id="182" name="object 182"/>
            <p:cNvSpPr/>
            <p:nvPr/>
          </p:nvSpPr>
          <p:spPr>
            <a:xfrm>
              <a:off x="7313432" y="5532120"/>
              <a:ext cx="957580" cy="727710"/>
            </a:xfrm>
            <a:custGeom>
              <a:avLst/>
              <a:gdLst/>
              <a:ahLst/>
              <a:cxnLst/>
              <a:rect l="l" t="t" r="r" b="b"/>
              <a:pathLst>
                <a:path w="957579" h="727710">
                  <a:moveTo>
                    <a:pt x="243718" y="3941"/>
                  </a:moveTo>
                  <a:lnTo>
                    <a:pt x="295027" y="7526"/>
                  </a:lnTo>
                  <a:lnTo>
                    <a:pt x="340735" y="18156"/>
                  </a:lnTo>
                  <a:lnTo>
                    <a:pt x="380451" y="35311"/>
                  </a:lnTo>
                  <a:lnTo>
                    <a:pt x="413491" y="58591"/>
                  </a:lnTo>
                  <a:lnTo>
                    <a:pt x="439704" y="87685"/>
                  </a:lnTo>
                  <a:lnTo>
                    <a:pt x="458967" y="122361"/>
                  </a:lnTo>
                  <a:lnTo>
                    <a:pt x="470695" y="162005"/>
                  </a:lnTo>
                  <a:lnTo>
                    <a:pt x="474604" y="205989"/>
                  </a:lnTo>
                  <a:lnTo>
                    <a:pt x="473650" y="229879"/>
                  </a:lnTo>
                  <a:lnTo>
                    <a:pt x="466027" y="273560"/>
                  </a:lnTo>
                  <a:lnTo>
                    <a:pt x="451188" y="312031"/>
                  </a:lnTo>
                  <a:lnTo>
                    <a:pt x="431100" y="346773"/>
                  </a:lnTo>
                  <a:lnTo>
                    <a:pt x="406193" y="378151"/>
                  </a:lnTo>
                  <a:lnTo>
                    <a:pt x="377323" y="406812"/>
                  </a:lnTo>
                  <a:lnTo>
                    <a:pt x="344882" y="433091"/>
                  </a:lnTo>
                  <a:lnTo>
                    <a:pt x="310845" y="458278"/>
                  </a:lnTo>
                  <a:lnTo>
                    <a:pt x="293369" y="470547"/>
                  </a:lnTo>
                  <a:lnTo>
                    <a:pt x="281578" y="478969"/>
                  </a:lnTo>
                  <a:lnTo>
                    <a:pt x="247528" y="504050"/>
                  </a:lnTo>
                  <a:lnTo>
                    <a:pt x="217254" y="528710"/>
                  </a:lnTo>
                  <a:lnTo>
                    <a:pt x="187112" y="560579"/>
                  </a:lnTo>
                  <a:lnTo>
                    <a:pt x="171815" y="597609"/>
                  </a:lnTo>
                  <a:lnTo>
                    <a:pt x="473567" y="597609"/>
                  </a:lnTo>
                  <a:lnTo>
                    <a:pt x="473567" y="727649"/>
                  </a:lnTo>
                  <a:lnTo>
                    <a:pt x="0" y="727649"/>
                  </a:lnTo>
                  <a:lnTo>
                    <a:pt x="0" y="674049"/>
                  </a:lnTo>
                  <a:lnTo>
                    <a:pt x="4632" y="622245"/>
                  </a:lnTo>
                  <a:lnTo>
                    <a:pt x="18409" y="576023"/>
                  </a:lnTo>
                  <a:lnTo>
                    <a:pt x="39121" y="534823"/>
                  </a:lnTo>
                  <a:lnTo>
                    <a:pt x="64495" y="498098"/>
                  </a:lnTo>
                  <a:lnTo>
                    <a:pt x="93634" y="465583"/>
                  </a:lnTo>
                  <a:lnTo>
                    <a:pt x="125333" y="437043"/>
                  </a:lnTo>
                  <a:lnTo>
                    <a:pt x="157539" y="411791"/>
                  </a:lnTo>
                  <a:lnTo>
                    <a:pt x="188213" y="389156"/>
                  </a:lnTo>
                  <a:lnTo>
                    <a:pt x="203351" y="378109"/>
                  </a:lnTo>
                  <a:lnTo>
                    <a:pt x="242956" y="346460"/>
                  </a:lnTo>
                  <a:lnTo>
                    <a:pt x="274151" y="316071"/>
                  </a:lnTo>
                  <a:lnTo>
                    <a:pt x="302311" y="275584"/>
                  </a:lnTo>
                  <a:lnTo>
                    <a:pt x="314205" y="232877"/>
                  </a:lnTo>
                  <a:lnTo>
                    <a:pt x="314705" y="221385"/>
                  </a:lnTo>
                  <a:lnTo>
                    <a:pt x="313085" y="199949"/>
                  </a:lnTo>
                  <a:lnTo>
                    <a:pt x="288919" y="152387"/>
                  </a:lnTo>
                  <a:lnTo>
                    <a:pt x="234836" y="130532"/>
                  </a:lnTo>
                  <a:lnTo>
                    <a:pt x="210037" y="129076"/>
                  </a:lnTo>
                  <a:lnTo>
                    <a:pt x="164613" y="133635"/>
                  </a:lnTo>
                  <a:lnTo>
                    <a:pt x="120163" y="147313"/>
                  </a:lnTo>
                  <a:lnTo>
                    <a:pt x="76713" y="170112"/>
                  </a:lnTo>
                  <a:lnTo>
                    <a:pt x="34289" y="202036"/>
                  </a:lnTo>
                  <a:lnTo>
                    <a:pt x="34289" y="64044"/>
                  </a:lnTo>
                  <a:lnTo>
                    <a:pt x="82173" y="37760"/>
                  </a:lnTo>
                  <a:lnTo>
                    <a:pt x="133049" y="18977"/>
                  </a:lnTo>
                  <a:lnTo>
                    <a:pt x="186901" y="7701"/>
                  </a:lnTo>
                  <a:lnTo>
                    <a:pt x="243718" y="3941"/>
                  </a:lnTo>
                  <a:close/>
                </a:path>
                <a:path w="957579" h="727710">
                  <a:moveTo>
                    <a:pt x="862187" y="0"/>
                  </a:moveTo>
                  <a:lnTo>
                    <a:pt x="957071" y="0"/>
                  </a:lnTo>
                  <a:lnTo>
                    <a:pt x="957071" y="727649"/>
                  </a:lnTo>
                  <a:lnTo>
                    <a:pt x="800740" y="727649"/>
                  </a:lnTo>
                  <a:lnTo>
                    <a:pt x="800740" y="176713"/>
                  </a:lnTo>
                  <a:lnTo>
                    <a:pt x="793964" y="182346"/>
                  </a:lnTo>
                  <a:lnTo>
                    <a:pt x="761189" y="203270"/>
                  </a:lnTo>
                  <a:lnTo>
                    <a:pt x="722652" y="220600"/>
                  </a:lnTo>
                  <a:lnTo>
                    <a:pt x="680866" y="233215"/>
                  </a:lnTo>
                  <a:lnTo>
                    <a:pt x="649345" y="238755"/>
                  </a:lnTo>
                  <a:lnTo>
                    <a:pt x="649345" y="106728"/>
                  </a:lnTo>
                  <a:lnTo>
                    <a:pt x="679394" y="97175"/>
                  </a:lnTo>
                  <a:lnTo>
                    <a:pt x="708591" y="86379"/>
                  </a:lnTo>
                  <a:lnTo>
                    <a:pt x="764407" y="61066"/>
                  </a:lnTo>
                  <a:lnTo>
                    <a:pt x="815915" y="31922"/>
                  </a:lnTo>
                  <a:lnTo>
                    <a:pt x="839713" y="16314"/>
                  </a:lnTo>
                  <a:lnTo>
                    <a:pt x="862187" y="0"/>
                  </a:lnTo>
                  <a:close/>
                </a:path>
              </a:pathLst>
            </a:custGeom>
            <a:ln w="12191">
              <a:solidFill>
                <a:srgbClr val="000000"/>
              </a:solidFill>
            </a:ln>
          </p:spPr>
          <p:txBody>
            <a:bodyPr wrap="square" lIns="0" tIns="0" rIns="0" bIns="0" rtlCol="0"/>
            <a:lstStyle/>
            <a:p>
              <a:endParaRPr/>
            </a:p>
          </p:txBody>
        </p:sp>
        <p:sp>
          <p:nvSpPr>
            <p:cNvPr id="183" name="object 183"/>
            <p:cNvSpPr/>
            <p:nvPr/>
          </p:nvSpPr>
          <p:spPr>
            <a:xfrm>
              <a:off x="6754368" y="5222747"/>
              <a:ext cx="2244852" cy="1351788"/>
            </a:xfrm>
            <a:prstGeom prst="rect">
              <a:avLst/>
            </a:prstGeom>
            <a:blipFill>
              <a:blip r:embed="rId77" cstate="print"/>
              <a:stretch>
                <a:fillRect/>
              </a:stretch>
            </a:blipFill>
          </p:spPr>
          <p:txBody>
            <a:bodyPr wrap="square" lIns="0" tIns="0" rIns="0" bIns="0" rtlCol="0"/>
            <a:lstStyle/>
            <a:p>
              <a:endParaRPr/>
            </a:p>
          </p:txBody>
        </p:sp>
        <p:sp>
          <p:nvSpPr>
            <p:cNvPr id="184" name="object 184"/>
            <p:cNvSpPr/>
            <p:nvPr/>
          </p:nvSpPr>
          <p:spPr>
            <a:xfrm>
              <a:off x="6614160" y="4907278"/>
              <a:ext cx="2529839" cy="1950720"/>
            </a:xfrm>
            <a:prstGeom prst="rect">
              <a:avLst/>
            </a:prstGeom>
            <a:blipFill>
              <a:blip r:embed="rId78" cstate="print"/>
              <a:stretch>
                <a:fillRect/>
              </a:stretch>
            </a:blipFill>
          </p:spPr>
          <p:txBody>
            <a:bodyPr wrap="square" lIns="0" tIns="0" rIns="0" bIns="0" rtlCol="0"/>
            <a:lstStyle/>
            <a:p>
              <a:endParaRPr/>
            </a:p>
          </p:txBody>
        </p:sp>
        <p:sp>
          <p:nvSpPr>
            <p:cNvPr id="185" name="object 185"/>
            <p:cNvSpPr/>
            <p:nvPr/>
          </p:nvSpPr>
          <p:spPr>
            <a:xfrm>
              <a:off x="6835261" y="5283195"/>
              <a:ext cx="2084070" cy="1191260"/>
            </a:xfrm>
            <a:custGeom>
              <a:avLst/>
              <a:gdLst/>
              <a:ahLst/>
              <a:cxnLst/>
              <a:rect l="l" t="t" r="r" b="b"/>
              <a:pathLst>
                <a:path w="2084070" h="1191260">
                  <a:moveTo>
                    <a:pt x="1849892" y="0"/>
                  </a:moveTo>
                  <a:lnTo>
                    <a:pt x="233933" y="0"/>
                  </a:lnTo>
                  <a:lnTo>
                    <a:pt x="186803" y="4749"/>
                  </a:lnTo>
                  <a:lnTo>
                    <a:pt x="142899" y="18370"/>
                  </a:lnTo>
                  <a:lnTo>
                    <a:pt x="103163" y="39924"/>
                  </a:lnTo>
                  <a:lnTo>
                    <a:pt x="68538" y="68472"/>
                  </a:lnTo>
                  <a:lnTo>
                    <a:pt x="39966" y="103075"/>
                  </a:lnTo>
                  <a:lnTo>
                    <a:pt x="18391" y="142792"/>
                  </a:lnTo>
                  <a:lnTo>
                    <a:pt x="4754" y="186685"/>
                  </a:lnTo>
                  <a:lnTo>
                    <a:pt x="0" y="233815"/>
                  </a:lnTo>
                  <a:lnTo>
                    <a:pt x="0" y="956989"/>
                  </a:lnTo>
                  <a:lnTo>
                    <a:pt x="4754" y="1004121"/>
                  </a:lnTo>
                  <a:lnTo>
                    <a:pt x="18391" y="1048021"/>
                  </a:lnTo>
                  <a:lnTo>
                    <a:pt x="39966" y="1087747"/>
                  </a:lnTo>
                  <a:lnTo>
                    <a:pt x="68538" y="1122360"/>
                  </a:lnTo>
                  <a:lnTo>
                    <a:pt x="103163" y="1150919"/>
                  </a:lnTo>
                  <a:lnTo>
                    <a:pt x="142899" y="1172483"/>
                  </a:lnTo>
                  <a:lnTo>
                    <a:pt x="186803" y="1186111"/>
                  </a:lnTo>
                  <a:lnTo>
                    <a:pt x="233933" y="1190862"/>
                  </a:lnTo>
                  <a:lnTo>
                    <a:pt x="1849892" y="1190862"/>
                  </a:lnTo>
                  <a:lnTo>
                    <a:pt x="1897022" y="1186111"/>
                  </a:lnTo>
                  <a:lnTo>
                    <a:pt x="1940926" y="1172483"/>
                  </a:lnTo>
                  <a:lnTo>
                    <a:pt x="1980662" y="1150919"/>
                  </a:lnTo>
                  <a:lnTo>
                    <a:pt x="2015288" y="1122360"/>
                  </a:lnTo>
                  <a:lnTo>
                    <a:pt x="2043859" y="1087747"/>
                  </a:lnTo>
                  <a:lnTo>
                    <a:pt x="2065434" y="1048021"/>
                  </a:lnTo>
                  <a:lnTo>
                    <a:pt x="2079071" y="1004121"/>
                  </a:lnTo>
                  <a:lnTo>
                    <a:pt x="2083826" y="956989"/>
                  </a:lnTo>
                  <a:lnTo>
                    <a:pt x="2083826" y="233815"/>
                  </a:lnTo>
                  <a:lnTo>
                    <a:pt x="2079071" y="186685"/>
                  </a:lnTo>
                  <a:lnTo>
                    <a:pt x="2065434" y="142792"/>
                  </a:lnTo>
                  <a:lnTo>
                    <a:pt x="2043859" y="103075"/>
                  </a:lnTo>
                  <a:lnTo>
                    <a:pt x="2015288" y="68472"/>
                  </a:lnTo>
                  <a:lnTo>
                    <a:pt x="1980662" y="39924"/>
                  </a:lnTo>
                  <a:lnTo>
                    <a:pt x="1940926" y="18370"/>
                  </a:lnTo>
                  <a:lnTo>
                    <a:pt x="1897022" y="4749"/>
                  </a:lnTo>
                  <a:lnTo>
                    <a:pt x="1849892" y="0"/>
                  </a:lnTo>
                  <a:close/>
                </a:path>
              </a:pathLst>
            </a:custGeom>
            <a:solidFill>
              <a:srgbClr val="252525"/>
            </a:solidFill>
          </p:spPr>
          <p:txBody>
            <a:bodyPr wrap="square" lIns="0" tIns="0" rIns="0" bIns="0" rtlCol="0"/>
            <a:lstStyle/>
            <a:p>
              <a:endParaRPr/>
            </a:p>
          </p:txBody>
        </p:sp>
        <p:sp>
          <p:nvSpPr>
            <p:cNvPr id="186" name="object 186"/>
            <p:cNvSpPr/>
            <p:nvPr/>
          </p:nvSpPr>
          <p:spPr>
            <a:xfrm>
              <a:off x="6835261" y="5283195"/>
              <a:ext cx="2084070" cy="1191260"/>
            </a:xfrm>
            <a:custGeom>
              <a:avLst/>
              <a:gdLst/>
              <a:ahLst/>
              <a:cxnLst/>
              <a:rect l="l" t="t" r="r" b="b"/>
              <a:pathLst>
                <a:path w="2084070" h="1191260">
                  <a:moveTo>
                    <a:pt x="0" y="233815"/>
                  </a:moveTo>
                  <a:lnTo>
                    <a:pt x="4754" y="186685"/>
                  </a:lnTo>
                  <a:lnTo>
                    <a:pt x="18391" y="142792"/>
                  </a:lnTo>
                  <a:lnTo>
                    <a:pt x="39966" y="103075"/>
                  </a:lnTo>
                  <a:lnTo>
                    <a:pt x="68538" y="68472"/>
                  </a:lnTo>
                  <a:lnTo>
                    <a:pt x="103163" y="39924"/>
                  </a:lnTo>
                  <a:lnTo>
                    <a:pt x="142899" y="18370"/>
                  </a:lnTo>
                  <a:lnTo>
                    <a:pt x="186803" y="4749"/>
                  </a:lnTo>
                  <a:lnTo>
                    <a:pt x="233933" y="0"/>
                  </a:lnTo>
                  <a:lnTo>
                    <a:pt x="1849892" y="0"/>
                  </a:lnTo>
                  <a:lnTo>
                    <a:pt x="1897022" y="4749"/>
                  </a:lnTo>
                  <a:lnTo>
                    <a:pt x="1940926" y="18370"/>
                  </a:lnTo>
                  <a:lnTo>
                    <a:pt x="1980662" y="39924"/>
                  </a:lnTo>
                  <a:lnTo>
                    <a:pt x="2015288" y="68472"/>
                  </a:lnTo>
                  <a:lnTo>
                    <a:pt x="2043859" y="103075"/>
                  </a:lnTo>
                  <a:lnTo>
                    <a:pt x="2065434" y="142792"/>
                  </a:lnTo>
                  <a:lnTo>
                    <a:pt x="2079071" y="186685"/>
                  </a:lnTo>
                  <a:lnTo>
                    <a:pt x="2083826" y="233815"/>
                  </a:lnTo>
                  <a:lnTo>
                    <a:pt x="2083826" y="956989"/>
                  </a:lnTo>
                  <a:lnTo>
                    <a:pt x="2079071" y="1004121"/>
                  </a:lnTo>
                  <a:lnTo>
                    <a:pt x="2065434" y="1048021"/>
                  </a:lnTo>
                  <a:lnTo>
                    <a:pt x="2043859" y="1087747"/>
                  </a:lnTo>
                  <a:lnTo>
                    <a:pt x="2015288" y="1122360"/>
                  </a:lnTo>
                  <a:lnTo>
                    <a:pt x="1980662" y="1150919"/>
                  </a:lnTo>
                  <a:lnTo>
                    <a:pt x="1940926" y="1172483"/>
                  </a:lnTo>
                  <a:lnTo>
                    <a:pt x="1897022" y="1186111"/>
                  </a:lnTo>
                  <a:lnTo>
                    <a:pt x="1849892" y="1190862"/>
                  </a:lnTo>
                  <a:lnTo>
                    <a:pt x="233933" y="1190862"/>
                  </a:lnTo>
                  <a:lnTo>
                    <a:pt x="186803" y="1186111"/>
                  </a:lnTo>
                  <a:lnTo>
                    <a:pt x="142899" y="1172483"/>
                  </a:lnTo>
                  <a:lnTo>
                    <a:pt x="103163" y="1150919"/>
                  </a:lnTo>
                  <a:lnTo>
                    <a:pt x="68538" y="1122360"/>
                  </a:lnTo>
                  <a:lnTo>
                    <a:pt x="39966" y="1087747"/>
                  </a:lnTo>
                  <a:lnTo>
                    <a:pt x="18391" y="1048021"/>
                  </a:lnTo>
                  <a:lnTo>
                    <a:pt x="4754" y="1004121"/>
                  </a:lnTo>
                  <a:lnTo>
                    <a:pt x="0" y="956989"/>
                  </a:lnTo>
                  <a:lnTo>
                    <a:pt x="0" y="233815"/>
                  </a:lnTo>
                  <a:close/>
                </a:path>
              </a:pathLst>
            </a:custGeom>
            <a:ln w="76199">
              <a:solidFill>
                <a:srgbClr val="00AF50"/>
              </a:solidFill>
            </a:ln>
          </p:spPr>
          <p:txBody>
            <a:bodyPr wrap="square" lIns="0" tIns="0" rIns="0" bIns="0" rtlCol="0"/>
            <a:lstStyle/>
            <a:p>
              <a:endParaRPr/>
            </a:p>
          </p:txBody>
        </p:sp>
        <p:sp>
          <p:nvSpPr>
            <p:cNvPr id="187" name="object 187"/>
            <p:cNvSpPr/>
            <p:nvPr/>
          </p:nvSpPr>
          <p:spPr>
            <a:xfrm>
              <a:off x="6655308" y="4928615"/>
              <a:ext cx="2481072" cy="1929383"/>
            </a:xfrm>
            <a:prstGeom prst="rect">
              <a:avLst/>
            </a:prstGeom>
            <a:blipFill>
              <a:blip r:embed="rId79" cstate="print"/>
              <a:stretch>
                <a:fillRect/>
              </a:stretch>
            </a:blipFill>
          </p:spPr>
          <p:txBody>
            <a:bodyPr wrap="square" lIns="0" tIns="0" rIns="0" bIns="0" rtlCol="0"/>
            <a:lstStyle/>
            <a:p>
              <a:endParaRPr/>
            </a:p>
          </p:txBody>
        </p:sp>
        <p:sp>
          <p:nvSpPr>
            <p:cNvPr id="188" name="object 188"/>
            <p:cNvSpPr/>
            <p:nvPr/>
          </p:nvSpPr>
          <p:spPr>
            <a:xfrm>
              <a:off x="7333488" y="5526785"/>
              <a:ext cx="1059815" cy="723900"/>
            </a:xfrm>
            <a:custGeom>
              <a:avLst/>
              <a:gdLst/>
              <a:ahLst/>
              <a:cxnLst/>
              <a:rect l="l" t="t" r="r" b="b"/>
              <a:pathLst>
                <a:path w="1059815" h="723900">
                  <a:moveTo>
                    <a:pt x="1046562" y="125111"/>
                  </a:moveTo>
                  <a:lnTo>
                    <a:pt x="795284" y="125111"/>
                  </a:lnTo>
                  <a:lnTo>
                    <a:pt x="820069" y="126569"/>
                  </a:lnTo>
                  <a:lnTo>
                    <a:pt x="841476" y="130942"/>
                  </a:lnTo>
                  <a:lnTo>
                    <a:pt x="885404" y="161494"/>
                  </a:lnTo>
                  <a:lnTo>
                    <a:pt x="899922" y="217419"/>
                  </a:lnTo>
                  <a:lnTo>
                    <a:pt x="899426" y="228918"/>
                  </a:lnTo>
                  <a:lnTo>
                    <a:pt x="887553" y="271618"/>
                  </a:lnTo>
                  <a:lnTo>
                    <a:pt x="859371" y="312125"/>
                  </a:lnTo>
                  <a:lnTo>
                    <a:pt x="828172" y="342506"/>
                  </a:lnTo>
                  <a:lnTo>
                    <a:pt x="788498" y="374194"/>
                  </a:lnTo>
                  <a:lnTo>
                    <a:pt x="758286" y="396185"/>
                  </a:lnTo>
                  <a:lnTo>
                    <a:pt x="742759" y="407830"/>
                  </a:lnTo>
                  <a:lnTo>
                    <a:pt x="710580" y="433078"/>
                  </a:lnTo>
                  <a:lnTo>
                    <a:pt x="678869" y="461623"/>
                  </a:lnTo>
                  <a:lnTo>
                    <a:pt x="649742" y="494132"/>
                  </a:lnTo>
                  <a:lnTo>
                    <a:pt x="624352" y="530864"/>
                  </a:lnTo>
                  <a:lnTo>
                    <a:pt x="603625" y="572060"/>
                  </a:lnTo>
                  <a:lnTo>
                    <a:pt x="589848" y="618283"/>
                  </a:lnTo>
                  <a:lnTo>
                    <a:pt x="585216" y="670096"/>
                  </a:lnTo>
                  <a:lnTo>
                    <a:pt x="585216" y="723698"/>
                  </a:lnTo>
                  <a:lnTo>
                    <a:pt x="1058814" y="723698"/>
                  </a:lnTo>
                  <a:lnTo>
                    <a:pt x="1058814" y="593646"/>
                  </a:lnTo>
                  <a:lnTo>
                    <a:pt x="757062" y="593646"/>
                  </a:lnTo>
                  <a:lnTo>
                    <a:pt x="757679" y="586609"/>
                  </a:lnTo>
                  <a:lnTo>
                    <a:pt x="778592" y="548802"/>
                  </a:lnTo>
                  <a:lnTo>
                    <a:pt x="811914" y="516594"/>
                  </a:lnTo>
                  <a:lnTo>
                    <a:pt x="843884" y="491761"/>
                  </a:lnTo>
                  <a:lnTo>
                    <a:pt x="878586" y="466581"/>
                  </a:lnTo>
                  <a:lnTo>
                    <a:pt x="896065" y="454317"/>
                  </a:lnTo>
                  <a:lnTo>
                    <a:pt x="913245" y="441832"/>
                  </a:lnTo>
                  <a:lnTo>
                    <a:pt x="946647" y="416207"/>
                  </a:lnTo>
                  <a:lnTo>
                    <a:pt x="977451" y="388851"/>
                  </a:lnTo>
                  <a:lnTo>
                    <a:pt x="1004437" y="358889"/>
                  </a:lnTo>
                  <a:lnTo>
                    <a:pt x="1026989" y="325873"/>
                  </a:lnTo>
                  <a:lnTo>
                    <a:pt x="1044580" y="289392"/>
                  </a:lnTo>
                  <a:lnTo>
                    <a:pt x="1056006" y="248448"/>
                  </a:lnTo>
                  <a:lnTo>
                    <a:pt x="1059820" y="202048"/>
                  </a:lnTo>
                  <a:lnTo>
                    <a:pt x="1058842" y="179502"/>
                  </a:lnTo>
                  <a:lnTo>
                    <a:pt x="1055911" y="158049"/>
                  </a:lnTo>
                  <a:lnTo>
                    <a:pt x="1051024" y="137685"/>
                  </a:lnTo>
                  <a:lnTo>
                    <a:pt x="1046562" y="125111"/>
                  </a:lnTo>
                  <a:close/>
                </a:path>
                <a:path w="1059815" h="723900">
                  <a:moveTo>
                    <a:pt x="828934" y="0"/>
                  </a:moveTo>
                  <a:lnTo>
                    <a:pt x="772117" y="3759"/>
                  </a:lnTo>
                  <a:lnTo>
                    <a:pt x="718265" y="15031"/>
                  </a:lnTo>
                  <a:lnTo>
                    <a:pt x="667389" y="33804"/>
                  </a:lnTo>
                  <a:lnTo>
                    <a:pt x="619506" y="60066"/>
                  </a:lnTo>
                  <a:lnTo>
                    <a:pt x="619506" y="198071"/>
                  </a:lnTo>
                  <a:lnTo>
                    <a:pt x="661930" y="166147"/>
                  </a:lnTo>
                  <a:lnTo>
                    <a:pt x="705383" y="143347"/>
                  </a:lnTo>
                  <a:lnTo>
                    <a:pt x="749842" y="129669"/>
                  </a:lnTo>
                  <a:lnTo>
                    <a:pt x="795284" y="125111"/>
                  </a:lnTo>
                  <a:lnTo>
                    <a:pt x="1046562" y="125111"/>
                  </a:lnTo>
                  <a:lnTo>
                    <a:pt x="1044183" y="118408"/>
                  </a:lnTo>
                  <a:lnTo>
                    <a:pt x="1024947" y="83720"/>
                  </a:lnTo>
                  <a:lnTo>
                    <a:pt x="998738" y="54614"/>
                  </a:lnTo>
                  <a:lnTo>
                    <a:pt x="965682" y="31371"/>
                  </a:lnTo>
                  <a:lnTo>
                    <a:pt x="925951" y="14228"/>
                  </a:lnTo>
                  <a:lnTo>
                    <a:pt x="880254" y="3542"/>
                  </a:lnTo>
                  <a:lnTo>
                    <a:pt x="855288" y="883"/>
                  </a:lnTo>
                  <a:lnTo>
                    <a:pt x="828934" y="0"/>
                  </a:lnTo>
                  <a:close/>
                </a:path>
                <a:path w="1059815" h="723900">
                  <a:moveTo>
                    <a:pt x="461346" y="125111"/>
                  </a:moveTo>
                  <a:lnTo>
                    <a:pt x="210068" y="125111"/>
                  </a:lnTo>
                  <a:lnTo>
                    <a:pt x="234853" y="126569"/>
                  </a:lnTo>
                  <a:lnTo>
                    <a:pt x="256260" y="130942"/>
                  </a:lnTo>
                  <a:lnTo>
                    <a:pt x="300188" y="161494"/>
                  </a:lnTo>
                  <a:lnTo>
                    <a:pt x="314706" y="217419"/>
                  </a:lnTo>
                  <a:lnTo>
                    <a:pt x="314210" y="228918"/>
                  </a:lnTo>
                  <a:lnTo>
                    <a:pt x="302337" y="271618"/>
                  </a:lnTo>
                  <a:lnTo>
                    <a:pt x="274155" y="312125"/>
                  </a:lnTo>
                  <a:lnTo>
                    <a:pt x="242956" y="342506"/>
                  </a:lnTo>
                  <a:lnTo>
                    <a:pt x="203282" y="374194"/>
                  </a:lnTo>
                  <a:lnTo>
                    <a:pt x="173070" y="396185"/>
                  </a:lnTo>
                  <a:lnTo>
                    <a:pt x="157543" y="407830"/>
                  </a:lnTo>
                  <a:lnTo>
                    <a:pt x="125364" y="433078"/>
                  </a:lnTo>
                  <a:lnTo>
                    <a:pt x="93653" y="461623"/>
                  </a:lnTo>
                  <a:lnTo>
                    <a:pt x="64526" y="494132"/>
                  </a:lnTo>
                  <a:lnTo>
                    <a:pt x="39136" y="530864"/>
                  </a:lnTo>
                  <a:lnTo>
                    <a:pt x="18409" y="572060"/>
                  </a:lnTo>
                  <a:lnTo>
                    <a:pt x="4632" y="618283"/>
                  </a:lnTo>
                  <a:lnTo>
                    <a:pt x="0" y="670096"/>
                  </a:lnTo>
                  <a:lnTo>
                    <a:pt x="0" y="723698"/>
                  </a:lnTo>
                  <a:lnTo>
                    <a:pt x="473598" y="723698"/>
                  </a:lnTo>
                  <a:lnTo>
                    <a:pt x="473598" y="593646"/>
                  </a:lnTo>
                  <a:lnTo>
                    <a:pt x="171846" y="593646"/>
                  </a:lnTo>
                  <a:lnTo>
                    <a:pt x="172463" y="586609"/>
                  </a:lnTo>
                  <a:lnTo>
                    <a:pt x="193376" y="548802"/>
                  </a:lnTo>
                  <a:lnTo>
                    <a:pt x="226698" y="516594"/>
                  </a:lnTo>
                  <a:lnTo>
                    <a:pt x="258668" y="491761"/>
                  </a:lnTo>
                  <a:lnTo>
                    <a:pt x="293370" y="466581"/>
                  </a:lnTo>
                  <a:lnTo>
                    <a:pt x="310849" y="454317"/>
                  </a:lnTo>
                  <a:lnTo>
                    <a:pt x="328029" y="441832"/>
                  </a:lnTo>
                  <a:lnTo>
                    <a:pt x="361431" y="416207"/>
                  </a:lnTo>
                  <a:lnTo>
                    <a:pt x="392235" y="388851"/>
                  </a:lnTo>
                  <a:lnTo>
                    <a:pt x="419221" y="358889"/>
                  </a:lnTo>
                  <a:lnTo>
                    <a:pt x="441773" y="325873"/>
                  </a:lnTo>
                  <a:lnTo>
                    <a:pt x="459364" y="289392"/>
                  </a:lnTo>
                  <a:lnTo>
                    <a:pt x="470790" y="248448"/>
                  </a:lnTo>
                  <a:lnTo>
                    <a:pt x="474604" y="202048"/>
                  </a:lnTo>
                  <a:lnTo>
                    <a:pt x="473626" y="179502"/>
                  </a:lnTo>
                  <a:lnTo>
                    <a:pt x="470695" y="158049"/>
                  </a:lnTo>
                  <a:lnTo>
                    <a:pt x="465808" y="137685"/>
                  </a:lnTo>
                  <a:lnTo>
                    <a:pt x="461346" y="125111"/>
                  </a:lnTo>
                  <a:close/>
                </a:path>
                <a:path w="1059815" h="723900">
                  <a:moveTo>
                    <a:pt x="243718" y="0"/>
                  </a:moveTo>
                  <a:lnTo>
                    <a:pt x="186901" y="3759"/>
                  </a:lnTo>
                  <a:lnTo>
                    <a:pt x="133049" y="15031"/>
                  </a:lnTo>
                  <a:lnTo>
                    <a:pt x="82173" y="33804"/>
                  </a:lnTo>
                  <a:lnTo>
                    <a:pt x="34290" y="60066"/>
                  </a:lnTo>
                  <a:lnTo>
                    <a:pt x="34290" y="198071"/>
                  </a:lnTo>
                  <a:lnTo>
                    <a:pt x="76714" y="166147"/>
                  </a:lnTo>
                  <a:lnTo>
                    <a:pt x="120167" y="143347"/>
                  </a:lnTo>
                  <a:lnTo>
                    <a:pt x="164626" y="129669"/>
                  </a:lnTo>
                  <a:lnTo>
                    <a:pt x="210068" y="125111"/>
                  </a:lnTo>
                  <a:lnTo>
                    <a:pt x="461346" y="125111"/>
                  </a:lnTo>
                  <a:lnTo>
                    <a:pt x="458967" y="118408"/>
                  </a:lnTo>
                  <a:lnTo>
                    <a:pt x="439731" y="83720"/>
                  </a:lnTo>
                  <a:lnTo>
                    <a:pt x="413522" y="54614"/>
                  </a:lnTo>
                  <a:lnTo>
                    <a:pt x="380466" y="31371"/>
                  </a:lnTo>
                  <a:lnTo>
                    <a:pt x="340735" y="14228"/>
                  </a:lnTo>
                  <a:lnTo>
                    <a:pt x="295038" y="3542"/>
                  </a:lnTo>
                  <a:lnTo>
                    <a:pt x="270072" y="883"/>
                  </a:lnTo>
                  <a:lnTo>
                    <a:pt x="243718" y="0"/>
                  </a:lnTo>
                  <a:close/>
                </a:path>
              </a:pathLst>
            </a:custGeom>
            <a:solidFill>
              <a:srgbClr val="FFFF00"/>
            </a:solidFill>
          </p:spPr>
          <p:txBody>
            <a:bodyPr wrap="square" lIns="0" tIns="0" rIns="0" bIns="0" rtlCol="0"/>
            <a:lstStyle/>
            <a:p>
              <a:endParaRPr/>
            </a:p>
          </p:txBody>
        </p:sp>
        <p:sp>
          <p:nvSpPr>
            <p:cNvPr id="189" name="object 189"/>
            <p:cNvSpPr/>
            <p:nvPr/>
          </p:nvSpPr>
          <p:spPr>
            <a:xfrm>
              <a:off x="7333487" y="5526785"/>
              <a:ext cx="1059815" cy="723900"/>
            </a:xfrm>
            <a:custGeom>
              <a:avLst/>
              <a:gdLst/>
              <a:ahLst/>
              <a:cxnLst/>
              <a:rect l="l" t="t" r="r" b="b"/>
              <a:pathLst>
                <a:path w="1059815" h="723900">
                  <a:moveTo>
                    <a:pt x="828934" y="0"/>
                  </a:moveTo>
                  <a:lnTo>
                    <a:pt x="880254" y="3542"/>
                  </a:lnTo>
                  <a:lnTo>
                    <a:pt x="925951" y="14228"/>
                  </a:lnTo>
                  <a:lnTo>
                    <a:pt x="965682" y="31371"/>
                  </a:lnTo>
                  <a:lnTo>
                    <a:pt x="998738" y="54614"/>
                  </a:lnTo>
                  <a:lnTo>
                    <a:pt x="1024947" y="83720"/>
                  </a:lnTo>
                  <a:lnTo>
                    <a:pt x="1044183" y="118408"/>
                  </a:lnTo>
                  <a:lnTo>
                    <a:pt x="1055910" y="158049"/>
                  </a:lnTo>
                  <a:lnTo>
                    <a:pt x="1059820" y="202048"/>
                  </a:lnTo>
                  <a:lnTo>
                    <a:pt x="1058866" y="225931"/>
                  </a:lnTo>
                  <a:lnTo>
                    <a:pt x="1051243" y="269602"/>
                  </a:lnTo>
                  <a:lnTo>
                    <a:pt x="1036417" y="308067"/>
                  </a:lnTo>
                  <a:lnTo>
                    <a:pt x="1016320" y="342813"/>
                  </a:lnTo>
                  <a:lnTo>
                    <a:pt x="991409" y="374194"/>
                  </a:lnTo>
                  <a:lnTo>
                    <a:pt x="962539" y="402857"/>
                  </a:lnTo>
                  <a:lnTo>
                    <a:pt x="930110" y="429128"/>
                  </a:lnTo>
                  <a:lnTo>
                    <a:pt x="896065" y="454317"/>
                  </a:lnTo>
                  <a:lnTo>
                    <a:pt x="878585" y="466581"/>
                  </a:lnTo>
                  <a:lnTo>
                    <a:pt x="866794" y="475006"/>
                  </a:lnTo>
                  <a:lnTo>
                    <a:pt x="832744" y="500085"/>
                  </a:lnTo>
                  <a:lnTo>
                    <a:pt x="802487" y="524755"/>
                  </a:lnTo>
                  <a:lnTo>
                    <a:pt x="772341" y="556632"/>
                  </a:lnTo>
                  <a:lnTo>
                    <a:pt x="757062" y="593646"/>
                  </a:lnTo>
                  <a:lnTo>
                    <a:pt x="1058814" y="593646"/>
                  </a:lnTo>
                  <a:lnTo>
                    <a:pt x="1058814" y="723698"/>
                  </a:lnTo>
                  <a:lnTo>
                    <a:pt x="585215" y="723698"/>
                  </a:lnTo>
                  <a:lnTo>
                    <a:pt x="585215" y="670096"/>
                  </a:lnTo>
                  <a:lnTo>
                    <a:pt x="589848" y="618282"/>
                  </a:lnTo>
                  <a:lnTo>
                    <a:pt x="603625" y="572060"/>
                  </a:lnTo>
                  <a:lnTo>
                    <a:pt x="624352" y="530864"/>
                  </a:lnTo>
                  <a:lnTo>
                    <a:pt x="649742" y="494132"/>
                  </a:lnTo>
                  <a:lnTo>
                    <a:pt x="678869" y="461623"/>
                  </a:lnTo>
                  <a:lnTo>
                    <a:pt x="710580" y="433078"/>
                  </a:lnTo>
                  <a:lnTo>
                    <a:pt x="742759" y="407830"/>
                  </a:lnTo>
                  <a:lnTo>
                    <a:pt x="773429" y="385190"/>
                  </a:lnTo>
                  <a:lnTo>
                    <a:pt x="788567" y="374144"/>
                  </a:lnTo>
                  <a:lnTo>
                    <a:pt x="828172" y="342506"/>
                  </a:lnTo>
                  <a:lnTo>
                    <a:pt x="859371" y="312125"/>
                  </a:lnTo>
                  <a:lnTo>
                    <a:pt x="887553" y="271618"/>
                  </a:lnTo>
                  <a:lnTo>
                    <a:pt x="899426" y="228918"/>
                  </a:lnTo>
                  <a:lnTo>
                    <a:pt x="899921" y="217419"/>
                  </a:lnTo>
                  <a:lnTo>
                    <a:pt x="898306" y="195989"/>
                  </a:lnTo>
                  <a:lnTo>
                    <a:pt x="874135" y="148434"/>
                  </a:lnTo>
                  <a:lnTo>
                    <a:pt x="820069" y="126569"/>
                  </a:lnTo>
                  <a:lnTo>
                    <a:pt x="795284" y="125111"/>
                  </a:lnTo>
                  <a:lnTo>
                    <a:pt x="749842" y="129669"/>
                  </a:lnTo>
                  <a:lnTo>
                    <a:pt x="705383" y="143347"/>
                  </a:lnTo>
                  <a:lnTo>
                    <a:pt x="661930" y="166147"/>
                  </a:lnTo>
                  <a:lnTo>
                    <a:pt x="619505" y="198071"/>
                  </a:lnTo>
                  <a:lnTo>
                    <a:pt x="619505" y="60066"/>
                  </a:lnTo>
                  <a:lnTo>
                    <a:pt x="667389" y="33804"/>
                  </a:lnTo>
                  <a:lnTo>
                    <a:pt x="718264" y="15031"/>
                  </a:lnTo>
                  <a:lnTo>
                    <a:pt x="772117" y="3759"/>
                  </a:lnTo>
                  <a:lnTo>
                    <a:pt x="828934" y="0"/>
                  </a:lnTo>
                  <a:close/>
                </a:path>
                <a:path w="1059815" h="723900">
                  <a:moveTo>
                    <a:pt x="243718" y="0"/>
                  </a:moveTo>
                  <a:lnTo>
                    <a:pt x="295038" y="3542"/>
                  </a:lnTo>
                  <a:lnTo>
                    <a:pt x="340735" y="14228"/>
                  </a:lnTo>
                  <a:lnTo>
                    <a:pt x="380466" y="31371"/>
                  </a:lnTo>
                  <a:lnTo>
                    <a:pt x="413522" y="54614"/>
                  </a:lnTo>
                  <a:lnTo>
                    <a:pt x="439731" y="83720"/>
                  </a:lnTo>
                  <a:lnTo>
                    <a:pt x="458967" y="118408"/>
                  </a:lnTo>
                  <a:lnTo>
                    <a:pt x="470695" y="158049"/>
                  </a:lnTo>
                  <a:lnTo>
                    <a:pt x="474604" y="202048"/>
                  </a:lnTo>
                  <a:lnTo>
                    <a:pt x="473650" y="225931"/>
                  </a:lnTo>
                  <a:lnTo>
                    <a:pt x="466027" y="269602"/>
                  </a:lnTo>
                  <a:lnTo>
                    <a:pt x="451201" y="308067"/>
                  </a:lnTo>
                  <a:lnTo>
                    <a:pt x="431104" y="342813"/>
                  </a:lnTo>
                  <a:lnTo>
                    <a:pt x="406193" y="374194"/>
                  </a:lnTo>
                  <a:lnTo>
                    <a:pt x="377323" y="402857"/>
                  </a:lnTo>
                  <a:lnTo>
                    <a:pt x="344895" y="429128"/>
                  </a:lnTo>
                  <a:lnTo>
                    <a:pt x="310849" y="454317"/>
                  </a:lnTo>
                  <a:lnTo>
                    <a:pt x="293369" y="466581"/>
                  </a:lnTo>
                  <a:lnTo>
                    <a:pt x="281578" y="475006"/>
                  </a:lnTo>
                  <a:lnTo>
                    <a:pt x="247528" y="500085"/>
                  </a:lnTo>
                  <a:lnTo>
                    <a:pt x="217271" y="524755"/>
                  </a:lnTo>
                  <a:lnTo>
                    <a:pt x="187125" y="556632"/>
                  </a:lnTo>
                  <a:lnTo>
                    <a:pt x="171846" y="593646"/>
                  </a:lnTo>
                  <a:lnTo>
                    <a:pt x="473598" y="593646"/>
                  </a:lnTo>
                  <a:lnTo>
                    <a:pt x="473598" y="723698"/>
                  </a:lnTo>
                  <a:lnTo>
                    <a:pt x="0" y="723698"/>
                  </a:lnTo>
                  <a:lnTo>
                    <a:pt x="0" y="670096"/>
                  </a:lnTo>
                  <a:lnTo>
                    <a:pt x="4632" y="618282"/>
                  </a:lnTo>
                  <a:lnTo>
                    <a:pt x="18409" y="572060"/>
                  </a:lnTo>
                  <a:lnTo>
                    <a:pt x="39136" y="530864"/>
                  </a:lnTo>
                  <a:lnTo>
                    <a:pt x="64526" y="494132"/>
                  </a:lnTo>
                  <a:lnTo>
                    <a:pt x="93653" y="461623"/>
                  </a:lnTo>
                  <a:lnTo>
                    <a:pt x="125364" y="433078"/>
                  </a:lnTo>
                  <a:lnTo>
                    <a:pt x="157543" y="407830"/>
                  </a:lnTo>
                  <a:lnTo>
                    <a:pt x="188213" y="385190"/>
                  </a:lnTo>
                  <a:lnTo>
                    <a:pt x="203351" y="374144"/>
                  </a:lnTo>
                  <a:lnTo>
                    <a:pt x="242956" y="342506"/>
                  </a:lnTo>
                  <a:lnTo>
                    <a:pt x="274155" y="312125"/>
                  </a:lnTo>
                  <a:lnTo>
                    <a:pt x="302337" y="271618"/>
                  </a:lnTo>
                  <a:lnTo>
                    <a:pt x="314210" y="228918"/>
                  </a:lnTo>
                  <a:lnTo>
                    <a:pt x="314705" y="217419"/>
                  </a:lnTo>
                  <a:lnTo>
                    <a:pt x="313090" y="195989"/>
                  </a:lnTo>
                  <a:lnTo>
                    <a:pt x="288919" y="148434"/>
                  </a:lnTo>
                  <a:lnTo>
                    <a:pt x="234853" y="126569"/>
                  </a:lnTo>
                  <a:lnTo>
                    <a:pt x="210068" y="125111"/>
                  </a:lnTo>
                  <a:lnTo>
                    <a:pt x="164626" y="129669"/>
                  </a:lnTo>
                  <a:lnTo>
                    <a:pt x="120167" y="143347"/>
                  </a:lnTo>
                  <a:lnTo>
                    <a:pt x="76714" y="166147"/>
                  </a:lnTo>
                  <a:lnTo>
                    <a:pt x="34289" y="198071"/>
                  </a:lnTo>
                  <a:lnTo>
                    <a:pt x="34289" y="60066"/>
                  </a:lnTo>
                  <a:lnTo>
                    <a:pt x="82173" y="33804"/>
                  </a:lnTo>
                  <a:lnTo>
                    <a:pt x="133049" y="15031"/>
                  </a:lnTo>
                  <a:lnTo>
                    <a:pt x="186901" y="3759"/>
                  </a:lnTo>
                  <a:lnTo>
                    <a:pt x="243718" y="0"/>
                  </a:lnTo>
                  <a:close/>
                </a:path>
              </a:pathLst>
            </a:custGeom>
            <a:ln w="12191">
              <a:solidFill>
                <a:srgbClr val="000000"/>
              </a:solidFill>
            </a:ln>
          </p:spPr>
          <p:txBody>
            <a:bodyPr wrap="square" lIns="0" tIns="0" rIns="0" bIns="0" rtlCol="0"/>
            <a:lstStyle/>
            <a:p>
              <a:endParaRPr/>
            </a:p>
          </p:txBody>
        </p:sp>
        <p:sp>
          <p:nvSpPr>
            <p:cNvPr id="190" name="object 190"/>
            <p:cNvSpPr/>
            <p:nvPr/>
          </p:nvSpPr>
          <p:spPr>
            <a:xfrm>
              <a:off x="6739128" y="5215127"/>
              <a:ext cx="2218944" cy="1345691"/>
            </a:xfrm>
            <a:prstGeom prst="rect">
              <a:avLst/>
            </a:prstGeom>
            <a:blipFill>
              <a:blip r:embed="rId80" cstate="print"/>
              <a:stretch>
                <a:fillRect/>
              </a:stretch>
            </a:blipFill>
          </p:spPr>
          <p:txBody>
            <a:bodyPr wrap="square" lIns="0" tIns="0" rIns="0" bIns="0" rtlCol="0"/>
            <a:lstStyle/>
            <a:p>
              <a:endParaRPr/>
            </a:p>
          </p:txBody>
        </p:sp>
        <p:sp>
          <p:nvSpPr>
            <p:cNvPr id="191" name="object 191"/>
            <p:cNvSpPr/>
            <p:nvPr/>
          </p:nvSpPr>
          <p:spPr>
            <a:xfrm>
              <a:off x="6585204" y="4896611"/>
              <a:ext cx="2558795" cy="1961388"/>
            </a:xfrm>
            <a:prstGeom prst="rect">
              <a:avLst/>
            </a:prstGeom>
            <a:blipFill>
              <a:blip r:embed="rId81" cstate="print"/>
              <a:stretch>
                <a:fillRect/>
              </a:stretch>
            </a:blipFill>
          </p:spPr>
          <p:txBody>
            <a:bodyPr wrap="square" lIns="0" tIns="0" rIns="0" bIns="0" rtlCol="0"/>
            <a:lstStyle/>
            <a:p>
              <a:endParaRPr/>
            </a:p>
          </p:txBody>
        </p:sp>
        <p:sp>
          <p:nvSpPr>
            <p:cNvPr id="192" name="object 192"/>
            <p:cNvSpPr/>
            <p:nvPr/>
          </p:nvSpPr>
          <p:spPr>
            <a:xfrm>
              <a:off x="6820296" y="5275326"/>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989" y="1184087"/>
                  </a:lnTo>
                  <a:lnTo>
                    <a:pt x="1871835" y="1179362"/>
                  </a:lnTo>
                  <a:lnTo>
                    <a:pt x="1915465" y="1165813"/>
                  </a:lnTo>
                  <a:lnTo>
                    <a:pt x="1954943" y="1144375"/>
                  </a:lnTo>
                  <a:lnTo>
                    <a:pt x="1989338" y="1115982"/>
                  </a:lnTo>
                  <a:lnTo>
                    <a:pt x="2017714" y="1081569"/>
                  </a:lnTo>
                  <a:lnTo>
                    <a:pt x="2039139" y="1042073"/>
                  </a:lnTo>
                  <a:lnTo>
                    <a:pt x="2052679" y="998428"/>
                  </a:lnTo>
                  <a:lnTo>
                    <a:pt x="2057399" y="951570"/>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93" name="object 193"/>
            <p:cNvSpPr/>
            <p:nvPr/>
          </p:nvSpPr>
          <p:spPr>
            <a:xfrm>
              <a:off x="6820296" y="52753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70"/>
                  </a:lnTo>
                  <a:lnTo>
                    <a:pt x="2052679" y="998428"/>
                  </a:lnTo>
                  <a:lnTo>
                    <a:pt x="2039139" y="1042073"/>
                  </a:lnTo>
                  <a:lnTo>
                    <a:pt x="2017714" y="1081569"/>
                  </a:lnTo>
                  <a:lnTo>
                    <a:pt x="1989338" y="1115982"/>
                  </a:lnTo>
                  <a:lnTo>
                    <a:pt x="1954943" y="1144375"/>
                  </a:lnTo>
                  <a:lnTo>
                    <a:pt x="1915465" y="1165813"/>
                  </a:lnTo>
                  <a:lnTo>
                    <a:pt x="1871835" y="1179362"/>
                  </a:lnTo>
                  <a:lnTo>
                    <a:pt x="1824989"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94" name="object 194"/>
            <p:cNvSpPr/>
            <p:nvPr/>
          </p:nvSpPr>
          <p:spPr>
            <a:xfrm>
              <a:off x="6626352" y="4917946"/>
              <a:ext cx="2481072" cy="1940052"/>
            </a:xfrm>
            <a:prstGeom prst="rect">
              <a:avLst/>
            </a:prstGeom>
            <a:blipFill>
              <a:blip r:embed="rId82" cstate="print"/>
              <a:stretch>
                <a:fillRect/>
              </a:stretch>
            </a:blipFill>
          </p:spPr>
          <p:txBody>
            <a:bodyPr wrap="square" lIns="0" tIns="0" rIns="0" bIns="0" rtlCol="0"/>
            <a:lstStyle/>
            <a:p>
              <a:endParaRPr/>
            </a:p>
          </p:txBody>
        </p:sp>
        <p:sp>
          <p:nvSpPr>
            <p:cNvPr id="195" name="object 195"/>
            <p:cNvSpPr/>
            <p:nvPr/>
          </p:nvSpPr>
          <p:spPr>
            <a:xfrm>
              <a:off x="7304410" y="5515605"/>
              <a:ext cx="1056005" cy="736600"/>
            </a:xfrm>
            <a:custGeom>
              <a:avLst/>
              <a:gdLst/>
              <a:ahLst/>
              <a:cxnLst/>
              <a:rect l="l" t="t" r="r" b="b"/>
              <a:pathLst>
                <a:path w="1056004" h="736600">
                  <a:moveTo>
                    <a:pt x="602101" y="563831"/>
                  </a:moveTo>
                  <a:lnTo>
                    <a:pt x="602101" y="700326"/>
                  </a:lnTo>
                  <a:lnTo>
                    <a:pt x="639153" y="715959"/>
                  </a:lnTo>
                  <a:lnTo>
                    <a:pt x="681365" y="727124"/>
                  </a:lnTo>
                  <a:lnTo>
                    <a:pt x="728743" y="733822"/>
                  </a:lnTo>
                  <a:lnTo>
                    <a:pt x="781293" y="736055"/>
                  </a:lnTo>
                  <a:lnTo>
                    <a:pt x="842048" y="732427"/>
                  </a:lnTo>
                  <a:lnTo>
                    <a:pt x="895879" y="721541"/>
                  </a:lnTo>
                  <a:lnTo>
                    <a:pt x="942778" y="703392"/>
                  </a:lnTo>
                  <a:lnTo>
                    <a:pt x="982736" y="677978"/>
                  </a:lnTo>
                  <a:lnTo>
                    <a:pt x="1014652" y="646340"/>
                  </a:lnTo>
                  <a:lnTo>
                    <a:pt x="1033468" y="615945"/>
                  </a:lnTo>
                  <a:lnTo>
                    <a:pt x="768858" y="615945"/>
                  </a:lnTo>
                  <a:lnTo>
                    <a:pt x="722717" y="612687"/>
                  </a:lnTo>
                  <a:lnTo>
                    <a:pt x="679536" y="602913"/>
                  </a:lnTo>
                  <a:lnTo>
                    <a:pt x="639327" y="586626"/>
                  </a:lnTo>
                  <a:lnTo>
                    <a:pt x="602101" y="563831"/>
                  </a:lnTo>
                  <a:close/>
                </a:path>
                <a:path w="1056004" h="736600">
                  <a:moveTo>
                    <a:pt x="1023927" y="119597"/>
                  </a:moveTo>
                  <a:lnTo>
                    <a:pt x="767852" y="119597"/>
                  </a:lnTo>
                  <a:lnTo>
                    <a:pt x="814520" y="125026"/>
                  </a:lnTo>
                  <a:lnTo>
                    <a:pt x="847858" y="141314"/>
                  </a:lnTo>
                  <a:lnTo>
                    <a:pt x="867863" y="168460"/>
                  </a:lnTo>
                  <a:lnTo>
                    <a:pt x="874532" y="206465"/>
                  </a:lnTo>
                  <a:lnTo>
                    <a:pt x="865858" y="246854"/>
                  </a:lnTo>
                  <a:lnTo>
                    <a:pt x="839823" y="275705"/>
                  </a:lnTo>
                  <a:lnTo>
                    <a:pt x="796402" y="293015"/>
                  </a:lnTo>
                  <a:lnTo>
                    <a:pt x="735573" y="298786"/>
                  </a:lnTo>
                  <a:lnTo>
                    <a:pt x="674491" y="298786"/>
                  </a:lnTo>
                  <a:lnTo>
                    <a:pt x="674491" y="418898"/>
                  </a:lnTo>
                  <a:lnTo>
                    <a:pt x="740542" y="418898"/>
                  </a:lnTo>
                  <a:lnTo>
                    <a:pt x="774871" y="420510"/>
                  </a:lnTo>
                  <a:lnTo>
                    <a:pt x="831826" y="433413"/>
                  </a:lnTo>
                  <a:lnTo>
                    <a:pt x="872606" y="458979"/>
                  </a:lnTo>
                  <a:lnTo>
                    <a:pt x="893292" y="495706"/>
                  </a:lnTo>
                  <a:lnTo>
                    <a:pt x="895868" y="518160"/>
                  </a:lnTo>
                  <a:lnTo>
                    <a:pt x="893773" y="539971"/>
                  </a:lnTo>
                  <a:lnTo>
                    <a:pt x="877055" y="575957"/>
                  </a:lnTo>
                  <a:lnTo>
                    <a:pt x="844021" y="601424"/>
                  </a:lnTo>
                  <a:lnTo>
                    <a:pt x="797208" y="614332"/>
                  </a:lnTo>
                  <a:lnTo>
                    <a:pt x="768858" y="615945"/>
                  </a:lnTo>
                  <a:lnTo>
                    <a:pt x="1033468" y="615945"/>
                  </a:lnTo>
                  <a:lnTo>
                    <a:pt x="1037466" y="609488"/>
                  </a:lnTo>
                  <a:lnTo>
                    <a:pt x="1051166" y="567424"/>
                  </a:lnTo>
                  <a:lnTo>
                    <a:pt x="1055735" y="520147"/>
                  </a:lnTo>
                  <a:lnTo>
                    <a:pt x="1053000" y="488429"/>
                  </a:lnTo>
                  <a:lnTo>
                    <a:pt x="1031149" y="432713"/>
                  </a:lnTo>
                  <a:lnTo>
                    <a:pt x="988251" y="388259"/>
                  </a:lnTo>
                  <a:lnTo>
                    <a:pt x="928681" y="360841"/>
                  </a:lnTo>
                  <a:lnTo>
                    <a:pt x="892942" y="353878"/>
                  </a:lnTo>
                  <a:lnTo>
                    <a:pt x="892942" y="351388"/>
                  </a:lnTo>
                  <a:lnTo>
                    <a:pt x="943890" y="333129"/>
                  </a:lnTo>
                  <a:lnTo>
                    <a:pt x="983501" y="306528"/>
                  </a:lnTo>
                  <a:lnTo>
                    <a:pt x="1011784" y="271587"/>
                  </a:lnTo>
                  <a:lnTo>
                    <a:pt x="1028747" y="228307"/>
                  </a:lnTo>
                  <a:lnTo>
                    <a:pt x="1034399" y="176689"/>
                  </a:lnTo>
                  <a:lnTo>
                    <a:pt x="1030595" y="139303"/>
                  </a:lnTo>
                  <a:lnTo>
                    <a:pt x="1023927" y="119597"/>
                  </a:lnTo>
                  <a:close/>
                </a:path>
                <a:path w="1056004" h="736600">
                  <a:moveTo>
                    <a:pt x="803513" y="0"/>
                  </a:moveTo>
                  <a:lnTo>
                    <a:pt x="755231" y="2357"/>
                  </a:lnTo>
                  <a:lnTo>
                    <a:pt x="710020" y="9429"/>
                  </a:lnTo>
                  <a:lnTo>
                    <a:pt x="667901" y="21216"/>
                  </a:lnTo>
                  <a:lnTo>
                    <a:pt x="628893" y="37719"/>
                  </a:lnTo>
                  <a:lnTo>
                    <a:pt x="628893" y="165759"/>
                  </a:lnTo>
                  <a:lnTo>
                    <a:pt x="662873" y="145566"/>
                  </a:lnTo>
                  <a:lnTo>
                    <a:pt x="697367" y="131140"/>
                  </a:lnTo>
                  <a:lnTo>
                    <a:pt x="732363" y="122483"/>
                  </a:lnTo>
                  <a:lnTo>
                    <a:pt x="767852" y="119597"/>
                  </a:lnTo>
                  <a:lnTo>
                    <a:pt x="1023927" y="119597"/>
                  </a:lnTo>
                  <a:lnTo>
                    <a:pt x="1019186" y="105583"/>
                  </a:lnTo>
                  <a:lnTo>
                    <a:pt x="973592" y="49149"/>
                  </a:lnTo>
                  <a:lnTo>
                    <a:pt x="940168" y="27646"/>
                  </a:lnTo>
                  <a:lnTo>
                    <a:pt x="900691" y="12287"/>
                  </a:lnTo>
                  <a:lnTo>
                    <a:pt x="855145" y="3071"/>
                  </a:lnTo>
                  <a:lnTo>
                    <a:pt x="803513" y="0"/>
                  </a:lnTo>
                  <a:close/>
                </a:path>
                <a:path w="1056004" h="736600">
                  <a:moveTo>
                    <a:pt x="461223" y="125062"/>
                  </a:moveTo>
                  <a:lnTo>
                    <a:pt x="209915" y="125062"/>
                  </a:lnTo>
                  <a:lnTo>
                    <a:pt x="234782" y="126520"/>
                  </a:lnTo>
                  <a:lnTo>
                    <a:pt x="256214" y="130894"/>
                  </a:lnTo>
                  <a:lnTo>
                    <a:pt x="300137" y="161447"/>
                  </a:lnTo>
                  <a:lnTo>
                    <a:pt x="314706" y="217371"/>
                  </a:lnTo>
                  <a:lnTo>
                    <a:pt x="314203" y="228871"/>
                  </a:lnTo>
                  <a:lnTo>
                    <a:pt x="302191" y="271572"/>
                  </a:lnTo>
                  <a:lnTo>
                    <a:pt x="274151" y="312076"/>
                  </a:lnTo>
                  <a:lnTo>
                    <a:pt x="242956" y="342458"/>
                  </a:lnTo>
                  <a:lnTo>
                    <a:pt x="203171" y="374146"/>
                  </a:lnTo>
                  <a:lnTo>
                    <a:pt x="173018" y="396141"/>
                  </a:lnTo>
                  <a:lnTo>
                    <a:pt x="157524" y="407791"/>
                  </a:lnTo>
                  <a:lnTo>
                    <a:pt x="125333" y="433029"/>
                  </a:lnTo>
                  <a:lnTo>
                    <a:pt x="93592" y="461577"/>
                  </a:lnTo>
                  <a:lnTo>
                    <a:pt x="64526" y="494096"/>
                  </a:lnTo>
                  <a:lnTo>
                    <a:pt x="39063" y="530821"/>
                  </a:lnTo>
                  <a:lnTo>
                    <a:pt x="18288" y="572012"/>
                  </a:lnTo>
                  <a:lnTo>
                    <a:pt x="4572" y="618239"/>
                  </a:lnTo>
                  <a:lnTo>
                    <a:pt x="0" y="670047"/>
                  </a:lnTo>
                  <a:lnTo>
                    <a:pt x="0" y="723650"/>
                  </a:lnTo>
                  <a:lnTo>
                    <a:pt x="473445" y="723650"/>
                  </a:lnTo>
                  <a:lnTo>
                    <a:pt x="473445" y="593598"/>
                  </a:lnTo>
                  <a:lnTo>
                    <a:pt x="171693" y="593598"/>
                  </a:lnTo>
                  <a:lnTo>
                    <a:pt x="172315" y="586562"/>
                  </a:lnTo>
                  <a:lnTo>
                    <a:pt x="193292" y="548755"/>
                  </a:lnTo>
                  <a:lnTo>
                    <a:pt x="226607" y="516547"/>
                  </a:lnTo>
                  <a:lnTo>
                    <a:pt x="258565" y="491720"/>
                  </a:lnTo>
                  <a:lnTo>
                    <a:pt x="310826" y="454276"/>
                  </a:lnTo>
                  <a:lnTo>
                    <a:pt x="327957" y="441791"/>
                  </a:lnTo>
                  <a:lnTo>
                    <a:pt x="361309" y="416170"/>
                  </a:lnTo>
                  <a:lnTo>
                    <a:pt x="392159" y="388805"/>
                  </a:lnTo>
                  <a:lnTo>
                    <a:pt x="419100" y="358841"/>
                  </a:lnTo>
                  <a:lnTo>
                    <a:pt x="441700" y="325831"/>
                  </a:lnTo>
                  <a:lnTo>
                    <a:pt x="459364" y="289346"/>
                  </a:lnTo>
                  <a:lnTo>
                    <a:pt x="470683" y="248401"/>
                  </a:lnTo>
                  <a:lnTo>
                    <a:pt x="474482" y="202000"/>
                  </a:lnTo>
                  <a:lnTo>
                    <a:pt x="473504" y="179462"/>
                  </a:lnTo>
                  <a:lnTo>
                    <a:pt x="470573" y="158010"/>
                  </a:lnTo>
                  <a:lnTo>
                    <a:pt x="465686" y="137643"/>
                  </a:lnTo>
                  <a:lnTo>
                    <a:pt x="461223" y="125062"/>
                  </a:lnTo>
                  <a:close/>
                </a:path>
                <a:path w="1056004" h="736600">
                  <a:moveTo>
                    <a:pt x="243718" y="0"/>
                  </a:moveTo>
                  <a:lnTo>
                    <a:pt x="186901" y="3743"/>
                  </a:lnTo>
                  <a:lnTo>
                    <a:pt x="133049" y="14988"/>
                  </a:lnTo>
                  <a:lnTo>
                    <a:pt x="82173" y="33759"/>
                  </a:lnTo>
                  <a:lnTo>
                    <a:pt x="34290" y="60079"/>
                  </a:lnTo>
                  <a:lnTo>
                    <a:pt x="34290" y="198025"/>
                  </a:lnTo>
                  <a:lnTo>
                    <a:pt x="76694" y="166101"/>
                  </a:lnTo>
                  <a:lnTo>
                    <a:pt x="120102" y="143300"/>
                  </a:lnTo>
                  <a:lnTo>
                    <a:pt x="164510" y="129621"/>
                  </a:lnTo>
                  <a:lnTo>
                    <a:pt x="209915" y="125062"/>
                  </a:lnTo>
                  <a:lnTo>
                    <a:pt x="461223" y="125062"/>
                  </a:lnTo>
                  <a:lnTo>
                    <a:pt x="458845" y="118359"/>
                  </a:lnTo>
                  <a:lnTo>
                    <a:pt x="439685" y="83687"/>
                  </a:lnTo>
                  <a:lnTo>
                    <a:pt x="413369" y="54614"/>
                  </a:lnTo>
                  <a:lnTo>
                    <a:pt x="380344" y="31310"/>
                  </a:lnTo>
                  <a:lnTo>
                    <a:pt x="340735" y="14097"/>
                  </a:lnTo>
                  <a:lnTo>
                    <a:pt x="294981" y="3525"/>
                  </a:lnTo>
                  <a:lnTo>
                    <a:pt x="270051" y="881"/>
                  </a:lnTo>
                  <a:lnTo>
                    <a:pt x="243718" y="0"/>
                  </a:lnTo>
                  <a:close/>
                </a:path>
              </a:pathLst>
            </a:custGeom>
            <a:solidFill>
              <a:srgbClr val="FFFF00"/>
            </a:solidFill>
          </p:spPr>
          <p:txBody>
            <a:bodyPr wrap="square" lIns="0" tIns="0" rIns="0" bIns="0" rtlCol="0"/>
            <a:lstStyle/>
            <a:p>
              <a:endParaRPr/>
            </a:p>
          </p:txBody>
        </p:sp>
        <p:sp>
          <p:nvSpPr>
            <p:cNvPr id="196" name="object 196"/>
            <p:cNvSpPr/>
            <p:nvPr/>
          </p:nvSpPr>
          <p:spPr>
            <a:xfrm>
              <a:off x="7304409" y="5515605"/>
              <a:ext cx="1056005" cy="736600"/>
            </a:xfrm>
            <a:custGeom>
              <a:avLst/>
              <a:gdLst/>
              <a:ahLst/>
              <a:cxnLst/>
              <a:rect l="l" t="t" r="r" b="b"/>
              <a:pathLst>
                <a:path w="1056004" h="736600">
                  <a:moveTo>
                    <a:pt x="803513" y="0"/>
                  </a:moveTo>
                  <a:lnTo>
                    <a:pt x="855145" y="3071"/>
                  </a:lnTo>
                  <a:lnTo>
                    <a:pt x="900691" y="12287"/>
                  </a:lnTo>
                  <a:lnTo>
                    <a:pt x="940167" y="27646"/>
                  </a:lnTo>
                  <a:lnTo>
                    <a:pt x="973592" y="49148"/>
                  </a:lnTo>
                  <a:lnTo>
                    <a:pt x="1019186" y="105583"/>
                  </a:lnTo>
                  <a:lnTo>
                    <a:pt x="1034399" y="176689"/>
                  </a:lnTo>
                  <a:lnTo>
                    <a:pt x="1028747" y="228307"/>
                  </a:lnTo>
                  <a:lnTo>
                    <a:pt x="1011784" y="271587"/>
                  </a:lnTo>
                  <a:lnTo>
                    <a:pt x="983501" y="306528"/>
                  </a:lnTo>
                  <a:lnTo>
                    <a:pt x="943890" y="333129"/>
                  </a:lnTo>
                  <a:lnTo>
                    <a:pt x="892942" y="351388"/>
                  </a:lnTo>
                  <a:lnTo>
                    <a:pt x="892942" y="353878"/>
                  </a:lnTo>
                  <a:lnTo>
                    <a:pt x="960455" y="372300"/>
                  </a:lnTo>
                  <a:lnTo>
                    <a:pt x="1012057" y="408718"/>
                  </a:lnTo>
                  <a:lnTo>
                    <a:pt x="1044801" y="459284"/>
                  </a:lnTo>
                  <a:lnTo>
                    <a:pt x="1055735" y="520147"/>
                  </a:lnTo>
                  <a:lnTo>
                    <a:pt x="1051166" y="567424"/>
                  </a:lnTo>
                  <a:lnTo>
                    <a:pt x="1037466" y="609488"/>
                  </a:lnTo>
                  <a:lnTo>
                    <a:pt x="1014652" y="646340"/>
                  </a:lnTo>
                  <a:lnTo>
                    <a:pt x="982736" y="677978"/>
                  </a:lnTo>
                  <a:lnTo>
                    <a:pt x="942778" y="703392"/>
                  </a:lnTo>
                  <a:lnTo>
                    <a:pt x="895879" y="721541"/>
                  </a:lnTo>
                  <a:lnTo>
                    <a:pt x="842048" y="732427"/>
                  </a:lnTo>
                  <a:lnTo>
                    <a:pt x="781293" y="736055"/>
                  </a:lnTo>
                  <a:lnTo>
                    <a:pt x="728743" y="733822"/>
                  </a:lnTo>
                  <a:lnTo>
                    <a:pt x="681365" y="727124"/>
                  </a:lnTo>
                  <a:lnTo>
                    <a:pt x="639153" y="715959"/>
                  </a:lnTo>
                  <a:lnTo>
                    <a:pt x="602101" y="700326"/>
                  </a:lnTo>
                  <a:lnTo>
                    <a:pt x="602101" y="563831"/>
                  </a:lnTo>
                  <a:lnTo>
                    <a:pt x="639327" y="586626"/>
                  </a:lnTo>
                  <a:lnTo>
                    <a:pt x="679536" y="602913"/>
                  </a:lnTo>
                  <a:lnTo>
                    <a:pt x="722716" y="612687"/>
                  </a:lnTo>
                  <a:lnTo>
                    <a:pt x="768857" y="615945"/>
                  </a:lnTo>
                  <a:lnTo>
                    <a:pt x="797208" y="614332"/>
                  </a:lnTo>
                  <a:lnTo>
                    <a:pt x="844021" y="601424"/>
                  </a:lnTo>
                  <a:lnTo>
                    <a:pt x="877055" y="575957"/>
                  </a:lnTo>
                  <a:lnTo>
                    <a:pt x="893773" y="539971"/>
                  </a:lnTo>
                  <a:lnTo>
                    <a:pt x="895868" y="518159"/>
                  </a:lnTo>
                  <a:lnTo>
                    <a:pt x="893292" y="495706"/>
                  </a:lnTo>
                  <a:lnTo>
                    <a:pt x="872606" y="458979"/>
                  </a:lnTo>
                  <a:lnTo>
                    <a:pt x="831826" y="433413"/>
                  </a:lnTo>
                  <a:lnTo>
                    <a:pt x="774871" y="420510"/>
                  </a:lnTo>
                  <a:lnTo>
                    <a:pt x="740542" y="418898"/>
                  </a:lnTo>
                  <a:lnTo>
                    <a:pt x="674491" y="418898"/>
                  </a:lnTo>
                  <a:lnTo>
                    <a:pt x="674491" y="298786"/>
                  </a:lnTo>
                  <a:lnTo>
                    <a:pt x="735573" y="298786"/>
                  </a:lnTo>
                  <a:lnTo>
                    <a:pt x="796402" y="293015"/>
                  </a:lnTo>
                  <a:lnTo>
                    <a:pt x="839823" y="275705"/>
                  </a:lnTo>
                  <a:lnTo>
                    <a:pt x="865858" y="246854"/>
                  </a:lnTo>
                  <a:lnTo>
                    <a:pt x="874532" y="206465"/>
                  </a:lnTo>
                  <a:lnTo>
                    <a:pt x="867863" y="168460"/>
                  </a:lnTo>
                  <a:lnTo>
                    <a:pt x="847858" y="141314"/>
                  </a:lnTo>
                  <a:lnTo>
                    <a:pt x="814520" y="125026"/>
                  </a:lnTo>
                  <a:lnTo>
                    <a:pt x="767852" y="119597"/>
                  </a:lnTo>
                  <a:lnTo>
                    <a:pt x="732363" y="122483"/>
                  </a:lnTo>
                  <a:lnTo>
                    <a:pt x="697367" y="131140"/>
                  </a:lnTo>
                  <a:lnTo>
                    <a:pt x="662873" y="145566"/>
                  </a:lnTo>
                  <a:lnTo>
                    <a:pt x="628893" y="165759"/>
                  </a:lnTo>
                  <a:lnTo>
                    <a:pt x="628893" y="37718"/>
                  </a:lnTo>
                  <a:lnTo>
                    <a:pt x="667901" y="21216"/>
                  </a:lnTo>
                  <a:lnTo>
                    <a:pt x="710020" y="9429"/>
                  </a:lnTo>
                  <a:lnTo>
                    <a:pt x="755231" y="2357"/>
                  </a:lnTo>
                  <a:lnTo>
                    <a:pt x="803513" y="0"/>
                  </a:lnTo>
                  <a:close/>
                </a:path>
                <a:path w="1056004" h="736600">
                  <a:moveTo>
                    <a:pt x="243718" y="0"/>
                  </a:moveTo>
                  <a:lnTo>
                    <a:pt x="294981" y="3525"/>
                  </a:lnTo>
                  <a:lnTo>
                    <a:pt x="340735" y="14096"/>
                  </a:lnTo>
                  <a:lnTo>
                    <a:pt x="380344" y="31310"/>
                  </a:lnTo>
                  <a:lnTo>
                    <a:pt x="413369" y="54614"/>
                  </a:lnTo>
                  <a:lnTo>
                    <a:pt x="439685" y="83687"/>
                  </a:lnTo>
                  <a:lnTo>
                    <a:pt x="458845" y="118359"/>
                  </a:lnTo>
                  <a:lnTo>
                    <a:pt x="470573" y="158010"/>
                  </a:lnTo>
                  <a:lnTo>
                    <a:pt x="474482" y="202000"/>
                  </a:lnTo>
                  <a:lnTo>
                    <a:pt x="473530" y="225883"/>
                  </a:lnTo>
                  <a:lnTo>
                    <a:pt x="465956" y="269555"/>
                  </a:lnTo>
                  <a:lnTo>
                    <a:pt x="451135" y="308022"/>
                  </a:lnTo>
                  <a:lnTo>
                    <a:pt x="431031" y="342771"/>
                  </a:lnTo>
                  <a:lnTo>
                    <a:pt x="406122" y="374146"/>
                  </a:lnTo>
                  <a:lnTo>
                    <a:pt x="377219" y="402814"/>
                  </a:lnTo>
                  <a:lnTo>
                    <a:pt x="344779" y="429089"/>
                  </a:lnTo>
                  <a:lnTo>
                    <a:pt x="310826" y="454276"/>
                  </a:lnTo>
                  <a:lnTo>
                    <a:pt x="293369" y="466545"/>
                  </a:lnTo>
                  <a:lnTo>
                    <a:pt x="281558" y="474963"/>
                  </a:lnTo>
                  <a:lnTo>
                    <a:pt x="247406" y="500051"/>
                  </a:lnTo>
                  <a:lnTo>
                    <a:pt x="217183" y="524708"/>
                  </a:lnTo>
                  <a:lnTo>
                    <a:pt x="187007" y="556589"/>
                  </a:lnTo>
                  <a:lnTo>
                    <a:pt x="171693" y="593597"/>
                  </a:lnTo>
                  <a:lnTo>
                    <a:pt x="473445" y="593597"/>
                  </a:lnTo>
                  <a:lnTo>
                    <a:pt x="473445" y="723650"/>
                  </a:lnTo>
                  <a:lnTo>
                    <a:pt x="0" y="723650"/>
                  </a:lnTo>
                  <a:lnTo>
                    <a:pt x="0" y="670047"/>
                  </a:lnTo>
                  <a:lnTo>
                    <a:pt x="4571" y="618239"/>
                  </a:lnTo>
                  <a:lnTo>
                    <a:pt x="18287" y="572012"/>
                  </a:lnTo>
                  <a:lnTo>
                    <a:pt x="39063" y="530821"/>
                  </a:lnTo>
                  <a:lnTo>
                    <a:pt x="64526" y="494096"/>
                  </a:lnTo>
                  <a:lnTo>
                    <a:pt x="93592" y="461577"/>
                  </a:lnTo>
                  <a:lnTo>
                    <a:pt x="125333" y="433029"/>
                  </a:lnTo>
                  <a:lnTo>
                    <a:pt x="157524" y="407791"/>
                  </a:lnTo>
                  <a:lnTo>
                    <a:pt x="203231" y="374102"/>
                  </a:lnTo>
                  <a:lnTo>
                    <a:pt x="217421" y="363306"/>
                  </a:lnTo>
                  <a:lnTo>
                    <a:pt x="254284" y="332301"/>
                  </a:lnTo>
                  <a:lnTo>
                    <a:pt x="282701" y="302014"/>
                  </a:lnTo>
                  <a:lnTo>
                    <a:pt x="306689" y="261305"/>
                  </a:lnTo>
                  <a:lnTo>
                    <a:pt x="314705" y="217371"/>
                  </a:lnTo>
                  <a:lnTo>
                    <a:pt x="313088" y="195940"/>
                  </a:lnTo>
                  <a:lnTo>
                    <a:pt x="288797" y="148388"/>
                  </a:lnTo>
                  <a:lnTo>
                    <a:pt x="234782" y="126520"/>
                  </a:lnTo>
                  <a:lnTo>
                    <a:pt x="209915" y="125062"/>
                  </a:lnTo>
                  <a:lnTo>
                    <a:pt x="164510" y="129621"/>
                  </a:lnTo>
                  <a:lnTo>
                    <a:pt x="120102" y="143300"/>
                  </a:lnTo>
                  <a:lnTo>
                    <a:pt x="76694" y="166101"/>
                  </a:lnTo>
                  <a:lnTo>
                    <a:pt x="34289" y="198025"/>
                  </a:lnTo>
                  <a:lnTo>
                    <a:pt x="34289" y="60079"/>
                  </a:lnTo>
                  <a:lnTo>
                    <a:pt x="82173" y="33759"/>
                  </a:lnTo>
                  <a:lnTo>
                    <a:pt x="133049" y="14988"/>
                  </a:lnTo>
                  <a:lnTo>
                    <a:pt x="186901" y="3743"/>
                  </a:lnTo>
                  <a:lnTo>
                    <a:pt x="243718" y="0"/>
                  </a:lnTo>
                  <a:close/>
                </a:path>
              </a:pathLst>
            </a:custGeom>
            <a:ln w="12191">
              <a:solidFill>
                <a:srgbClr val="000000"/>
              </a:solidFill>
            </a:ln>
          </p:spPr>
          <p:txBody>
            <a:bodyPr wrap="square" lIns="0" tIns="0" rIns="0" bIns="0" rtlCol="0"/>
            <a:lstStyle/>
            <a:p>
              <a:endParaRPr/>
            </a:p>
          </p:txBody>
        </p:sp>
        <p:sp>
          <p:nvSpPr>
            <p:cNvPr id="197" name="object 197"/>
            <p:cNvSpPr/>
            <p:nvPr/>
          </p:nvSpPr>
          <p:spPr>
            <a:xfrm>
              <a:off x="6780276" y="5244083"/>
              <a:ext cx="2218944" cy="1345691"/>
            </a:xfrm>
            <a:prstGeom prst="rect">
              <a:avLst/>
            </a:prstGeom>
            <a:blipFill>
              <a:blip r:embed="rId83" cstate="print"/>
              <a:stretch>
                <a:fillRect/>
              </a:stretch>
            </a:blipFill>
          </p:spPr>
          <p:txBody>
            <a:bodyPr wrap="square" lIns="0" tIns="0" rIns="0" bIns="0" rtlCol="0"/>
            <a:lstStyle/>
            <a:p>
              <a:endParaRPr/>
            </a:p>
          </p:txBody>
        </p:sp>
        <p:sp>
          <p:nvSpPr>
            <p:cNvPr id="198" name="object 198"/>
            <p:cNvSpPr/>
            <p:nvPr/>
          </p:nvSpPr>
          <p:spPr>
            <a:xfrm>
              <a:off x="6626352" y="4927090"/>
              <a:ext cx="2517647" cy="1930908"/>
            </a:xfrm>
            <a:prstGeom prst="rect">
              <a:avLst/>
            </a:prstGeom>
            <a:blipFill>
              <a:blip r:embed="rId84" cstate="print"/>
              <a:stretch>
                <a:fillRect/>
              </a:stretch>
            </a:blipFill>
          </p:spPr>
          <p:txBody>
            <a:bodyPr wrap="square" lIns="0" tIns="0" rIns="0" bIns="0" rtlCol="0"/>
            <a:lstStyle/>
            <a:p>
              <a:endParaRPr/>
            </a:p>
          </p:txBody>
        </p:sp>
        <p:sp>
          <p:nvSpPr>
            <p:cNvPr id="199" name="object 199"/>
            <p:cNvSpPr/>
            <p:nvPr/>
          </p:nvSpPr>
          <p:spPr>
            <a:xfrm>
              <a:off x="6861809" y="5305294"/>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58"/>
                  </a:lnTo>
                  <a:lnTo>
                    <a:pt x="4720" y="998424"/>
                  </a:lnTo>
                  <a:lnTo>
                    <a:pt x="18262" y="1042073"/>
                  </a:lnTo>
                  <a:lnTo>
                    <a:pt x="39691" y="1081572"/>
                  </a:lnTo>
                  <a:lnTo>
                    <a:pt x="68077" y="1115985"/>
                  </a:lnTo>
                  <a:lnTo>
                    <a:pt x="102486" y="1144377"/>
                  </a:lnTo>
                  <a:lnTo>
                    <a:pt x="141986" y="1165815"/>
                  </a:lnTo>
                  <a:lnTo>
                    <a:pt x="185645" y="1179363"/>
                  </a:lnTo>
                  <a:lnTo>
                    <a:pt x="232531"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0" name="object 200"/>
            <p:cNvSpPr/>
            <p:nvPr/>
          </p:nvSpPr>
          <p:spPr>
            <a:xfrm>
              <a:off x="6861809" y="5305294"/>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531" y="1184087"/>
                  </a:lnTo>
                  <a:lnTo>
                    <a:pt x="185645" y="1179363"/>
                  </a:lnTo>
                  <a:lnTo>
                    <a:pt x="141986" y="1165815"/>
                  </a:lnTo>
                  <a:lnTo>
                    <a:pt x="102486" y="1144377"/>
                  </a:lnTo>
                  <a:lnTo>
                    <a:pt x="68077" y="1115985"/>
                  </a:lnTo>
                  <a:lnTo>
                    <a:pt x="39691" y="1081572"/>
                  </a:lnTo>
                  <a:lnTo>
                    <a:pt x="18262" y="1042073"/>
                  </a:lnTo>
                  <a:lnTo>
                    <a:pt x="4720"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201" name="object 201"/>
            <p:cNvSpPr/>
            <p:nvPr/>
          </p:nvSpPr>
          <p:spPr>
            <a:xfrm>
              <a:off x="6667500" y="4948426"/>
              <a:ext cx="2476500" cy="1909571"/>
            </a:xfrm>
            <a:prstGeom prst="rect">
              <a:avLst/>
            </a:prstGeom>
            <a:blipFill>
              <a:blip r:embed="rId85" cstate="print"/>
              <a:stretch>
                <a:fillRect/>
              </a:stretch>
            </a:blipFill>
          </p:spPr>
          <p:txBody>
            <a:bodyPr wrap="square" lIns="0" tIns="0" rIns="0" bIns="0" rtlCol="0"/>
            <a:lstStyle/>
            <a:p>
              <a:endParaRPr/>
            </a:p>
          </p:txBody>
        </p:sp>
        <p:sp>
          <p:nvSpPr>
            <p:cNvPr id="202" name="object 202"/>
            <p:cNvSpPr/>
            <p:nvPr/>
          </p:nvSpPr>
          <p:spPr>
            <a:xfrm>
              <a:off x="7345802" y="5545585"/>
              <a:ext cx="1102360" cy="723900"/>
            </a:xfrm>
            <a:custGeom>
              <a:avLst/>
              <a:gdLst/>
              <a:ahLst/>
              <a:cxnLst/>
              <a:rect l="l" t="t" r="r" b="b"/>
              <a:pathLst>
                <a:path w="1102359" h="723900">
                  <a:moveTo>
                    <a:pt x="1016508" y="577714"/>
                  </a:moveTo>
                  <a:lnTo>
                    <a:pt x="873648" y="577714"/>
                  </a:lnTo>
                  <a:lnTo>
                    <a:pt x="873648" y="723637"/>
                  </a:lnTo>
                  <a:lnTo>
                    <a:pt x="1016508" y="723637"/>
                  </a:lnTo>
                  <a:lnTo>
                    <a:pt x="1016508" y="577714"/>
                  </a:lnTo>
                  <a:close/>
                </a:path>
                <a:path w="1102359" h="723900">
                  <a:moveTo>
                    <a:pt x="1016508" y="11929"/>
                  </a:moveTo>
                  <a:lnTo>
                    <a:pt x="871087" y="11929"/>
                  </a:lnTo>
                  <a:lnTo>
                    <a:pt x="858045" y="39033"/>
                  </a:lnTo>
                  <a:lnTo>
                    <a:pt x="843648" y="66798"/>
                  </a:lnTo>
                  <a:lnTo>
                    <a:pt x="810768" y="124300"/>
                  </a:lnTo>
                  <a:lnTo>
                    <a:pt x="773898" y="182936"/>
                  </a:lnTo>
                  <a:lnTo>
                    <a:pt x="734080" y="241197"/>
                  </a:lnTo>
                  <a:lnTo>
                    <a:pt x="692162" y="298460"/>
                  </a:lnTo>
                  <a:lnTo>
                    <a:pt x="648736" y="354116"/>
                  </a:lnTo>
                  <a:lnTo>
                    <a:pt x="605298" y="406781"/>
                  </a:lnTo>
                  <a:lnTo>
                    <a:pt x="563392" y="455115"/>
                  </a:lnTo>
                  <a:lnTo>
                    <a:pt x="563392" y="577714"/>
                  </a:lnTo>
                  <a:lnTo>
                    <a:pt x="1101852" y="577714"/>
                  </a:lnTo>
                  <a:lnTo>
                    <a:pt x="1101852" y="460568"/>
                  </a:lnTo>
                  <a:lnTo>
                    <a:pt x="703844" y="460568"/>
                  </a:lnTo>
                  <a:lnTo>
                    <a:pt x="714611" y="447185"/>
                  </a:lnTo>
                  <a:lnTo>
                    <a:pt x="748040" y="404241"/>
                  </a:lnTo>
                  <a:lnTo>
                    <a:pt x="782008" y="358082"/>
                  </a:lnTo>
                  <a:lnTo>
                    <a:pt x="804272" y="326129"/>
                  </a:lnTo>
                  <a:lnTo>
                    <a:pt x="825603" y="293617"/>
                  </a:lnTo>
                  <a:lnTo>
                    <a:pt x="845869" y="260721"/>
                  </a:lnTo>
                  <a:lnTo>
                    <a:pt x="873648" y="211906"/>
                  </a:lnTo>
                  <a:lnTo>
                    <a:pt x="1016508" y="211906"/>
                  </a:lnTo>
                  <a:lnTo>
                    <a:pt x="1016508" y="11929"/>
                  </a:lnTo>
                  <a:close/>
                </a:path>
                <a:path w="1102359" h="723900">
                  <a:moveTo>
                    <a:pt x="1016508" y="211906"/>
                  </a:moveTo>
                  <a:lnTo>
                    <a:pt x="873648" y="211906"/>
                  </a:lnTo>
                  <a:lnTo>
                    <a:pt x="873648" y="460568"/>
                  </a:lnTo>
                  <a:lnTo>
                    <a:pt x="1016508" y="460568"/>
                  </a:lnTo>
                  <a:lnTo>
                    <a:pt x="1016508" y="211906"/>
                  </a:lnTo>
                  <a:close/>
                </a:path>
                <a:path w="1102359" h="723900">
                  <a:moveTo>
                    <a:pt x="461224" y="125050"/>
                  </a:moveTo>
                  <a:lnTo>
                    <a:pt x="209946" y="125050"/>
                  </a:lnTo>
                  <a:lnTo>
                    <a:pt x="234801" y="126508"/>
                  </a:lnTo>
                  <a:lnTo>
                    <a:pt x="256245" y="130883"/>
                  </a:lnTo>
                  <a:lnTo>
                    <a:pt x="300188" y="161440"/>
                  </a:lnTo>
                  <a:lnTo>
                    <a:pt x="314706" y="217371"/>
                  </a:lnTo>
                  <a:lnTo>
                    <a:pt x="314208" y="228862"/>
                  </a:lnTo>
                  <a:lnTo>
                    <a:pt x="302268" y="271561"/>
                  </a:lnTo>
                  <a:lnTo>
                    <a:pt x="274155" y="312058"/>
                  </a:lnTo>
                  <a:lnTo>
                    <a:pt x="242956" y="342448"/>
                  </a:lnTo>
                  <a:lnTo>
                    <a:pt x="203167" y="374133"/>
                  </a:lnTo>
                  <a:lnTo>
                    <a:pt x="173023" y="396127"/>
                  </a:lnTo>
                  <a:lnTo>
                    <a:pt x="157539" y="407776"/>
                  </a:lnTo>
                  <a:lnTo>
                    <a:pt x="125364" y="433029"/>
                  </a:lnTo>
                  <a:lnTo>
                    <a:pt x="93653" y="461570"/>
                  </a:lnTo>
                  <a:lnTo>
                    <a:pt x="64526" y="494074"/>
                  </a:lnTo>
                  <a:lnTo>
                    <a:pt x="39090" y="530803"/>
                  </a:lnTo>
                  <a:lnTo>
                    <a:pt x="18409" y="571999"/>
                  </a:lnTo>
                  <a:lnTo>
                    <a:pt x="4587" y="618227"/>
                  </a:lnTo>
                  <a:lnTo>
                    <a:pt x="0" y="670035"/>
                  </a:lnTo>
                  <a:lnTo>
                    <a:pt x="0" y="723637"/>
                  </a:lnTo>
                  <a:lnTo>
                    <a:pt x="473476" y="723637"/>
                  </a:lnTo>
                  <a:lnTo>
                    <a:pt x="473476" y="593598"/>
                  </a:lnTo>
                  <a:lnTo>
                    <a:pt x="171724" y="593598"/>
                  </a:lnTo>
                  <a:lnTo>
                    <a:pt x="172342" y="586557"/>
                  </a:lnTo>
                  <a:lnTo>
                    <a:pt x="193346" y="548739"/>
                  </a:lnTo>
                  <a:lnTo>
                    <a:pt x="226634" y="516541"/>
                  </a:lnTo>
                  <a:lnTo>
                    <a:pt x="258565" y="491704"/>
                  </a:lnTo>
                  <a:lnTo>
                    <a:pt x="293370" y="466532"/>
                  </a:lnTo>
                  <a:lnTo>
                    <a:pt x="310830" y="454261"/>
                  </a:lnTo>
                  <a:lnTo>
                    <a:pt x="327968" y="441772"/>
                  </a:lnTo>
                  <a:lnTo>
                    <a:pt x="361309" y="416146"/>
                  </a:lnTo>
                  <a:lnTo>
                    <a:pt x="392174" y="388790"/>
                  </a:lnTo>
                  <a:lnTo>
                    <a:pt x="419221" y="358819"/>
                  </a:lnTo>
                  <a:lnTo>
                    <a:pt x="441773" y="325819"/>
                  </a:lnTo>
                  <a:lnTo>
                    <a:pt x="459364" y="289346"/>
                  </a:lnTo>
                  <a:lnTo>
                    <a:pt x="470729" y="248394"/>
                  </a:lnTo>
                  <a:lnTo>
                    <a:pt x="474482" y="201978"/>
                  </a:lnTo>
                  <a:lnTo>
                    <a:pt x="473504" y="179439"/>
                  </a:lnTo>
                  <a:lnTo>
                    <a:pt x="470573" y="157988"/>
                  </a:lnTo>
                  <a:lnTo>
                    <a:pt x="465686" y="137624"/>
                  </a:lnTo>
                  <a:lnTo>
                    <a:pt x="461224" y="125050"/>
                  </a:lnTo>
                  <a:close/>
                </a:path>
                <a:path w="1102359" h="723900">
                  <a:moveTo>
                    <a:pt x="243718" y="0"/>
                  </a:moveTo>
                  <a:lnTo>
                    <a:pt x="186901" y="3740"/>
                  </a:lnTo>
                  <a:lnTo>
                    <a:pt x="133049" y="14977"/>
                  </a:lnTo>
                  <a:lnTo>
                    <a:pt x="82173" y="33733"/>
                  </a:lnTo>
                  <a:lnTo>
                    <a:pt x="34290" y="60030"/>
                  </a:lnTo>
                  <a:lnTo>
                    <a:pt x="34290" y="198013"/>
                  </a:lnTo>
                  <a:lnTo>
                    <a:pt x="76708" y="166094"/>
                  </a:lnTo>
                  <a:lnTo>
                    <a:pt x="120117" y="143292"/>
                  </a:lnTo>
                  <a:lnTo>
                    <a:pt x="164527" y="129611"/>
                  </a:lnTo>
                  <a:lnTo>
                    <a:pt x="209946" y="125050"/>
                  </a:lnTo>
                  <a:lnTo>
                    <a:pt x="461224" y="125050"/>
                  </a:lnTo>
                  <a:lnTo>
                    <a:pt x="458845" y="118347"/>
                  </a:lnTo>
                  <a:lnTo>
                    <a:pt x="439715" y="83666"/>
                  </a:lnTo>
                  <a:lnTo>
                    <a:pt x="413522" y="54565"/>
                  </a:lnTo>
                  <a:lnTo>
                    <a:pt x="380375" y="3129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03" name="object 203"/>
            <p:cNvSpPr/>
            <p:nvPr/>
          </p:nvSpPr>
          <p:spPr>
            <a:xfrm>
              <a:off x="7345801" y="5545585"/>
              <a:ext cx="1102360" cy="723900"/>
            </a:xfrm>
            <a:custGeom>
              <a:avLst/>
              <a:gdLst/>
              <a:ahLst/>
              <a:cxnLst/>
              <a:rect l="l" t="t" r="r" b="b"/>
              <a:pathLst>
                <a:path w="1102359" h="723900">
                  <a:moveTo>
                    <a:pt x="873648" y="211906"/>
                  </a:moveTo>
                  <a:lnTo>
                    <a:pt x="845869" y="260721"/>
                  </a:lnTo>
                  <a:lnTo>
                    <a:pt x="825603" y="293617"/>
                  </a:lnTo>
                  <a:lnTo>
                    <a:pt x="804272" y="326129"/>
                  </a:lnTo>
                  <a:lnTo>
                    <a:pt x="782008" y="358082"/>
                  </a:lnTo>
                  <a:lnTo>
                    <a:pt x="759427" y="389105"/>
                  </a:lnTo>
                  <a:lnTo>
                    <a:pt x="725564" y="433338"/>
                  </a:lnTo>
                  <a:lnTo>
                    <a:pt x="703844" y="460568"/>
                  </a:lnTo>
                  <a:lnTo>
                    <a:pt x="873648" y="460568"/>
                  </a:lnTo>
                  <a:lnTo>
                    <a:pt x="873648" y="211906"/>
                  </a:lnTo>
                  <a:close/>
                </a:path>
                <a:path w="1102359" h="723900">
                  <a:moveTo>
                    <a:pt x="871087" y="11929"/>
                  </a:moveTo>
                  <a:lnTo>
                    <a:pt x="1016507" y="11929"/>
                  </a:lnTo>
                  <a:lnTo>
                    <a:pt x="1016507" y="460568"/>
                  </a:lnTo>
                  <a:lnTo>
                    <a:pt x="1101851" y="460568"/>
                  </a:lnTo>
                  <a:lnTo>
                    <a:pt x="1101851" y="577714"/>
                  </a:lnTo>
                  <a:lnTo>
                    <a:pt x="1016507" y="577714"/>
                  </a:lnTo>
                  <a:lnTo>
                    <a:pt x="1016507" y="723637"/>
                  </a:lnTo>
                  <a:lnTo>
                    <a:pt x="873648" y="723637"/>
                  </a:lnTo>
                  <a:lnTo>
                    <a:pt x="873648" y="577714"/>
                  </a:lnTo>
                  <a:lnTo>
                    <a:pt x="563392" y="577714"/>
                  </a:lnTo>
                  <a:lnTo>
                    <a:pt x="563392" y="455115"/>
                  </a:lnTo>
                  <a:lnTo>
                    <a:pt x="584155" y="431490"/>
                  </a:lnTo>
                  <a:lnTo>
                    <a:pt x="605298" y="406781"/>
                  </a:lnTo>
                  <a:lnTo>
                    <a:pt x="648736" y="354116"/>
                  </a:lnTo>
                  <a:lnTo>
                    <a:pt x="692162" y="298460"/>
                  </a:lnTo>
                  <a:lnTo>
                    <a:pt x="734080" y="241197"/>
                  </a:lnTo>
                  <a:lnTo>
                    <a:pt x="773898" y="182936"/>
                  </a:lnTo>
                  <a:lnTo>
                    <a:pt x="810767" y="124300"/>
                  </a:lnTo>
                  <a:lnTo>
                    <a:pt x="843648" y="66798"/>
                  </a:lnTo>
                  <a:lnTo>
                    <a:pt x="858045" y="39033"/>
                  </a:lnTo>
                  <a:lnTo>
                    <a:pt x="871087" y="11929"/>
                  </a:lnTo>
                  <a:close/>
                </a:path>
                <a:path w="1102359" h="723900">
                  <a:moveTo>
                    <a:pt x="243718" y="0"/>
                  </a:moveTo>
                  <a:lnTo>
                    <a:pt x="295038" y="3521"/>
                  </a:lnTo>
                  <a:lnTo>
                    <a:pt x="340735" y="14096"/>
                  </a:lnTo>
                  <a:lnTo>
                    <a:pt x="380375" y="31295"/>
                  </a:lnTo>
                  <a:lnTo>
                    <a:pt x="413522" y="54565"/>
                  </a:lnTo>
                  <a:lnTo>
                    <a:pt x="439715" y="83666"/>
                  </a:lnTo>
                  <a:lnTo>
                    <a:pt x="458845" y="118347"/>
                  </a:lnTo>
                  <a:lnTo>
                    <a:pt x="470573" y="157988"/>
                  </a:lnTo>
                  <a:lnTo>
                    <a:pt x="474482" y="201978"/>
                  </a:lnTo>
                  <a:lnTo>
                    <a:pt x="473547" y="225869"/>
                  </a:lnTo>
                  <a:lnTo>
                    <a:pt x="466008" y="269553"/>
                  </a:lnTo>
                  <a:lnTo>
                    <a:pt x="451201" y="308015"/>
                  </a:lnTo>
                  <a:lnTo>
                    <a:pt x="431104" y="342755"/>
                  </a:lnTo>
                  <a:lnTo>
                    <a:pt x="406174" y="374133"/>
                  </a:lnTo>
                  <a:lnTo>
                    <a:pt x="377220" y="402794"/>
                  </a:lnTo>
                  <a:lnTo>
                    <a:pt x="344792" y="429067"/>
                  </a:lnTo>
                  <a:lnTo>
                    <a:pt x="310830" y="454261"/>
                  </a:lnTo>
                  <a:lnTo>
                    <a:pt x="293369" y="466532"/>
                  </a:lnTo>
                  <a:lnTo>
                    <a:pt x="281558" y="474955"/>
                  </a:lnTo>
                  <a:lnTo>
                    <a:pt x="247406" y="500039"/>
                  </a:lnTo>
                  <a:lnTo>
                    <a:pt x="217213" y="524702"/>
                  </a:lnTo>
                  <a:lnTo>
                    <a:pt x="187072" y="556571"/>
                  </a:lnTo>
                  <a:lnTo>
                    <a:pt x="171724" y="593597"/>
                  </a:lnTo>
                  <a:lnTo>
                    <a:pt x="473476" y="593597"/>
                  </a:lnTo>
                  <a:lnTo>
                    <a:pt x="473476" y="723637"/>
                  </a:lnTo>
                  <a:lnTo>
                    <a:pt x="0" y="723637"/>
                  </a:lnTo>
                  <a:lnTo>
                    <a:pt x="0" y="670035"/>
                  </a:lnTo>
                  <a:lnTo>
                    <a:pt x="4587" y="618227"/>
                  </a:lnTo>
                  <a:lnTo>
                    <a:pt x="18409" y="571999"/>
                  </a:lnTo>
                  <a:lnTo>
                    <a:pt x="39090" y="530803"/>
                  </a:lnTo>
                  <a:lnTo>
                    <a:pt x="64526" y="494074"/>
                  </a:lnTo>
                  <a:lnTo>
                    <a:pt x="93653" y="461570"/>
                  </a:lnTo>
                  <a:lnTo>
                    <a:pt x="125364" y="433029"/>
                  </a:lnTo>
                  <a:lnTo>
                    <a:pt x="157539" y="407776"/>
                  </a:lnTo>
                  <a:lnTo>
                    <a:pt x="203231" y="374086"/>
                  </a:lnTo>
                  <a:lnTo>
                    <a:pt x="217421" y="363294"/>
                  </a:lnTo>
                  <a:lnTo>
                    <a:pt x="254297" y="332285"/>
                  </a:lnTo>
                  <a:lnTo>
                    <a:pt x="282701" y="301989"/>
                  </a:lnTo>
                  <a:lnTo>
                    <a:pt x="306720" y="261295"/>
                  </a:lnTo>
                  <a:lnTo>
                    <a:pt x="314705" y="217371"/>
                  </a:lnTo>
                  <a:lnTo>
                    <a:pt x="313090" y="195934"/>
                  </a:lnTo>
                  <a:lnTo>
                    <a:pt x="288919" y="148388"/>
                  </a:lnTo>
                  <a:lnTo>
                    <a:pt x="234801" y="126508"/>
                  </a:lnTo>
                  <a:lnTo>
                    <a:pt x="209946" y="125050"/>
                  </a:lnTo>
                  <a:lnTo>
                    <a:pt x="164527" y="129611"/>
                  </a:lnTo>
                  <a:lnTo>
                    <a:pt x="120117" y="143292"/>
                  </a:lnTo>
                  <a:lnTo>
                    <a:pt x="76708" y="166094"/>
                  </a:lnTo>
                  <a:lnTo>
                    <a:pt x="34289" y="198013"/>
                  </a:lnTo>
                  <a:lnTo>
                    <a:pt x="34289" y="60030"/>
                  </a:lnTo>
                  <a:lnTo>
                    <a:pt x="82173" y="33733"/>
                  </a:lnTo>
                  <a:lnTo>
                    <a:pt x="133049" y="14977"/>
                  </a:lnTo>
                  <a:lnTo>
                    <a:pt x="186901" y="3740"/>
                  </a:lnTo>
                  <a:lnTo>
                    <a:pt x="243718" y="0"/>
                  </a:lnTo>
                  <a:close/>
                </a:path>
              </a:pathLst>
            </a:custGeom>
            <a:ln w="12191">
              <a:solidFill>
                <a:srgbClr val="000000"/>
              </a:solidFill>
            </a:ln>
          </p:spPr>
          <p:txBody>
            <a:bodyPr wrap="square" lIns="0" tIns="0" rIns="0" bIns="0" rtlCol="0"/>
            <a:lstStyle/>
            <a:p>
              <a:endParaRPr/>
            </a:p>
          </p:txBody>
        </p:sp>
        <p:sp>
          <p:nvSpPr>
            <p:cNvPr id="204" name="object 204"/>
            <p:cNvSpPr/>
            <p:nvPr/>
          </p:nvSpPr>
          <p:spPr>
            <a:xfrm>
              <a:off x="6774180"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05" name="object 205"/>
            <p:cNvSpPr/>
            <p:nvPr/>
          </p:nvSpPr>
          <p:spPr>
            <a:xfrm>
              <a:off x="6620256" y="4905755"/>
              <a:ext cx="2523743" cy="1952244"/>
            </a:xfrm>
            <a:prstGeom prst="rect">
              <a:avLst/>
            </a:prstGeom>
            <a:blipFill>
              <a:blip r:embed="rId87" cstate="print"/>
              <a:stretch>
                <a:fillRect/>
              </a:stretch>
            </a:blipFill>
          </p:spPr>
          <p:txBody>
            <a:bodyPr wrap="square" lIns="0" tIns="0" rIns="0" bIns="0" rtlCol="0"/>
            <a:lstStyle/>
            <a:p>
              <a:endParaRPr/>
            </a:p>
          </p:txBody>
        </p:sp>
        <p:sp>
          <p:nvSpPr>
            <p:cNvPr id="206" name="object 206"/>
            <p:cNvSpPr/>
            <p:nvPr/>
          </p:nvSpPr>
          <p:spPr>
            <a:xfrm>
              <a:off x="6855592"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7" name="object 207"/>
            <p:cNvSpPr/>
            <p:nvPr/>
          </p:nvSpPr>
          <p:spPr>
            <a:xfrm>
              <a:off x="6855592"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08" name="object 208"/>
            <p:cNvSpPr/>
            <p:nvPr/>
          </p:nvSpPr>
          <p:spPr>
            <a:xfrm>
              <a:off x="6661404" y="4927090"/>
              <a:ext cx="2481072" cy="1930908"/>
            </a:xfrm>
            <a:prstGeom prst="rect">
              <a:avLst/>
            </a:prstGeom>
            <a:blipFill>
              <a:blip r:embed="rId88" cstate="print"/>
              <a:stretch>
                <a:fillRect/>
              </a:stretch>
            </a:blipFill>
          </p:spPr>
          <p:txBody>
            <a:bodyPr wrap="square" lIns="0" tIns="0" rIns="0" bIns="0" rtlCol="0"/>
            <a:lstStyle/>
            <a:p>
              <a:endParaRPr/>
            </a:p>
          </p:txBody>
        </p:sp>
        <p:sp>
          <p:nvSpPr>
            <p:cNvPr id="209" name="object 209"/>
            <p:cNvSpPr/>
            <p:nvPr/>
          </p:nvSpPr>
          <p:spPr>
            <a:xfrm>
              <a:off x="7339584" y="5524630"/>
              <a:ext cx="1061720" cy="736600"/>
            </a:xfrm>
            <a:custGeom>
              <a:avLst/>
              <a:gdLst/>
              <a:ahLst/>
              <a:cxnLst/>
              <a:rect l="l" t="t" r="r" b="b"/>
              <a:pathLst>
                <a:path w="1061720" h="736600">
                  <a:moveTo>
                    <a:pt x="614568" y="571237"/>
                  </a:moveTo>
                  <a:lnTo>
                    <a:pt x="614568" y="705255"/>
                  </a:lnTo>
                  <a:lnTo>
                    <a:pt x="651569" y="718721"/>
                  </a:lnTo>
                  <a:lnTo>
                    <a:pt x="692677" y="728335"/>
                  </a:lnTo>
                  <a:lnTo>
                    <a:pt x="737905" y="734101"/>
                  </a:lnTo>
                  <a:lnTo>
                    <a:pt x="787267" y="736021"/>
                  </a:lnTo>
                  <a:lnTo>
                    <a:pt x="847254" y="731757"/>
                  </a:lnTo>
                  <a:lnTo>
                    <a:pt x="900687" y="718964"/>
                  </a:lnTo>
                  <a:lnTo>
                    <a:pt x="947543" y="697641"/>
                  </a:lnTo>
                  <a:lnTo>
                    <a:pt x="987795" y="667786"/>
                  </a:lnTo>
                  <a:lnTo>
                    <a:pt x="1020137" y="631191"/>
                  </a:lnTo>
                  <a:lnTo>
                    <a:pt x="1028631" y="615921"/>
                  </a:lnTo>
                  <a:lnTo>
                    <a:pt x="769863" y="615921"/>
                  </a:lnTo>
                  <a:lnTo>
                    <a:pt x="729289" y="613128"/>
                  </a:lnTo>
                  <a:lnTo>
                    <a:pt x="689872" y="604750"/>
                  </a:lnTo>
                  <a:lnTo>
                    <a:pt x="651627" y="590786"/>
                  </a:lnTo>
                  <a:lnTo>
                    <a:pt x="614568" y="571237"/>
                  </a:lnTo>
                  <a:close/>
                </a:path>
                <a:path w="1061720" h="736600">
                  <a:moveTo>
                    <a:pt x="1044080" y="400501"/>
                  </a:moveTo>
                  <a:lnTo>
                    <a:pt x="752490" y="400501"/>
                  </a:lnTo>
                  <a:lnTo>
                    <a:pt x="806308" y="404730"/>
                  </a:lnTo>
                  <a:lnTo>
                    <a:pt x="848162" y="417418"/>
                  </a:lnTo>
                  <a:lnTo>
                    <a:pt x="878054" y="438564"/>
                  </a:lnTo>
                  <a:lnTo>
                    <a:pt x="895987" y="468168"/>
                  </a:lnTo>
                  <a:lnTo>
                    <a:pt x="901964" y="506230"/>
                  </a:lnTo>
                  <a:lnTo>
                    <a:pt x="899770" y="530219"/>
                  </a:lnTo>
                  <a:lnTo>
                    <a:pt x="882238" y="570296"/>
                  </a:lnTo>
                  <a:lnTo>
                    <a:pt x="847710" y="599306"/>
                  </a:lnTo>
                  <a:lnTo>
                    <a:pt x="799215" y="614075"/>
                  </a:lnTo>
                  <a:lnTo>
                    <a:pt x="769863" y="615921"/>
                  </a:lnTo>
                  <a:lnTo>
                    <a:pt x="1028631" y="615921"/>
                  </a:lnTo>
                  <a:lnTo>
                    <a:pt x="1043235" y="589667"/>
                  </a:lnTo>
                  <a:lnTo>
                    <a:pt x="1057091" y="543211"/>
                  </a:lnTo>
                  <a:lnTo>
                    <a:pt x="1061709" y="491822"/>
                  </a:lnTo>
                  <a:lnTo>
                    <a:pt x="1057831" y="445665"/>
                  </a:lnTo>
                  <a:lnTo>
                    <a:pt x="1046203" y="404472"/>
                  </a:lnTo>
                  <a:lnTo>
                    <a:pt x="1044080" y="400501"/>
                  </a:lnTo>
                  <a:close/>
                </a:path>
                <a:path w="1061720" h="736600">
                  <a:moveTo>
                    <a:pt x="1028943" y="11811"/>
                  </a:moveTo>
                  <a:lnTo>
                    <a:pt x="652272" y="11811"/>
                  </a:lnTo>
                  <a:lnTo>
                    <a:pt x="625480" y="408931"/>
                  </a:lnTo>
                  <a:lnTo>
                    <a:pt x="660413" y="405243"/>
                  </a:lnTo>
                  <a:lnTo>
                    <a:pt x="693214" y="402608"/>
                  </a:lnTo>
                  <a:lnTo>
                    <a:pt x="723900" y="401028"/>
                  </a:lnTo>
                  <a:lnTo>
                    <a:pt x="752490" y="400501"/>
                  </a:lnTo>
                  <a:lnTo>
                    <a:pt x="1044080" y="400501"/>
                  </a:lnTo>
                  <a:lnTo>
                    <a:pt x="1026836" y="368245"/>
                  </a:lnTo>
                  <a:lnTo>
                    <a:pt x="999744" y="336983"/>
                  </a:lnTo>
                  <a:lnTo>
                    <a:pt x="965722" y="311785"/>
                  </a:lnTo>
                  <a:lnTo>
                    <a:pt x="925746" y="293788"/>
                  </a:lnTo>
                  <a:lnTo>
                    <a:pt x="879814" y="282990"/>
                  </a:lnTo>
                  <a:lnTo>
                    <a:pt x="870993" y="282378"/>
                  </a:lnTo>
                  <a:lnTo>
                    <a:pt x="762000" y="282378"/>
                  </a:lnTo>
                  <a:lnTo>
                    <a:pt x="771906" y="139921"/>
                  </a:lnTo>
                  <a:lnTo>
                    <a:pt x="1028943" y="139921"/>
                  </a:lnTo>
                  <a:lnTo>
                    <a:pt x="1028943" y="11811"/>
                  </a:lnTo>
                  <a:close/>
                </a:path>
                <a:path w="1061720" h="736600">
                  <a:moveTo>
                    <a:pt x="827928" y="279391"/>
                  </a:moveTo>
                  <a:lnTo>
                    <a:pt x="813366" y="279579"/>
                  </a:lnTo>
                  <a:lnTo>
                    <a:pt x="797524" y="280140"/>
                  </a:lnTo>
                  <a:lnTo>
                    <a:pt x="780402" y="281073"/>
                  </a:lnTo>
                  <a:lnTo>
                    <a:pt x="762000" y="282378"/>
                  </a:lnTo>
                  <a:lnTo>
                    <a:pt x="870993" y="282378"/>
                  </a:lnTo>
                  <a:lnTo>
                    <a:pt x="827928" y="279391"/>
                  </a:lnTo>
                  <a:close/>
                </a:path>
                <a:path w="1061720" h="736600">
                  <a:moveTo>
                    <a:pt x="461220" y="125025"/>
                  </a:moveTo>
                  <a:lnTo>
                    <a:pt x="209946" y="125025"/>
                  </a:lnTo>
                  <a:lnTo>
                    <a:pt x="234801" y="126485"/>
                  </a:lnTo>
                  <a:lnTo>
                    <a:pt x="256245" y="130862"/>
                  </a:lnTo>
                  <a:lnTo>
                    <a:pt x="300188" y="161417"/>
                  </a:lnTo>
                  <a:lnTo>
                    <a:pt x="314706" y="217358"/>
                  </a:lnTo>
                  <a:lnTo>
                    <a:pt x="314208" y="228845"/>
                  </a:lnTo>
                  <a:lnTo>
                    <a:pt x="302285" y="271550"/>
                  </a:lnTo>
                  <a:lnTo>
                    <a:pt x="274155" y="312041"/>
                  </a:lnTo>
                  <a:lnTo>
                    <a:pt x="242956" y="342424"/>
                  </a:lnTo>
                  <a:lnTo>
                    <a:pt x="203210" y="374121"/>
                  </a:lnTo>
                  <a:lnTo>
                    <a:pt x="173018" y="396111"/>
                  </a:lnTo>
                  <a:lnTo>
                    <a:pt x="157528" y="407763"/>
                  </a:lnTo>
                  <a:lnTo>
                    <a:pt x="125364" y="433017"/>
                  </a:lnTo>
                  <a:lnTo>
                    <a:pt x="93653" y="461553"/>
                  </a:lnTo>
                  <a:lnTo>
                    <a:pt x="64526" y="494062"/>
                  </a:lnTo>
                  <a:lnTo>
                    <a:pt x="39079" y="530792"/>
                  </a:lnTo>
                  <a:lnTo>
                    <a:pt x="18409" y="571987"/>
                  </a:lnTo>
                  <a:lnTo>
                    <a:pt x="4587" y="618215"/>
                  </a:lnTo>
                  <a:lnTo>
                    <a:pt x="0" y="670023"/>
                  </a:lnTo>
                  <a:lnTo>
                    <a:pt x="0" y="723613"/>
                  </a:lnTo>
                  <a:lnTo>
                    <a:pt x="473598" y="723613"/>
                  </a:lnTo>
                  <a:lnTo>
                    <a:pt x="473598" y="593585"/>
                  </a:lnTo>
                  <a:lnTo>
                    <a:pt x="171693" y="593585"/>
                  </a:lnTo>
                  <a:lnTo>
                    <a:pt x="172318" y="586539"/>
                  </a:lnTo>
                  <a:lnTo>
                    <a:pt x="193376" y="548719"/>
                  </a:lnTo>
                  <a:lnTo>
                    <a:pt x="226626" y="516524"/>
                  </a:lnTo>
                  <a:lnTo>
                    <a:pt x="258565" y="491687"/>
                  </a:lnTo>
                  <a:lnTo>
                    <a:pt x="293370" y="466523"/>
                  </a:lnTo>
                  <a:lnTo>
                    <a:pt x="310830" y="454246"/>
                  </a:lnTo>
                  <a:lnTo>
                    <a:pt x="327968" y="441757"/>
                  </a:lnTo>
                  <a:lnTo>
                    <a:pt x="361309" y="416134"/>
                  </a:lnTo>
                  <a:lnTo>
                    <a:pt x="392174" y="388778"/>
                  </a:lnTo>
                  <a:lnTo>
                    <a:pt x="419221" y="358807"/>
                  </a:lnTo>
                  <a:lnTo>
                    <a:pt x="441773" y="325805"/>
                  </a:lnTo>
                  <a:lnTo>
                    <a:pt x="459364" y="289322"/>
                  </a:lnTo>
                  <a:lnTo>
                    <a:pt x="470729" y="248376"/>
                  </a:lnTo>
                  <a:lnTo>
                    <a:pt x="474482" y="201966"/>
                  </a:lnTo>
                  <a:lnTo>
                    <a:pt x="473504" y="179427"/>
                  </a:lnTo>
                  <a:lnTo>
                    <a:pt x="470573" y="157975"/>
                  </a:lnTo>
                  <a:lnTo>
                    <a:pt x="465686" y="137612"/>
                  </a:lnTo>
                  <a:lnTo>
                    <a:pt x="461220" y="125025"/>
                  </a:lnTo>
                  <a:close/>
                </a:path>
                <a:path w="1061720" h="736600">
                  <a:moveTo>
                    <a:pt x="243718" y="0"/>
                  </a:moveTo>
                  <a:lnTo>
                    <a:pt x="186901" y="3741"/>
                  </a:lnTo>
                  <a:lnTo>
                    <a:pt x="133049" y="14982"/>
                  </a:lnTo>
                  <a:lnTo>
                    <a:pt x="82173" y="33749"/>
                  </a:lnTo>
                  <a:lnTo>
                    <a:pt x="34290" y="60066"/>
                  </a:lnTo>
                  <a:lnTo>
                    <a:pt x="34290" y="198001"/>
                  </a:lnTo>
                  <a:lnTo>
                    <a:pt x="76695" y="166080"/>
                  </a:lnTo>
                  <a:lnTo>
                    <a:pt x="120106" y="143274"/>
                  </a:lnTo>
                  <a:lnTo>
                    <a:pt x="164523" y="129588"/>
                  </a:lnTo>
                  <a:lnTo>
                    <a:pt x="209946" y="125025"/>
                  </a:lnTo>
                  <a:lnTo>
                    <a:pt x="461220" y="125025"/>
                  </a:lnTo>
                  <a:lnTo>
                    <a:pt x="458845" y="118335"/>
                  </a:lnTo>
                  <a:lnTo>
                    <a:pt x="439715" y="83660"/>
                  </a:lnTo>
                  <a:lnTo>
                    <a:pt x="413522" y="54601"/>
                  </a:lnTo>
                  <a:lnTo>
                    <a:pt x="380420"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10" name="object 210"/>
            <p:cNvSpPr/>
            <p:nvPr/>
          </p:nvSpPr>
          <p:spPr>
            <a:xfrm>
              <a:off x="7339583" y="5524630"/>
              <a:ext cx="1061720" cy="736600"/>
            </a:xfrm>
            <a:custGeom>
              <a:avLst/>
              <a:gdLst/>
              <a:ahLst/>
              <a:cxnLst/>
              <a:rect l="l" t="t" r="r" b="b"/>
              <a:pathLst>
                <a:path w="1061720" h="736600">
                  <a:moveTo>
                    <a:pt x="652271" y="11810"/>
                  </a:moveTo>
                  <a:lnTo>
                    <a:pt x="1028943" y="11810"/>
                  </a:lnTo>
                  <a:lnTo>
                    <a:pt x="1028943" y="139921"/>
                  </a:lnTo>
                  <a:lnTo>
                    <a:pt x="771905" y="139921"/>
                  </a:lnTo>
                  <a:lnTo>
                    <a:pt x="761999" y="282378"/>
                  </a:lnTo>
                  <a:lnTo>
                    <a:pt x="780402" y="281073"/>
                  </a:lnTo>
                  <a:lnTo>
                    <a:pt x="797524" y="280140"/>
                  </a:lnTo>
                  <a:lnTo>
                    <a:pt x="813366" y="279579"/>
                  </a:lnTo>
                  <a:lnTo>
                    <a:pt x="827928" y="279391"/>
                  </a:lnTo>
                  <a:lnTo>
                    <a:pt x="879814" y="282990"/>
                  </a:lnTo>
                  <a:lnTo>
                    <a:pt x="925746" y="293788"/>
                  </a:lnTo>
                  <a:lnTo>
                    <a:pt x="965722" y="311785"/>
                  </a:lnTo>
                  <a:lnTo>
                    <a:pt x="999743" y="336983"/>
                  </a:lnTo>
                  <a:lnTo>
                    <a:pt x="1026836" y="368245"/>
                  </a:lnTo>
                  <a:lnTo>
                    <a:pt x="1046203" y="404472"/>
                  </a:lnTo>
                  <a:lnTo>
                    <a:pt x="1057831" y="445665"/>
                  </a:lnTo>
                  <a:lnTo>
                    <a:pt x="1061709" y="491822"/>
                  </a:lnTo>
                  <a:lnTo>
                    <a:pt x="1057091" y="543211"/>
                  </a:lnTo>
                  <a:lnTo>
                    <a:pt x="1043235" y="589667"/>
                  </a:lnTo>
                  <a:lnTo>
                    <a:pt x="1020137" y="631191"/>
                  </a:lnTo>
                  <a:lnTo>
                    <a:pt x="987795" y="667786"/>
                  </a:lnTo>
                  <a:lnTo>
                    <a:pt x="947543" y="697641"/>
                  </a:lnTo>
                  <a:lnTo>
                    <a:pt x="900687" y="718964"/>
                  </a:lnTo>
                  <a:lnTo>
                    <a:pt x="847253" y="731757"/>
                  </a:lnTo>
                  <a:lnTo>
                    <a:pt x="787267" y="736021"/>
                  </a:lnTo>
                  <a:lnTo>
                    <a:pt x="737905" y="734100"/>
                  </a:lnTo>
                  <a:lnTo>
                    <a:pt x="692677" y="728335"/>
                  </a:lnTo>
                  <a:lnTo>
                    <a:pt x="651569" y="718721"/>
                  </a:lnTo>
                  <a:lnTo>
                    <a:pt x="614568" y="705255"/>
                  </a:lnTo>
                  <a:lnTo>
                    <a:pt x="614568" y="571237"/>
                  </a:lnTo>
                  <a:lnTo>
                    <a:pt x="651627" y="590786"/>
                  </a:lnTo>
                  <a:lnTo>
                    <a:pt x="689872" y="604750"/>
                  </a:lnTo>
                  <a:lnTo>
                    <a:pt x="729289" y="613128"/>
                  </a:lnTo>
                  <a:lnTo>
                    <a:pt x="769863" y="615921"/>
                  </a:lnTo>
                  <a:lnTo>
                    <a:pt x="799215" y="614075"/>
                  </a:lnTo>
                  <a:lnTo>
                    <a:pt x="847710" y="599306"/>
                  </a:lnTo>
                  <a:lnTo>
                    <a:pt x="882238" y="570296"/>
                  </a:lnTo>
                  <a:lnTo>
                    <a:pt x="899770" y="530219"/>
                  </a:lnTo>
                  <a:lnTo>
                    <a:pt x="901964" y="506230"/>
                  </a:lnTo>
                  <a:lnTo>
                    <a:pt x="895987" y="468168"/>
                  </a:lnTo>
                  <a:lnTo>
                    <a:pt x="878054" y="438563"/>
                  </a:lnTo>
                  <a:lnTo>
                    <a:pt x="848162" y="417418"/>
                  </a:lnTo>
                  <a:lnTo>
                    <a:pt x="806308" y="404730"/>
                  </a:lnTo>
                  <a:lnTo>
                    <a:pt x="752490" y="400501"/>
                  </a:lnTo>
                  <a:lnTo>
                    <a:pt x="723900" y="401028"/>
                  </a:lnTo>
                  <a:lnTo>
                    <a:pt x="693214" y="402608"/>
                  </a:lnTo>
                  <a:lnTo>
                    <a:pt x="660413" y="405243"/>
                  </a:lnTo>
                  <a:lnTo>
                    <a:pt x="625480" y="408931"/>
                  </a:lnTo>
                  <a:lnTo>
                    <a:pt x="652271" y="11810"/>
                  </a:lnTo>
                  <a:close/>
                </a:path>
                <a:path w="1061720" h="736600">
                  <a:moveTo>
                    <a:pt x="243718" y="0"/>
                  </a:moveTo>
                  <a:lnTo>
                    <a:pt x="295038" y="3521"/>
                  </a:lnTo>
                  <a:lnTo>
                    <a:pt x="340735" y="14096"/>
                  </a:lnTo>
                  <a:lnTo>
                    <a:pt x="380420" y="31255"/>
                  </a:lnTo>
                  <a:lnTo>
                    <a:pt x="413522" y="54601"/>
                  </a:lnTo>
                  <a:lnTo>
                    <a:pt x="439715" y="83660"/>
                  </a:lnTo>
                  <a:lnTo>
                    <a:pt x="458845" y="118335"/>
                  </a:lnTo>
                  <a:lnTo>
                    <a:pt x="470573" y="157975"/>
                  </a:lnTo>
                  <a:lnTo>
                    <a:pt x="474482" y="201966"/>
                  </a:lnTo>
                  <a:lnTo>
                    <a:pt x="473547" y="225855"/>
                  </a:lnTo>
                  <a:lnTo>
                    <a:pt x="466008" y="269530"/>
                  </a:lnTo>
                  <a:lnTo>
                    <a:pt x="451201" y="307997"/>
                  </a:lnTo>
                  <a:lnTo>
                    <a:pt x="431104" y="342743"/>
                  </a:lnTo>
                  <a:lnTo>
                    <a:pt x="406174" y="374121"/>
                  </a:lnTo>
                  <a:lnTo>
                    <a:pt x="377220" y="402781"/>
                  </a:lnTo>
                  <a:lnTo>
                    <a:pt x="344792" y="429054"/>
                  </a:lnTo>
                  <a:lnTo>
                    <a:pt x="310830" y="454246"/>
                  </a:lnTo>
                  <a:lnTo>
                    <a:pt x="293369" y="466523"/>
                  </a:lnTo>
                  <a:lnTo>
                    <a:pt x="281558" y="474944"/>
                  </a:lnTo>
                  <a:lnTo>
                    <a:pt x="247406" y="500015"/>
                  </a:lnTo>
                  <a:lnTo>
                    <a:pt x="217248" y="524680"/>
                  </a:lnTo>
                  <a:lnTo>
                    <a:pt x="187125" y="556553"/>
                  </a:lnTo>
                  <a:lnTo>
                    <a:pt x="171693" y="593585"/>
                  </a:lnTo>
                  <a:lnTo>
                    <a:pt x="473598" y="593585"/>
                  </a:lnTo>
                  <a:lnTo>
                    <a:pt x="473598" y="723613"/>
                  </a:lnTo>
                  <a:lnTo>
                    <a:pt x="0" y="723613"/>
                  </a:lnTo>
                  <a:lnTo>
                    <a:pt x="0" y="670023"/>
                  </a:lnTo>
                  <a:lnTo>
                    <a:pt x="4587" y="618215"/>
                  </a:lnTo>
                  <a:lnTo>
                    <a:pt x="18409" y="571987"/>
                  </a:lnTo>
                  <a:lnTo>
                    <a:pt x="39079" y="530792"/>
                  </a:lnTo>
                  <a:lnTo>
                    <a:pt x="64526" y="494062"/>
                  </a:lnTo>
                  <a:lnTo>
                    <a:pt x="93653" y="461553"/>
                  </a:lnTo>
                  <a:lnTo>
                    <a:pt x="125364" y="433017"/>
                  </a:lnTo>
                  <a:lnTo>
                    <a:pt x="157528" y="407763"/>
                  </a:lnTo>
                  <a:lnTo>
                    <a:pt x="203282" y="374069"/>
                  </a:lnTo>
                  <a:lnTo>
                    <a:pt x="217467" y="363275"/>
                  </a:lnTo>
                  <a:lnTo>
                    <a:pt x="254297" y="332266"/>
                  </a:lnTo>
                  <a:lnTo>
                    <a:pt x="282701" y="301977"/>
                  </a:lnTo>
                  <a:lnTo>
                    <a:pt x="306720" y="261283"/>
                  </a:lnTo>
                  <a:lnTo>
                    <a:pt x="314705" y="217358"/>
                  </a:lnTo>
                  <a:lnTo>
                    <a:pt x="313090" y="195921"/>
                  </a:lnTo>
                  <a:lnTo>
                    <a:pt x="288919" y="148352"/>
                  </a:lnTo>
                  <a:lnTo>
                    <a:pt x="234801" y="126485"/>
                  </a:lnTo>
                  <a:lnTo>
                    <a:pt x="209946" y="125025"/>
                  </a:lnTo>
                  <a:lnTo>
                    <a:pt x="164523" y="129588"/>
                  </a:lnTo>
                  <a:lnTo>
                    <a:pt x="120106" y="143274"/>
                  </a:lnTo>
                  <a:lnTo>
                    <a:pt x="76695"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11" name="object 211"/>
            <p:cNvSpPr/>
            <p:nvPr/>
          </p:nvSpPr>
          <p:spPr>
            <a:xfrm>
              <a:off x="6778752" y="5230367"/>
              <a:ext cx="2218944" cy="1345692"/>
            </a:xfrm>
            <a:prstGeom prst="rect">
              <a:avLst/>
            </a:prstGeom>
            <a:blipFill>
              <a:blip r:embed="rId89" cstate="print"/>
              <a:stretch>
                <a:fillRect/>
              </a:stretch>
            </a:blipFill>
          </p:spPr>
          <p:txBody>
            <a:bodyPr wrap="square" lIns="0" tIns="0" rIns="0" bIns="0" rtlCol="0"/>
            <a:lstStyle/>
            <a:p>
              <a:endParaRPr/>
            </a:p>
          </p:txBody>
        </p:sp>
        <p:sp>
          <p:nvSpPr>
            <p:cNvPr id="212" name="object 212"/>
            <p:cNvSpPr/>
            <p:nvPr/>
          </p:nvSpPr>
          <p:spPr>
            <a:xfrm>
              <a:off x="6624828" y="4911850"/>
              <a:ext cx="2519171" cy="1946147"/>
            </a:xfrm>
            <a:prstGeom prst="rect">
              <a:avLst/>
            </a:prstGeom>
            <a:blipFill>
              <a:blip r:embed="rId90" cstate="print"/>
              <a:stretch>
                <a:fillRect/>
              </a:stretch>
            </a:blipFill>
          </p:spPr>
          <p:txBody>
            <a:bodyPr wrap="square" lIns="0" tIns="0" rIns="0" bIns="0" rtlCol="0"/>
            <a:lstStyle/>
            <a:p>
              <a:endParaRPr/>
            </a:p>
          </p:txBody>
        </p:sp>
        <p:sp>
          <p:nvSpPr>
            <p:cNvPr id="213" name="object 213"/>
            <p:cNvSpPr/>
            <p:nvPr/>
          </p:nvSpPr>
          <p:spPr>
            <a:xfrm>
              <a:off x="6860042" y="5290565"/>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36"/>
                  </a:lnTo>
                  <a:lnTo>
                    <a:pt x="4719" y="998393"/>
                  </a:lnTo>
                  <a:lnTo>
                    <a:pt x="18257" y="1042036"/>
                  </a:lnTo>
                  <a:lnTo>
                    <a:pt x="39683" y="1081531"/>
                  </a:lnTo>
                  <a:lnTo>
                    <a:pt x="68065" y="1115941"/>
                  </a:lnTo>
                  <a:lnTo>
                    <a:pt x="102472" y="1144332"/>
                  </a:lnTo>
                  <a:lnTo>
                    <a:pt x="141973" y="1165769"/>
                  </a:lnTo>
                  <a:lnTo>
                    <a:pt x="185636" y="1179317"/>
                  </a:lnTo>
                  <a:lnTo>
                    <a:pt x="232531" y="1184041"/>
                  </a:lnTo>
                  <a:lnTo>
                    <a:pt x="1824868" y="1184041"/>
                  </a:lnTo>
                  <a:lnTo>
                    <a:pt x="1871719" y="1179317"/>
                  </a:lnTo>
                  <a:lnTo>
                    <a:pt x="1915362" y="1165769"/>
                  </a:lnTo>
                  <a:lnTo>
                    <a:pt x="1954860" y="1144332"/>
                  </a:lnTo>
                  <a:lnTo>
                    <a:pt x="1989277" y="1115941"/>
                  </a:lnTo>
                  <a:lnTo>
                    <a:pt x="2017676" y="1081531"/>
                  </a:lnTo>
                  <a:lnTo>
                    <a:pt x="2039120" y="1042036"/>
                  </a:lnTo>
                  <a:lnTo>
                    <a:pt x="2052674" y="998393"/>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14" name="object 214"/>
            <p:cNvSpPr/>
            <p:nvPr/>
          </p:nvSpPr>
          <p:spPr>
            <a:xfrm>
              <a:off x="6860042" y="5290565"/>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3"/>
                  </a:lnTo>
                  <a:lnTo>
                    <a:pt x="2039120" y="1042036"/>
                  </a:lnTo>
                  <a:lnTo>
                    <a:pt x="2017676" y="1081531"/>
                  </a:lnTo>
                  <a:lnTo>
                    <a:pt x="1989277" y="1115941"/>
                  </a:lnTo>
                  <a:lnTo>
                    <a:pt x="1954860" y="1144332"/>
                  </a:lnTo>
                  <a:lnTo>
                    <a:pt x="1915362" y="1165769"/>
                  </a:lnTo>
                  <a:lnTo>
                    <a:pt x="1871719" y="1179317"/>
                  </a:lnTo>
                  <a:lnTo>
                    <a:pt x="1824868" y="1184041"/>
                  </a:lnTo>
                  <a:lnTo>
                    <a:pt x="232531" y="1184041"/>
                  </a:lnTo>
                  <a:lnTo>
                    <a:pt x="185636" y="1179317"/>
                  </a:lnTo>
                  <a:lnTo>
                    <a:pt x="141973" y="1165769"/>
                  </a:lnTo>
                  <a:lnTo>
                    <a:pt x="102472" y="1144332"/>
                  </a:lnTo>
                  <a:lnTo>
                    <a:pt x="68065" y="1115941"/>
                  </a:lnTo>
                  <a:lnTo>
                    <a:pt x="39683" y="1081531"/>
                  </a:lnTo>
                  <a:lnTo>
                    <a:pt x="18257" y="1042036"/>
                  </a:lnTo>
                  <a:lnTo>
                    <a:pt x="4719" y="998393"/>
                  </a:lnTo>
                  <a:lnTo>
                    <a:pt x="0" y="951536"/>
                  </a:lnTo>
                  <a:lnTo>
                    <a:pt x="0" y="232541"/>
                  </a:lnTo>
                  <a:close/>
                </a:path>
              </a:pathLst>
            </a:custGeom>
            <a:ln w="76199">
              <a:solidFill>
                <a:srgbClr val="00AF50"/>
              </a:solidFill>
            </a:ln>
          </p:spPr>
          <p:txBody>
            <a:bodyPr wrap="square" lIns="0" tIns="0" rIns="0" bIns="0" rtlCol="0"/>
            <a:lstStyle/>
            <a:p>
              <a:endParaRPr/>
            </a:p>
          </p:txBody>
        </p:sp>
        <p:sp>
          <p:nvSpPr>
            <p:cNvPr id="215" name="object 215"/>
            <p:cNvSpPr/>
            <p:nvPr/>
          </p:nvSpPr>
          <p:spPr>
            <a:xfrm>
              <a:off x="6665976" y="4933187"/>
              <a:ext cx="2478024" cy="1924811"/>
            </a:xfrm>
            <a:prstGeom prst="rect">
              <a:avLst/>
            </a:prstGeom>
            <a:blipFill>
              <a:blip r:embed="rId91" cstate="print"/>
              <a:stretch>
                <a:fillRect/>
              </a:stretch>
            </a:blipFill>
          </p:spPr>
          <p:txBody>
            <a:bodyPr wrap="square" lIns="0" tIns="0" rIns="0" bIns="0" rtlCol="0"/>
            <a:lstStyle/>
            <a:p>
              <a:endParaRPr/>
            </a:p>
          </p:txBody>
        </p:sp>
        <p:sp>
          <p:nvSpPr>
            <p:cNvPr id="216" name="object 216"/>
            <p:cNvSpPr/>
            <p:nvPr/>
          </p:nvSpPr>
          <p:spPr>
            <a:xfrm>
              <a:off x="7344034" y="5530845"/>
              <a:ext cx="1095375" cy="736600"/>
            </a:xfrm>
            <a:custGeom>
              <a:avLst/>
              <a:gdLst/>
              <a:ahLst/>
              <a:cxnLst/>
              <a:rect l="l" t="t" r="r" b="b"/>
              <a:pathLst>
                <a:path w="1095375" h="736600">
                  <a:moveTo>
                    <a:pt x="916289" y="0"/>
                  </a:moveTo>
                  <a:lnTo>
                    <a:pt x="845549" y="7240"/>
                  </a:lnTo>
                  <a:lnTo>
                    <a:pt x="782330" y="28956"/>
                  </a:lnTo>
                  <a:lnTo>
                    <a:pt x="727130" y="64052"/>
                  </a:lnTo>
                  <a:lnTo>
                    <a:pt x="680709" y="111133"/>
                  </a:lnTo>
                  <a:lnTo>
                    <a:pt x="643649" y="169636"/>
                  </a:lnTo>
                  <a:lnTo>
                    <a:pt x="616214" y="238935"/>
                  </a:lnTo>
                  <a:lnTo>
                    <a:pt x="606372" y="277351"/>
                  </a:lnTo>
                  <a:lnTo>
                    <a:pt x="599343" y="317909"/>
                  </a:lnTo>
                  <a:lnTo>
                    <a:pt x="595125" y="360610"/>
                  </a:lnTo>
                  <a:lnTo>
                    <a:pt x="593724" y="405610"/>
                  </a:lnTo>
                  <a:lnTo>
                    <a:pt x="594795" y="443391"/>
                  </a:lnTo>
                  <a:lnTo>
                    <a:pt x="603428" y="513128"/>
                  </a:lnTo>
                  <a:lnTo>
                    <a:pt x="620641" y="574502"/>
                  </a:lnTo>
                  <a:lnTo>
                    <a:pt x="645737" y="626495"/>
                  </a:lnTo>
                  <a:lnTo>
                    <a:pt x="678450" y="668876"/>
                  </a:lnTo>
                  <a:lnTo>
                    <a:pt x="718505" y="701263"/>
                  </a:lnTo>
                  <a:lnTo>
                    <a:pt x="765798" y="723457"/>
                  </a:lnTo>
                  <a:lnTo>
                    <a:pt x="819519" y="734626"/>
                  </a:lnTo>
                  <a:lnTo>
                    <a:pt x="848746" y="736021"/>
                  </a:lnTo>
                  <a:lnTo>
                    <a:pt x="875059" y="734825"/>
                  </a:lnTo>
                  <a:lnTo>
                    <a:pt x="924441" y="725266"/>
                  </a:lnTo>
                  <a:lnTo>
                    <a:pt x="969350" y="706455"/>
                  </a:lnTo>
                  <a:lnTo>
                    <a:pt x="1008357" y="680148"/>
                  </a:lnTo>
                  <a:lnTo>
                    <a:pt x="1040999" y="646785"/>
                  </a:lnTo>
                  <a:lnTo>
                    <a:pt x="1061514" y="615897"/>
                  </a:lnTo>
                  <a:lnTo>
                    <a:pt x="848746" y="615897"/>
                  </a:lnTo>
                  <a:lnTo>
                    <a:pt x="838329" y="615278"/>
                  </a:lnTo>
                  <a:lnTo>
                    <a:pt x="801629" y="600560"/>
                  </a:lnTo>
                  <a:lnTo>
                    <a:pt x="774093" y="570003"/>
                  </a:lnTo>
                  <a:lnTo>
                    <a:pt x="757405" y="527341"/>
                  </a:lnTo>
                  <a:lnTo>
                    <a:pt x="753496" y="489834"/>
                  </a:lnTo>
                  <a:lnTo>
                    <a:pt x="753922" y="478186"/>
                  </a:lnTo>
                  <a:lnTo>
                    <a:pt x="763911" y="436928"/>
                  </a:lnTo>
                  <a:lnTo>
                    <a:pt x="785770" y="405610"/>
                  </a:lnTo>
                  <a:lnTo>
                    <a:pt x="827440" y="384108"/>
                  </a:lnTo>
                  <a:lnTo>
                    <a:pt x="847862" y="382118"/>
                  </a:lnTo>
                  <a:lnTo>
                    <a:pt x="1075409" y="382118"/>
                  </a:lnTo>
                  <a:lnTo>
                    <a:pt x="1073371" y="376899"/>
                  </a:lnTo>
                  <a:lnTo>
                    <a:pt x="1064312" y="358735"/>
                  </a:lnTo>
                  <a:lnTo>
                    <a:pt x="1053829" y="342032"/>
                  </a:lnTo>
                  <a:lnTo>
                    <a:pt x="1049084" y="335971"/>
                  </a:lnTo>
                  <a:lnTo>
                    <a:pt x="748527" y="335971"/>
                  </a:lnTo>
                  <a:lnTo>
                    <a:pt x="749768" y="311972"/>
                  </a:lnTo>
                  <a:lnTo>
                    <a:pt x="756821" y="267425"/>
                  </a:lnTo>
                  <a:lnTo>
                    <a:pt x="769825" y="227623"/>
                  </a:lnTo>
                  <a:lnTo>
                    <a:pt x="787967" y="193501"/>
                  </a:lnTo>
                  <a:lnTo>
                    <a:pt x="824297" y="153565"/>
                  </a:lnTo>
                  <a:lnTo>
                    <a:pt x="870843" y="128221"/>
                  </a:lnTo>
                  <a:lnTo>
                    <a:pt x="926195" y="119563"/>
                  </a:lnTo>
                  <a:lnTo>
                    <a:pt x="1044305" y="119563"/>
                  </a:lnTo>
                  <a:lnTo>
                    <a:pt x="1044305" y="19312"/>
                  </a:lnTo>
                  <a:lnTo>
                    <a:pt x="1019159" y="10829"/>
                  </a:lnTo>
                  <a:lnTo>
                    <a:pt x="989441" y="4798"/>
                  </a:lnTo>
                  <a:lnTo>
                    <a:pt x="955151" y="1195"/>
                  </a:lnTo>
                  <a:lnTo>
                    <a:pt x="916289" y="0"/>
                  </a:lnTo>
                  <a:close/>
                </a:path>
                <a:path w="1095375" h="736600">
                  <a:moveTo>
                    <a:pt x="1075409" y="382118"/>
                  </a:moveTo>
                  <a:lnTo>
                    <a:pt x="847862" y="382118"/>
                  </a:lnTo>
                  <a:lnTo>
                    <a:pt x="888867" y="389286"/>
                  </a:lnTo>
                  <a:lnTo>
                    <a:pt x="918156" y="410787"/>
                  </a:lnTo>
                  <a:lnTo>
                    <a:pt x="935730" y="446618"/>
                  </a:lnTo>
                  <a:lnTo>
                    <a:pt x="941588" y="496775"/>
                  </a:lnTo>
                  <a:lnTo>
                    <a:pt x="941182" y="509665"/>
                  </a:lnTo>
                  <a:lnTo>
                    <a:pt x="931514" y="555809"/>
                  </a:lnTo>
                  <a:lnTo>
                    <a:pt x="910151" y="590278"/>
                  </a:lnTo>
                  <a:lnTo>
                    <a:pt x="869019" y="613727"/>
                  </a:lnTo>
                  <a:lnTo>
                    <a:pt x="848746" y="615897"/>
                  </a:lnTo>
                  <a:lnTo>
                    <a:pt x="1061514" y="615897"/>
                  </a:lnTo>
                  <a:lnTo>
                    <a:pt x="1084655" y="561866"/>
                  </a:lnTo>
                  <a:lnTo>
                    <a:pt x="1093849" y="512729"/>
                  </a:lnTo>
                  <a:lnTo>
                    <a:pt x="1094994" y="486857"/>
                  </a:lnTo>
                  <a:lnTo>
                    <a:pt x="1094115" y="462593"/>
                  </a:lnTo>
                  <a:lnTo>
                    <a:pt x="1091488" y="439450"/>
                  </a:lnTo>
                  <a:lnTo>
                    <a:pt x="1087124" y="417427"/>
                  </a:lnTo>
                  <a:lnTo>
                    <a:pt x="1081034" y="396526"/>
                  </a:lnTo>
                  <a:lnTo>
                    <a:pt x="1075409" y="382118"/>
                  </a:lnTo>
                  <a:close/>
                </a:path>
                <a:path w="1095375" h="736600">
                  <a:moveTo>
                    <a:pt x="900927" y="265986"/>
                  </a:moveTo>
                  <a:lnTo>
                    <a:pt x="854521" y="270360"/>
                  </a:lnTo>
                  <a:lnTo>
                    <a:pt x="814143" y="283481"/>
                  </a:lnTo>
                  <a:lnTo>
                    <a:pt x="779789" y="305351"/>
                  </a:lnTo>
                  <a:lnTo>
                    <a:pt x="751453" y="335971"/>
                  </a:lnTo>
                  <a:lnTo>
                    <a:pt x="1049084" y="335971"/>
                  </a:lnTo>
                  <a:lnTo>
                    <a:pt x="1013974" y="301043"/>
                  </a:lnTo>
                  <a:lnTo>
                    <a:pt x="980815" y="281869"/>
                  </a:lnTo>
                  <a:lnTo>
                    <a:pt x="942975" y="269954"/>
                  </a:lnTo>
                  <a:lnTo>
                    <a:pt x="900927" y="265986"/>
                  </a:lnTo>
                  <a:close/>
                </a:path>
                <a:path w="1095375" h="736600">
                  <a:moveTo>
                    <a:pt x="1044305" y="119563"/>
                  </a:moveTo>
                  <a:lnTo>
                    <a:pt x="926195" y="119563"/>
                  </a:lnTo>
                  <a:lnTo>
                    <a:pt x="957582" y="121487"/>
                  </a:lnTo>
                  <a:lnTo>
                    <a:pt x="987731" y="127257"/>
                  </a:lnTo>
                  <a:lnTo>
                    <a:pt x="1016639" y="136871"/>
                  </a:lnTo>
                  <a:lnTo>
                    <a:pt x="1044305" y="150327"/>
                  </a:lnTo>
                  <a:lnTo>
                    <a:pt x="1044305" y="119563"/>
                  </a:lnTo>
                  <a:close/>
                </a:path>
                <a:path w="1095375" h="736600">
                  <a:moveTo>
                    <a:pt x="461228" y="125028"/>
                  </a:moveTo>
                  <a:lnTo>
                    <a:pt x="209915" y="125028"/>
                  </a:lnTo>
                  <a:lnTo>
                    <a:pt x="234784" y="126484"/>
                  </a:lnTo>
                  <a:lnTo>
                    <a:pt x="256230" y="130854"/>
                  </a:lnTo>
                  <a:lnTo>
                    <a:pt x="300188" y="161408"/>
                  </a:lnTo>
                  <a:lnTo>
                    <a:pt x="314706" y="217337"/>
                  </a:lnTo>
                  <a:lnTo>
                    <a:pt x="314203" y="228836"/>
                  </a:lnTo>
                  <a:lnTo>
                    <a:pt x="302255" y="271536"/>
                  </a:lnTo>
                  <a:lnTo>
                    <a:pt x="274151" y="312036"/>
                  </a:lnTo>
                  <a:lnTo>
                    <a:pt x="242956" y="342424"/>
                  </a:lnTo>
                  <a:lnTo>
                    <a:pt x="203162" y="374112"/>
                  </a:lnTo>
                  <a:lnTo>
                    <a:pt x="173018" y="396103"/>
                  </a:lnTo>
                  <a:lnTo>
                    <a:pt x="157524" y="407748"/>
                  </a:lnTo>
                  <a:lnTo>
                    <a:pt x="125333" y="432995"/>
                  </a:lnTo>
                  <a:lnTo>
                    <a:pt x="93649" y="461539"/>
                  </a:lnTo>
                  <a:lnTo>
                    <a:pt x="64526" y="494050"/>
                  </a:lnTo>
                  <a:lnTo>
                    <a:pt x="39079" y="530780"/>
                  </a:lnTo>
                  <a:lnTo>
                    <a:pt x="18409" y="571975"/>
                  </a:lnTo>
                  <a:lnTo>
                    <a:pt x="4587" y="618197"/>
                  </a:lnTo>
                  <a:lnTo>
                    <a:pt x="0" y="669999"/>
                  </a:lnTo>
                  <a:lnTo>
                    <a:pt x="0" y="723613"/>
                  </a:lnTo>
                  <a:lnTo>
                    <a:pt x="473567" y="723613"/>
                  </a:lnTo>
                  <a:lnTo>
                    <a:pt x="473567" y="593561"/>
                  </a:lnTo>
                  <a:lnTo>
                    <a:pt x="171693" y="593561"/>
                  </a:lnTo>
                  <a:lnTo>
                    <a:pt x="172315" y="586525"/>
                  </a:lnTo>
                  <a:lnTo>
                    <a:pt x="193357" y="548714"/>
                  </a:lnTo>
                  <a:lnTo>
                    <a:pt x="226626" y="516511"/>
                  </a:lnTo>
                  <a:lnTo>
                    <a:pt x="258565" y="491678"/>
                  </a:lnTo>
                  <a:lnTo>
                    <a:pt x="293370" y="466499"/>
                  </a:lnTo>
                  <a:lnTo>
                    <a:pt x="310826" y="454234"/>
                  </a:lnTo>
                  <a:lnTo>
                    <a:pt x="327957" y="441750"/>
                  </a:lnTo>
                  <a:lnTo>
                    <a:pt x="361309" y="416134"/>
                  </a:lnTo>
                  <a:lnTo>
                    <a:pt x="392174" y="388770"/>
                  </a:lnTo>
                  <a:lnTo>
                    <a:pt x="419221" y="358807"/>
                  </a:lnTo>
                  <a:lnTo>
                    <a:pt x="441773" y="325790"/>
                  </a:lnTo>
                  <a:lnTo>
                    <a:pt x="459364" y="289310"/>
                  </a:lnTo>
                  <a:lnTo>
                    <a:pt x="470729" y="248360"/>
                  </a:lnTo>
                  <a:lnTo>
                    <a:pt x="474482" y="201954"/>
                  </a:lnTo>
                  <a:lnTo>
                    <a:pt x="473504" y="179420"/>
                  </a:lnTo>
                  <a:lnTo>
                    <a:pt x="470573" y="157967"/>
                  </a:lnTo>
                  <a:lnTo>
                    <a:pt x="465686" y="137598"/>
                  </a:lnTo>
                  <a:lnTo>
                    <a:pt x="461228" y="125028"/>
                  </a:lnTo>
                  <a:close/>
                </a:path>
                <a:path w="1095375" h="736600">
                  <a:moveTo>
                    <a:pt x="243718" y="0"/>
                  </a:moveTo>
                  <a:lnTo>
                    <a:pt x="186901" y="3741"/>
                  </a:lnTo>
                  <a:lnTo>
                    <a:pt x="133049" y="14978"/>
                  </a:lnTo>
                  <a:lnTo>
                    <a:pt x="82173" y="33724"/>
                  </a:lnTo>
                  <a:lnTo>
                    <a:pt x="34290" y="59996"/>
                  </a:lnTo>
                  <a:lnTo>
                    <a:pt x="34290" y="197988"/>
                  </a:lnTo>
                  <a:lnTo>
                    <a:pt x="76694" y="166065"/>
                  </a:lnTo>
                  <a:lnTo>
                    <a:pt x="120102" y="143265"/>
                  </a:lnTo>
                  <a:lnTo>
                    <a:pt x="164510" y="129587"/>
                  </a:lnTo>
                  <a:lnTo>
                    <a:pt x="209915" y="125028"/>
                  </a:lnTo>
                  <a:lnTo>
                    <a:pt x="461228" y="125028"/>
                  </a:lnTo>
                  <a:lnTo>
                    <a:pt x="458845" y="118311"/>
                  </a:lnTo>
                  <a:lnTo>
                    <a:pt x="439704" y="83628"/>
                  </a:lnTo>
                  <a:lnTo>
                    <a:pt x="413522" y="54483"/>
                  </a:lnTo>
                  <a:lnTo>
                    <a:pt x="380363" y="31245"/>
                  </a:lnTo>
                  <a:lnTo>
                    <a:pt x="340735" y="14097"/>
                  </a:lnTo>
                  <a:lnTo>
                    <a:pt x="295038" y="3525"/>
                  </a:lnTo>
                  <a:lnTo>
                    <a:pt x="270072" y="881"/>
                  </a:lnTo>
                  <a:lnTo>
                    <a:pt x="243718" y="0"/>
                  </a:lnTo>
                  <a:close/>
                </a:path>
              </a:pathLst>
            </a:custGeom>
            <a:solidFill>
              <a:srgbClr val="FFFF00"/>
            </a:solidFill>
          </p:spPr>
          <p:txBody>
            <a:bodyPr wrap="square" lIns="0" tIns="0" rIns="0" bIns="0" rtlCol="0"/>
            <a:lstStyle/>
            <a:p>
              <a:endParaRPr/>
            </a:p>
          </p:txBody>
        </p:sp>
        <p:sp>
          <p:nvSpPr>
            <p:cNvPr id="217" name="object 217"/>
            <p:cNvSpPr/>
            <p:nvPr/>
          </p:nvSpPr>
          <p:spPr>
            <a:xfrm>
              <a:off x="8091434" y="5906868"/>
              <a:ext cx="200284" cy="245970"/>
            </a:xfrm>
            <a:prstGeom prst="rect">
              <a:avLst/>
            </a:prstGeom>
            <a:blipFill>
              <a:blip r:embed="rId92" cstate="print"/>
              <a:stretch>
                <a:fillRect/>
              </a:stretch>
            </a:blipFill>
          </p:spPr>
          <p:txBody>
            <a:bodyPr wrap="square" lIns="0" tIns="0" rIns="0" bIns="0" rtlCol="0"/>
            <a:lstStyle/>
            <a:p>
              <a:endParaRPr/>
            </a:p>
          </p:txBody>
        </p:sp>
        <p:sp>
          <p:nvSpPr>
            <p:cNvPr id="218" name="object 218"/>
            <p:cNvSpPr/>
            <p:nvPr/>
          </p:nvSpPr>
          <p:spPr>
            <a:xfrm>
              <a:off x="7344033" y="5530845"/>
              <a:ext cx="1095375" cy="736600"/>
            </a:xfrm>
            <a:custGeom>
              <a:avLst/>
              <a:gdLst/>
              <a:ahLst/>
              <a:cxnLst/>
              <a:rect l="l" t="t" r="r" b="b"/>
              <a:pathLst>
                <a:path w="1095375" h="736600">
                  <a:moveTo>
                    <a:pt x="916289" y="0"/>
                  </a:moveTo>
                  <a:lnTo>
                    <a:pt x="955151" y="1195"/>
                  </a:lnTo>
                  <a:lnTo>
                    <a:pt x="989441" y="4798"/>
                  </a:lnTo>
                  <a:lnTo>
                    <a:pt x="1019159" y="10829"/>
                  </a:lnTo>
                  <a:lnTo>
                    <a:pt x="1044305" y="19312"/>
                  </a:lnTo>
                  <a:lnTo>
                    <a:pt x="1044305" y="150327"/>
                  </a:lnTo>
                  <a:lnTo>
                    <a:pt x="1016639" y="136871"/>
                  </a:lnTo>
                  <a:lnTo>
                    <a:pt x="987731" y="127257"/>
                  </a:lnTo>
                  <a:lnTo>
                    <a:pt x="957582" y="121487"/>
                  </a:lnTo>
                  <a:lnTo>
                    <a:pt x="926195" y="119563"/>
                  </a:lnTo>
                  <a:lnTo>
                    <a:pt x="906845" y="120525"/>
                  </a:lnTo>
                  <a:lnTo>
                    <a:pt x="854201" y="134956"/>
                  </a:lnTo>
                  <a:lnTo>
                    <a:pt x="811052" y="165290"/>
                  </a:lnTo>
                  <a:lnTo>
                    <a:pt x="778264" y="209832"/>
                  </a:lnTo>
                  <a:lnTo>
                    <a:pt x="762640" y="246875"/>
                  </a:lnTo>
                  <a:lnTo>
                    <a:pt x="752532" y="289124"/>
                  </a:lnTo>
                  <a:lnTo>
                    <a:pt x="748527" y="335971"/>
                  </a:lnTo>
                  <a:lnTo>
                    <a:pt x="751453" y="335971"/>
                  </a:lnTo>
                  <a:lnTo>
                    <a:pt x="779789" y="305351"/>
                  </a:lnTo>
                  <a:lnTo>
                    <a:pt x="814143" y="283481"/>
                  </a:lnTo>
                  <a:lnTo>
                    <a:pt x="854521" y="270360"/>
                  </a:lnTo>
                  <a:lnTo>
                    <a:pt x="900927" y="265986"/>
                  </a:lnTo>
                  <a:lnTo>
                    <a:pt x="942974" y="269954"/>
                  </a:lnTo>
                  <a:lnTo>
                    <a:pt x="980815" y="281869"/>
                  </a:lnTo>
                  <a:lnTo>
                    <a:pt x="1013974" y="301043"/>
                  </a:lnTo>
                  <a:lnTo>
                    <a:pt x="1053829" y="342032"/>
                  </a:lnTo>
                  <a:lnTo>
                    <a:pt x="1073371" y="376899"/>
                  </a:lnTo>
                  <a:lnTo>
                    <a:pt x="1087124" y="417427"/>
                  </a:lnTo>
                  <a:lnTo>
                    <a:pt x="1094115" y="462593"/>
                  </a:lnTo>
                  <a:lnTo>
                    <a:pt x="1094993" y="486857"/>
                  </a:lnTo>
                  <a:lnTo>
                    <a:pt x="1093849" y="512729"/>
                  </a:lnTo>
                  <a:lnTo>
                    <a:pt x="1084655" y="561865"/>
                  </a:lnTo>
                  <a:lnTo>
                    <a:pt x="1066532" y="607205"/>
                  </a:lnTo>
                  <a:lnTo>
                    <a:pt x="1040999" y="646785"/>
                  </a:lnTo>
                  <a:lnTo>
                    <a:pt x="1008357" y="680148"/>
                  </a:lnTo>
                  <a:lnTo>
                    <a:pt x="969350" y="706455"/>
                  </a:lnTo>
                  <a:lnTo>
                    <a:pt x="924441" y="725266"/>
                  </a:lnTo>
                  <a:lnTo>
                    <a:pt x="875059" y="734825"/>
                  </a:lnTo>
                  <a:lnTo>
                    <a:pt x="848746" y="736021"/>
                  </a:lnTo>
                  <a:lnTo>
                    <a:pt x="819519" y="734626"/>
                  </a:lnTo>
                  <a:lnTo>
                    <a:pt x="765798" y="723457"/>
                  </a:lnTo>
                  <a:lnTo>
                    <a:pt x="718505" y="701263"/>
                  </a:lnTo>
                  <a:lnTo>
                    <a:pt x="678450" y="668876"/>
                  </a:lnTo>
                  <a:lnTo>
                    <a:pt x="645737" y="626495"/>
                  </a:lnTo>
                  <a:lnTo>
                    <a:pt x="620641" y="574502"/>
                  </a:lnTo>
                  <a:lnTo>
                    <a:pt x="603428" y="513128"/>
                  </a:lnTo>
                  <a:lnTo>
                    <a:pt x="594795" y="443391"/>
                  </a:lnTo>
                  <a:lnTo>
                    <a:pt x="593719" y="405454"/>
                  </a:lnTo>
                  <a:lnTo>
                    <a:pt x="595125" y="360610"/>
                  </a:lnTo>
                  <a:lnTo>
                    <a:pt x="599343" y="317909"/>
                  </a:lnTo>
                  <a:lnTo>
                    <a:pt x="606372" y="277351"/>
                  </a:lnTo>
                  <a:lnTo>
                    <a:pt x="616214" y="238935"/>
                  </a:lnTo>
                  <a:lnTo>
                    <a:pt x="628730" y="202934"/>
                  </a:lnTo>
                  <a:lnTo>
                    <a:pt x="660975" y="139036"/>
                  </a:lnTo>
                  <a:lnTo>
                    <a:pt x="702837" y="86087"/>
                  </a:lnTo>
                  <a:lnTo>
                    <a:pt x="753618" y="45014"/>
                  </a:lnTo>
                  <a:lnTo>
                    <a:pt x="812995" y="16289"/>
                  </a:lnTo>
                  <a:lnTo>
                    <a:pt x="879983" y="1810"/>
                  </a:lnTo>
                  <a:lnTo>
                    <a:pt x="916289" y="0"/>
                  </a:lnTo>
                  <a:close/>
                </a:path>
                <a:path w="1095375" h="736600">
                  <a:moveTo>
                    <a:pt x="243718" y="0"/>
                  </a:moveTo>
                  <a:lnTo>
                    <a:pt x="295038" y="3525"/>
                  </a:lnTo>
                  <a:lnTo>
                    <a:pt x="340735" y="14096"/>
                  </a:lnTo>
                  <a:lnTo>
                    <a:pt x="380363" y="31245"/>
                  </a:lnTo>
                  <a:lnTo>
                    <a:pt x="413522" y="54482"/>
                  </a:lnTo>
                  <a:lnTo>
                    <a:pt x="439704" y="83628"/>
                  </a:lnTo>
                  <a:lnTo>
                    <a:pt x="458845" y="118311"/>
                  </a:lnTo>
                  <a:lnTo>
                    <a:pt x="470573" y="157967"/>
                  </a:lnTo>
                  <a:lnTo>
                    <a:pt x="474482" y="201954"/>
                  </a:lnTo>
                  <a:lnTo>
                    <a:pt x="473547" y="225838"/>
                  </a:lnTo>
                  <a:lnTo>
                    <a:pt x="466008" y="269518"/>
                  </a:lnTo>
                  <a:lnTo>
                    <a:pt x="451201" y="307984"/>
                  </a:lnTo>
                  <a:lnTo>
                    <a:pt x="431104" y="342730"/>
                  </a:lnTo>
                  <a:lnTo>
                    <a:pt x="406174" y="374112"/>
                  </a:lnTo>
                  <a:lnTo>
                    <a:pt x="377220" y="402778"/>
                  </a:lnTo>
                  <a:lnTo>
                    <a:pt x="344779" y="429049"/>
                  </a:lnTo>
                  <a:lnTo>
                    <a:pt x="310826" y="454234"/>
                  </a:lnTo>
                  <a:lnTo>
                    <a:pt x="293369" y="466499"/>
                  </a:lnTo>
                  <a:lnTo>
                    <a:pt x="281558" y="474923"/>
                  </a:lnTo>
                  <a:lnTo>
                    <a:pt x="247406" y="500003"/>
                  </a:lnTo>
                  <a:lnTo>
                    <a:pt x="217248" y="524672"/>
                  </a:lnTo>
                  <a:lnTo>
                    <a:pt x="187061" y="556548"/>
                  </a:lnTo>
                  <a:lnTo>
                    <a:pt x="171693" y="593561"/>
                  </a:lnTo>
                  <a:lnTo>
                    <a:pt x="473567" y="593561"/>
                  </a:lnTo>
                  <a:lnTo>
                    <a:pt x="473567" y="723613"/>
                  </a:lnTo>
                  <a:lnTo>
                    <a:pt x="0" y="723613"/>
                  </a:lnTo>
                  <a:lnTo>
                    <a:pt x="0" y="669999"/>
                  </a:lnTo>
                  <a:lnTo>
                    <a:pt x="4587" y="618197"/>
                  </a:lnTo>
                  <a:lnTo>
                    <a:pt x="18409" y="571975"/>
                  </a:lnTo>
                  <a:lnTo>
                    <a:pt x="39079" y="530780"/>
                  </a:lnTo>
                  <a:lnTo>
                    <a:pt x="64526" y="494050"/>
                  </a:lnTo>
                  <a:lnTo>
                    <a:pt x="93649" y="461539"/>
                  </a:lnTo>
                  <a:lnTo>
                    <a:pt x="125333" y="432995"/>
                  </a:lnTo>
                  <a:lnTo>
                    <a:pt x="157524" y="407748"/>
                  </a:lnTo>
                  <a:lnTo>
                    <a:pt x="188092" y="385108"/>
                  </a:lnTo>
                  <a:lnTo>
                    <a:pt x="203231" y="374062"/>
                  </a:lnTo>
                  <a:lnTo>
                    <a:pt x="242956" y="342424"/>
                  </a:lnTo>
                  <a:lnTo>
                    <a:pt x="274151" y="312036"/>
                  </a:lnTo>
                  <a:lnTo>
                    <a:pt x="302255" y="271536"/>
                  </a:lnTo>
                  <a:lnTo>
                    <a:pt x="314203" y="228836"/>
                  </a:lnTo>
                  <a:lnTo>
                    <a:pt x="314705" y="217337"/>
                  </a:lnTo>
                  <a:lnTo>
                    <a:pt x="313090" y="195900"/>
                  </a:lnTo>
                  <a:lnTo>
                    <a:pt x="288919" y="148352"/>
                  </a:lnTo>
                  <a:lnTo>
                    <a:pt x="234784" y="126484"/>
                  </a:lnTo>
                  <a:lnTo>
                    <a:pt x="209915" y="125028"/>
                  </a:lnTo>
                  <a:lnTo>
                    <a:pt x="164510" y="129587"/>
                  </a:lnTo>
                  <a:lnTo>
                    <a:pt x="120102" y="143265"/>
                  </a:lnTo>
                  <a:lnTo>
                    <a:pt x="76694" y="166065"/>
                  </a:lnTo>
                  <a:lnTo>
                    <a:pt x="34289" y="197988"/>
                  </a:lnTo>
                  <a:lnTo>
                    <a:pt x="34289" y="59996"/>
                  </a:lnTo>
                  <a:lnTo>
                    <a:pt x="82173" y="33724"/>
                  </a:lnTo>
                  <a:lnTo>
                    <a:pt x="133049" y="14978"/>
                  </a:lnTo>
                  <a:lnTo>
                    <a:pt x="186901" y="3741"/>
                  </a:lnTo>
                  <a:lnTo>
                    <a:pt x="243718" y="0"/>
                  </a:lnTo>
                  <a:close/>
                </a:path>
              </a:pathLst>
            </a:custGeom>
            <a:ln w="12191">
              <a:solidFill>
                <a:srgbClr val="000000"/>
              </a:solidFill>
            </a:ln>
          </p:spPr>
          <p:txBody>
            <a:bodyPr wrap="square" lIns="0" tIns="0" rIns="0" bIns="0" rtlCol="0"/>
            <a:lstStyle/>
            <a:p>
              <a:endParaRPr/>
            </a:p>
          </p:txBody>
        </p:sp>
        <p:sp>
          <p:nvSpPr>
            <p:cNvPr id="219" name="object 219"/>
            <p:cNvSpPr/>
            <p:nvPr/>
          </p:nvSpPr>
          <p:spPr>
            <a:xfrm>
              <a:off x="6749796"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20" name="object 220"/>
            <p:cNvSpPr/>
            <p:nvPr/>
          </p:nvSpPr>
          <p:spPr>
            <a:xfrm>
              <a:off x="6595872" y="4905755"/>
              <a:ext cx="2548127" cy="1952244"/>
            </a:xfrm>
            <a:prstGeom prst="rect">
              <a:avLst/>
            </a:prstGeom>
            <a:blipFill>
              <a:blip r:embed="rId93" cstate="print"/>
              <a:stretch>
                <a:fillRect/>
              </a:stretch>
            </a:blipFill>
          </p:spPr>
          <p:txBody>
            <a:bodyPr wrap="square" lIns="0" tIns="0" rIns="0" bIns="0" rtlCol="0"/>
            <a:lstStyle/>
            <a:p>
              <a:endParaRPr/>
            </a:p>
          </p:txBody>
        </p:sp>
        <p:sp>
          <p:nvSpPr>
            <p:cNvPr id="221" name="object 221"/>
            <p:cNvSpPr/>
            <p:nvPr/>
          </p:nvSpPr>
          <p:spPr>
            <a:xfrm>
              <a:off x="6831208"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22" name="object 222"/>
            <p:cNvSpPr/>
            <p:nvPr/>
          </p:nvSpPr>
          <p:spPr>
            <a:xfrm>
              <a:off x="6831208"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23" name="object 223"/>
            <p:cNvSpPr/>
            <p:nvPr/>
          </p:nvSpPr>
          <p:spPr>
            <a:xfrm>
              <a:off x="6637020" y="4927090"/>
              <a:ext cx="2481072" cy="1930908"/>
            </a:xfrm>
            <a:prstGeom prst="rect">
              <a:avLst/>
            </a:prstGeom>
            <a:blipFill>
              <a:blip r:embed="rId94" cstate="print"/>
              <a:stretch>
                <a:fillRect/>
              </a:stretch>
            </a:blipFill>
          </p:spPr>
          <p:txBody>
            <a:bodyPr wrap="square" lIns="0" tIns="0" rIns="0" bIns="0" rtlCol="0"/>
            <a:lstStyle/>
            <a:p>
              <a:endParaRPr/>
            </a:p>
          </p:txBody>
        </p:sp>
        <p:sp>
          <p:nvSpPr>
            <p:cNvPr id="224" name="object 224"/>
            <p:cNvSpPr/>
            <p:nvPr/>
          </p:nvSpPr>
          <p:spPr>
            <a:xfrm>
              <a:off x="7315200" y="5524630"/>
              <a:ext cx="1087755" cy="723900"/>
            </a:xfrm>
            <a:custGeom>
              <a:avLst/>
              <a:gdLst/>
              <a:ahLst/>
              <a:cxnLst/>
              <a:rect l="l" t="t" r="r" b="b"/>
              <a:pathLst>
                <a:path w="1087754" h="723900">
                  <a:moveTo>
                    <a:pt x="1087130" y="11811"/>
                  </a:moveTo>
                  <a:lnTo>
                    <a:pt x="591708" y="11811"/>
                  </a:lnTo>
                  <a:lnTo>
                    <a:pt x="591708" y="139921"/>
                  </a:lnTo>
                  <a:lnTo>
                    <a:pt x="922263" y="139921"/>
                  </a:lnTo>
                  <a:lnTo>
                    <a:pt x="902172" y="172864"/>
                  </a:lnTo>
                  <a:lnTo>
                    <a:pt x="882620" y="206183"/>
                  </a:lnTo>
                  <a:lnTo>
                    <a:pt x="863589" y="239876"/>
                  </a:lnTo>
                  <a:lnTo>
                    <a:pt x="845058" y="273939"/>
                  </a:lnTo>
                  <a:lnTo>
                    <a:pt x="827248" y="308417"/>
                  </a:lnTo>
                  <a:lnTo>
                    <a:pt x="810227" y="343363"/>
                  </a:lnTo>
                  <a:lnTo>
                    <a:pt x="794017" y="378774"/>
                  </a:lnTo>
                  <a:lnTo>
                    <a:pt x="778642" y="414646"/>
                  </a:lnTo>
                  <a:lnTo>
                    <a:pt x="764046" y="451053"/>
                  </a:lnTo>
                  <a:lnTo>
                    <a:pt x="750349" y="488047"/>
                  </a:lnTo>
                  <a:lnTo>
                    <a:pt x="737554" y="525629"/>
                  </a:lnTo>
                  <a:lnTo>
                    <a:pt x="725667" y="563797"/>
                  </a:lnTo>
                  <a:lnTo>
                    <a:pt x="714871" y="602642"/>
                  </a:lnTo>
                  <a:lnTo>
                    <a:pt x="705135" y="642223"/>
                  </a:lnTo>
                  <a:lnTo>
                    <a:pt x="696491" y="682545"/>
                  </a:lnTo>
                  <a:lnTo>
                    <a:pt x="688969" y="723613"/>
                  </a:lnTo>
                  <a:lnTo>
                    <a:pt x="852799" y="723613"/>
                  </a:lnTo>
                  <a:lnTo>
                    <a:pt x="859740" y="680672"/>
                  </a:lnTo>
                  <a:lnTo>
                    <a:pt x="867590" y="639181"/>
                  </a:lnTo>
                  <a:lnTo>
                    <a:pt x="876365" y="599145"/>
                  </a:lnTo>
                  <a:lnTo>
                    <a:pt x="886084" y="560569"/>
                  </a:lnTo>
                  <a:lnTo>
                    <a:pt x="896800" y="522879"/>
                  </a:lnTo>
                  <a:lnTo>
                    <a:pt x="908559" y="485498"/>
                  </a:lnTo>
                  <a:lnTo>
                    <a:pt x="921364" y="448428"/>
                  </a:lnTo>
                  <a:lnTo>
                    <a:pt x="935217" y="411668"/>
                  </a:lnTo>
                  <a:lnTo>
                    <a:pt x="950164" y="374937"/>
                  </a:lnTo>
                  <a:lnTo>
                    <a:pt x="966212" y="337961"/>
                  </a:lnTo>
                  <a:lnTo>
                    <a:pt x="983373" y="300739"/>
                  </a:lnTo>
                  <a:lnTo>
                    <a:pt x="1001664" y="263271"/>
                  </a:lnTo>
                  <a:lnTo>
                    <a:pt x="1021143" y="225007"/>
                  </a:lnTo>
                  <a:lnTo>
                    <a:pt x="1041871" y="185406"/>
                  </a:lnTo>
                  <a:lnTo>
                    <a:pt x="1063862" y="144470"/>
                  </a:lnTo>
                  <a:lnTo>
                    <a:pt x="1087130" y="102202"/>
                  </a:lnTo>
                  <a:lnTo>
                    <a:pt x="1087130" y="11811"/>
                  </a:lnTo>
                  <a:close/>
                </a:path>
                <a:path w="1087754" h="723900">
                  <a:moveTo>
                    <a:pt x="461244" y="125025"/>
                  </a:moveTo>
                  <a:lnTo>
                    <a:pt x="210068" y="125025"/>
                  </a:lnTo>
                  <a:lnTo>
                    <a:pt x="234853" y="126485"/>
                  </a:lnTo>
                  <a:lnTo>
                    <a:pt x="256260" y="130862"/>
                  </a:lnTo>
                  <a:lnTo>
                    <a:pt x="300188" y="161417"/>
                  </a:lnTo>
                  <a:lnTo>
                    <a:pt x="314706" y="217358"/>
                  </a:lnTo>
                  <a:lnTo>
                    <a:pt x="314210" y="228845"/>
                  </a:lnTo>
                  <a:lnTo>
                    <a:pt x="302337" y="271550"/>
                  </a:lnTo>
                  <a:lnTo>
                    <a:pt x="274155" y="312041"/>
                  </a:lnTo>
                  <a:lnTo>
                    <a:pt x="242956" y="342424"/>
                  </a:lnTo>
                  <a:lnTo>
                    <a:pt x="203279" y="374121"/>
                  </a:lnTo>
                  <a:lnTo>
                    <a:pt x="173070" y="396111"/>
                  </a:lnTo>
                  <a:lnTo>
                    <a:pt x="157543" y="407763"/>
                  </a:lnTo>
                  <a:lnTo>
                    <a:pt x="125364" y="433017"/>
                  </a:lnTo>
                  <a:lnTo>
                    <a:pt x="93653" y="461553"/>
                  </a:lnTo>
                  <a:lnTo>
                    <a:pt x="64526" y="494062"/>
                  </a:lnTo>
                  <a:lnTo>
                    <a:pt x="39079" y="530792"/>
                  </a:lnTo>
                  <a:lnTo>
                    <a:pt x="18409" y="571987"/>
                  </a:lnTo>
                  <a:lnTo>
                    <a:pt x="4632" y="618215"/>
                  </a:lnTo>
                  <a:lnTo>
                    <a:pt x="0" y="670023"/>
                  </a:lnTo>
                  <a:lnTo>
                    <a:pt x="0" y="723613"/>
                  </a:lnTo>
                  <a:lnTo>
                    <a:pt x="473598" y="723613"/>
                  </a:lnTo>
                  <a:lnTo>
                    <a:pt x="473598" y="593585"/>
                  </a:lnTo>
                  <a:lnTo>
                    <a:pt x="171846" y="593585"/>
                  </a:lnTo>
                  <a:lnTo>
                    <a:pt x="172463" y="586539"/>
                  </a:lnTo>
                  <a:lnTo>
                    <a:pt x="193376" y="548719"/>
                  </a:lnTo>
                  <a:lnTo>
                    <a:pt x="226698" y="516524"/>
                  </a:lnTo>
                  <a:lnTo>
                    <a:pt x="258668" y="491687"/>
                  </a:lnTo>
                  <a:lnTo>
                    <a:pt x="293370" y="466523"/>
                  </a:lnTo>
                  <a:lnTo>
                    <a:pt x="310849" y="454246"/>
                  </a:lnTo>
                  <a:lnTo>
                    <a:pt x="328029" y="441757"/>
                  </a:lnTo>
                  <a:lnTo>
                    <a:pt x="361431" y="416134"/>
                  </a:lnTo>
                  <a:lnTo>
                    <a:pt x="392189" y="388778"/>
                  </a:lnTo>
                  <a:lnTo>
                    <a:pt x="419221" y="358807"/>
                  </a:lnTo>
                  <a:lnTo>
                    <a:pt x="441773" y="325805"/>
                  </a:lnTo>
                  <a:lnTo>
                    <a:pt x="459364" y="289322"/>
                  </a:lnTo>
                  <a:lnTo>
                    <a:pt x="470790" y="248376"/>
                  </a:lnTo>
                  <a:lnTo>
                    <a:pt x="474604" y="201966"/>
                  </a:lnTo>
                  <a:lnTo>
                    <a:pt x="473624" y="179427"/>
                  </a:lnTo>
                  <a:lnTo>
                    <a:pt x="470679" y="157975"/>
                  </a:lnTo>
                  <a:lnTo>
                    <a:pt x="465757" y="137612"/>
                  </a:lnTo>
                  <a:lnTo>
                    <a:pt x="461244" y="125025"/>
                  </a:lnTo>
                  <a:close/>
                </a:path>
                <a:path w="1087754" h="723900">
                  <a:moveTo>
                    <a:pt x="243718" y="0"/>
                  </a:moveTo>
                  <a:lnTo>
                    <a:pt x="186901" y="3741"/>
                  </a:lnTo>
                  <a:lnTo>
                    <a:pt x="133049" y="14982"/>
                  </a:lnTo>
                  <a:lnTo>
                    <a:pt x="82173" y="33749"/>
                  </a:lnTo>
                  <a:lnTo>
                    <a:pt x="34290" y="60066"/>
                  </a:lnTo>
                  <a:lnTo>
                    <a:pt x="34290" y="198001"/>
                  </a:lnTo>
                  <a:lnTo>
                    <a:pt x="76697" y="166080"/>
                  </a:lnTo>
                  <a:lnTo>
                    <a:pt x="120121" y="143274"/>
                  </a:lnTo>
                  <a:lnTo>
                    <a:pt x="164574" y="129588"/>
                  </a:lnTo>
                  <a:lnTo>
                    <a:pt x="210068" y="125025"/>
                  </a:lnTo>
                  <a:lnTo>
                    <a:pt x="461244" y="125025"/>
                  </a:lnTo>
                  <a:lnTo>
                    <a:pt x="458845" y="118335"/>
                  </a:lnTo>
                  <a:lnTo>
                    <a:pt x="439715" y="83660"/>
                  </a:lnTo>
                  <a:lnTo>
                    <a:pt x="413522" y="54601"/>
                  </a:lnTo>
                  <a:lnTo>
                    <a:pt x="380466"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25" name="object 225"/>
            <p:cNvSpPr/>
            <p:nvPr/>
          </p:nvSpPr>
          <p:spPr>
            <a:xfrm>
              <a:off x="7315199" y="5524630"/>
              <a:ext cx="1087755" cy="723900"/>
            </a:xfrm>
            <a:custGeom>
              <a:avLst/>
              <a:gdLst/>
              <a:ahLst/>
              <a:cxnLst/>
              <a:rect l="l" t="t" r="r" b="b"/>
              <a:pathLst>
                <a:path w="1087754" h="723900">
                  <a:moveTo>
                    <a:pt x="591708" y="11810"/>
                  </a:moveTo>
                  <a:lnTo>
                    <a:pt x="1087130" y="11810"/>
                  </a:lnTo>
                  <a:lnTo>
                    <a:pt x="1087130" y="102202"/>
                  </a:lnTo>
                  <a:lnTo>
                    <a:pt x="1063861" y="144470"/>
                  </a:lnTo>
                  <a:lnTo>
                    <a:pt x="1041871" y="185406"/>
                  </a:lnTo>
                  <a:lnTo>
                    <a:pt x="1021143" y="225007"/>
                  </a:lnTo>
                  <a:lnTo>
                    <a:pt x="1001664" y="263270"/>
                  </a:lnTo>
                  <a:lnTo>
                    <a:pt x="983373" y="300739"/>
                  </a:lnTo>
                  <a:lnTo>
                    <a:pt x="966212" y="337961"/>
                  </a:lnTo>
                  <a:lnTo>
                    <a:pt x="950164" y="374937"/>
                  </a:lnTo>
                  <a:lnTo>
                    <a:pt x="935217" y="411668"/>
                  </a:lnTo>
                  <a:lnTo>
                    <a:pt x="921364" y="448428"/>
                  </a:lnTo>
                  <a:lnTo>
                    <a:pt x="908559" y="485498"/>
                  </a:lnTo>
                  <a:lnTo>
                    <a:pt x="896800" y="522879"/>
                  </a:lnTo>
                  <a:lnTo>
                    <a:pt x="886084" y="560569"/>
                  </a:lnTo>
                  <a:lnTo>
                    <a:pt x="876365" y="599145"/>
                  </a:lnTo>
                  <a:lnTo>
                    <a:pt x="867590" y="639181"/>
                  </a:lnTo>
                  <a:lnTo>
                    <a:pt x="859740" y="680672"/>
                  </a:lnTo>
                  <a:lnTo>
                    <a:pt x="852799" y="723613"/>
                  </a:lnTo>
                  <a:lnTo>
                    <a:pt x="688969" y="723613"/>
                  </a:lnTo>
                  <a:lnTo>
                    <a:pt x="696491" y="682545"/>
                  </a:lnTo>
                  <a:lnTo>
                    <a:pt x="705135" y="642223"/>
                  </a:lnTo>
                  <a:lnTo>
                    <a:pt x="714871" y="602642"/>
                  </a:lnTo>
                  <a:lnTo>
                    <a:pt x="725667" y="563797"/>
                  </a:lnTo>
                  <a:lnTo>
                    <a:pt x="737554" y="525629"/>
                  </a:lnTo>
                  <a:lnTo>
                    <a:pt x="750349" y="488047"/>
                  </a:lnTo>
                  <a:lnTo>
                    <a:pt x="764046" y="451053"/>
                  </a:lnTo>
                  <a:lnTo>
                    <a:pt x="778642" y="414646"/>
                  </a:lnTo>
                  <a:lnTo>
                    <a:pt x="794017" y="378774"/>
                  </a:lnTo>
                  <a:lnTo>
                    <a:pt x="810226" y="343363"/>
                  </a:lnTo>
                  <a:lnTo>
                    <a:pt x="827248" y="308417"/>
                  </a:lnTo>
                  <a:lnTo>
                    <a:pt x="845057" y="273938"/>
                  </a:lnTo>
                  <a:lnTo>
                    <a:pt x="863589" y="239876"/>
                  </a:lnTo>
                  <a:lnTo>
                    <a:pt x="882620" y="206183"/>
                  </a:lnTo>
                  <a:lnTo>
                    <a:pt x="902172" y="172864"/>
                  </a:lnTo>
                  <a:lnTo>
                    <a:pt x="922263" y="139921"/>
                  </a:lnTo>
                  <a:lnTo>
                    <a:pt x="591708" y="139921"/>
                  </a:lnTo>
                  <a:lnTo>
                    <a:pt x="591708" y="11810"/>
                  </a:lnTo>
                  <a:close/>
                </a:path>
                <a:path w="1087754" h="723900">
                  <a:moveTo>
                    <a:pt x="243718" y="0"/>
                  </a:moveTo>
                  <a:lnTo>
                    <a:pt x="295038" y="3521"/>
                  </a:lnTo>
                  <a:lnTo>
                    <a:pt x="340735" y="14096"/>
                  </a:lnTo>
                  <a:lnTo>
                    <a:pt x="380466" y="31255"/>
                  </a:lnTo>
                  <a:lnTo>
                    <a:pt x="413522" y="54601"/>
                  </a:lnTo>
                  <a:lnTo>
                    <a:pt x="439715" y="83660"/>
                  </a:lnTo>
                  <a:lnTo>
                    <a:pt x="458845" y="118335"/>
                  </a:lnTo>
                  <a:lnTo>
                    <a:pt x="470679" y="157975"/>
                  </a:lnTo>
                  <a:lnTo>
                    <a:pt x="474604" y="201966"/>
                  </a:lnTo>
                  <a:lnTo>
                    <a:pt x="473650" y="225855"/>
                  </a:lnTo>
                  <a:lnTo>
                    <a:pt x="466027" y="269530"/>
                  </a:lnTo>
                  <a:lnTo>
                    <a:pt x="451201" y="307997"/>
                  </a:lnTo>
                  <a:lnTo>
                    <a:pt x="431104" y="342743"/>
                  </a:lnTo>
                  <a:lnTo>
                    <a:pt x="406175" y="374121"/>
                  </a:lnTo>
                  <a:lnTo>
                    <a:pt x="377272" y="402781"/>
                  </a:lnTo>
                  <a:lnTo>
                    <a:pt x="344895" y="429054"/>
                  </a:lnTo>
                  <a:lnTo>
                    <a:pt x="310849" y="454246"/>
                  </a:lnTo>
                  <a:lnTo>
                    <a:pt x="293369" y="466523"/>
                  </a:lnTo>
                  <a:lnTo>
                    <a:pt x="281578" y="474944"/>
                  </a:lnTo>
                  <a:lnTo>
                    <a:pt x="247528" y="500015"/>
                  </a:lnTo>
                  <a:lnTo>
                    <a:pt x="217271" y="524680"/>
                  </a:lnTo>
                  <a:lnTo>
                    <a:pt x="187125" y="556553"/>
                  </a:lnTo>
                  <a:lnTo>
                    <a:pt x="171846" y="593585"/>
                  </a:lnTo>
                  <a:lnTo>
                    <a:pt x="473598" y="593585"/>
                  </a:lnTo>
                  <a:lnTo>
                    <a:pt x="473598" y="723613"/>
                  </a:lnTo>
                  <a:lnTo>
                    <a:pt x="0" y="723613"/>
                  </a:lnTo>
                  <a:lnTo>
                    <a:pt x="0" y="670023"/>
                  </a:lnTo>
                  <a:lnTo>
                    <a:pt x="4632" y="618215"/>
                  </a:lnTo>
                  <a:lnTo>
                    <a:pt x="18409" y="571987"/>
                  </a:lnTo>
                  <a:lnTo>
                    <a:pt x="39079" y="530792"/>
                  </a:lnTo>
                  <a:lnTo>
                    <a:pt x="64526" y="494062"/>
                  </a:lnTo>
                  <a:lnTo>
                    <a:pt x="93653" y="461553"/>
                  </a:lnTo>
                  <a:lnTo>
                    <a:pt x="125364" y="433017"/>
                  </a:lnTo>
                  <a:lnTo>
                    <a:pt x="157543" y="407763"/>
                  </a:lnTo>
                  <a:lnTo>
                    <a:pt x="188213" y="385108"/>
                  </a:lnTo>
                  <a:lnTo>
                    <a:pt x="203351" y="374069"/>
                  </a:lnTo>
                  <a:lnTo>
                    <a:pt x="242956" y="342424"/>
                  </a:lnTo>
                  <a:lnTo>
                    <a:pt x="274155" y="312041"/>
                  </a:lnTo>
                  <a:lnTo>
                    <a:pt x="302337" y="271550"/>
                  </a:lnTo>
                  <a:lnTo>
                    <a:pt x="314210" y="228845"/>
                  </a:lnTo>
                  <a:lnTo>
                    <a:pt x="314705" y="217358"/>
                  </a:lnTo>
                  <a:lnTo>
                    <a:pt x="313090" y="195921"/>
                  </a:lnTo>
                  <a:lnTo>
                    <a:pt x="288919" y="148352"/>
                  </a:lnTo>
                  <a:lnTo>
                    <a:pt x="234853" y="126485"/>
                  </a:lnTo>
                  <a:lnTo>
                    <a:pt x="210068" y="125025"/>
                  </a:lnTo>
                  <a:lnTo>
                    <a:pt x="164574" y="129588"/>
                  </a:lnTo>
                  <a:lnTo>
                    <a:pt x="120121" y="143274"/>
                  </a:lnTo>
                  <a:lnTo>
                    <a:pt x="76697"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6" name="object 226"/>
            <p:cNvSpPr/>
            <p:nvPr/>
          </p:nvSpPr>
          <p:spPr>
            <a:xfrm>
              <a:off x="6781800" y="5227320"/>
              <a:ext cx="2218944" cy="1345691"/>
            </a:xfrm>
            <a:prstGeom prst="rect">
              <a:avLst/>
            </a:prstGeom>
            <a:blipFill>
              <a:blip r:embed="rId10" cstate="print"/>
              <a:stretch>
                <a:fillRect/>
              </a:stretch>
            </a:blipFill>
          </p:spPr>
          <p:txBody>
            <a:bodyPr wrap="square" lIns="0" tIns="0" rIns="0" bIns="0" rtlCol="0"/>
            <a:lstStyle/>
            <a:p>
              <a:endParaRPr/>
            </a:p>
          </p:txBody>
        </p:sp>
        <p:sp>
          <p:nvSpPr>
            <p:cNvPr id="227" name="object 227"/>
            <p:cNvSpPr/>
            <p:nvPr/>
          </p:nvSpPr>
          <p:spPr>
            <a:xfrm>
              <a:off x="6627876" y="4910327"/>
              <a:ext cx="2516123" cy="1947671"/>
            </a:xfrm>
            <a:prstGeom prst="rect">
              <a:avLst/>
            </a:prstGeom>
            <a:blipFill>
              <a:blip r:embed="rId95" cstate="print"/>
              <a:stretch>
                <a:fillRect/>
              </a:stretch>
            </a:blipFill>
          </p:spPr>
          <p:txBody>
            <a:bodyPr wrap="square" lIns="0" tIns="0" rIns="0" bIns="0" rtlCol="0"/>
            <a:lstStyle/>
            <a:p>
              <a:endParaRPr/>
            </a:p>
          </p:txBody>
        </p:sp>
        <p:sp>
          <p:nvSpPr>
            <p:cNvPr id="228" name="object 228"/>
            <p:cNvSpPr/>
            <p:nvPr/>
          </p:nvSpPr>
          <p:spPr>
            <a:xfrm>
              <a:off x="6862815" y="5288529"/>
              <a:ext cx="2057400" cy="1184275"/>
            </a:xfrm>
            <a:custGeom>
              <a:avLst/>
              <a:gdLst/>
              <a:ahLst/>
              <a:cxnLst/>
              <a:rect l="l" t="t" r="r" b="b"/>
              <a:pathLst>
                <a:path w="2057400" h="1184275">
                  <a:moveTo>
                    <a:pt x="1824989" y="0"/>
                  </a:moveTo>
                  <a:lnTo>
                    <a:pt x="232562" y="0"/>
                  </a:lnTo>
                  <a:lnTo>
                    <a:pt x="185701" y="4725"/>
                  </a:lnTo>
                  <a:lnTo>
                    <a:pt x="142050" y="18278"/>
                  </a:lnTo>
                  <a:lnTo>
                    <a:pt x="102547" y="39722"/>
                  </a:lnTo>
                  <a:lnTo>
                    <a:pt x="68126" y="68121"/>
                  </a:lnTo>
                  <a:lnTo>
                    <a:pt x="39725" y="102539"/>
                  </a:lnTo>
                  <a:lnTo>
                    <a:pt x="18279" y="142039"/>
                  </a:lnTo>
                  <a:lnTo>
                    <a:pt x="4726" y="185685"/>
                  </a:lnTo>
                  <a:lnTo>
                    <a:pt x="0" y="232541"/>
                  </a:lnTo>
                  <a:lnTo>
                    <a:pt x="0" y="951500"/>
                  </a:lnTo>
                  <a:lnTo>
                    <a:pt x="4726" y="998359"/>
                  </a:lnTo>
                  <a:lnTo>
                    <a:pt x="18279" y="1042005"/>
                  </a:lnTo>
                  <a:lnTo>
                    <a:pt x="39725" y="1081503"/>
                  </a:lnTo>
                  <a:lnTo>
                    <a:pt x="68126" y="1115918"/>
                  </a:lnTo>
                  <a:lnTo>
                    <a:pt x="102547" y="1144313"/>
                  </a:lnTo>
                  <a:lnTo>
                    <a:pt x="142050" y="1165754"/>
                  </a:lnTo>
                  <a:lnTo>
                    <a:pt x="185701" y="1179304"/>
                  </a:lnTo>
                  <a:lnTo>
                    <a:pt x="232562" y="1184029"/>
                  </a:lnTo>
                  <a:lnTo>
                    <a:pt x="1824989" y="1184029"/>
                  </a:lnTo>
                  <a:lnTo>
                    <a:pt x="1871844" y="1179304"/>
                  </a:lnTo>
                  <a:lnTo>
                    <a:pt x="1915477" y="1165754"/>
                  </a:lnTo>
                  <a:lnTo>
                    <a:pt x="1954957" y="1144313"/>
                  </a:lnTo>
                  <a:lnTo>
                    <a:pt x="1989349" y="1115918"/>
                  </a:lnTo>
                  <a:lnTo>
                    <a:pt x="2017722" y="1081503"/>
                  </a:lnTo>
                  <a:lnTo>
                    <a:pt x="2039143" y="1042005"/>
                  </a:lnTo>
                  <a:lnTo>
                    <a:pt x="2052680" y="998359"/>
                  </a:lnTo>
                  <a:lnTo>
                    <a:pt x="2057399" y="951500"/>
                  </a:lnTo>
                  <a:lnTo>
                    <a:pt x="2057399" y="232541"/>
                  </a:lnTo>
                  <a:lnTo>
                    <a:pt x="2052680" y="185685"/>
                  </a:lnTo>
                  <a:lnTo>
                    <a:pt x="2039143" y="142039"/>
                  </a:lnTo>
                  <a:lnTo>
                    <a:pt x="2017722" y="102539"/>
                  </a:lnTo>
                  <a:lnTo>
                    <a:pt x="1989349" y="68121"/>
                  </a:lnTo>
                  <a:lnTo>
                    <a:pt x="1954957" y="39722"/>
                  </a:lnTo>
                  <a:lnTo>
                    <a:pt x="1915477" y="18278"/>
                  </a:lnTo>
                  <a:lnTo>
                    <a:pt x="1871844" y="4725"/>
                  </a:lnTo>
                  <a:lnTo>
                    <a:pt x="1824989" y="0"/>
                  </a:lnTo>
                  <a:close/>
                </a:path>
              </a:pathLst>
            </a:custGeom>
            <a:solidFill>
              <a:srgbClr val="252525"/>
            </a:solidFill>
          </p:spPr>
          <p:txBody>
            <a:bodyPr wrap="square" lIns="0" tIns="0" rIns="0" bIns="0" rtlCol="0"/>
            <a:lstStyle/>
            <a:p>
              <a:endParaRPr/>
            </a:p>
          </p:txBody>
        </p:sp>
        <p:sp>
          <p:nvSpPr>
            <p:cNvPr id="229" name="object 229"/>
            <p:cNvSpPr/>
            <p:nvPr/>
          </p:nvSpPr>
          <p:spPr>
            <a:xfrm>
              <a:off x="6862815" y="5288529"/>
              <a:ext cx="2057400" cy="1184275"/>
            </a:xfrm>
            <a:custGeom>
              <a:avLst/>
              <a:gdLst/>
              <a:ahLst/>
              <a:cxnLst/>
              <a:rect l="l" t="t" r="r" b="b"/>
              <a:pathLst>
                <a:path w="2057400" h="1184275">
                  <a:moveTo>
                    <a:pt x="0" y="232541"/>
                  </a:moveTo>
                  <a:lnTo>
                    <a:pt x="4726" y="185685"/>
                  </a:lnTo>
                  <a:lnTo>
                    <a:pt x="18279" y="142039"/>
                  </a:lnTo>
                  <a:lnTo>
                    <a:pt x="39725" y="102539"/>
                  </a:lnTo>
                  <a:lnTo>
                    <a:pt x="68126" y="68121"/>
                  </a:lnTo>
                  <a:lnTo>
                    <a:pt x="102547" y="39722"/>
                  </a:lnTo>
                  <a:lnTo>
                    <a:pt x="142050" y="18278"/>
                  </a:lnTo>
                  <a:lnTo>
                    <a:pt x="185701" y="4725"/>
                  </a:lnTo>
                  <a:lnTo>
                    <a:pt x="232562" y="0"/>
                  </a:lnTo>
                  <a:lnTo>
                    <a:pt x="1824989" y="0"/>
                  </a:lnTo>
                  <a:lnTo>
                    <a:pt x="1871844" y="4725"/>
                  </a:lnTo>
                  <a:lnTo>
                    <a:pt x="1915477" y="18278"/>
                  </a:lnTo>
                  <a:lnTo>
                    <a:pt x="1954957" y="39722"/>
                  </a:lnTo>
                  <a:lnTo>
                    <a:pt x="1989349" y="68121"/>
                  </a:lnTo>
                  <a:lnTo>
                    <a:pt x="2017722" y="102539"/>
                  </a:lnTo>
                  <a:lnTo>
                    <a:pt x="2039143" y="142039"/>
                  </a:lnTo>
                  <a:lnTo>
                    <a:pt x="2052680" y="185685"/>
                  </a:lnTo>
                  <a:lnTo>
                    <a:pt x="2057399" y="232541"/>
                  </a:lnTo>
                  <a:lnTo>
                    <a:pt x="2057399" y="951500"/>
                  </a:lnTo>
                  <a:lnTo>
                    <a:pt x="2052680" y="998359"/>
                  </a:lnTo>
                  <a:lnTo>
                    <a:pt x="2039143" y="1042005"/>
                  </a:lnTo>
                  <a:lnTo>
                    <a:pt x="2017722" y="1081503"/>
                  </a:lnTo>
                  <a:lnTo>
                    <a:pt x="1989349" y="1115918"/>
                  </a:lnTo>
                  <a:lnTo>
                    <a:pt x="1954957" y="1144313"/>
                  </a:lnTo>
                  <a:lnTo>
                    <a:pt x="1915477" y="1165754"/>
                  </a:lnTo>
                  <a:lnTo>
                    <a:pt x="1871844" y="1179304"/>
                  </a:lnTo>
                  <a:lnTo>
                    <a:pt x="1824989" y="1184029"/>
                  </a:lnTo>
                  <a:lnTo>
                    <a:pt x="232562" y="1184029"/>
                  </a:lnTo>
                  <a:lnTo>
                    <a:pt x="185701" y="1179304"/>
                  </a:lnTo>
                  <a:lnTo>
                    <a:pt x="142050" y="1165754"/>
                  </a:lnTo>
                  <a:lnTo>
                    <a:pt x="102547" y="1144313"/>
                  </a:lnTo>
                  <a:lnTo>
                    <a:pt x="68126" y="1115918"/>
                  </a:lnTo>
                  <a:lnTo>
                    <a:pt x="39725" y="1081503"/>
                  </a:lnTo>
                  <a:lnTo>
                    <a:pt x="18279" y="1042005"/>
                  </a:lnTo>
                  <a:lnTo>
                    <a:pt x="4726" y="998359"/>
                  </a:lnTo>
                  <a:lnTo>
                    <a:pt x="0" y="951500"/>
                  </a:lnTo>
                  <a:lnTo>
                    <a:pt x="0" y="232541"/>
                  </a:lnTo>
                  <a:close/>
                </a:path>
              </a:pathLst>
            </a:custGeom>
            <a:ln w="76199">
              <a:solidFill>
                <a:srgbClr val="00AF50"/>
              </a:solidFill>
            </a:ln>
          </p:spPr>
          <p:txBody>
            <a:bodyPr wrap="square" lIns="0" tIns="0" rIns="0" bIns="0" rtlCol="0"/>
            <a:lstStyle/>
            <a:p>
              <a:endParaRPr/>
            </a:p>
          </p:txBody>
        </p:sp>
        <p:sp>
          <p:nvSpPr>
            <p:cNvPr id="230" name="object 230"/>
            <p:cNvSpPr/>
            <p:nvPr/>
          </p:nvSpPr>
          <p:spPr>
            <a:xfrm>
              <a:off x="6669024" y="4931662"/>
              <a:ext cx="2474976" cy="1926336"/>
            </a:xfrm>
            <a:prstGeom prst="rect">
              <a:avLst/>
            </a:prstGeom>
            <a:blipFill>
              <a:blip r:embed="rId96" cstate="print"/>
              <a:stretch>
                <a:fillRect/>
              </a:stretch>
            </a:blipFill>
          </p:spPr>
          <p:txBody>
            <a:bodyPr wrap="square" lIns="0" tIns="0" rIns="0" bIns="0" rtlCol="0"/>
            <a:lstStyle/>
            <a:p>
              <a:endParaRPr/>
            </a:p>
          </p:txBody>
        </p:sp>
        <p:sp>
          <p:nvSpPr>
            <p:cNvPr id="231" name="object 231"/>
            <p:cNvSpPr/>
            <p:nvPr/>
          </p:nvSpPr>
          <p:spPr>
            <a:xfrm>
              <a:off x="7340864" y="5522595"/>
              <a:ext cx="1101211" cy="747308"/>
            </a:xfrm>
            <a:prstGeom prst="rect">
              <a:avLst/>
            </a:prstGeom>
            <a:blipFill>
              <a:blip r:embed="rId97" cstate="print"/>
              <a:stretch>
                <a:fillRect/>
              </a:stretch>
            </a:blipFill>
          </p:spPr>
          <p:txBody>
            <a:bodyPr wrap="square" lIns="0" tIns="0" rIns="0" bIns="0" rtlCol="0"/>
            <a:lstStyle/>
            <a:p>
              <a:endParaRPr/>
            </a:p>
          </p:txBody>
        </p:sp>
        <p:sp>
          <p:nvSpPr>
            <p:cNvPr id="232" name="object 232"/>
            <p:cNvSpPr/>
            <p:nvPr/>
          </p:nvSpPr>
          <p:spPr>
            <a:xfrm>
              <a:off x="6777228" y="5245608"/>
              <a:ext cx="2218944" cy="1345692"/>
            </a:xfrm>
            <a:prstGeom prst="rect">
              <a:avLst/>
            </a:prstGeom>
            <a:blipFill>
              <a:blip r:embed="rId71" cstate="print"/>
              <a:stretch>
                <a:fillRect/>
              </a:stretch>
            </a:blipFill>
          </p:spPr>
          <p:txBody>
            <a:bodyPr wrap="square" lIns="0" tIns="0" rIns="0" bIns="0" rtlCol="0"/>
            <a:lstStyle/>
            <a:p>
              <a:endParaRPr/>
            </a:p>
          </p:txBody>
        </p:sp>
        <p:sp>
          <p:nvSpPr>
            <p:cNvPr id="233" name="object 233"/>
            <p:cNvSpPr/>
            <p:nvPr/>
          </p:nvSpPr>
          <p:spPr>
            <a:xfrm>
              <a:off x="6623304" y="4928615"/>
              <a:ext cx="2520695" cy="1929383"/>
            </a:xfrm>
            <a:prstGeom prst="rect">
              <a:avLst/>
            </a:prstGeom>
            <a:blipFill>
              <a:blip r:embed="rId98" cstate="print"/>
              <a:stretch>
                <a:fillRect/>
              </a:stretch>
            </a:blipFill>
          </p:spPr>
          <p:txBody>
            <a:bodyPr wrap="square" lIns="0" tIns="0" rIns="0" bIns="0" rtlCol="0"/>
            <a:lstStyle/>
            <a:p>
              <a:endParaRPr/>
            </a:p>
          </p:txBody>
        </p:sp>
        <p:sp>
          <p:nvSpPr>
            <p:cNvPr id="234" name="object 234"/>
            <p:cNvSpPr/>
            <p:nvPr/>
          </p:nvSpPr>
          <p:spPr>
            <a:xfrm>
              <a:off x="6857999" y="530681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24"/>
                  </a:lnTo>
                  <a:lnTo>
                    <a:pt x="4725" y="998383"/>
                  </a:lnTo>
                  <a:lnTo>
                    <a:pt x="18279" y="1042027"/>
                  </a:lnTo>
                  <a:lnTo>
                    <a:pt x="39723" y="1081524"/>
                  </a:lnTo>
                  <a:lnTo>
                    <a:pt x="68122" y="1115936"/>
                  </a:lnTo>
                  <a:lnTo>
                    <a:pt x="102539" y="1144329"/>
                  </a:lnTo>
                  <a:lnTo>
                    <a:pt x="142037" y="1165768"/>
                  </a:lnTo>
                  <a:lnTo>
                    <a:pt x="185680" y="1179317"/>
                  </a:lnTo>
                  <a:lnTo>
                    <a:pt x="232531" y="1184041"/>
                  </a:lnTo>
                  <a:lnTo>
                    <a:pt x="1824868" y="1184041"/>
                  </a:lnTo>
                  <a:lnTo>
                    <a:pt x="1871719" y="1179317"/>
                  </a:lnTo>
                  <a:lnTo>
                    <a:pt x="1915362" y="1165768"/>
                  </a:lnTo>
                  <a:lnTo>
                    <a:pt x="1954860" y="1144329"/>
                  </a:lnTo>
                  <a:lnTo>
                    <a:pt x="1989277" y="1115936"/>
                  </a:lnTo>
                  <a:lnTo>
                    <a:pt x="2017676" y="1081524"/>
                  </a:lnTo>
                  <a:lnTo>
                    <a:pt x="2039120" y="1042027"/>
                  </a:lnTo>
                  <a:lnTo>
                    <a:pt x="2052674" y="998383"/>
                  </a:lnTo>
                  <a:lnTo>
                    <a:pt x="2057399" y="951524"/>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35" name="object 235"/>
            <p:cNvSpPr/>
            <p:nvPr/>
          </p:nvSpPr>
          <p:spPr>
            <a:xfrm>
              <a:off x="6857999" y="530681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24"/>
                  </a:lnTo>
                  <a:lnTo>
                    <a:pt x="2052674" y="998383"/>
                  </a:lnTo>
                  <a:lnTo>
                    <a:pt x="2039120" y="1042027"/>
                  </a:lnTo>
                  <a:lnTo>
                    <a:pt x="2017676" y="1081524"/>
                  </a:lnTo>
                  <a:lnTo>
                    <a:pt x="1989277" y="1115936"/>
                  </a:lnTo>
                  <a:lnTo>
                    <a:pt x="1954860" y="1144329"/>
                  </a:lnTo>
                  <a:lnTo>
                    <a:pt x="1915362" y="1165768"/>
                  </a:lnTo>
                  <a:lnTo>
                    <a:pt x="1871719" y="1179317"/>
                  </a:lnTo>
                  <a:lnTo>
                    <a:pt x="1824868" y="1184041"/>
                  </a:lnTo>
                  <a:lnTo>
                    <a:pt x="232531" y="1184041"/>
                  </a:lnTo>
                  <a:lnTo>
                    <a:pt x="185680" y="1179317"/>
                  </a:lnTo>
                  <a:lnTo>
                    <a:pt x="142037" y="1165768"/>
                  </a:lnTo>
                  <a:lnTo>
                    <a:pt x="102539" y="1144329"/>
                  </a:lnTo>
                  <a:lnTo>
                    <a:pt x="68122" y="1115936"/>
                  </a:lnTo>
                  <a:lnTo>
                    <a:pt x="39723" y="1081524"/>
                  </a:lnTo>
                  <a:lnTo>
                    <a:pt x="18279" y="1042027"/>
                  </a:lnTo>
                  <a:lnTo>
                    <a:pt x="4725" y="998383"/>
                  </a:lnTo>
                  <a:lnTo>
                    <a:pt x="0" y="951524"/>
                  </a:lnTo>
                  <a:lnTo>
                    <a:pt x="0" y="232541"/>
                  </a:lnTo>
                  <a:close/>
                </a:path>
              </a:pathLst>
            </a:custGeom>
            <a:ln w="76199">
              <a:solidFill>
                <a:srgbClr val="00AF50"/>
              </a:solidFill>
            </a:ln>
          </p:spPr>
          <p:txBody>
            <a:bodyPr wrap="square" lIns="0" tIns="0" rIns="0" bIns="0" rtlCol="0"/>
            <a:lstStyle/>
            <a:p>
              <a:endParaRPr/>
            </a:p>
          </p:txBody>
        </p:sp>
        <p:sp>
          <p:nvSpPr>
            <p:cNvPr id="236" name="object 236"/>
            <p:cNvSpPr/>
            <p:nvPr/>
          </p:nvSpPr>
          <p:spPr>
            <a:xfrm>
              <a:off x="6664452" y="4949950"/>
              <a:ext cx="2479548" cy="1908047"/>
            </a:xfrm>
            <a:prstGeom prst="rect">
              <a:avLst/>
            </a:prstGeom>
            <a:blipFill>
              <a:blip r:embed="rId99" cstate="print"/>
              <a:stretch>
                <a:fillRect/>
              </a:stretch>
            </a:blipFill>
          </p:spPr>
          <p:txBody>
            <a:bodyPr wrap="square" lIns="0" tIns="0" rIns="0" bIns="0" rtlCol="0"/>
            <a:lstStyle/>
            <a:p>
              <a:endParaRPr/>
            </a:p>
          </p:txBody>
        </p:sp>
        <p:sp>
          <p:nvSpPr>
            <p:cNvPr id="237" name="object 237"/>
            <p:cNvSpPr/>
            <p:nvPr/>
          </p:nvSpPr>
          <p:spPr>
            <a:xfrm>
              <a:off x="7341992" y="5546978"/>
              <a:ext cx="1083945" cy="736600"/>
            </a:xfrm>
            <a:custGeom>
              <a:avLst/>
              <a:gdLst/>
              <a:ahLst/>
              <a:cxnLst/>
              <a:rect l="l" t="t" r="r" b="b"/>
              <a:pathLst>
                <a:path w="1083945" h="736600">
                  <a:moveTo>
                    <a:pt x="623437" y="579287"/>
                  </a:moveTo>
                  <a:lnTo>
                    <a:pt x="623437" y="708327"/>
                  </a:lnTo>
                  <a:lnTo>
                    <a:pt x="656498" y="720492"/>
                  </a:lnTo>
                  <a:lnTo>
                    <a:pt x="692585" y="729179"/>
                  </a:lnTo>
                  <a:lnTo>
                    <a:pt x="731695" y="734391"/>
                  </a:lnTo>
                  <a:lnTo>
                    <a:pt x="773826" y="736128"/>
                  </a:lnTo>
                  <a:lnTo>
                    <a:pt x="809456" y="734391"/>
                  </a:lnTo>
                  <a:lnTo>
                    <a:pt x="874638" y="720637"/>
                  </a:lnTo>
                  <a:lnTo>
                    <a:pt x="932119" y="693307"/>
                  </a:lnTo>
                  <a:lnTo>
                    <a:pt x="980881" y="653721"/>
                  </a:lnTo>
                  <a:lnTo>
                    <a:pt x="1011155" y="616016"/>
                  </a:lnTo>
                  <a:lnTo>
                    <a:pt x="758464" y="616016"/>
                  </a:lnTo>
                  <a:lnTo>
                    <a:pt x="720457" y="613719"/>
                  </a:lnTo>
                  <a:lnTo>
                    <a:pt x="685293" y="606831"/>
                  </a:lnTo>
                  <a:lnTo>
                    <a:pt x="652958" y="595353"/>
                  </a:lnTo>
                  <a:lnTo>
                    <a:pt x="623437" y="579287"/>
                  </a:lnTo>
                  <a:close/>
                </a:path>
                <a:path w="1083945" h="736600">
                  <a:moveTo>
                    <a:pt x="1080386" y="400598"/>
                  </a:moveTo>
                  <a:lnTo>
                    <a:pt x="928237" y="400598"/>
                  </a:lnTo>
                  <a:lnTo>
                    <a:pt x="931164" y="401598"/>
                  </a:lnTo>
                  <a:lnTo>
                    <a:pt x="928146" y="450641"/>
                  </a:lnTo>
                  <a:lnTo>
                    <a:pt x="919459" y="493543"/>
                  </a:lnTo>
                  <a:lnTo>
                    <a:pt x="905103" y="530301"/>
                  </a:lnTo>
                  <a:lnTo>
                    <a:pt x="860022" y="585020"/>
                  </a:lnTo>
                  <a:lnTo>
                    <a:pt x="796721" y="612571"/>
                  </a:lnTo>
                  <a:lnTo>
                    <a:pt x="758464" y="616016"/>
                  </a:lnTo>
                  <a:lnTo>
                    <a:pt x="1011155" y="616016"/>
                  </a:lnTo>
                  <a:lnTo>
                    <a:pt x="1037139" y="572024"/>
                  </a:lnTo>
                  <a:lnTo>
                    <a:pt x="1062746" y="503099"/>
                  </a:lnTo>
                  <a:lnTo>
                    <a:pt x="1071836" y="464496"/>
                  </a:lnTo>
                  <a:lnTo>
                    <a:pt x="1078344" y="423376"/>
                  </a:lnTo>
                  <a:lnTo>
                    <a:pt x="1080386" y="400598"/>
                  </a:lnTo>
                  <a:close/>
                </a:path>
                <a:path w="1083945" h="736600">
                  <a:moveTo>
                    <a:pt x="833902" y="0"/>
                  </a:moveTo>
                  <a:lnTo>
                    <a:pt x="780348" y="4555"/>
                  </a:lnTo>
                  <a:lnTo>
                    <a:pt x="731641" y="18156"/>
                  </a:lnTo>
                  <a:lnTo>
                    <a:pt x="688802" y="40064"/>
                  </a:lnTo>
                  <a:lnTo>
                    <a:pt x="652546" y="69543"/>
                  </a:lnTo>
                  <a:lnTo>
                    <a:pt x="623197" y="106018"/>
                  </a:lnTo>
                  <a:lnTo>
                    <a:pt x="601096" y="148958"/>
                  </a:lnTo>
                  <a:lnTo>
                    <a:pt x="587380" y="197597"/>
                  </a:lnTo>
                  <a:lnTo>
                    <a:pt x="582812" y="251317"/>
                  </a:lnTo>
                  <a:lnTo>
                    <a:pt x="583760" y="274781"/>
                  </a:lnTo>
                  <a:lnTo>
                    <a:pt x="591333" y="318949"/>
                  </a:lnTo>
                  <a:lnTo>
                    <a:pt x="606210" y="358950"/>
                  </a:lnTo>
                  <a:lnTo>
                    <a:pt x="627304" y="393572"/>
                  </a:lnTo>
                  <a:lnTo>
                    <a:pt x="654230" y="422521"/>
                  </a:lnTo>
                  <a:lnTo>
                    <a:pt x="686234" y="445223"/>
                  </a:lnTo>
                  <a:lnTo>
                    <a:pt x="723003" y="461371"/>
                  </a:lnTo>
                  <a:lnTo>
                    <a:pt x="763336" y="469560"/>
                  </a:lnTo>
                  <a:lnTo>
                    <a:pt x="784738" y="470583"/>
                  </a:lnTo>
                  <a:lnTo>
                    <a:pt x="829838" y="466209"/>
                  </a:lnTo>
                  <a:lnTo>
                    <a:pt x="868775" y="453088"/>
                  </a:lnTo>
                  <a:lnTo>
                    <a:pt x="901568" y="431218"/>
                  </a:lnTo>
                  <a:lnTo>
                    <a:pt x="928237" y="400598"/>
                  </a:lnTo>
                  <a:lnTo>
                    <a:pt x="1080386" y="400598"/>
                  </a:lnTo>
                  <a:lnTo>
                    <a:pt x="1082257" y="379740"/>
                  </a:lnTo>
                  <a:lnTo>
                    <a:pt x="1082987" y="353949"/>
                  </a:lnTo>
                  <a:lnTo>
                    <a:pt x="832987" y="353949"/>
                  </a:lnTo>
                  <a:lnTo>
                    <a:pt x="822298" y="353468"/>
                  </a:lnTo>
                  <a:lnTo>
                    <a:pt x="784630" y="341958"/>
                  </a:lnTo>
                  <a:lnTo>
                    <a:pt x="756762" y="315806"/>
                  </a:lnTo>
                  <a:lnTo>
                    <a:pt x="740052" y="276008"/>
                  </a:lnTo>
                  <a:lnTo>
                    <a:pt x="736092" y="237804"/>
                  </a:lnTo>
                  <a:lnTo>
                    <a:pt x="736539" y="225365"/>
                  </a:lnTo>
                  <a:lnTo>
                    <a:pt x="746924" y="180117"/>
                  </a:lnTo>
                  <a:lnTo>
                    <a:pt x="769000" y="145771"/>
                  </a:lnTo>
                  <a:lnTo>
                    <a:pt x="800755" y="124702"/>
                  </a:lnTo>
                  <a:lnTo>
                    <a:pt x="829452" y="119670"/>
                  </a:lnTo>
                  <a:lnTo>
                    <a:pt x="1037060" y="119670"/>
                  </a:lnTo>
                  <a:lnTo>
                    <a:pt x="1032139" y="110456"/>
                  </a:lnTo>
                  <a:lnTo>
                    <a:pt x="999754" y="67821"/>
                  </a:lnTo>
                  <a:lnTo>
                    <a:pt x="960368" y="35184"/>
                  </a:lnTo>
                  <a:lnTo>
                    <a:pt x="914338" y="12753"/>
                  </a:lnTo>
                  <a:lnTo>
                    <a:pt x="862200" y="1424"/>
                  </a:lnTo>
                  <a:lnTo>
                    <a:pt x="833902" y="0"/>
                  </a:lnTo>
                  <a:close/>
                </a:path>
                <a:path w="1083945" h="736600">
                  <a:moveTo>
                    <a:pt x="1037060" y="119670"/>
                  </a:moveTo>
                  <a:lnTo>
                    <a:pt x="829452" y="119670"/>
                  </a:lnTo>
                  <a:lnTo>
                    <a:pt x="839897" y="120306"/>
                  </a:lnTo>
                  <a:lnTo>
                    <a:pt x="849923" y="122215"/>
                  </a:lnTo>
                  <a:lnTo>
                    <a:pt x="885181" y="141815"/>
                  </a:lnTo>
                  <a:lnTo>
                    <a:pt x="909961" y="176443"/>
                  </a:lnTo>
                  <a:lnTo>
                    <a:pt x="923475" y="223719"/>
                  </a:lnTo>
                  <a:lnTo>
                    <a:pt x="925189" y="250210"/>
                  </a:lnTo>
                  <a:lnTo>
                    <a:pt x="924787" y="260943"/>
                  </a:lnTo>
                  <a:lnTo>
                    <a:pt x="914915" y="300023"/>
                  </a:lnTo>
                  <a:lnTo>
                    <a:pt x="886343" y="336138"/>
                  </a:lnTo>
                  <a:lnTo>
                    <a:pt x="843144" y="353437"/>
                  </a:lnTo>
                  <a:lnTo>
                    <a:pt x="832987" y="353949"/>
                  </a:lnTo>
                  <a:lnTo>
                    <a:pt x="1082987" y="353949"/>
                  </a:lnTo>
                  <a:lnTo>
                    <a:pt x="1083491" y="336138"/>
                  </a:lnTo>
                  <a:lnTo>
                    <a:pt x="1083471" y="330260"/>
                  </a:lnTo>
                  <a:lnTo>
                    <a:pt x="1082494" y="295188"/>
                  </a:lnTo>
                  <a:lnTo>
                    <a:pt x="1073932" y="224708"/>
                  </a:lnTo>
                  <a:lnTo>
                    <a:pt x="1056907" y="162819"/>
                  </a:lnTo>
                  <a:lnTo>
                    <a:pt x="1045450" y="135381"/>
                  </a:lnTo>
                  <a:lnTo>
                    <a:pt x="1037060" y="119670"/>
                  </a:lnTo>
                  <a:close/>
                </a:path>
                <a:path w="1083945" h="736600">
                  <a:moveTo>
                    <a:pt x="461371" y="125135"/>
                  </a:moveTo>
                  <a:lnTo>
                    <a:pt x="210068" y="125135"/>
                  </a:lnTo>
                  <a:lnTo>
                    <a:pt x="234853" y="126593"/>
                  </a:lnTo>
                  <a:lnTo>
                    <a:pt x="256260" y="130965"/>
                  </a:lnTo>
                  <a:lnTo>
                    <a:pt x="300188" y="161518"/>
                  </a:lnTo>
                  <a:lnTo>
                    <a:pt x="314706" y="217444"/>
                  </a:lnTo>
                  <a:lnTo>
                    <a:pt x="314210" y="228942"/>
                  </a:lnTo>
                  <a:lnTo>
                    <a:pt x="302337" y="271643"/>
                  </a:lnTo>
                  <a:lnTo>
                    <a:pt x="274155" y="312148"/>
                  </a:lnTo>
                  <a:lnTo>
                    <a:pt x="242956" y="342531"/>
                  </a:lnTo>
                  <a:lnTo>
                    <a:pt x="203299" y="374219"/>
                  </a:lnTo>
                  <a:lnTo>
                    <a:pt x="173074" y="396212"/>
                  </a:lnTo>
                  <a:lnTo>
                    <a:pt x="157554" y="407860"/>
                  </a:lnTo>
                  <a:lnTo>
                    <a:pt x="125364" y="433114"/>
                  </a:lnTo>
                  <a:lnTo>
                    <a:pt x="93653" y="461648"/>
                  </a:lnTo>
                  <a:lnTo>
                    <a:pt x="64526" y="494157"/>
                  </a:lnTo>
                  <a:lnTo>
                    <a:pt x="39136" y="530887"/>
                  </a:lnTo>
                  <a:lnTo>
                    <a:pt x="18409" y="572082"/>
                  </a:lnTo>
                  <a:lnTo>
                    <a:pt x="4632" y="618310"/>
                  </a:lnTo>
                  <a:lnTo>
                    <a:pt x="0" y="670118"/>
                  </a:lnTo>
                  <a:lnTo>
                    <a:pt x="0" y="723720"/>
                  </a:lnTo>
                  <a:lnTo>
                    <a:pt x="473598" y="723720"/>
                  </a:lnTo>
                  <a:lnTo>
                    <a:pt x="473598" y="593668"/>
                  </a:lnTo>
                  <a:lnTo>
                    <a:pt x="171846" y="593668"/>
                  </a:lnTo>
                  <a:lnTo>
                    <a:pt x="172463" y="586634"/>
                  </a:lnTo>
                  <a:lnTo>
                    <a:pt x="193376" y="548827"/>
                  </a:lnTo>
                  <a:lnTo>
                    <a:pt x="226710" y="516618"/>
                  </a:lnTo>
                  <a:lnTo>
                    <a:pt x="258668" y="491785"/>
                  </a:lnTo>
                  <a:lnTo>
                    <a:pt x="293370" y="466606"/>
                  </a:lnTo>
                  <a:lnTo>
                    <a:pt x="310850" y="454342"/>
                  </a:lnTo>
                  <a:lnTo>
                    <a:pt x="328033" y="441857"/>
                  </a:lnTo>
                  <a:lnTo>
                    <a:pt x="361462" y="416240"/>
                  </a:lnTo>
                  <a:lnTo>
                    <a:pt x="392193" y="388877"/>
                  </a:lnTo>
                  <a:lnTo>
                    <a:pt x="419221" y="358914"/>
                  </a:lnTo>
                  <a:lnTo>
                    <a:pt x="441773" y="325901"/>
                  </a:lnTo>
                  <a:lnTo>
                    <a:pt x="459364" y="289416"/>
                  </a:lnTo>
                  <a:lnTo>
                    <a:pt x="470790" y="248477"/>
                  </a:lnTo>
                  <a:lnTo>
                    <a:pt x="474604" y="202073"/>
                  </a:lnTo>
                  <a:lnTo>
                    <a:pt x="473627" y="179532"/>
                  </a:lnTo>
                  <a:lnTo>
                    <a:pt x="470698" y="158077"/>
                  </a:lnTo>
                  <a:lnTo>
                    <a:pt x="465821" y="137710"/>
                  </a:lnTo>
                  <a:lnTo>
                    <a:pt x="461371" y="125135"/>
                  </a:lnTo>
                  <a:close/>
                </a:path>
                <a:path w="1083945" h="736600">
                  <a:moveTo>
                    <a:pt x="243718" y="0"/>
                  </a:moveTo>
                  <a:lnTo>
                    <a:pt x="186901" y="3760"/>
                  </a:lnTo>
                  <a:lnTo>
                    <a:pt x="133049" y="15037"/>
                  </a:lnTo>
                  <a:lnTo>
                    <a:pt x="82173" y="33824"/>
                  </a:lnTo>
                  <a:lnTo>
                    <a:pt x="34290" y="60115"/>
                  </a:lnTo>
                  <a:lnTo>
                    <a:pt x="34290" y="198095"/>
                  </a:lnTo>
                  <a:lnTo>
                    <a:pt x="76731" y="166176"/>
                  </a:lnTo>
                  <a:lnTo>
                    <a:pt x="120190" y="143376"/>
                  </a:lnTo>
                  <a:lnTo>
                    <a:pt x="164643" y="129696"/>
                  </a:lnTo>
                  <a:lnTo>
                    <a:pt x="210068" y="125135"/>
                  </a:lnTo>
                  <a:lnTo>
                    <a:pt x="461371" y="125135"/>
                  </a:lnTo>
                  <a:lnTo>
                    <a:pt x="458998" y="118430"/>
                  </a:lnTo>
                  <a:lnTo>
                    <a:pt x="439734" y="83750"/>
                  </a:lnTo>
                  <a:lnTo>
                    <a:pt x="413522" y="54650"/>
                  </a:lnTo>
                  <a:lnTo>
                    <a:pt x="380466" y="31376"/>
                  </a:lnTo>
                  <a:lnTo>
                    <a:pt x="340735" y="14228"/>
                  </a:lnTo>
                  <a:lnTo>
                    <a:pt x="295038" y="3586"/>
                  </a:lnTo>
                  <a:lnTo>
                    <a:pt x="270072" y="900"/>
                  </a:lnTo>
                  <a:lnTo>
                    <a:pt x="243718" y="0"/>
                  </a:lnTo>
                  <a:close/>
                </a:path>
              </a:pathLst>
            </a:custGeom>
            <a:solidFill>
              <a:srgbClr val="FFFF00"/>
            </a:solidFill>
          </p:spPr>
          <p:txBody>
            <a:bodyPr wrap="square" lIns="0" tIns="0" rIns="0" bIns="0" rtlCol="0"/>
            <a:lstStyle/>
            <a:p>
              <a:endParaRPr/>
            </a:p>
          </p:txBody>
        </p:sp>
        <p:sp>
          <p:nvSpPr>
            <p:cNvPr id="238" name="object 238"/>
            <p:cNvSpPr/>
            <p:nvPr/>
          </p:nvSpPr>
          <p:spPr>
            <a:xfrm>
              <a:off x="8071987" y="5660553"/>
              <a:ext cx="201289" cy="246470"/>
            </a:xfrm>
            <a:prstGeom prst="rect">
              <a:avLst/>
            </a:prstGeom>
            <a:blipFill>
              <a:blip r:embed="rId100" cstate="print"/>
              <a:stretch>
                <a:fillRect/>
              </a:stretch>
            </a:blipFill>
          </p:spPr>
          <p:txBody>
            <a:bodyPr wrap="square" lIns="0" tIns="0" rIns="0" bIns="0" rtlCol="0"/>
            <a:lstStyle/>
            <a:p>
              <a:endParaRPr/>
            </a:p>
          </p:txBody>
        </p:sp>
        <p:sp>
          <p:nvSpPr>
            <p:cNvPr id="239" name="object 239"/>
            <p:cNvSpPr/>
            <p:nvPr/>
          </p:nvSpPr>
          <p:spPr>
            <a:xfrm>
              <a:off x="7341991" y="5546978"/>
              <a:ext cx="1083945" cy="736600"/>
            </a:xfrm>
            <a:custGeom>
              <a:avLst/>
              <a:gdLst/>
              <a:ahLst/>
              <a:cxnLst/>
              <a:rect l="l" t="t" r="r" b="b"/>
              <a:pathLst>
                <a:path w="1083945" h="736600">
                  <a:moveTo>
                    <a:pt x="833902" y="0"/>
                  </a:moveTo>
                  <a:lnTo>
                    <a:pt x="889017" y="5683"/>
                  </a:lnTo>
                  <a:lnTo>
                    <a:pt x="938143" y="22610"/>
                  </a:lnTo>
                  <a:lnTo>
                    <a:pt x="980907" y="50251"/>
                  </a:lnTo>
                  <a:lnTo>
                    <a:pt x="1016904" y="87904"/>
                  </a:lnTo>
                  <a:lnTo>
                    <a:pt x="1045475" y="135427"/>
                  </a:lnTo>
                  <a:lnTo>
                    <a:pt x="1066434" y="192630"/>
                  </a:lnTo>
                  <a:lnTo>
                    <a:pt x="1079285" y="258895"/>
                  </a:lnTo>
                  <a:lnTo>
                    <a:pt x="1083563" y="333588"/>
                  </a:lnTo>
                  <a:lnTo>
                    <a:pt x="1082257" y="379740"/>
                  </a:lnTo>
                  <a:lnTo>
                    <a:pt x="1078344" y="423376"/>
                  </a:lnTo>
                  <a:lnTo>
                    <a:pt x="1071836" y="464496"/>
                  </a:lnTo>
                  <a:lnTo>
                    <a:pt x="1062746" y="503099"/>
                  </a:lnTo>
                  <a:lnTo>
                    <a:pt x="1037139" y="572024"/>
                  </a:lnTo>
                  <a:lnTo>
                    <a:pt x="1001908" y="629411"/>
                  </a:lnTo>
                  <a:lnTo>
                    <a:pt x="957620" y="675018"/>
                  </a:lnTo>
                  <a:lnTo>
                    <a:pt x="904372" y="708589"/>
                  </a:lnTo>
                  <a:lnTo>
                    <a:pt x="842962" y="729243"/>
                  </a:lnTo>
                  <a:lnTo>
                    <a:pt x="773826" y="736128"/>
                  </a:lnTo>
                  <a:lnTo>
                    <a:pt x="731695" y="734391"/>
                  </a:lnTo>
                  <a:lnTo>
                    <a:pt x="692585" y="729179"/>
                  </a:lnTo>
                  <a:lnTo>
                    <a:pt x="656498" y="720492"/>
                  </a:lnTo>
                  <a:lnTo>
                    <a:pt x="623437" y="708327"/>
                  </a:lnTo>
                  <a:lnTo>
                    <a:pt x="623437" y="579287"/>
                  </a:lnTo>
                  <a:lnTo>
                    <a:pt x="652958" y="595353"/>
                  </a:lnTo>
                  <a:lnTo>
                    <a:pt x="685293" y="606831"/>
                  </a:lnTo>
                  <a:lnTo>
                    <a:pt x="720457" y="613719"/>
                  </a:lnTo>
                  <a:lnTo>
                    <a:pt x="758464" y="616016"/>
                  </a:lnTo>
                  <a:lnTo>
                    <a:pt x="796721" y="612571"/>
                  </a:lnTo>
                  <a:lnTo>
                    <a:pt x="860022" y="585020"/>
                  </a:lnTo>
                  <a:lnTo>
                    <a:pt x="905103" y="530301"/>
                  </a:lnTo>
                  <a:lnTo>
                    <a:pt x="919459" y="493543"/>
                  </a:lnTo>
                  <a:lnTo>
                    <a:pt x="928146" y="450641"/>
                  </a:lnTo>
                  <a:lnTo>
                    <a:pt x="931163" y="401598"/>
                  </a:lnTo>
                  <a:lnTo>
                    <a:pt x="928237" y="400598"/>
                  </a:lnTo>
                  <a:lnTo>
                    <a:pt x="901568" y="431217"/>
                  </a:lnTo>
                  <a:lnTo>
                    <a:pt x="868775" y="453088"/>
                  </a:lnTo>
                  <a:lnTo>
                    <a:pt x="829838" y="466209"/>
                  </a:lnTo>
                  <a:lnTo>
                    <a:pt x="784738" y="470583"/>
                  </a:lnTo>
                  <a:lnTo>
                    <a:pt x="763336" y="469560"/>
                  </a:lnTo>
                  <a:lnTo>
                    <a:pt x="723003" y="461371"/>
                  </a:lnTo>
                  <a:lnTo>
                    <a:pt x="686234" y="445223"/>
                  </a:lnTo>
                  <a:lnTo>
                    <a:pt x="654230" y="422521"/>
                  </a:lnTo>
                  <a:lnTo>
                    <a:pt x="627304" y="393572"/>
                  </a:lnTo>
                  <a:lnTo>
                    <a:pt x="606210" y="358950"/>
                  </a:lnTo>
                  <a:lnTo>
                    <a:pt x="591333" y="318949"/>
                  </a:lnTo>
                  <a:lnTo>
                    <a:pt x="583760" y="274781"/>
                  </a:lnTo>
                  <a:lnTo>
                    <a:pt x="582808" y="251210"/>
                  </a:lnTo>
                  <a:lnTo>
                    <a:pt x="583951" y="223782"/>
                  </a:lnTo>
                  <a:lnTo>
                    <a:pt x="593095" y="172655"/>
                  </a:lnTo>
                  <a:lnTo>
                    <a:pt x="611239" y="126681"/>
                  </a:lnTo>
                  <a:lnTo>
                    <a:pt x="636967" y="86971"/>
                  </a:lnTo>
                  <a:lnTo>
                    <a:pt x="669842" y="53859"/>
                  </a:lnTo>
                  <a:lnTo>
                    <a:pt x="709407" y="28161"/>
                  </a:lnTo>
                  <a:lnTo>
                    <a:pt x="755395" y="10231"/>
                  </a:lnTo>
                  <a:lnTo>
                    <a:pt x="806514" y="1140"/>
                  </a:lnTo>
                  <a:lnTo>
                    <a:pt x="833902" y="0"/>
                  </a:lnTo>
                  <a:close/>
                </a:path>
                <a:path w="1083945" h="736600">
                  <a:moveTo>
                    <a:pt x="243718" y="0"/>
                  </a:moveTo>
                  <a:lnTo>
                    <a:pt x="295038" y="3586"/>
                  </a:lnTo>
                  <a:lnTo>
                    <a:pt x="340735" y="14228"/>
                  </a:lnTo>
                  <a:lnTo>
                    <a:pt x="380466" y="31376"/>
                  </a:lnTo>
                  <a:lnTo>
                    <a:pt x="413522" y="54650"/>
                  </a:lnTo>
                  <a:lnTo>
                    <a:pt x="439734" y="83750"/>
                  </a:lnTo>
                  <a:lnTo>
                    <a:pt x="458998" y="118430"/>
                  </a:lnTo>
                  <a:lnTo>
                    <a:pt x="470698" y="158077"/>
                  </a:lnTo>
                  <a:lnTo>
                    <a:pt x="474604" y="202073"/>
                  </a:lnTo>
                  <a:lnTo>
                    <a:pt x="473650" y="225957"/>
                  </a:lnTo>
                  <a:lnTo>
                    <a:pt x="466027" y="269631"/>
                  </a:lnTo>
                  <a:lnTo>
                    <a:pt x="451201" y="308092"/>
                  </a:lnTo>
                  <a:lnTo>
                    <a:pt x="431104" y="342842"/>
                  </a:lnTo>
                  <a:lnTo>
                    <a:pt x="406176" y="374219"/>
                  </a:lnTo>
                  <a:lnTo>
                    <a:pt x="377285" y="402885"/>
                  </a:lnTo>
                  <a:lnTo>
                    <a:pt x="344907" y="429156"/>
                  </a:lnTo>
                  <a:lnTo>
                    <a:pt x="310850" y="454342"/>
                  </a:lnTo>
                  <a:lnTo>
                    <a:pt x="293369" y="466606"/>
                  </a:lnTo>
                  <a:lnTo>
                    <a:pt x="281578" y="475030"/>
                  </a:lnTo>
                  <a:lnTo>
                    <a:pt x="247528" y="500109"/>
                  </a:lnTo>
                  <a:lnTo>
                    <a:pt x="217284" y="524779"/>
                  </a:lnTo>
                  <a:lnTo>
                    <a:pt x="187125" y="556661"/>
                  </a:lnTo>
                  <a:lnTo>
                    <a:pt x="171846" y="593668"/>
                  </a:lnTo>
                  <a:lnTo>
                    <a:pt x="473598" y="593668"/>
                  </a:lnTo>
                  <a:lnTo>
                    <a:pt x="473598" y="723720"/>
                  </a:lnTo>
                  <a:lnTo>
                    <a:pt x="0" y="723720"/>
                  </a:lnTo>
                  <a:lnTo>
                    <a:pt x="0" y="670118"/>
                  </a:lnTo>
                  <a:lnTo>
                    <a:pt x="4632" y="618310"/>
                  </a:lnTo>
                  <a:lnTo>
                    <a:pt x="18409" y="572082"/>
                  </a:lnTo>
                  <a:lnTo>
                    <a:pt x="39136" y="530887"/>
                  </a:lnTo>
                  <a:lnTo>
                    <a:pt x="64526" y="494156"/>
                  </a:lnTo>
                  <a:lnTo>
                    <a:pt x="93653" y="461648"/>
                  </a:lnTo>
                  <a:lnTo>
                    <a:pt x="125364" y="433114"/>
                  </a:lnTo>
                  <a:lnTo>
                    <a:pt x="157554" y="407860"/>
                  </a:lnTo>
                  <a:lnTo>
                    <a:pt x="188213" y="385215"/>
                  </a:lnTo>
                  <a:lnTo>
                    <a:pt x="203368" y="374168"/>
                  </a:lnTo>
                  <a:lnTo>
                    <a:pt x="242956" y="342531"/>
                  </a:lnTo>
                  <a:lnTo>
                    <a:pt x="274155" y="312148"/>
                  </a:lnTo>
                  <a:lnTo>
                    <a:pt x="302337" y="271643"/>
                  </a:lnTo>
                  <a:lnTo>
                    <a:pt x="314210" y="228942"/>
                  </a:lnTo>
                  <a:lnTo>
                    <a:pt x="314705" y="217444"/>
                  </a:lnTo>
                  <a:lnTo>
                    <a:pt x="313090" y="196012"/>
                  </a:lnTo>
                  <a:lnTo>
                    <a:pt x="288919" y="148458"/>
                  </a:lnTo>
                  <a:lnTo>
                    <a:pt x="234853" y="126593"/>
                  </a:lnTo>
                  <a:lnTo>
                    <a:pt x="210068" y="125135"/>
                  </a:lnTo>
                  <a:lnTo>
                    <a:pt x="164643" y="129696"/>
                  </a:lnTo>
                  <a:lnTo>
                    <a:pt x="120190" y="143376"/>
                  </a:lnTo>
                  <a:lnTo>
                    <a:pt x="76731" y="166176"/>
                  </a:lnTo>
                  <a:lnTo>
                    <a:pt x="34289" y="198095"/>
                  </a:lnTo>
                  <a:lnTo>
                    <a:pt x="34289" y="60115"/>
                  </a:lnTo>
                  <a:lnTo>
                    <a:pt x="82173" y="33824"/>
                  </a:lnTo>
                  <a:lnTo>
                    <a:pt x="133049" y="15037"/>
                  </a:lnTo>
                  <a:lnTo>
                    <a:pt x="186901" y="3760"/>
                  </a:lnTo>
                  <a:lnTo>
                    <a:pt x="243718" y="0"/>
                  </a:lnTo>
                  <a:close/>
                </a:path>
              </a:pathLst>
            </a:custGeom>
            <a:ln w="12191">
              <a:solidFill>
                <a:srgbClr val="000000"/>
              </a:solidFill>
            </a:ln>
          </p:spPr>
          <p:txBody>
            <a:bodyPr wrap="square" lIns="0" tIns="0" rIns="0" bIns="0" rtlCol="0"/>
            <a:lstStyle/>
            <a:p>
              <a:endParaRPr/>
            </a:p>
          </p:txBody>
        </p:sp>
        <p:sp>
          <p:nvSpPr>
            <p:cNvPr id="240" name="object 240"/>
            <p:cNvSpPr/>
            <p:nvPr/>
          </p:nvSpPr>
          <p:spPr>
            <a:xfrm>
              <a:off x="6758940" y="5198364"/>
              <a:ext cx="2218944" cy="1345692"/>
            </a:xfrm>
            <a:prstGeom prst="rect">
              <a:avLst/>
            </a:prstGeom>
            <a:blipFill>
              <a:blip r:embed="rId101" cstate="print"/>
              <a:stretch>
                <a:fillRect/>
              </a:stretch>
            </a:blipFill>
          </p:spPr>
          <p:txBody>
            <a:bodyPr wrap="square" lIns="0" tIns="0" rIns="0" bIns="0" rtlCol="0"/>
            <a:lstStyle/>
            <a:p>
              <a:endParaRPr/>
            </a:p>
          </p:txBody>
        </p:sp>
        <p:sp>
          <p:nvSpPr>
            <p:cNvPr id="241" name="object 241"/>
            <p:cNvSpPr/>
            <p:nvPr/>
          </p:nvSpPr>
          <p:spPr>
            <a:xfrm>
              <a:off x="6605016" y="4881370"/>
              <a:ext cx="2538983" cy="1976627"/>
            </a:xfrm>
            <a:prstGeom prst="rect">
              <a:avLst/>
            </a:prstGeom>
            <a:blipFill>
              <a:blip r:embed="rId102" cstate="print"/>
              <a:stretch>
                <a:fillRect/>
              </a:stretch>
            </a:blipFill>
          </p:spPr>
          <p:txBody>
            <a:bodyPr wrap="square" lIns="0" tIns="0" rIns="0" bIns="0" rtlCol="0"/>
            <a:lstStyle/>
            <a:p>
              <a:endParaRPr/>
            </a:p>
          </p:txBody>
        </p:sp>
        <p:sp>
          <p:nvSpPr>
            <p:cNvPr id="242" name="object 242"/>
            <p:cNvSpPr/>
            <p:nvPr/>
          </p:nvSpPr>
          <p:spPr>
            <a:xfrm>
              <a:off x="6839955" y="5259323"/>
              <a:ext cx="2057400" cy="1184275"/>
            </a:xfrm>
            <a:custGeom>
              <a:avLst/>
              <a:gdLst/>
              <a:ahLst/>
              <a:cxnLst/>
              <a:rect l="l" t="t" r="r" b="b"/>
              <a:pathLst>
                <a:path w="2057400" h="1184275">
                  <a:moveTo>
                    <a:pt x="1824868" y="0"/>
                  </a:moveTo>
                  <a:lnTo>
                    <a:pt x="232562" y="0"/>
                  </a:lnTo>
                  <a:lnTo>
                    <a:pt x="185701" y="4720"/>
                  </a:lnTo>
                  <a:lnTo>
                    <a:pt x="142050" y="18258"/>
                  </a:lnTo>
                  <a:lnTo>
                    <a:pt x="102547" y="39681"/>
                  </a:lnTo>
                  <a:lnTo>
                    <a:pt x="68126" y="68056"/>
                  </a:lnTo>
                  <a:lnTo>
                    <a:pt x="39725" y="102449"/>
                  </a:lnTo>
                  <a:lnTo>
                    <a:pt x="18279" y="141928"/>
                  </a:lnTo>
                  <a:lnTo>
                    <a:pt x="4726" y="185559"/>
                  </a:lnTo>
                  <a:lnTo>
                    <a:pt x="0" y="232409"/>
                  </a:lnTo>
                  <a:lnTo>
                    <a:pt x="0" y="951463"/>
                  </a:lnTo>
                  <a:lnTo>
                    <a:pt x="4726" y="998325"/>
                  </a:lnTo>
                  <a:lnTo>
                    <a:pt x="18279" y="1041972"/>
                  </a:lnTo>
                  <a:lnTo>
                    <a:pt x="39725" y="1081468"/>
                  </a:lnTo>
                  <a:lnTo>
                    <a:pt x="68126" y="1115880"/>
                  </a:lnTo>
                  <a:lnTo>
                    <a:pt x="102547" y="1144271"/>
                  </a:lnTo>
                  <a:lnTo>
                    <a:pt x="142050" y="1165708"/>
                  </a:lnTo>
                  <a:lnTo>
                    <a:pt x="185701" y="1179256"/>
                  </a:lnTo>
                  <a:lnTo>
                    <a:pt x="232562" y="1183980"/>
                  </a:lnTo>
                  <a:lnTo>
                    <a:pt x="1824868" y="1183980"/>
                  </a:lnTo>
                  <a:lnTo>
                    <a:pt x="1871763" y="1179256"/>
                  </a:lnTo>
                  <a:lnTo>
                    <a:pt x="1915426" y="1165708"/>
                  </a:lnTo>
                  <a:lnTo>
                    <a:pt x="1954927" y="1144271"/>
                  </a:lnTo>
                  <a:lnTo>
                    <a:pt x="1989334" y="1115880"/>
                  </a:lnTo>
                  <a:lnTo>
                    <a:pt x="2017716" y="1081468"/>
                  </a:lnTo>
                  <a:lnTo>
                    <a:pt x="2039141" y="1041972"/>
                  </a:lnTo>
                  <a:lnTo>
                    <a:pt x="2052680" y="998325"/>
                  </a:lnTo>
                  <a:lnTo>
                    <a:pt x="2057399" y="951463"/>
                  </a:lnTo>
                  <a:lnTo>
                    <a:pt x="2057399" y="232409"/>
                  </a:lnTo>
                  <a:lnTo>
                    <a:pt x="2052680" y="185559"/>
                  </a:lnTo>
                  <a:lnTo>
                    <a:pt x="2039141" y="141928"/>
                  </a:lnTo>
                  <a:lnTo>
                    <a:pt x="2017716" y="102449"/>
                  </a:lnTo>
                  <a:lnTo>
                    <a:pt x="1989334" y="68056"/>
                  </a:lnTo>
                  <a:lnTo>
                    <a:pt x="1954927" y="39681"/>
                  </a:lnTo>
                  <a:lnTo>
                    <a:pt x="1915426" y="18258"/>
                  </a:lnTo>
                  <a:lnTo>
                    <a:pt x="1871763" y="4720"/>
                  </a:lnTo>
                  <a:lnTo>
                    <a:pt x="1824868" y="0"/>
                  </a:lnTo>
                  <a:close/>
                </a:path>
              </a:pathLst>
            </a:custGeom>
            <a:solidFill>
              <a:srgbClr val="252525"/>
            </a:solidFill>
          </p:spPr>
          <p:txBody>
            <a:bodyPr wrap="square" lIns="0" tIns="0" rIns="0" bIns="0" rtlCol="0"/>
            <a:lstStyle/>
            <a:p>
              <a:endParaRPr/>
            </a:p>
          </p:txBody>
        </p:sp>
        <p:sp>
          <p:nvSpPr>
            <p:cNvPr id="243" name="object 243"/>
            <p:cNvSpPr/>
            <p:nvPr/>
          </p:nvSpPr>
          <p:spPr>
            <a:xfrm>
              <a:off x="6839955" y="5259323"/>
              <a:ext cx="2057400" cy="1184275"/>
            </a:xfrm>
            <a:custGeom>
              <a:avLst/>
              <a:gdLst/>
              <a:ahLst/>
              <a:cxnLst/>
              <a:rect l="l" t="t" r="r" b="b"/>
              <a:pathLst>
                <a:path w="2057400" h="1184275">
                  <a:moveTo>
                    <a:pt x="0" y="232409"/>
                  </a:moveTo>
                  <a:lnTo>
                    <a:pt x="4726" y="185559"/>
                  </a:lnTo>
                  <a:lnTo>
                    <a:pt x="18279" y="141928"/>
                  </a:lnTo>
                  <a:lnTo>
                    <a:pt x="39725" y="102449"/>
                  </a:lnTo>
                  <a:lnTo>
                    <a:pt x="68126" y="68056"/>
                  </a:lnTo>
                  <a:lnTo>
                    <a:pt x="102547" y="39681"/>
                  </a:lnTo>
                  <a:lnTo>
                    <a:pt x="142050" y="18258"/>
                  </a:lnTo>
                  <a:lnTo>
                    <a:pt x="185701" y="4720"/>
                  </a:lnTo>
                  <a:lnTo>
                    <a:pt x="232562" y="0"/>
                  </a:lnTo>
                  <a:lnTo>
                    <a:pt x="1824868" y="0"/>
                  </a:lnTo>
                  <a:lnTo>
                    <a:pt x="1871763" y="4720"/>
                  </a:lnTo>
                  <a:lnTo>
                    <a:pt x="1915426" y="18258"/>
                  </a:lnTo>
                  <a:lnTo>
                    <a:pt x="1954927" y="39681"/>
                  </a:lnTo>
                  <a:lnTo>
                    <a:pt x="1989334" y="68056"/>
                  </a:lnTo>
                  <a:lnTo>
                    <a:pt x="2017716" y="102449"/>
                  </a:lnTo>
                  <a:lnTo>
                    <a:pt x="2039141" y="141928"/>
                  </a:lnTo>
                  <a:lnTo>
                    <a:pt x="2052680" y="185559"/>
                  </a:lnTo>
                  <a:lnTo>
                    <a:pt x="2057399" y="232409"/>
                  </a:lnTo>
                  <a:lnTo>
                    <a:pt x="2057399" y="951463"/>
                  </a:lnTo>
                  <a:lnTo>
                    <a:pt x="2052680" y="998325"/>
                  </a:lnTo>
                  <a:lnTo>
                    <a:pt x="2039141" y="1041972"/>
                  </a:lnTo>
                  <a:lnTo>
                    <a:pt x="2017716" y="1081468"/>
                  </a:lnTo>
                  <a:lnTo>
                    <a:pt x="1989334" y="1115880"/>
                  </a:lnTo>
                  <a:lnTo>
                    <a:pt x="1954927" y="1144271"/>
                  </a:lnTo>
                  <a:lnTo>
                    <a:pt x="1915426" y="1165708"/>
                  </a:lnTo>
                  <a:lnTo>
                    <a:pt x="1871763" y="1179256"/>
                  </a:lnTo>
                  <a:lnTo>
                    <a:pt x="1824868" y="1183980"/>
                  </a:lnTo>
                  <a:lnTo>
                    <a:pt x="232562" y="1183980"/>
                  </a:lnTo>
                  <a:lnTo>
                    <a:pt x="185701" y="1179256"/>
                  </a:lnTo>
                  <a:lnTo>
                    <a:pt x="142050" y="1165708"/>
                  </a:lnTo>
                  <a:lnTo>
                    <a:pt x="102547" y="1144271"/>
                  </a:lnTo>
                  <a:lnTo>
                    <a:pt x="68126" y="1115880"/>
                  </a:lnTo>
                  <a:lnTo>
                    <a:pt x="39725" y="1081468"/>
                  </a:lnTo>
                  <a:lnTo>
                    <a:pt x="18279" y="1041972"/>
                  </a:lnTo>
                  <a:lnTo>
                    <a:pt x="4726"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244" name="object 244"/>
            <p:cNvSpPr/>
            <p:nvPr/>
          </p:nvSpPr>
          <p:spPr>
            <a:xfrm>
              <a:off x="6646164" y="4901183"/>
              <a:ext cx="2481072" cy="1956815"/>
            </a:xfrm>
            <a:prstGeom prst="rect">
              <a:avLst/>
            </a:prstGeom>
            <a:blipFill>
              <a:blip r:embed="rId103" cstate="print"/>
              <a:stretch>
                <a:fillRect/>
              </a:stretch>
            </a:blipFill>
          </p:spPr>
          <p:txBody>
            <a:bodyPr wrap="square" lIns="0" tIns="0" rIns="0" bIns="0" rtlCol="0"/>
            <a:lstStyle/>
            <a:p>
              <a:endParaRPr/>
            </a:p>
          </p:txBody>
        </p:sp>
        <p:sp>
          <p:nvSpPr>
            <p:cNvPr id="245" name="object 245"/>
            <p:cNvSpPr/>
            <p:nvPr/>
          </p:nvSpPr>
          <p:spPr>
            <a:xfrm>
              <a:off x="7340986" y="5499484"/>
              <a:ext cx="1078230" cy="736600"/>
            </a:xfrm>
            <a:custGeom>
              <a:avLst/>
              <a:gdLst/>
              <a:ahLst/>
              <a:cxnLst/>
              <a:rect l="l" t="t" r="r" b="b"/>
              <a:pathLst>
                <a:path w="1078229" h="736600">
                  <a:moveTo>
                    <a:pt x="829818" y="0"/>
                  </a:moveTo>
                  <a:lnTo>
                    <a:pt x="780092" y="3885"/>
                  </a:lnTo>
                  <a:lnTo>
                    <a:pt x="735303" y="15537"/>
                  </a:lnTo>
                  <a:lnTo>
                    <a:pt x="695449" y="34950"/>
                  </a:lnTo>
                  <a:lnTo>
                    <a:pt x="660528" y="62118"/>
                  </a:lnTo>
                  <a:lnTo>
                    <a:pt x="630539" y="97036"/>
                  </a:lnTo>
                  <a:lnTo>
                    <a:pt x="609533" y="131826"/>
                  </a:lnTo>
                  <a:lnTo>
                    <a:pt x="592353" y="171510"/>
                  </a:lnTo>
                  <a:lnTo>
                    <a:pt x="578998" y="216089"/>
                  </a:lnTo>
                  <a:lnTo>
                    <a:pt x="569462" y="265564"/>
                  </a:lnTo>
                  <a:lnTo>
                    <a:pt x="563743" y="319934"/>
                  </a:lnTo>
                  <a:lnTo>
                    <a:pt x="561837" y="379201"/>
                  </a:lnTo>
                  <a:lnTo>
                    <a:pt x="563937" y="441137"/>
                  </a:lnTo>
                  <a:lnTo>
                    <a:pt x="570238" y="497175"/>
                  </a:lnTo>
                  <a:lnTo>
                    <a:pt x="580739" y="547314"/>
                  </a:lnTo>
                  <a:lnTo>
                    <a:pt x="595440" y="591555"/>
                  </a:lnTo>
                  <a:lnTo>
                    <a:pt x="614343" y="629898"/>
                  </a:lnTo>
                  <a:lnTo>
                    <a:pt x="637446" y="662342"/>
                  </a:lnTo>
                  <a:lnTo>
                    <a:pt x="696255" y="709534"/>
                  </a:lnTo>
                  <a:lnTo>
                    <a:pt x="731962" y="724281"/>
                  </a:lnTo>
                  <a:lnTo>
                    <a:pt x="771870" y="733130"/>
                  </a:lnTo>
                  <a:lnTo>
                    <a:pt x="815980" y="736079"/>
                  </a:lnTo>
                  <a:lnTo>
                    <a:pt x="864220" y="732226"/>
                  </a:lnTo>
                  <a:lnTo>
                    <a:pt x="907771" y="720668"/>
                  </a:lnTo>
                  <a:lnTo>
                    <a:pt x="946633" y="701407"/>
                  </a:lnTo>
                  <a:lnTo>
                    <a:pt x="980806" y="674444"/>
                  </a:lnTo>
                  <a:lnTo>
                    <a:pt x="1010290" y="639781"/>
                  </a:lnTo>
                  <a:lnTo>
                    <a:pt x="1024615" y="615958"/>
                  </a:lnTo>
                  <a:lnTo>
                    <a:pt x="820917" y="615958"/>
                  </a:lnTo>
                  <a:lnTo>
                    <a:pt x="790420" y="609271"/>
                  </a:lnTo>
                  <a:lnTo>
                    <a:pt x="746055" y="555778"/>
                  </a:lnTo>
                  <a:lnTo>
                    <a:pt x="732189" y="508969"/>
                  </a:lnTo>
                  <a:lnTo>
                    <a:pt x="723869" y="448784"/>
                  </a:lnTo>
                  <a:lnTo>
                    <a:pt x="721095" y="375224"/>
                  </a:lnTo>
                  <a:lnTo>
                    <a:pt x="723923" y="297123"/>
                  </a:lnTo>
                  <a:lnTo>
                    <a:pt x="732407" y="233222"/>
                  </a:lnTo>
                  <a:lnTo>
                    <a:pt x="746550" y="183522"/>
                  </a:lnTo>
                  <a:lnTo>
                    <a:pt x="766355" y="148022"/>
                  </a:lnTo>
                  <a:lnTo>
                    <a:pt x="822960" y="119621"/>
                  </a:lnTo>
                  <a:lnTo>
                    <a:pt x="1032249" y="119621"/>
                  </a:lnTo>
                  <a:lnTo>
                    <a:pt x="1026722" y="107948"/>
                  </a:lnTo>
                  <a:lnTo>
                    <a:pt x="1004163" y="74964"/>
                  </a:lnTo>
                  <a:lnTo>
                    <a:pt x="946736" y="26987"/>
                  </a:lnTo>
                  <a:lnTo>
                    <a:pt x="872895" y="2998"/>
                  </a:lnTo>
                  <a:lnTo>
                    <a:pt x="829818" y="0"/>
                  </a:lnTo>
                  <a:close/>
                </a:path>
                <a:path w="1078229" h="736600">
                  <a:moveTo>
                    <a:pt x="1032249" y="119621"/>
                  </a:moveTo>
                  <a:lnTo>
                    <a:pt x="822960" y="119621"/>
                  </a:lnTo>
                  <a:lnTo>
                    <a:pt x="852060" y="126515"/>
                  </a:lnTo>
                  <a:lnTo>
                    <a:pt x="875872" y="147196"/>
                  </a:lnTo>
                  <a:lnTo>
                    <a:pt x="894393" y="181664"/>
                  </a:lnTo>
                  <a:lnTo>
                    <a:pt x="907624" y="229918"/>
                  </a:lnTo>
                  <a:lnTo>
                    <a:pt x="915563" y="291958"/>
                  </a:lnTo>
                  <a:lnTo>
                    <a:pt x="918210" y="367783"/>
                  </a:lnTo>
                  <a:lnTo>
                    <a:pt x="915509" y="443614"/>
                  </a:lnTo>
                  <a:lnTo>
                    <a:pt x="907406" y="505658"/>
                  </a:lnTo>
                  <a:lnTo>
                    <a:pt x="893898" y="553914"/>
                  </a:lnTo>
                  <a:lnTo>
                    <a:pt x="874982" y="588383"/>
                  </a:lnTo>
                  <a:lnTo>
                    <a:pt x="820917" y="615958"/>
                  </a:lnTo>
                  <a:lnTo>
                    <a:pt x="1024615" y="615958"/>
                  </a:lnTo>
                  <a:lnTo>
                    <a:pt x="1047930" y="566212"/>
                  </a:lnTo>
                  <a:lnTo>
                    <a:pt x="1061088" y="522397"/>
                  </a:lnTo>
                  <a:lnTo>
                    <a:pt x="1070480" y="473894"/>
                  </a:lnTo>
                  <a:lnTo>
                    <a:pt x="1076110" y="420701"/>
                  </a:lnTo>
                  <a:lnTo>
                    <a:pt x="1077986" y="362818"/>
                  </a:lnTo>
                  <a:lnTo>
                    <a:pt x="1075935" y="299851"/>
                  </a:lnTo>
                  <a:lnTo>
                    <a:pt x="1069784" y="242880"/>
                  </a:lnTo>
                  <a:lnTo>
                    <a:pt x="1059532" y="191906"/>
                  </a:lnTo>
                  <a:lnTo>
                    <a:pt x="1045178" y="146928"/>
                  </a:lnTo>
                  <a:lnTo>
                    <a:pt x="1032249" y="119621"/>
                  </a:lnTo>
                  <a:close/>
                </a:path>
                <a:path w="1078229" h="736600">
                  <a:moveTo>
                    <a:pt x="0" y="563831"/>
                  </a:moveTo>
                  <a:lnTo>
                    <a:pt x="0" y="700335"/>
                  </a:lnTo>
                  <a:lnTo>
                    <a:pt x="37049" y="715972"/>
                  </a:lnTo>
                  <a:lnTo>
                    <a:pt x="79248" y="727142"/>
                  </a:lnTo>
                  <a:lnTo>
                    <a:pt x="126590" y="733845"/>
                  </a:lnTo>
                  <a:lnTo>
                    <a:pt x="179070" y="736079"/>
                  </a:lnTo>
                  <a:lnTo>
                    <a:pt x="239881" y="732449"/>
                  </a:lnTo>
                  <a:lnTo>
                    <a:pt x="293747" y="721559"/>
                  </a:lnTo>
                  <a:lnTo>
                    <a:pt x="340657" y="703409"/>
                  </a:lnTo>
                  <a:lnTo>
                    <a:pt x="380603" y="678000"/>
                  </a:lnTo>
                  <a:lnTo>
                    <a:pt x="412537" y="646361"/>
                  </a:lnTo>
                  <a:lnTo>
                    <a:pt x="431365" y="615958"/>
                  </a:lnTo>
                  <a:lnTo>
                    <a:pt x="166756" y="615958"/>
                  </a:lnTo>
                  <a:lnTo>
                    <a:pt x="120546" y="612700"/>
                  </a:lnTo>
                  <a:lnTo>
                    <a:pt x="77365" y="602928"/>
                  </a:lnTo>
                  <a:lnTo>
                    <a:pt x="37191" y="586638"/>
                  </a:lnTo>
                  <a:lnTo>
                    <a:pt x="0" y="563831"/>
                  </a:lnTo>
                  <a:close/>
                </a:path>
                <a:path w="1078229" h="736600">
                  <a:moveTo>
                    <a:pt x="421825" y="119621"/>
                  </a:moveTo>
                  <a:lnTo>
                    <a:pt x="165719" y="119621"/>
                  </a:lnTo>
                  <a:lnTo>
                    <a:pt x="212400" y="125050"/>
                  </a:lnTo>
                  <a:lnTo>
                    <a:pt x="245737" y="141337"/>
                  </a:lnTo>
                  <a:lnTo>
                    <a:pt x="265735" y="168479"/>
                  </a:lnTo>
                  <a:lnTo>
                    <a:pt x="272399" y="206477"/>
                  </a:lnTo>
                  <a:lnTo>
                    <a:pt x="263713" y="246867"/>
                  </a:lnTo>
                  <a:lnTo>
                    <a:pt x="237660" y="275717"/>
                  </a:lnTo>
                  <a:lnTo>
                    <a:pt x="194244" y="293028"/>
                  </a:lnTo>
                  <a:lnTo>
                    <a:pt x="133471" y="298798"/>
                  </a:lnTo>
                  <a:lnTo>
                    <a:pt x="72390" y="298798"/>
                  </a:lnTo>
                  <a:lnTo>
                    <a:pt x="72390" y="418907"/>
                  </a:lnTo>
                  <a:lnTo>
                    <a:pt x="138440" y="418907"/>
                  </a:lnTo>
                  <a:lnTo>
                    <a:pt x="172701" y="420522"/>
                  </a:lnTo>
                  <a:lnTo>
                    <a:pt x="229655" y="433430"/>
                  </a:lnTo>
                  <a:lnTo>
                    <a:pt x="270435" y="458986"/>
                  </a:lnTo>
                  <a:lnTo>
                    <a:pt x="291143" y="495722"/>
                  </a:lnTo>
                  <a:lnTo>
                    <a:pt x="293735" y="518184"/>
                  </a:lnTo>
                  <a:lnTo>
                    <a:pt x="291643" y="539988"/>
                  </a:lnTo>
                  <a:lnTo>
                    <a:pt x="274884" y="575975"/>
                  </a:lnTo>
                  <a:lnTo>
                    <a:pt x="241855" y="601447"/>
                  </a:lnTo>
                  <a:lnTo>
                    <a:pt x="195103" y="614346"/>
                  </a:lnTo>
                  <a:lnTo>
                    <a:pt x="166756" y="615958"/>
                  </a:lnTo>
                  <a:lnTo>
                    <a:pt x="431365" y="615958"/>
                  </a:lnTo>
                  <a:lnTo>
                    <a:pt x="435361" y="609506"/>
                  </a:lnTo>
                  <a:lnTo>
                    <a:pt x="449063" y="567438"/>
                  </a:lnTo>
                  <a:lnTo>
                    <a:pt x="453633" y="520159"/>
                  </a:lnTo>
                  <a:lnTo>
                    <a:pt x="450898" y="488442"/>
                  </a:lnTo>
                  <a:lnTo>
                    <a:pt x="429047" y="432726"/>
                  </a:lnTo>
                  <a:lnTo>
                    <a:pt x="386097" y="388271"/>
                  </a:lnTo>
                  <a:lnTo>
                    <a:pt x="326562" y="360852"/>
                  </a:lnTo>
                  <a:lnTo>
                    <a:pt x="290840" y="353888"/>
                  </a:lnTo>
                  <a:lnTo>
                    <a:pt x="290840" y="351400"/>
                  </a:lnTo>
                  <a:lnTo>
                    <a:pt x="341729" y="333137"/>
                  </a:lnTo>
                  <a:lnTo>
                    <a:pt x="381333" y="306535"/>
                  </a:lnTo>
                  <a:lnTo>
                    <a:pt x="409638" y="271593"/>
                  </a:lnTo>
                  <a:lnTo>
                    <a:pt x="426630" y="228311"/>
                  </a:lnTo>
                  <a:lnTo>
                    <a:pt x="432297" y="176689"/>
                  </a:lnTo>
                  <a:lnTo>
                    <a:pt x="428492" y="139317"/>
                  </a:lnTo>
                  <a:lnTo>
                    <a:pt x="421825" y="119621"/>
                  </a:lnTo>
                  <a:close/>
                </a:path>
                <a:path w="1078229" h="736600">
                  <a:moveTo>
                    <a:pt x="201411" y="0"/>
                  </a:moveTo>
                  <a:lnTo>
                    <a:pt x="153129" y="2357"/>
                  </a:lnTo>
                  <a:lnTo>
                    <a:pt x="107918" y="9429"/>
                  </a:lnTo>
                  <a:lnTo>
                    <a:pt x="65799" y="21216"/>
                  </a:lnTo>
                  <a:lnTo>
                    <a:pt x="26791" y="37719"/>
                  </a:lnTo>
                  <a:lnTo>
                    <a:pt x="26791" y="165783"/>
                  </a:lnTo>
                  <a:lnTo>
                    <a:pt x="60770" y="145581"/>
                  </a:lnTo>
                  <a:lnTo>
                    <a:pt x="95261" y="131156"/>
                  </a:lnTo>
                  <a:lnTo>
                    <a:pt x="130249" y="122504"/>
                  </a:lnTo>
                  <a:lnTo>
                    <a:pt x="165719" y="119621"/>
                  </a:lnTo>
                  <a:lnTo>
                    <a:pt x="421825" y="119621"/>
                  </a:lnTo>
                  <a:lnTo>
                    <a:pt x="417080" y="105605"/>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246" name="object 246"/>
            <p:cNvSpPr/>
            <p:nvPr/>
          </p:nvSpPr>
          <p:spPr>
            <a:xfrm>
              <a:off x="7340986" y="5499484"/>
              <a:ext cx="1078230" cy="736600"/>
            </a:xfrm>
            <a:custGeom>
              <a:avLst/>
              <a:gdLst/>
              <a:ahLst/>
              <a:cxnLst/>
              <a:rect l="l" t="t" r="r" b="b"/>
              <a:pathLst>
                <a:path w="1078229" h="736600">
                  <a:moveTo>
                    <a:pt x="822959" y="119621"/>
                  </a:moveTo>
                  <a:lnTo>
                    <a:pt x="766355" y="148022"/>
                  </a:lnTo>
                  <a:lnTo>
                    <a:pt x="746550" y="183522"/>
                  </a:lnTo>
                  <a:lnTo>
                    <a:pt x="732407" y="233222"/>
                  </a:lnTo>
                  <a:lnTo>
                    <a:pt x="723923" y="297123"/>
                  </a:lnTo>
                  <a:lnTo>
                    <a:pt x="721095" y="375224"/>
                  </a:lnTo>
                  <a:lnTo>
                    <a:pt x="723869" y="448784"/>
                  </a:lnTo>
                  <a:lnTo>
                    <a:pt x="732189" y="508969"/>
                  </a:lnTo>
                  <a:lnTo>
                    <a:pt x="746055" y="555778"/>
                  </a:lnTo>
                  <a:lnTo>
                    <a:pt x="765465" y="589211"/>
                  </a:lnTo>
                  <a:lnTo>
                    <a:pt x="820917" y="615958"/>
                  </a:lnTo>
                  <a:lnTo>
                    <a:pt x="850656" y="609064"/>
                  </a:lnTo>
                  <a:lnTo>
                    <a:pt x="893898" y="553914"/>
                  </a:lnTo>
                  <a:lnTo>
                    <a:pt x="907406" y="505657"/>
                  </a:lnTo>
                  <a:lnTo>
                    <a:pt x="915509" y="443614"/>
                  </a:lnTo>
                  <a:lnTo>
                    <a:pt x="918209" y="367783"/>
                  </a:lnTo>
                  <a:lnTo>
                    <a:pt x="915563" y="291958"/>
                  </a:lnTo>
                  <a:lnTo>
                    <a:pt x="907624" y="229918"/>
                  </a:lnTo>
                  <a:lnTo>
                    <a:pt x="894393" y="181664"/>
                  </a:lnTo>
                  <a:lnTo>
                    <a:pt x="875872" y="147196"/>
                  </a:lnTo>
                  <a:lnTo>
                    <a:pt x="822959" y="119621"/>
                  </a:lnTo>
                  <a:close/>
                </a:path>
                <a:path w="1078229" h="736600">
                  <a:moveTo>
                    <a:pt x="829817" y="0"/>
                  </a:moveTo>
                  <a:lnTo>
                    <a:pt x="872895" y="2998"/>
                  </a:lnTo>
                  <a:lnTo>
                    <a:pt x="911868" y="11994"/>
                  </a:lnTo>
                  <a:lnTo>
                    <a:pt x="977501" y="47977"/>
                  </a:lnTo>
                  <a:lnTo>
                    <a:pt x="1026722" y="107948"/>
                  </a:lnTo>
                  <a:lnTo>
                    <a:pt x="1045178" y="146928"/>
                  </a:lnTo>
                  <a:lnTo>
                    <a:pt x="1059532" y="191906"/>
                  </a:lnTo>
                  <a:lnTo>
                    <a:pt x="1069784" y="242880"/>
                  </a:lnTo>
                  <a:lnTo>
                    <a:pt x="1075935" y="299851"/>
                  </a:lnTo>
                  <a:lnTo>
                    <a:pt x="1077986" y="362818"/>
                  </a:lnTo>
                  <a:lnTo>
                    <a:pt x="1076110" y="420701"/>
                  </a:lnTo>
                  <a:lnTo>
                    <a:pt x="1070480" y="473894"/>
                  </a:lnTo>
                  <a:lnTo>
                    <a:pt x="1061088" y="522397"/>
                  </a:lnTo>
                  <a:lnTo>
                    <a:pt x="1047930" y="566212"/>
                  </a:lnTo>
                  <a:lnTo>
                    <a:pt x="1030999" y="605339"/>
                  </a:lnTo>
                  <a:lnTo>
                    <a:pt x="1010290" y="639781"/>
                  </a:lnTo>
                  <a:lnTo>
                    <a:pt x="980806" y="674444"/>
                  </a:lnTo>
                  <a:lnTo>
                    <a:pt x="946633" y="701407"/>
                  </a:lnTo>
                  <a:lnTo>
                    <a:pt x="907771" y="720668"/>
                  </a:lnTo>
                  <a:lnTo>
                    <a:pt x="864220" y="732226"/>
                  </a:lnTo>
                  <a:lnTo>
                    <a:pt x="815980" y="736079"/>
                  </a:lnTo>
                  <a:lnTo>
                    <a:pt x="771870" y="733130"/>
                  </a:lnTo>
                  <a:lnTo>
                    <a:pt x="731962" y="724281"/>
                  </a:lnTo>
                  <a:lnTo>
                    <a:pt x="696255" y="709533"/>
                  </a:lnTo>
                  <a:lnTo>
                    <a:pt x="637446" y="662342"/>
                  </a:lnTo>
                  <a:lnTo>
                    <a:pt x="614343" y="629898"/>
                  </a:lnTo>
                  <a:lnTo>
                    <a:pt x="595440" y="591555"/>
                  </a:lnTo>
                  <a:lnTo>
                    <a:pt x="580739" y="547314"/>
                  </a:lnTo>
                  <a:lnTo>
                    <a:pt x="570238" y="497175"/>
                  </a:lnTo>
                  <a:lnTo>
                    <a:pt x="563937" y="441137"/>
                  </a:lnTo>
                  <a:lnTo>
                    <a:pt x="561837" y="379201"/>
                  </a:lnTo>
                  <a:lnTo>
                    <a:pt x="563743" y="319934"/>
                  </a:lnTo>
                  <a:lnTo>
                    <a:pt x="569462" y="265564"/>
                  </a:lnTo>
                  <a:lnTo>
                    <a:pt x="578998" y="216089"/>
                  </a:lnTo>
                  <a:lnTo>
                    <a:pt x="592353" y="171510"/>
                  </a:lnTo>
                  <a:lnTo>
                    <a:pt x="609533" y="131826"/>
                  </a:lnTo>
                  <a:lnTo>
                    <a:pt x="630539" y="97036"/>
                  </a:lnTo>
                  <a:lnTo>
                    <a:pt x="660528" y="62118"/>
                  </a:lnTo>
                  <a:lnTo>
                    <a:pt x="695449" y="34950"/>
                  </a:lnTo>
                  <a:lnTo>
                    <a:pt x="735303" y="15537"/>
                  </a:lnTo>
                  <a:lnTo>
                    <a:pt x="780092" y="3885"/>
                  </a:lnTo>
                  <a:lnTo>
                    <a:pt x="829817" y="0"/>
                  </a:lnTo>
                  <a:close/>
                </a:path>
                <a:path w="1078229" h="736600">
                  <a:moveTo>
                    <a:pt x="201411" y="0"/>
                  </a:moveTo>
                  <a:lnTo>
                    <a:pt x="253043" y="3071"/>
                  </a:lnTo>
                  <a:lnTo>
                    <a:pt x="298585" y="12287"/>
                  </a:lnTo>
                  <a:lnTo>
                    <a:pt x="338053" y="27646"/>
                  </a:lnTo>
                  <a:lnTo>
                    <a:pt x="371459" y="49148"/>
                  </a:lnTo>
                  <a:lnTo>
                    <a:pt x="417080" y="105605"/>
                  </a:lnTo>
                  <a:lnTo>
                    <a:pt x="432297" y="176689"/>
                  </a:lnTo>
                  <a:lnTo>
                    <a:pt x="426630" y="228311"/>
                  </a:lnTo>
                  <a:lnTo>
                    <a:pt x="409638" y="271593"/>
                  </a:lnTo>
                  <a:lnTo>
                    <a:pt x="381333" y="306535"/>
                  </a:lnTo>
                  <a:lnTo>
                    <a:pt x="341729" y="333137"/>
                  </a:lnTo>
                  <a:lnTo>
                    <a:pt x="290840" y="351400"/>
                  </a:lnTo>
                  <a:lnTo>
                    <a:pt x="290840" y="353888"/>
                  </a:lnTo>
                  <a:lnTo>
                    <a:pt x="358307" y="372312"/>
                  </a:lnTo>
                  <a:lnTo>
                    <a:pt x="409955" y="408730"/>
                  </a:lnTo>
                  <a:lnTo>
                    <a:pt x="442699" y="459297"/>
                  </a:lnTo>
                  <a:lnTo>
                    <a:pt x="453633" y="520159"/>
                  </a:lnTo>
                  <a:lnTo>
                    <a:pt x="449063" y="567438"/>
                  </a:lnTo>
                  <a:lnTo>
                    <a:pt x="435361" y="609506"/>
                  </a:lnTo>
                  <a:lnTo>
                    <a:pt x="412537" y="646361"/>
                  </a:lnTo>
                  <a:lnTo>
                    <a:pt x="380603" y="678000"/>
                  </a:lnTo>
                  <a:lnTo>
                    <a:pt x="340657" y="703409"/>
                  </a:lnTo>
                  <a:lnTo>
                    <a:pt x="293747" y="721559"/>
                  </a:lnTo>
                  <a:lnTo>
                    <a:pt x="239881" y="732449"/>
                  </a:lnTo>
                  <a:lnTo>
                    <a:pt x="179069" y="736079"/>
                  </a:lnTo>
                  <a:lnTo>
                    <a:pt x="126590" y="733845"/>
                  </a:lnTo>
                  <a:lnTo>
                    <a:pt x="79247" y="727142"/>
                  </a:lnTo>
                  <a:lnTo>
                    <a:pt x="37049" y="715972"/>
                  </a:lnTo>
                  <a:lnTo>
                    <a:pt x="0" y="700335"/>
                  </a:lnTo>
                  <a:lnTo>
                    <a:pt x="0" y="563831"/>
                  </a:lnTo>
                  <a:lnTo>
                    <a:pt x="37191" y="586638"/>
                  </a:lnTo>
                  <a:lnTo>
                    <a:pt x="77365" y="602928"/>
                  </a:lnTo>
                  <a:lnTo>
                    <a:pt x="120546" y="612700"/>
                  </a:lnTo>
                  <a:lnTo>
                    <a:pt x="166756" y="615958"/>
                  </a:lnTo>
                  <a:lnTo>
                    <a:pt x="195103" y="614346"/>
                  </a:lnTo>
                  <a:lnTo>
                    <a:pt x="241855" y="601447"/>
                  </a:lnTo>
                  <a:lnTo>
                    <a:pt x="274884" y="575975"/>
                  </a:lnTo>
                  <a:lnTo>
                    <a:pt x="291643" y="539988"/>
                  </a:lnTo>
                  <a:lnTo>
                    <a:pt x="293735" y="518184"/>
                  </a:lnTo>
                  <a:lnTo>
                    <a:pt x="291143" y="495722"/>
                  </a:lnTo>
                  <a:lnTo>
                    <a:pt x="270435" y="458986"/>
                  </a:lnTo>
                  <a:lnTo>
                    <a:pt x="229655" y="433430"/>
                  </a:lnTo>
                  <a:lnTo>
                    <a:pt x="172701" y="420522"/>
                  </a:lnTo>
                  <a:lnTo>
                    <a:pt x="138440" y="418907"/>
                  </a:lnTo>
                  <a:lnTo>
                    <a:pt x="72389" y="418907"/>
                  </a:lnTo>
                  <a:lnTo>
                    <a:pt x="72389" y="298798"/>
                  </a:lnTo>
                  <a:lnTo>
                    <a:pt x="133471" y="298798"/>
                  </a:lnTo>
                  <a:lnTo>
                    <a:pt x="194244" y="293028"/>
                  </a:lnTo>
                  <a:lnTo>
                    <a:pt x="237660" y="275717"/>
                  </a:lnTo>
                  <a:lnTo>
                    <a:pt x="263713" y="246867"/>
                  </a:lnTo>
                  <a:lnTo>
                    <a:pt x="272399" y="206477"/>
                  </a:lnTo>
                  <a:lnTo>
                    <a:pt x="265735" y="168479"/>
                  </a:lnTo>
                  <a:lnTo>
                    <a:pt x="245737" y="141337"/>
                  </a:lnTo>
                  <a:lnTo>
                    <a:pt x="212400" y="125050"/>
                  </a:lnTo>
                  <a:lnTo>
                    <a:pt x="165719" y="119621"/>
                  </a:lnTo>
                  <a:lnTo>
                    <a:pt x="130249" y="122504"/>
                  </a:lnTo>
                  <a:lnTo>
                    <a:pt x="95261" y="131156"/>
                  </a:lnTo>
                  <a:lnTo>
                    <a:pt x="60770" y="145581"/>
                  </a:lnTo>
                  <a:lnTo>
                    <a:pt x="26791" y="165783"/>
                  </a:lnTo>
                  <a:lnTo>
                    <a:pt x="26791" y="37718"/>
                  </a:lnTo>
                  <a:lnTo>
                    <a:pt x="65799" y="21216"/>
                  </a:lnTo>
                  <a:lnTo>
                    <a:pt x="107918" y="9429"/>
                  </a:lnTo>
                  <a:lnTo>
                    <a:pt x="153129" y="2357"/>
                  </a:lnTo>
                  <a:lnTo>
                    <a:pt x="201411" y="0"/>
                  </a:lnTo>
                  <a:close/>
                </a:path>
              </a:pathLst>
            </a:custGeom>
            <a:ln w="12191">
              <a:solidFill>
                <a:srgbClr val="000000"/>
              </a:solidFill>
            </a:ln>
          </p:spPr>
          <p:txBody>
            <a:bodyPr wrap="square" lIns="0" tIns="0" rIns="0" bIns="0" rtlCol="0"/>
            <a:lstStyle/>
            <a:p>
              <a:endParaRPr/>
            </a:p>
          </p:txBody>
        </p:sp>
        <p:sp>
          <p:nvSpPr>
            <p:cNvPr id="247" name="object 247"/>
            <p:cNvSpPr/>
            <p:nvPr/>
          </p:nvSpPr>
          <p:spPr>
            <a:xfrm>
              <a:off x="6743700" y="5029200"/>
              <a:ext cx="2209800" cy="1658620"/>
            </a:xfrm>
            <a:custGeom>
              <a:avLst/>
              <a:gdLst/>
              <a:ahLst/>
              <a:cxnLst/>
              <a:rect l="l" t="t" r="r" b="b"/>
              <a:pathLst>
                <a:path w="2209800" h="1658620">
                  <a:moveTo>
                    <a:pt x="2209800" y="0"/>
                  </a:moveTo>
                  <a:lnTo>
                    <a:pt x="0" y="0"/>
                  </a:lnTo>
                  <a:lnTo>
                    <a:pt x="0" y="236220"/>
                  </a:lnTo>
                  <a:lnTo>
                    <a:pt x="0" y="1423670"/>
                  </a:lnTo>
                  <a:lnTo>
                    <a:pt x="0" y="1658620"/>
                  </a:lnTo>
                  <a:lnTo>
                    <a:pt x="2209800" y="1658620"/>
                  </a:lnTo>
                  <a:lnTo>
                    <a:pt x="2209800" y="1423670"/>
                  </a:lnTo>
                  <a:lnTo>
                    <a:pt x="235699" y="1423670"/>
                  </a:lnTo>
                  <a:lnTo>
                    <a:pt x="235699" y="236220"/>
                  </a:lnTo>
                  <a:lnTo>
                    <a:pt x="1974075" y="236220"/>
                  </a:lnTo>
                  <a:lnTo>
                    <a:pt x="1974075" y="1423225"/>
                  </a:lnTo>
                  <a:lnTo>
                    <a:pt x="2209800" y="1423225"/>
                  </a:lnTo>
                  <a:lnTo>
                    <a:pt x="2209800" y="236220"/>
                  </a:lnTo>
                  <a:lnTo>
                    <a:pt x="2209800" y="235712"/>
                  </a:lnTo>
                  <a:lnTo>
                    <a:pt x="2209800" y="0"/>
                  </a:lnTo>
                  <a:close/>
                </a:path>
              </a:pathLst>
            </a:custGeom>
            <a:solidFill>
              <a:srgbClr val="BAE0E3"/>
            </a:solidFill>
          </p:spPr>
          <p:txBody>
            <a:bodyPr wrap="square" lIns="0" tIns="0" rIns="0" bIns="0" rtlCol="0"/>
            <a:lstStyle/>
            <a:p>
              <a:endParaRPr/>
            </a:p>
          </p:txBody>
        </p:sp>
        <p:sp>
          <p:nvSpPr>
            <p:cNvPr id="248" name="object 248"/>
            <p:cNvSpPr/>
            <p:nvPr/>
          </p:nvSpPr>
          <p:spPr>
            <a:xfrm>
              <a:off x="6743699" y="5029200"/>
              <a:ext cx="2209800" cy="1659255"/>
            </a:xfrm>
            <a:custGeom>
              <a:avLst/>
              <a:gdLst/>
              <a:ahLst/>
              <a:cxnLst/>
              <a:rect l="l" t="t" r="r" b="b"/>
              <a:pathLst>
                <a:path w="2209800" h="1659254">
                  <a:moveTo>
                    <a:pt x="0" y="0"/>
                  </a:moveTo>
                  <a:lnTo>
                    <a:pt x="2209799" y="0"/>
                  </a:lnTo>
                  <a:lnTo>
                    <a:pt x="2209799" y="1658934"/>
                  </a:lnTo>
                  <a:lnTo>
                    <a:pt x="0" y="1658934"/>
                  </a:lnTo>
                  <a:lnTo>
                    <a:pt x="0" y="0"/>
                  </a:lnTo>
                  <a:close/>
                </a:path>
                <a:path w="2209800" h="1659254">
                  <a:moveTo>
                    <a:pt x="235701" y="1423214"/>
                  </a:moveTo>
                  <a:lnTo>
                    <a:pt x="1974085" y="1423214"/>
                  </a:lnTo>
                  <a:lnTo>
                    <a:pt x="1974085" y="235707"/>
                  </a:lnTo>
                  <a:lnTo>
                    <a:pt x="235701" y="235707"/>
                  </a:lnTo>
                  <a:lnTo>
                    <a:pt x="235701" y="1423214"/>
                  </a:lnTo>
                  <a:close/>
                </a:path>
              </a:pathLst>
            </a:custGeom>
            <a:ln w="57149">
              <a:solidFill>
                <a:srgbClr val="88A3A6"/>
              </a:solidFill>
            </a:ln>
          </p:spPr>
          <p:txBody>
            <a:bodyPr wrap="square" lIns="0" tIns="0" rIns="0" bIns="0" rtlCol="0"/>
            <a:lstStyle/>
            <a:p>
              <a:endParaRPr/>
            </a:p>
          </p:txBody>
        </p:sp>
        <p:sp>
          <p:nvSpPr>
            <p:cNvPr id="249" name="object 249"/>
            <p:cNvSpPr/>
            <p:nvPr/>
          </p:nvSpPr>
          <p:spPr>
            <a:xfrm>
              <a:off x="5637276" y="1700274"/>
              <a:ext cx="3362340" cy="2592324"/>
            </a:xfrm>
            <a:prstGeom prst="rect">
              <a:avLst/>
            </a:prstGeom>
            <a:blipFill>
              <a:blip r:embed="rId104" cstate="print"/>
              <a:stretch>
                <a:fillRect/>
              </a:stretch>
            </a:blip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6110" y="1789629"/>
            <a:ext cx="2428240" cy="1031875"/>
          </a:xfrm>
          <a:prstGeom prst="rect">
            <a:avLst/>
          </a:prstGeom>
        </p:spPr>
        <p:txBody>
          <a:bodyPr vert="horz" wrap="square" lIns="0" tIns="12700" rIns="0" bIns="0" rtlCol="0">
            <a:spAutoFit/>
          </a:bodyPr>
          <a:lstStyle/>
          <a:p>
            <a:pPr marL="12700">
              <a:lnSpc>
                <a:spcPct val="100000"/>
              </a:lnSpc>
              <a:spcBef>
                <a:spcPts val="100"/>
              </a:spcBef>
            </a:pPr>
            <a:r>
              <a:rPr sz="9900" b="1" spc="-502" baseline="-5050" dirty="0">
                <a:solidFill>
                  <a:srgbClr val="0D0D0D"/>
                </a:solidFill>
                <a:latin typeface="Courier New"/>
                <a:cs typeface="Courier New"/>
              </a:rPr>
              <a:t>A</a:t>
            </a:r>
            <a:r>
              <a:rPr sz="9900" b="1" spc="-2662" baseline="-5050" dirty="0">
                <a:solidFill>
                  <a:srgbClr val="0D0D0D"/>
                </a:solidFill>
                <a:latin typeface="Courier New"/>
                <a:cs typeface="Courier New"/>
              </a:rPr>
              <a:t> </a:t>
            </a:r>
            <a:r>
              <a:rPr sz="3600" dirty="0">
                <a:solidFill>
                  <a:srgbClr val="FFFFFF"/>
                </a:solidFill>
                <a:latin typeface="Arial"/>
                <a:cs typeface="Arial"/>
              </a:rPr>
              <a:t>Merging</a:t>
            </a:r>
            <a:endParaRPr sz="3600">
              <a:latin typeface="Arial"/>
              <a:cs typeface="Arial"/>
            </a:endParaRPr>
          </a:p>
        </p:txBody>
      </p:sp>
      <p:sp>
        <p:nvSpPr>
          <p:cNvPr id="3" name="object 3"/>
          <p:cNvSpPr/>
          <p:nvPr/>
        </p:nvSpPr>
        <p:spPr>
          <a:xfrm>
            <a:off x="1946983" y="755203"/>
            <a:ext cx="1116965" cy="0"/>
          </a:xfrm>
          <a:custGeom>
            <a:avLst/>
            <a:gdLst/>
            <a:ahLst/>
            <a:cxnLst/>
            <a:rect l="l" t="t" r="r" b="b"/>
            <a:pathLst>
              <a:path w="1116964">
                <a:moveTo>
                  <a:pt x="0" y="0"/>
                </a:moveTo>
                <a:lnTo>
                  <a:pt x="1116879" y="0"/>
                </a:lnTo>
              </a:path>
            </a:pathLst>
          </a:custGeom>
          <a:ln w="35683">
            <a:solidFill>
              <a:srgbClr val="FEFE00"/>
            </a:solidFill>
          </a:ln>
        </p:spPr>
        <p:txBody>
          <a:bodyPr wrap="square" lIns="0" tIns="0" rIns="0" bIns="0" rtlCol="0"/>
          <a:lstStyle/>
          <a:p>
            <a:endParaRPr/>
          </a:p>
        </p:txBody>
      </p:sp>
      <p:sp>
        <p:nvSpPr>
          <p:cNvPr id="4" name="object 4"/>
          <p:cNvSpPr txBox="1">
            <a:spLocks noGrp="1"/>
          </p:cNvSpPr>
          <p:nvPr>
            <p:ph type="title"/>
          </p:nvPr>
        </p:nvSpPr>
        <p:spPr>
          <a:xfrm>
            <a:off x="256441" y="151251"/>
            <a:ext cx="8408670" cy="1244600"/>
          </a:xfrm>
          <a:prstGeom prst="rect">
            <a:avLst/>
          </a:prstGeom>
        </p:spPr>
        <p:txBody>
          <a:bodyPr vert="horz" wrap="square" lIns="0" tIns="12065" rIns="0" bIns="0" rtlCol="0">
            <a:spAutoFit/>
          </a:bodyPr>
          <a:lstStyle/>
          <a:p>
            <a:pPr marL="12700" marR="5080" indent="280035">
              <a:lnSpc>
                <a:spcPct val="100000"/>
              </a:lnSpc>
              <a:spcBef>
                <a:spcPts val="95"/>
              </a:spcBef>
              <a:tabLst>
                <a:tab pos="1129665" algn="l"/>
                <a:tab pos="1409700" algn="l"/>
                <a:tab pos="3088005" algn="l"/>
                <a:tab pos="3365500" algn="l"/>
                <a:tab pos="4203700" algn="l"/>
                <a:tab pos="4762500" algn="l"/>
                <a:tab pos="5601335" algn="l"/>
                <a:tab pos="6998970" algn="l"/>
              </a:tabLst>
            </a:pPr>
            <a:r>
              <a:rPr sz="4000" b="0" spc="-204" dirty="0">
                <a:latin typeface="Courier New"/>
                <a:cs typeface="Courier New"/>
              </a:rPr>
              <a:t>Q5:</a:t>
            </a:r>
            <a:r>
              <a:rPr sz="4000" b="0" spc="-204" dirty="0">
                <a:latin typeface="Times New Roman"/>
                <a:cs typeface="Times New Roman"/>
              </a:rPr>
              <a:t>		</a:t>
            </a:r>
            <a:r>
              <a:rPr sz="4000" b="0" spc="-204" dirty="0">
                <a:latin typeface="Courier New"/>
                <a:cs typeface="Courier New"/>
              </a:rPr>
              <a:t>_</a:t>
            </a:r>
            <a:r>
              <a:rPr sz="4000" b="0" spc="-204" dirty="0">
                <a:latin typeface="Times New Roman"/>
                <a:cs typeface="Times New Roman"/>
              </a:rPr>
              <a:t>	</a:t>
            </a:r>
            <a:r>
              <a:rPr sz="4000" b="0" spc="-204" dirty="0">
                <a:latin typeface="Courier New"/>
                <a:cs typeface="Courier New"/>
              </a:rPr>
              <a:t>involves</a:t>
            </a:r>
            <a:r>
              <a:rPr sz="4000" b="0" spc="-204" dirty="0">
                <a:latin typeface="Times New Roman"/>
                <a:cs typeface="Times New Roman"/>
              </a:rPr>
              <a:t>	</a:t>
            </a:r>
            <a:r>
              <a:rPr sz="4000" b="0" spc="-204" dirty="0">
                <a:latin typeface="Courier New"/>
                <a:cs typeface="Courier New"/>
              </a:rPr>
              <a:t>arranging  the</a:t>
            </a:r>
            <a:r>
              <a:rPr sz="4000" b="0" dirty="0">
                <a:latin typeface="Times New Roman"/>
                <a:cs typeface="Times New Roman"/>
              </a:rPr>
              <a:t>	</a:t>
            </a:r>
            <a:r>
              <a:rPr sz="4000" b="0" spc="-204" dirty="0">
                <a:latin typeface="Courier New"/>
                <a:cs typeface="Courier New"/>
              </a:rPr>
              <a:t>recor</a:t>
            </a:r>
            <a:r>
              <a:rPr sz="4000" b="0" spc="-195" dirty="0">
                <a:latin typeface="Courier New"/>
                <a:cs typeface="Courier New"/>
              </a:rPr>
              <a:t>d</a:t>
            </a:r>
            <a:r>
              <a:rPr sz="4000" b="0" spc="-204" dirty="0">
                <a:latin typeface="Courier New"/>
                <a:cs typeface="Courier New"/>
              </a:rPr>
              <a:t>s</a:t>
            </a:r>
            <a:r>
              <a:rPr sz="4000" b="0" dirty="0">
                <a:latin typeface="Times New Roman"/>
                <a:cs typeface="Times New Roman"/>
              </a:rPr>
              <a:t>		</a:t>
            </a:r>
            <a:r>
              <a:rPr sz="4000" b="0" spc="-204" dirty="0">
                <a:latin typeface="Courier New"/>
                <a:cs typeface="Courier New"/>
              </a:rPr>
              <a:t>in</a:t>
            </a:r>
            <a:r>
              <a:rPr sz="4000" b="0" dirty="0">
                <a:latin typeface="Times New Roman"/>
                <a:cs typeface="Times New Roman"/>
              </a:rPr>
              <a:t>	</a:t>
            </a:r>
            <a:r>
              <a:rPr sz="4000" b="0" spc="-204" dirty="0">
                <a:latin typeface="Courier New"/>
                <a:cs typeface="Courier New"/>
              </a:rPr>
              <a:t>a</a:t>
            </a:r>
            <a:r>
              <a:rPr sz="4000" b="0" dirty="0">
                <a:latin typeface="Times New Roman"/>
                <a:cs typeface="Times New Roman"/>
              </a:rPr>
              <a:t>	</a:t>
            </a:r>
            <a:r>
              <a:rPr sz="4000" b="0" spc="-204" dirty="0">
                <a:latin typeface="Courier New"/>
                <a:cs typeface="Courier New"/>
              </a:rPr>
              <a:t>lo</a:t>
            </a:r>
            <a:r>
              <a:rPr sz="4000" b="0" spc="-195" dirty="0">
                <a:latin typeface="Courier New"/>
                <a:cs typeface="Courier New"/>
              </a:rPr>
              <a:t>g</a:t>
            </a:r>
            <a:r>
              <a:rPr sz="4000" b="0" spc="-204" dirty="0">
                <a:latin typeface="Courier New"/>
                <a:cs typeface="Courier New"/>
              </a:rPr>
              <a:t>ical</a:t>
            </a:r>
            <a:r>
              <a:rPr sz="4000" b="0" dirty="0">
                <a:latin typeface="Times New Roman"/>
                <a:cs typeface="Times New Roman"/>
              </a:rPr>
              <a:t>	</a:t>
            </a:r>
            <a:r>
              <a:rPr sz="4000" b="0" spc="-204" dirty="0">
                <a:latin typeface="Courier New"/>
                <a:cs typeface="Courier New"/>
              </a:rPr>
              <a:t>order</a:t>
            </a:r>
            <a:endParaRPr sz="4000">
              <a:latin typeface="Courier New"/>
              <a:cs typeface="Courier New"/>
            </a:endParaRPr>
          </a:p>
        </p:txBody>
      </p:sp>
      <p:sp>
        <p:nvSpPr>
          <p:cNvPr id="5" name="object 5"/>
          <p:cNvSpPr txBox="1"/>
          <p:nvPr/>
        </p:nvSpPr>
        <p:spPr>
          <a:xfrm>
            <a:off x="1208090" y="2951095"/>
            <a:ext cx="4114800" cy="914400"/>
          </a:xfrm>
          <a:prstGeom prst="rect">
            <a:avLst/>
          </a:prstGeom>
          <a:solidFill>
            <a:srgbClr val="000000">
              <a:alpha val="85096"/>
            </a:srgbClr>
          </a:solidFill>
          <a:ln w="57149">
            <a:solidFill>
              <a:srgbClr val="C00000"/>
            </a:solidFill>
          </a:ln>
        </p:spPr>
        <p:txBody>
          <a:bodyPr vert="horz" wrap="square" lIns="0" tIns="132080" rIns="0" bIns="0" rtlCol="0">
            <a:spAutoFit/>
          </a:bodyPr>
          <a:lstStyle/>
          <a:p>
            <a:pPr marL="153035">
              <a:lnSpc>
                <a:spcPct val="100000"/>
              </a:lnSpc>
              <a:spcBef>
                <a:spcPts val="1040"/>
              </a:spcBef>
            </a:pPr>
            <a:r>
              <a:rPr sz="3600" dirty="0">
                <a:solidFill>
                  <a:srgbClr val="FFFFFF"/>
                </a:solidFill>
                <a:latin typeface="Arial"/>
                <a:cs typeface="Arial"/>
              </a:rPr>
              <a:t>Sorting</a:t>
            </a:r>
            <a:endParaRPr sz="3600">
              <a:latin typeface="Arial"/>
              <a:cs typeface="Arial"/>
            </a:endParaRPr>
          </a:p>
        </p:txBody>
      </p:sp>
      <p:sp>
        <p:nvSpPr>
          <p:cNvPr id="6" name="object 6"/>
          <p:cNvSpPr txBox="1"/>
          <p:nvPr/>
        </p:nvSpPr>
        <p:spPr>
          <a:xfrm>
            <a:off x="1403101" y="4017650"/>
            <a:ext cx="2085339"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FFFFFF"/>
                </a:solidFill>
                <a:latin typeface="Arial"/>
                <a:cs typeface="Arial"/>
              </a:rPr>
              <a:t>Searching</a:t>
            </a:r>
            <a:endParaRPr sz="3600">
              <a:latin typeface="Arial"/>
              <a:cs typeface="Arial"/>
            </a:endParaRPr>
          </a:p>
        </p:txBody>
      </p:sp>
      <p:grpSp>
        <p:nvGrpSpPr>
          <p:cNvPr id="7" name="object 7"/>
          <p:cNvGrpSpPr/>
          <p:nvPr/>
        </p:nvGrpSpPr>
        <p:grpSpPr>
          <a:xfrm>
            <a:off x="474659" y="2906765"/>
            <a:ext cx="685800" cy="1790700"/>
            <a:chOff x="474659" y="2906765"/>
            <a:chExt cx="685800" cy="1790700"/>
          </a:xfrm>
        </p:grpSpPr>
        <p:sp>
          <p:nvSpPr>
            <p:cNvPr id="8" name="object 8"/>
            <p:cNvSpPr/>
            <p:nvPr/>
          </p:nvSpPr>
          <p:spPr>
            <a:xfrm>
              <a:off x="487359" y="2919465"/>
              <a:ext cx="650875" cy="838200"/>
            </a:xfrm>
            <a:custGeom>
              <a:avLst/>
              <a:gdLst/>
              <a:ahLst/>
              <a:cxnLst/>
              <a:rect l="l" t="t" r="r" b="b"/>
              <a:pathLst>
                <a:path w="650875" h="838200">
                  <a:moveTo>
                    <a:pt x="325444" y="0"/>
                  </a:moveTo>
                  <a:lnTo>
                    <a:pt x="284621" y="3264"/>
                  </a:lnTo>
                  <a:lnTo>
                    <a:pt x="245311" y="12795"/>
                  </a:lnTo>
                  <a:lnTo>
                    <a:pt x="207819" y="28202"/>
                  </a:lnTo>
                  <a:lnTo>
                    <a:pt x="172451" y="49091"/>
                  </a:lnTo>
                  <a:lnTo>
                    <a:pt x="139511" y="75071"/>
                  </a:lnTo>
                  <a:lnTo>
                    <a:pt x="109303" y="105749"/>
                  </a:lnTo>
                  <a:lnTo>
                    <a:pt x="82134" y="140733"/>
                  </a:lnTo>
                  <a:lnTo>
                    <a:pt x="58308" y="179631"/>
                  </a:lnTo>
                  <a:lnTo>
                    <a:pt x="38130" y="222050"/>
                  </a:lnTo>
                  <a:lnTo>
                    <a:pt x="21906" y="267599"/>
                  </a:lnTo>
                  <a:lnTo>
                    <a:pt x="9939" y="315885"/>
                  </a:lnTo>
                  <a:lnTo>
                    <a:pt x="2535" y="366516"/>
                  </a:lnTo>
                  <a:lnTo>
                    <a:pt x="0" y="419099"/>
                  </a:lnTo>
                  <a:lnTo>
                    <a:pt x="2535" y="471659"/>
                  </a:lnTo>
                  <a:lnTo>
                    <a:pt x="9939" y="522274"/>
                  </a:lnTo>
                  <a:lnTo>
                    <a:pt x="21906" y="570550"/>
                  </a:lnTo>
                  <a:lnTo>
                    <a:pt x="38130" y="616095"/>
                  </a:lnTo>
                  <a:lnTo>
                    <a:pt x="58308" y="658515"/>
                  </a:lnTo>
                  <a:lnTo>
                    <a:pt x="82134" y="697417"/>
                  </a:lnTo>
                  <a:lnTo>
                    <a:pt x="109303" y="732408"/>
                  </a:lnTo>
                  <a:lnTo>
                    <a:pt x="139511" y="763095"/>
                  </a:lnTo>
                  <a:lnTo>
                    <a:pt x="172451" y="789084"/>
                  </a:lnTo>
                  <a:lnTo>
                    <a:pt x="207819" y="809982"/>
                  </a:lnTo>
                  <a:lnTo>
                    <a:pt x="245311" y="825396"/>
                  </a:lnTo>
                  <a:lnTo>
                    <a:pt x="284621" y="834933"/>
                  </a:lnTo>
                  <a:lnTo>
                    <a:pt x="325444" y="838199"/>
                  </a:lnTo>
                  <a:lnTo>
                    <a:pt x="366264" y="834933"/>
                  </a:lnTo>
                  <a:lnTo>
                    <a:pt x="405572" y="825396"/>
                  </a:lnTo>
                  <a:lnTo>
                    <a:pt x="443062" y="809982"/>
                  </a:lnTo>
                  <a:lnTo>
                    <a:pt x="478429" y="789084"/>
                  </a:lnTo>
                  <a:lnTo>
                    <a:pt x="511368" y="763095"/>
                  </a:lnTo>
                  <a:lnTo>
                    <a:pt x="541575" y="732408"/>
                  </a:lnTo>
                  <a:lnTo>
                    <a:pt x="568744" y="697417"/>
                  </a:lnTo>
                  <a:lnTo>
                    <a:pt x="592569" y="658515"/>
                  </a:lnTo>
                  <a:lnTo>
                    <a:pt x="612747" y="616095"/>
                  </a:lnTo>
                  <a:lnTo>
                    <a:pt x="628972" y="570550"/>
                  </a:lnTo>
                  <a:lnTo>
                    <a:pt x="640939" y="522274"/>
                  </a:lnTo>
                  <a:lnTo>
                    <a:pt x="648343" y="471659"/>
                  </a:lnTo>
                  <a:lnTo>
                    <a:pt x="650879" y="419099"/>
                  </a:lnTo>
                  <a:lnTo>
                    <a:pt x="648343" y="366516"/>
                  </a:lnTo>
                  <a:lnTo>
                    <a:pt x="640939" y="315885"/>
                  </a:lnTo>
                  <a:lnTo>
                    <a:pt x="628972" y="267599"/>
                  </a:lnTo>
                  <a:lnTo>
                    <a:pt x="612747" y="222050"/>
                  </a:lnTo>
                  <a:lnTo>
                    <a:pt x="592569" y="179631"/>
                  </a:lnTo>
                  <a:lnTo>
                    <a:pt x="568744" y="140733"/>
                  </a:lnTo>
                  <a:lnTo>
                    <a:pt x="541575" y="105749"/>
                  </a:lnTo>
                  <a:lnTo>
                    <a:pt x="511368" y="75071"/>
                  </a:lnTo>
                  <a:lnTo>
                    <a:pt x="478429" y="49091"/>
                  </a:lnTo>
                  <a:lnTo>
                    <a:pt x="443062" y="28202"/>
                  </a:lnTo>
                  <a:lnTo>
                    <a:pt x="405572" y="12795"/>
                  </a:lnTo>
                  <a:lnTo>
                    <a:pt x="366264" y="3264"/>
                  </a:lnTo>
                  <a:lnTo>
                    <a:pt x="325444" y="0"/>
                  </a:lnTo>
                  <a:close/>
                </a:path>
              </a:pathLst>
            </a:custGeom>
            <a:solidFill>
              <a:srgbClr val="00AFF0"/>
            </a:solidFill>
          </p:spPr>
          <p:txBody>
            <a:bodyPr wrap="square" lIns="0" tIns="0" rIns="0" bIns="0" rtlCol="0"/>
            <a:lstStyle/>
            <a:p>
              <a:endParaRPr/>
            </a:p>
          </p:txBody>
        </p:sp>
        <p:sp>
          <p:nvSpPr>
            <p:cNvPr id="9" name="object 9"/>
            <p:cNvSpPr/>
            <p:nvPr/>
          </p:nvSpPr>
          <p:spPr>
            <a:xfrm>
              <a:off x="487359" y="2919465"/>
              <a:ext cx="650875" cy="838200"/>
            </a:xfrm>
            <a:custGeom>
              <a:avLst/>
              <a:gdLst/>
              <a:ahLst/>
              <a:cxnLst/>
              <a:rect l="l" t="t" r="r" b="b"/>
              <a:pathLst>
                <a:path w="650875" h="838200">
                  <a:moveTo>
                    <a:pt x="0" y="419099"/>
                  </a:moveTo>
                  <a:lnTo>
                    <a:pt x="2535" y="366516"/>
                  </a:lnTo>
                  <a:lnTo>
                    <a:pt x="9939" y="315885"/>
                  </a:lnTo>
                  <a:lnTo>
                    <a:pt x="21906" y="267599"/>
                  </a:lnTo>
                  <a:lnTo>
                    <a:pt x="38130" y="222050"/>
                  </a:lnTo>
                  <a:lnTo>
                    <a:pt x="58308" y="179631"/>
                  </a:lnTo>
                  <a:lnTo>
                    <a:pt x="82134" y="140733"/>
                  </a:lnTo>
                  <a:lnTo>
                    <a:pt x="109303" y="105749"/>
                  </a:lnTo>
                  <a:lnTo>
                    <a:pt x="139511" y="75071"/>
                  </a:lnTo>
                  <a:lnTo>
                    <a:pt x="172451" y="49091"/>
                  </a:lnTo>
                  <a:lnTo>
                    <a:pt x="207819" y="28202"/>
                  </a:lnTo>
                  <a:lnTo>
                    <a:pt x="245311" y="12795"/>
                  </a:lnTo>
                  <a:lnTo>
                    <a:pt x="284621" y="3264"/>
                  </a:lnTo>
                  <a:lnTo>
                    <a:pt x="325444" y="0"/>
                  </a:lnTo>
                  <a:lnTo>
                    <a:pt x="366264" y="3264"/>
                  </a:lnTo>
                  <a:lnTo>
                    <a:pt x="405572" y="12795"/>
                  </a:lnTo>
                  <a:lnTo>
                    <a:pt x="443062" y="28202"/>
                  </a:lnTo>
                  <a:lnTo>
                    <a:pt x="478429" y="49091"/>
                  </a:lnTo>
                  <a:lnTo>
                    <a:pt x="511368" y="75071"/>
                  </a:lnTo>
                  <a:lnTo>
                    <a:pt x="541575" y="105749"/>
                  </a:lnTo>
                  <a:lnTo>
                    <a:pt x="568744" y="140733"/>
                  </a:lnTo>
                  <a:lnTo>
                    <a:pt x="592569" y="179631"/>
                  </a:lnTo>
                  <a:lnTo>
                    <a:pt x="612747" y="222050"/>
                  </a:lnTo>
                  <a:lnTo>
                    <a:pt x="628972" y="267599"/>
                  </a:lnTo>
                  <a:lnTo>
                    <a:pt x="640939" y="315885"/>
                  </a:lnTo>
                  <a:lnTo>
                    <a:pt x="648343" y="366516"/>
                  </a:lnTo>
                  <a:lnTo>
                    <a:pt x="650879" y="419099"/>
                  </a:lnTo>
                  <a:lnTo>
                    <a:pt x="648343" y="471659"/>
                  </a:lnTo>
                  <a:lnTo>
                    <a:pt x="640939" y="522274"/>
                  </a:lnTo>
                  <a:lnTo>
                    <a:pt x="628972" y="570550"/>
                  </a:lnTo>
                  <a:lnTo>
                    <a:pt x="612747" y="616095"/>
                  </a:lnTo>
                  <a:lnTo>
                    <a:pt x="592569" y="658515"/>
                  </a:lnTo>
                  <a:lnTo>
                    <a:pt x="568744" y="697417"/>
                  </a:lnTo>
                  <a:lnTo>
                    <a:pt x="541575" y="732408"/>
                  </a:lnTo>
                  <a:lnTo>
                    <a:pt x="511368" y="763095"/>
                  </a:lnTo>
                  <a:lnTo>
                    <a:pt x="478429" y="789084"/>
                  </a:lnTo>
                  <a:lnTo>
                    <a:pt x="443062" y="809982"/>
                  </a:lnTo>
                  <a:lnTo>
                    <a:pt x="405572" y="825396"/>
                  </a:lnTo>
                  <a:lnTo>
                    <a:pt x="366264" y="834933"/>
                  </a:lnTo>
                  <a:lnTo>
                    <a:pt x="325444" y="838199"/>
                  </a:lnTo>
                  <a:lnTo>
                    <a:pt x="284621" y="834933"/>
                  </a:lnTo>
                  <a:lnTo>
                    <a:pt x="245311" y="825396"/>
                  </a:lnTo>
                  <a:lnTo>
                    <a:pt x="207819" y="809982"/>
                  </a:lnTo>
                  <a:lnTo>
                    <a:pt x="172451" y="789084"/>
                  </a:lnTo>
                  <a:lnTo>
                    <a:pt x="139511" y="763095"/>
                  </a:lnTo>
                  <a:lnTo>
                    <a:pt x="109303" y="732408"/>
                  </a:lnTo>
                  <a:lnTo>
                    <a:pt x="82134" y="697417"/>
                  </a:lnTo>
                  <a:lnTo>
                    <a:pt x="58308" y="658515"/>
                  </a:lnTo>
                  <a:lnTo>
                    <a:pt x="38130" y="616095"/>
                  </a:lnTo>
                  <a:lnTo>
                    <a:pt x="21906" y="570550"/>
                  </a:lnTo>
                  <a:lnTo>
                    <a:pt x="9939" y="522274"/>
                  </a:lnTo>
                  <a:lnTo>
                    <a:pt x="2535" y="471659"/>
                  </a:lnTo>
                  <a:lnTo>
                    <a:pt x="0" y="419099"/>
                  </a:lnTo>
                  <a:close/>
                </a:path>
              </a:pathLst>
            </a:custGeom>
            <a:ln w="25399">
              <a:solidFill>
                <a:srgbClr val="000000"/>
              </a:solidFill>
            </a:ln>
          </p:spPr>
          <p:txBody>
            <a:bodyPr wrap="square" lIns="0" tIns="0" rIns="0" bIns="0" rtlCol="0"/>
            <a:lstStyle/>
            <a:p>
              <a:endParaRPr/>
            </a:p>
          </p:txBody>
        </p:sp>
        <p:sp>
          <p:nvSpPr>
            <p:cNvPr id="10" name="object 10"/>
            <p:cNvSpPr/>
            <p:nvPr/>
          </p:nvSpPr>
          <p:spPr>
            <a:xfrm>
              <a:off x="504824" y="3857625"/>
              <a:ext cx="643255" cy="827405"/>
            </a:xfrm>
            <a:custGeom>
              <a:avLst/>
              <a:gdLst/>
              <a:ahLst/>
              <a:cxnLst/>
              <a:rect l="l" t="t" r="r" b="b"/>
              <a:pathLst>
                <a:path w="643255" h="827404">
                  <a:moveTo>
                    <a:pt x="321481" y="0"/>
                  </a:moveTo>
                  <a:lnTo>
                    <a:pt x="281156" y="3222"/>
                  </a:lnTo>
                  <a:lnTo>
                    <a:pt x="242325" y="12630"/>
                  </a:lnTo>
                  <a:lnTo>
                    <a:pt x="205290" y="27837"/>
                  </a:lnTo>
                  <a:lnTo>
                    <a:pt x="170353" y="48455"/>
                  </a:lnTo>
                  <a:lnTo>
                    <a:pt x="137813" y="74096"/>
                  </a:lnTo>
                  <a:lnTo>
                    <a:pt x="107974" y="104371"/>
                  </a:lnTo>
                  <a:lnTo>
                    <a:pt x="81135" y="138895"/>
                  </a:lnTo>
                  <a:lnTo>
                    <a:pt x="57599" y="177277"/>
                  </a:lnTo>
                  <a:lnTo>
                    <a:pt x="37667" y="219132"/>
                  </a:lnTo>
                  <a:lnTo>
                    <a:pt x="21639" y="264071"/>
                  </a:lnTo>
                  <a:lnTo>
                    <a:pt x="9818" y="311707"/>
                  </a:lnTo>
                  <a:lnTo>
                    <a:pt x="2504" y="361651"/>
                  </a:lnTo>
                  <a:lnTo>
                    <a:pt x="0" y="413516"/>
                  </a:lnTo>
                  <a:lnTo>
                    <a:pt x="2504" y="465404"/>
                  </a:lnTo>
                  <a:lnTo>
                    <a:pt x="9818" y="515363"/>
                  </a:lnTo>
                  <a:lnTo>
                    <a:pt x="21639" y="563007"/>
                  </a:lnTo>
                  <a:lnTo>
                    <a:pt x="37667" y="607949"/>
                  </a:lnTo>
                  <a:lnTo>
                    <a:pt x="57599" y="649802"/>
                  </a:lnTo>
                  <a:lnTo>
                    <a:pt x="81135" y="688179"/>
                  </a:lnTo>
                  <a:lnTo>
                    <a:pt x="107974" y="722694"/>
                  </a:lnTo>
                  <a:lnTo>
                    <a:pt x="137813" y="752960"/>
                  </a:lnTo>
                  <a:lnTo>
                    <a:pt x="170353" y="778590"/>
                  </a:lnTo>
                  <a:lnTo>
                    <a:pt x="205290" y="799198"/>
                  </a:lnTo>
                  <a:lnTo>
                    <a:pt x="242325" y="814396"/>
                  </a:lnTo>
                  <a:lnTo>
                    <a:pt x="281156" y="823799"/>
                  </a:lnTo>
                  <a:lnTo>
                    <a:pt x="321481" y="827019"/>
                  </a:lnTo>
                  <a:lnTo>
                    <a:pt x="361801" y="823799"/>
                  </a:lnTo>
                  <a:lnTo>
                    <a:pt x="400628" y="814396"/>
                  </a:lnTo>
                  <a:lnTo>
                    <a:pt x="437659" y="799198"/>
                  </a:lnTo>
                  <a:lnTo>
                    <a:pt x="472594" y="778590"/>
                  </a:lnTo>
                  <a:lnTo>
                    <a:pt x="505130" y="752960"/>
                  </a:lnTo>
                  <a:lnTo>
                    <a:pt x="534968" y="722694"/>
                  </a:lnTo>
                  <a:lnTo>
                    <a:pt x="561805" y="688179"/>
                  </a:lnTo>
                  <a:lnTo>
                    <a:pt x="585340" y="649802"/>
                  </a:lnTo>
                  <a:lnTo>
                    <a:pt x="605272" y="607949"/>
                  </a:lnTo>
                  <a:lnTo>
                    <a:pt x="621299" y="563007"/>
                  </a:lnTo>
                  <a:lnTo>
                    <a:pt x="633120" y="515363"/>
                  </a:lnTo>
                  <a:lnTo>
                    <a:pt x="640434" y="465404"/>
                  </a:lnTo>
                  <a:lnTo>
                    <a:pt x="642939" y="413516"/>
                  </a:lnTo>
                  <a:lnTo>
                    <a:pt x="640434" y="361651"/>
                  </a:lnTo>
                  <a:lnTo>
                    <a:pt x="633120" y="311707"/>
                  </a:lnTo>
                  <a:lnTo>
                    <a:pt x="621299" y="264071"/>
                  </a:lnTo>
                  <a:lnTo>
                    <a:pt x="605272" y="219132"/>
                  </a:lnTo>
                  <a:lnTo>
                    <a:pt x="585340" y="177277"/>
                  </a:lnTo>
                  <a:lnTo>
                    <a:pt x="561805" y="138895"/>
                  </a:lnTo>
                  <a:lnTo>
                    <a:pt x="534968" y="104371"/>
                  </a:lnTo>
                  <a:lnTo>
                    <a:pt x="505130" y="74096"/>
                  </a:lnTo>
                  <a:lnTo>
                    <a:pt x="472594" y="48455"/>
                  </a:lnTo>
                  <a:lnTo>
                    <a:pt x="437659" y="27837"/>
                  </a:lnTo>
                  <a:lnTo>
                    <a:pt x="400628" y="12630"/>
                  </a:lnTo>
                  <a:lnTo>
                    <a:pt x="361801" y="3222"/>
                  </a:lnTo>
                  <a:lnTo>
                    <a:pt x="321481" y="0"/>
                  </a:lnTo>
                  <a:close/>
                </a:path>
              </a:pathLst>
            </a:custGeom>
            <a:solidFill>
              <a:srgbClr val="00AFF0"/>
            </a:solidFill>
          </p:spPr>
          <p:txBody>
            <a:bodyPr wrap="square" lIns="0" tIns="0" rIns="0" bIns="0" rtlCol="0"/>
            <a:lstStyle/>
            <a:p>
              <a:endParaRPr/>
            </a:p>
          </p:txBody>
        </p:sp>
        <p:sp>
          <p:nvSpPr>
            <p:cNvPr id="11" name="object 11"/>
            <p:cNvSpPr/>
            <p:nvPr/>
          </p:nvSpPr>
          <p:spPr>
            <a:xfrm>
              <a:off x="504824" y="3857625"/>
              <a:ext cx="643255" cy="827405"/>
            </a:xfrm>
            <a:custGeom>
              <a:avLst/>
              <a:gdLst/>
              <a:ahLst/>
              <a:cxnLst/>
              <a:rect l="l" t="t" r="r" b="b"/>
              <a:pathLst>
                <a:path w="643255" h="827404">
                  <a:moveTo>
                    <a:pt x="0" y="413516"/>
                  </a:moveTo>
                  <a:lnTo>
                    <a:pt x="2504" y="361651"/>
                  </a:lnTo>
                  <a:lnTo>
                    <a:pt x="9818" y="311707"/>
                  </a:lnTo>
                  <a:lnTo>
                    <a:pt x="21639" y="264071"/>
                  </a:lnTo>
                  <a:lnTo>
                    <a:pt x="37667" y="219132"/>
                  </a:lnTo>
                  <a:lnTo>
                    <a:pt x="57599" y="177277"/>
                  </a:lnTo>
                  <a:lnTo>
                    <a:pt x="81135" y="138895"/>
                  </a:lnTo>
                  <a:lnTo>
                    <a:pt x="107974" y="104371"/>
                  </a:lnTo>
                  <a:lnTo>
                    <a:pt x="137813" y="74096"/>
                  </a:lnTo>
                  <a:lnTo>
                    <a:pt x="170353" y="48455"/>
                  </a:lnTo>
                  <a:lnTo>
                    <a:pt x="205290" y="27837"/>
                  </a:lnTo>
                  <a:lnTo>
                    <a:pt x="242325" y="12630"/>
                  </a:lnTo>
                  <a:lnTo>
                    <a:pt x="281156" y="3222"/>
                  </a:lnTo>
                  <a:lnTo>
                    <a:pt x="321481" y="0"/>
                  </a:lnTo>
                  <a:lnTo>
                    <a:pt x="361801" y="3222"/>
                  </a:lnTo>
                  <a:lnTo>
                    <a:pt x="400628" y="12630"/>
                  </a:lnTo>
                  <a:lnTo>
                    <a:pt x="437659" y="27837"/>
                  </a:lnTo>
                  <a:lnTo>
                    <a:pt x="472594" y="48455"/>
                  </a:lnTo>
                  <a:lnTo>
                    <a:pt x="505130" y="74096"/>
                  </a:lnTo>
                  <a:lnTo>
                    <a:pt x="534968" y="104371"/>
                  </a:lnTo>
                  <a:lnTo>
                    <a:pt x="561805" y="138895"/>
                  </a:lnTo>
                  <a:lnTo>
                    <a:pt x="585340" y="177277"/>
                  </a:lnTo>
                  <a:lnTo>
                    <a:pt x="605272" y="219132"/>
                  </a:lnTo>
                  <a:lnTo>
                    <a:pt x="621299" y="264071"/>
                  </a:lnTo>
                  <a:lnTo>
                    <a:pt x="633120" y="311707"/>
                  </a:lnTo>
                  <a:lnTo>
                    <a:pt x="640434" y="361651"/>
                  </a:lnTo>
                  <a:lnTo>
                    <a:pt x="642939" y="413516"/>
                  </a:lnTo>
                  <a:lnTo>
                    <a:pt x="640434" y="465404"/>
                  </a:lnTo>
                  <a:lnTo>
                    <a:pt x="633120" y="515363"/>
                  </a:lnTo>
                  <a:lnTo>
                    <a:pt x="621299" y="563007"/>
                  </a:lnTo>
                  <a:lnTo>
                    <a:pt x="605272" y="607949"/>
                  </a:lnTo>
                  <a:lnTo>
                    <a:pt x="585340" y="649802"/>
                  </a:lnTo>
                  <a:lnTo>
                    <a:pt x="561805" y="688179"/>
                  </a:lnTo>
                  <a:lnTo>
                    <a:pt x="534968" y="722694"/>
                  </a:lnTo>
                  <a:lnTo>
                    <a:pt x="505130" y="752960"/>
                  </a:lnTo>
                  <a:lnTo>
                    <a:pt x="472594" y="778590"/>
                  </a:lnTo>
                  <a:lnTo>
                    <a:pt x="437659" y="799198"/>
                  </a:lnTo>
                  <a:lnTo>
                    <a:pt x="400628" y="814396"/>
                  </a:lnTo>
                  <a:lnTo>
                    <a:pt x="361801" y="823799"/>
                  </a:lnTo>
                  <a:lnTo>
                    <a:pt x="321481" y="827019"/>
                  </a:lnTo>
                  <a:lnTo>
                    <a:pt x="281156" y="823799"/>
                  </a:lnTo>
                  <a:lnTo>
                    <a:pt x="242325" y="814396"/>
                  </a:lnTo>
                  <a:lnTo>
                    <a:pt x="205290" y="799198"/>
                  </a:lnTo>
                  <a:lnTo>
                    <a:pt x="170353" y="778590"/>
                  </a:lnTo>
                  <a:lnTo>
                    <a:pt x="137813" y="752960"/>
                  </a:lnTo>
                  <a:lnTo>
                    <a:pt x="107974" y="722694"/>
                  </a:lnTo>
                  <a:lnTo>
                    <a:pt x="81135" y="688179"/>
                  </a:lnTo>
                  <a:lnTo>
                    <a:pt x="57599" y="649802"/>
                  </a:lnTo>
                  <a:lnTo>
                    <a:pt x="37667" y="607949"/>
                  </a:lnTo>
                  <a:lnTo>
                    <a:pt x="21639" y="563007"/>
                  </a:lnTo>
                  <a:lnTo>
                    <a:pt x="9818" y="515363"/>
                  </a:lnTo>
                  <a:lnTo>
                    <a:pt x="2504" y="465404"/>
                  </a:lnTo>
                  <a:lnTo>
                    <a:pt x="0" y="413516"/>
                  </a:lnTo>
                  <a:close/>
                </a:path>
              </a:pathLst>
            </a:custGeom>
            <a:ln w="25399">
              <a:solidFill>
                <a:srgbClr val="000000"/>
              </a:solidFill>
            </a:ln>
          </p:spPr>
          <p:txBody>
            <a:bodyPr wrap="square" lIns="0" tIns="0" rIns="0" bIns="0" rtlCol="0"/>
            <a:lstStyle/>
            <a:p>
              <a:endParaRPr/>
            </a:p>
          </p:txBody>
        </p:sp>
      </p:grpSp>
      <p:sp>
        <p:nvSpPr>
          <p:cNvPr id="12" name="object 12"/>
          <p:cNvSpPr txBox="1"/>
          <p:nvPr/>
        </p:nvSpPr>
        <p:spPr>
          <a:xfrm>
            <a:off x="570075" y="2776166"/>
            <a:ext cx="499745" cy="1964689"/>
          </a:xfrm>
          <a:prstGeom prst="rect">
            <a:avLst/>
          </a:prstGeom>
        </p:spPr>
        <p:txBody>
          <a:bodyPr vert="horz" wrap="square" lIns="0" tIns="105410" rIns="0" bIns="0" rtlCol="0">
            <a:spAutoFit/>
          </a:bodyPr>
          <a:lstStyle/>
          <a:p>
            <a:pPr marL="26034" marR="5080" indent="-13970">
              <a:lnSpc>
                <a:spcPts val="7340"/>
              </a:lnSpc>
              <a:spcBef>
                <a:spcPts val="830"/>
              </a:spcBef>
            </a:pPr>
            <a:r>
              <a:rPr sz="6600" b="1" spc="-335" dirty="0">
                <a:solidFill>
                  <a:srgbClr val="0D0D0D"/>
                </a:solidFill>
                <a:latin typeface="Courier New"/>
                <a:cs typeface="Courier New"/>
              </a:rPr>
              <a:t>B </a:t>
            </a:r>
            <a:r>
              <a:rPr sz="6600" spc="-140" dirty="0">
                <a:solidFill>
                  <a:srgbClr val="0D0D0D"/>
                </a:solidFill>
                <a:latin typeface="Times New Roman"/>
                <a:cs typeface="Times New Roman"/>
              </a:rPr>
              <a:t> </a:t>
            </a:r>
            <a:r>
              <a:rPr sz="6600" b="1" spc="-335" dirty="0">
                <a:solidFill>
                  <a:srgbClr val="0D0D0D"/>
                </a:solidFill>
                <a:latin typeface="Courier New"/>
                <a:cs typeface="Courier New"/>
              </a:rPr>
              <a:t>C</a:t>
            </a:r>
            <a:endParaRPr sz="6600">
              <a:latin typeface="Courier New"/>
              <a:cs typeface="Courier New"/>
            </a:endParaRPr>
          </a:p>
        </p:txBody>
      </p:sp>
      <p:grpSp>
        <p:nvGrpSpPr>
          <p:cNvPr id="13" name="object 13"/>
          <p:cNvGrpSpPr/>
          <p:nvPr/>
        </p:nvGrpSpPr>
        <p:grpSpPr>
          <a:xfrm>
            <a:off x="474659" y="4770504"/>
            <a:ext cx="668655" cy="852805"/>
            <a:chOff x="474659" y="4770504"/>
            <a:chExt cx="668655" cy="852805"/>
          </a:xfrm>
        </p:grpSpPr>
        <p:sp>
          <p:nvSpPr>
            <p:cNvPr id="14" name="object 14"/>
            <p:cNvSpPr/>
            <p:nvPr/>
          </p:nvSpPr>
          <p:spPr>
            <a:xfrm>
              <a:off x="487359" y="4783204"/>
              <a:ext cx="643255" cy="827405"/>
            </a:xfrm>
            <a:custGeom>
              <a:avLst/>
              <a:gdLst/>
              <a:ahLst/>
              <a:cxnLst/>
              <a:rect l="l" t="t" r="r" b="b"/>
              <a:pathLst>
                <a:path w="643255" h="827404">
                  <a:moveTo>
                    <a:pt x="321478" y="0"/>
                  </a:moveTo>
                  <a:lnTo>
                    <a:pt x="281153" y="3220"/>
                  </a:lnTo>
                  <a:lnTo>
                    <a:pt x="242322" y="12622"/>
                  </a:lnTo>
                  <a:lnTo>
                    <a:pt x="205288" y="27821"/>
                  </a:lnTo>
                  <a:lnTo>
                    <a:pt x="170350" y="48429"/>
                  </a:lnTo>
                  <a:lnTo>
                    <a:pt x="137811" y="74059"/>
                  </a:lnTo>
                  <a:lnTo>
                    <a:pt x="107972" y="104325"/>
                  </a:lnTo>
                  <a:lnTo>
                    <a:pt x="81134" y="138840"/>
                  </a:lnTo>
                  <a:lnTo>
                    <a:pt x="57598" y="177217"/>
                  </a:lnTo>
                  <a:lnTo>
                    <a:pt x="37666" y="219070"/>
                  </a:lnTo>
                  <a:lnTo>
                    <a:pt x="21639" y="264012"/>
                  </a:lnTo>
                  <a:lnTo>
                    <a:pt x="9818" y="311656"/>
                  </a:lnTo>
                  <a:lnTo>
                    <a:pt x="2504" y="361615"/>
                  </a:lnTo>
                  <a:lnTo>
                    <a:pt x="0" y="413503"/>
                  </a:lnTo>
                  <a:lnTo>
                    <a:pt x="2504" y="465368"/>
                  </a:lnTo>
                  <a:lnTo>
                    <a:pt x="9818" y="515312"/>
                  </a:lnTo>
                  <a:lnTo>
                    <a:pt x="21639" y="562948"/>
                  </a:lnTo>
                  <a:lnTo>
                    <a:pt x="37666" y="607887"/>
                  </a:lnTo>
                  <a:lnTo>
                    <a:pt x="57598" y="649742"/>
                  </a:lnTo>
                  <a:lnTo>
                    <a:pt x="81134" y="688124"/>
                  </a:lnTo>
                  <a:lnTo>
                    <a:pt x="107972" y="722648"/>
                  </a:lnTo>
                  <a:lnTo>
                    <a:pt x="137811" y="752923"/>
                  </a:lnTo>
                  <a:lnTo>
                    <a:pt x="170350" y="778564"/>
                  </a:lnTo>
                  <a:lnTo>
                    <a:pt x="205288" y="799182"/>
                  </a:lnTo>
                  <a:lnTo>
                    <a:pt x="242322" y="814389"/>
                  </a:lnTo>
                  <a:lnTo>
                    <a:pt x="281153" y="823797"/>
                  </a:lnTo>
                  <a:lnTo>
                    <a:pt x="321478" y="827019"/>
                  </a:lnTo>
                  <a:lnTo>
                    <a:pt x="361801" y="823797"/>
                  </a:lnTo>
                  <a:lnTo>
                    <a:pt x="400629" y="814389"/>
                  </a:lnTo>
                  <a:lnTo>
                    <a:pt x="437661" y="799182"/>
                  </a:lnTo>
                  <a:lnTo>
                    <a:pt x="472596" y="778564"/>
                  </a:lnTo>
                  <a:lnTo>
                    <a:pt x="505133" y="752923"/>
                  </a:lnTo>
                  <a:lnTo>
                    <a:pt x="534970" y="722648"/>
                  </a:lnTo>
                  <a:lnTo>
                    <a:pt x="561806" y="688124"/>
                  </a:lnTo>
                  <a:lnTo>
                    <a:pt x="585340" y="649742"/>
                  </a:lnTo>
                  <a:lnTo>
                    <a:pt x="605271" y="607887"/>
                  </a:lnTo>
                  <a:lnTo>
                    <a:pt x="621297" y="562948"/>
                  </a:lnTo>
                  <a:lnTo>
                    <a:pt x="633118" y="515312"/>
                  </a:lnTo>
                  <a:lnTo>
                    <a:pt x="640431" y="465368"/>
                  </a:lnTo>
                  <a:lnTo>
                    <a:pt x="642935" y="413503"/>
                  </a:lnTo>
                  <a:lnTo>
                    <a:pt x="640431" y="361615"/>
                  </a:lnTo>
                  <a:lnTo>
                    <a:pt x="633118" y="311656"/>
                  </a:lnTo>
                  <a:lnTo>
                    <a:pt x="621297" y="264012"/>
                  </a:lnTo>
                  <a:lnTo>
                    <a:pt x="605271" y="219070"/>
                  </a:lnTo>
                  <a:lnTo>
                    <a:pt x="585340" y="177217"/>
                  </a:lnTo>
                  <a:lnTo>
                    <a:pt x="561806" y="138840"/>
                  </a:lnTo>
                  <a:lnTo>
                    <a:pt x="534970" y="104325"/>
                  </a:lnTo>
                  <a:lnTo>
                    <a:pt x="505133" y="74059"/>
                  </a:lnTo>
                  <a:lnTo>
                    <a:pt x="472596" y="48429"/>
                  </a:lnTo>
                  <a:lnTo>
                    <a:pt x="437661" y="27821"/>
                  </a:lnTo>
                  <a:lnTo>
                    <a:pt x="400629" y="12622"/>
                  </a:lnTo>
                  <a:lnTo>
                    <a:pt x="361801" y="3220"/>
                  </a:lnTo>
                  <a:lnTo>
                    <a:pt x="321478" y="0"/>
                  </a:lnTo>
                  <a:close/>
                </a:path>
              </a:pathLst>
            </a:custGeom>
            <a:solidFill>
              <a:srgbClr val="00AFF0"/>
            </a:solidFill>
          </p:spPr>
          <p:txBody>
            <a:bodyPr wrap="square" lIns="0" tIns="0" rIns="0" bIns="0" rtlCol="0"/>
            <a:lstStyle/>
            <a:p>
              <a:endParaRPr/>
            </a:p>
          </p:txBody>
        </p:sp>
        <p:sp>
          <p:nvSpPr>
            <p:cNvPr id="15" name="object 15"/>
            <p:cNvSpPr/>
            <p:nvPr/>
          </p:nvSpPr>
          <p:spPr>
            <a:xfrm>
              <a:off x="487359" y="4783204"/>
              <a:ext cx="643255" cy="827405"/>
            </a:xfrm>
            <a:custGeom>
              <a:avLst/>
              <a:gdLst/>
              <a:ahLst/>
              <a:cxnLst/>
              <a:rect l="l" t="t" r="r" b="b"/>
              <a:pathLst>
                <a:path w="643255" h="827404">
                  <a:moveTo>
                    <a:pt x="0" y="413503"/>
                  </a:moveTo>
                  <a:lnTo>
                    <a:pt x="2504" y="361615"/>
                  </a:lnTo>
                  <a:lnTo>
                    <a:pt x="9818" y="311656"/>
                  </a:lnTo>
                  <a:lnTo>
                    <a:pt x="21639" y="264012"/>
                  </a:lnTo>
                  <a:lnTo>
                    <a:pt x="37666" y="219070"/>
                  </a:lnTo>
                  <a:lnTo>
                    <a:pt x="57598" y="177217"/>
                  </a:lnTo>
                  <a:lnTo>
                    <a:pt x="81134" y="138840"/>
                  </a:lnTo>
                  <a:lnTo>
                    <a:pt x="107972" y="104325"/>
                  </a:lnTo>
                  <a:lnTo>
                    <a:pt x="137811" y="74059"/>
                  </a:lnTo>
                  <a:lnTo>
                    <a:pt x="170350" y="48429"/>
                  </a:lnTo>
                  <a:lnTo>
                    <a:pt x="205288" y="27821"/>
                  </a:lnTo>
                  <a:lnTo>
                    <a:pt x="242322" y="12622"/>
                  </a:lnTo>
                  <a:lnTo>
                    <a:pt x="281153" y="3220"/>
                  </a:lnTo>
                  <a:lnTo>
                    <a:pt x="321478" y="0"/>
                  </a:lnTo>
                  <a:lnTo>
                    <a:pt x="361801" y="3220"/>
                  </a:lnTo>
                  <a:lnTo>
                    <a:pt x="400629" y="12622"/>
                  </a:lnTo>
                  <a:lnTo>
                    <a:pt x="437661" y="27821"/>
                  </a:lnTo>
                  <a:lnTo>
                    <a:pt x="472596" y="48429"/>
                  </a:lnTo>
                  <a:lnTo>
                    <a:pt x="505133" y="74059"/>
                  </a:lnTo>
                  <a:lnTo>
                    <a:pt x="534970" y="104325"/>
                  </a:lnTo>
                  <a:lnTo>
                    <a:pt x="561806" y="138840"/>
                  </a:lnTo>
                  <a:lnTo>
                    <a:pt x="585340" y="177217"/>
                  </a:lnTo>
                  <a:lnTo>
                    <a:pt x="605271" y="219070"/>
                  </a:lnTo>
                  <a:lnTo>
                    <a:pt x="621297" y="264012"/>
                  </a:lnTo>
                  <a:lnTo>
                    <a:pt x="633118" y="311656"/>
                  </a:lnTo>
                  <a:lnTo>
                    <a:pt x="640431" y="361615"/>
                  </a:lnTo>
                  <a:lnTo>
                    <a:pt x="642935" y="413503"/>
                  </a:lnTo>
                  <a:lnTo>
                    <a:pt x="640431" y="465368"/>
                  </a:lnTo>
                  <a:lnTo>
                    <a:pt x="633118" y="515312"/>
                  </a:lnTo>
                  <a:lnTo>
                    <a:pt x="621297" y="562948"/>
                  </a:lnTo>
                  <a:lnTo>
                    <a:pt x="605271" y="607887"/>
                  </a:lnTo>
                  <a:lnTo>
                    <a:pt x="585340" y="649742"/>
                  </a:lnTo>
                  <a:lnTo>
                    <a:pt x="561806" y="688124"/>
                  </a:lnTo>
                  <a:lnTo>
                    <a:pt x="534970" y="722648"/>
                  </a:lnTo>
                  <a:lnTo>
                    <a:pt x="505133" y="752923"/>
                  </a:lnTo>
                  <a:lnTo>
                    <a:pt x="472596" y="778564"/>
                  </a:lnTo>
                  <a:lnTo>
                    <a:pt x="437661" y="799182"/>
                  </a:lnTo>
                  <a:lnTo>
                    <a:pt x="400629" y="814389"/>
                  </a:lnTo>
                  <a:lnTo>
                    <a:pt x="361801" y="823797"/>
                  </a:lnTo>
                  <a:lnTo>
                    <a:pt x="321478" y="827019"/>
                  </a:lnTo>
                  <a:lnTo>
                    <a:pt x="281153" y="823797"/>
                  </a:lnTo>
                  <a:lnTo>
                    <a:pt x="242322" y="814389"/>
                  </a:lnTo>
                  <a:lnTo>
                    <a:pt x="205288" y="799182"/>
                  </a:lnTo>
                  <a:lnTo>
                    <a:pt x="170350" y="778564"/>
                  </a:lnTo>
                  <a:lnTo>
                    <a:pt x="137811" y="752923"/>
                  </a:lnTo>
                  <a:lnTo>
                    <a:pt x="107972" y="722648"/>
                  </a:lnTo>
                  <a:lnTo>
                    <a:pt x="81134" y="688124"/>
                  </a:lnTo>
                  <a:lnTo>
                    <a:pt x="57598" y="649742"/>
                  </a:lnTo>
                  <a:lnTo>
                    <a:pt x="37666" y="607887"/>
                  </a:lnTo>
                  <a:lnTo>
                    <a:pt x="21639" y="562948"/>
                  </a:lnTo>
                  <a:lnTo>
                    <a:pt x="9818" y="515312"/>
                  </a:lnTo>
                  <a:lnTo>
                    <a:pt x="2504" y="465368"/>
                  </a:lnTo>
                  <a:lnTo>
                    <a:pt x="0" y="413503"/>
                  </a:lnTo>
                  <a:close/>
                </a:path>
              </a:pathLst>
            </a:custGeom>
            <a:ln w="25399">
              <a:solidFill>
                <a:srgbClr val="000000"/>
              </a:solidFill>
            </a:ln>
          </p:spPr>
          <p:txBody>
            <a:bodyPr wrap="square" lIns="0" tIns="0" rIns="0" bIns="0" rtlCol="0"/>
            <a:lstStyle/>
            <a:p>
              <a:endParaRPr/>
            </a:p>
          </p:txBody>
        </p:sp>
      </p:grpSp>
      <p:sp>
        <p:nvSpPr>
          <p:cNvPr id="16" name="object 16"/>
          <p:cNvSpPr txBox="1"/>
          <p:nvPr/>
        </p:nvSpPr>
        <p:spPr>
          <a:xfrm>
            <a:off x="540710" y="4543507"/>
            <a:ext cx="2976880" cy="1031875"/>
          </a:xfrm>
          <a:prstGeom prst="rect">
            <a:avLst/>
          </a:prstGeom>
        </p:spPr>
        <p:txBody>
          <a:bodyPr vert="horz" wrap="square" lIns="0" tIns="12700" rIns="0" bIns="0" rtlCol="0">
            <a:spAutoFit/>
          </a:bodyPr>
          <a:lstStyle/>
          <a:p>
            <a:pPr marL="38100">
              <a:lnSpc>
                <a:spcPct val="100000"/>
              </a:lnSpc>
              <a:spcBef>
                <a:spcPts val="100"/>
              </a:spcBef>
            </a:pPr>
            <a:r>
              <a:rPr sz="9900" b="1" spc="-502" baseline="-5892" dirty="0">
                <a:solidFill>
                  <a:srgbClr val="0D0D0D"/>
                </a:solidFill>
                <a:latin typeface="Courier New"/>
                <a:cs typeface="Courier New"/>
              </a:rPr>
              <a:t>D</a:t>
            </a:r>
            <a:r>
              <a:rPr sz="9900" b="1" spc="-2572" baseline="-5892" dirty="0">
                <a:solidFill>
                  <a:srgbClr val="0D0D0D"/>
                </a:solidFill>
                <a:latin typeface="Courier New"/>
                <a:cs typeface="Courier New"/>
              </a:rPr>
              <a:t> </a:t>
            </a:r>
            <a:r>
              <a:rPr sz="3600" spc="-15" dirty="0">
                <a:solidFill>
                  <a:srgbClr val="FFFFFF"/>
                </a:solidFill>
                <a:latin typeface="Arial"/>
                <a:cs typeface="Arial"/>
              </a:rPr>
              <a:t>Traversing</a:t>
            </a:r>
            <a:endParaRPr sz="3600">
              <a:latin typeface="Arial"/>
              <a:cs typeface="Arial"/>
            </a:endParaRPr>
          </a:p>
        </p:txBody>
      </p:sp>
      <p:grpSp>
        <p:nvGrpSpPr>
          <p:cNvPr id="17" name="object 17"/>
          <p:cNvGrpSpPr/>
          <p:nvPr/>
        </p:nvGrpSpPr>
        <p:grpSpPr>
          <a:xfrm>
            <a:off x="5637276" y="1700274"/>
            <a:ext cx="3507104" cy="5158105"/>
            <a:chOff x="5637276" y="1700274"/>
            <a:chExt cx="3507104" cy="5158105"/>
          </a:xfrm>
        </p:grpSpPr>
        <p:sp>
          <p:nvSpPr>
            <p:cNvPr id="18" name="object 18"/>
            <p:cNvSpPr/>
            <p:nvPr/>
          </p:nvSpPr>
          <p:spPr>
            <a:xfrm>
              <a:off x="6729984" y="5202935"/>
              <a:ext cx="2218944" cy="1345692"/>
            </a:xfrm>
            <a:prstGeom prst="rect">
              <a:avLst/>
            </a:prstGeom>
            <a:blipFill>
              <a:blip r:embed="rId2" cstate="print"/>
              <a:stretch>
                <a:fillRect/>
              </a:stretch>
            </a:blipFill>
          </p:spPr>
          <p:txBody>
            <a:bodyPr wrap="square" lIns="0" tIns="0" rIns="0" bIns="0" rtlCol="0"/>
            <a:lstStyle/>
            <a:p>
              <a:endParaRPr/>
            </a:p>
          </p:txBody>
        </p:sp>
        <p:sp>
          <p:nvSpPr>
            <p:cNvPr id="19" name="object 19"/>
            <p:cNvSpPr/>
            <p:nvPr/>
          </p:nvSpPr>
          <p:spPr>
            <a:xfrm>
              <a:off x="6473952" y="4546090"/>
              <a:ext cx="2670047" cy="2311908"/>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6810115" y="5263133"/>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58"/>
                  </a:lnTo>
                  <a:lnTo>
                    <a:pt x="18279" y="1042001"/>
                  </a:lnTo>
                  <a:lnTo>
                    <a:pt x="39723" y="1081495"/>
                  </a:lnTo>
                  <a:lnTo>
                    <a:pt x="68122" y="1115905"/>
                  </a:lnTo>
                  <a:lnTo>
                    <a:pt x="102539" y="1144296"/>
                  </a:lnTo>
                  <a:lnTo>
                    <a:pt x="142037" y="1165733"/>
                  </a:lnTo>
                  <a:lnTo>
                    <a:pt x="185680" y="1179281"/>
                  </a:lnTo>
                  <a:lnTo>
                    <a:pt x="232531" y="1184004"/>
                  </a:lnTo>
                  <a:lnTo>
                    <a:pt x="1824868" y="1184004"/>
                  </a:lnTo>
                  <a:lnTo>
                    <a:pt x="1871763" y="1179281"/>
                  </a:lnTo>
                  <a:lnTo>
                    <a:pt x="1915426" y="1165733"/>
                  </a:lnTo>
                  <a:lnTo>
                    <a:pt x="1954927" y="1144296"/>
                  </a:lnTo>
                  <a:lnTo>
                    <a:pt x="1989334" y="1115905"/>
                  </a:lnTo>
                  <a:lnTo>
                    <a:pt x="2017716" y="1081495"/>
                  </a:lnTo>
                  <a:lnTo>
                    <a:pt x="2039141" y="1042001"/>
                  </a:lnTo>
                  <a:lnTo>
                    <a:pt x="2052680" y="998358"/>
                  </a:lnTo>
                  <a:lnTo>
                    <a:pt x="2057399" y="951500"/>
                  </a:lnTo>
                  <a:lnTo>
                    <a:pt x="2057399" y="232541"/>
                  </a:lnTo>
                  <a:lnTo>
                    <a:pt x="2052680" y="185685"/>
                  </a:lnTo>
                  <a:lnTo>
                    <a:pt x="2039141" y="142039"/>
                  </a:lnTo>
                  <a:lnTo>
                    <a:pt x="2017716" y="102539"/>
                  </a:lnTo>
                  <a:lnTo>
                    <a:pt x="1989334" y="68121"/>
                  </a:lnTo>
                  <a:lnTo>
                    <a:pt x="1954927" y="39722"/>
                  </a:lnTo>
                  <a:lnTo>
                    <a:pt x="1915426" y="18278"/>
                  </a:lnTo>
                  <a:lnTo>
                    <a:pt x="1871763" y="4725"/>
                  </a:lnTo>
                  <a:lnTo>
                    <a:pt x="1824868" y="0"/>
                  </a:lnTo>
                  <a:close/>
                </a:path>
              </a:pathLst>
            </a:custGeom>
            <a:solidFill>
              <a:srgbClr val="252525"/>
            </a:solidFill>
          </p:spPr>
          <p:txBody>
            <a:bodyPr wrap="square" lIns="0" tIns="0" rIns="0" bIns="0" rtlCol="0"/>
            <a:lstStyle/>
            <a:p>
              <a:endParaRPr/>
            </a:p>
          </p:txBody>
        </p:sp>
        <p:sp>
          <p:nvSpPr>
            <p:cNvPr id="21" name="object 21"/>
            <p:cNvSpPr/>
            <p:nvPr/>
          </p:nvSpPr>
          <p:spPr>
            <a:xfrm>
              <a:off x="6810115" y="5263133"/>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63" y="4725"/>
                  </a:lnTo>
                  <a:lnTo>
                    <a:pt x="1915426" y="18278"/>
                  </a:lnTo>
                  <a:lnTo>
                    <a:pt x="1954927" y="39722"/>
                  </a:lnTo>
                  <a:lnTo>
                    <a:pt x="1989334" y="68121"/>
                  </a:lnTo>
                  <a:lnTo>
                    <a:pt x="2017716" y="102539"/>
                  </a:lnTo>
                  <a:lnTo>
                    <a:pt x="2039141" y="142039"/>
                  </a:lnTo>
                  <a:lnTo>
                    <a:pt x="2052680" y="185685"/>
                  </a:lnTo>
                  <a:lnTo>
                    <a:pt x="2057399" y="232541"/>
                  </a:lnTo>
                  <a:lnTo>
                    <a:pt x="2057399" y="951500"/>
                  </a:lnTo>
                  <a:lnTo>
                    <a:pt x="2052680" y="998358"/>
                  </a:lnTo>
                  <a:lnTo>
                    <a:pt x="2039141" y="1042001"/>
                  </a:lnTo>
                  <a:lnTo>
                    <a:pt x="2017716" y="1081495"/>
                  </a:lnTo>
                  <a:lnTo>
                    <a:pt x="1989334" y="1115905"/>
                  </a:lnTo>
                  <a:lnTo>
                    <a:pt x="1954927" y="1144296"/>
                  </a:lnTo>
                  <a:lnTo>
                    <a:pt x="1915426" y="1165733"/>
                  </a:lnTo>
                  <a:lnTo>
                    <a:pt x="1871763" y="1179281"/>
                  </a:lnTo>
                  <a:lnTo>
                    <a:pt x="1824868" y="1184004"/>
                  </a:lnTo>
                  <a:lnTo>
                    <a:pt x="232531" y="1184004"/>
                  </a:lnTo>
                  <a:lnTo>
                    <a:pt x="185680" y="1179281"/>
                  </a:lnTo>
                  <a:lnTo>
                    <a:pt x="142037" y="1165733"/>
                  </a:lnTo>
                  <a:lnTo>
                    <a:pt x="102539" y="1144296"/>
                  </a:lnTo>
                  <a:lnTo>
                    <a:pt x="68122" y="1115905"/>
                  </a:lnTo>
                  <a:lnTo>
                    <a:pt x="39723" y="1081495"/>
                  </a:lnTo>
                  <a:lnTo>
                    <a:pt x="18279" y="1042001"/>
                  </a:lnTo>
                  <a:lnTo>
                    <a:pt x="4725" y="998358"/>
                  </a:lnTo>
                  <a:lnTo>
                    <a:pt x="0" y="951500"/>
                  </a:lnTo>
                  <a:lnTo>
                    <a:pt x="0" y="232541"/>
                  </a:lnTo>
                  <a:close/>
                </a:path>
              </a:pathLst>
            </a:custGeom>
            <a:ln w="76199">
              <a:solidFill>
                <a:srgbClr val="00AF50"/>
              </a:solidFill>
            </a:ln>
          </p:spPr>
          <p:txBody>
            <a:bodyPr wrap="square" lIns="0" tIns="0" rIns="0" bIns="0" rtlCol="0"/>
            <a:lstStyle/>
            <a:p>
              <a:endParaRPr/>
            </a:p>
          </p:txBody>
        </p:sp>
        <p:sp>
          <p:nvSpPr>
            <p:cNvPr id="22" name="object 22"/>
            <p:cNvSpPr/>
            <p:nvPr/>
          </p:nvSpPr>
          <p:spPr>
            <a:xfrm>
              <a:off x="6515100" y="4567427"/>
              <a:ext cx="2628900" cy="1839468"/>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7054596" y="5573267"/>
              <a:ext cx="1600200" cy="1284732"/>
            </a:xfrm>
            <a:prstGeom prst="rect">
              <a:avLst/>
            </a:prstGeom>
            <a:blipFill>
              <a:blip r:embed="rId5" cstate="print"/>
              <a:stretch>
                <a:fillRect/>
              </a:stretch>
            </a:blipFill>
          </p:spPr>
          <p:txBody>
            <a:bodyPr wrap="square" lIns="0" tIns="0" rIns="0" bIns="0" rtlCol="0"/>
            <a:lstStyle/>
            <a:p>
              <a:endParaRPr/>
            </a:p>
          </p:txBody>
        </p:sp>
        <p:sp>
          <p:nvSpPr>
            <p:cNvPr id="24" name="object 24"/>
            <p:cNvSpPr/>
            <p:nvPr/>
          </p:nvSpPr>
          <p:spPr>
            <a:xfrm>
              <a:off x="7078858" y="5061834"/>
              <a:ext cx="1527810" cy="607060"/>
            </a:xfrm>
            <a:custGeom>
              <a:avLst/>
              <a:gdLst/>
              <a:ahLst/>
              <a:cxnLst/>
              <a:rect l="l" t="t" r="r" b="b"/>
              <a:pathLst>
                <a:path w="1527809" h="607060">
                  <a:moveTo>
                    <a:pt x="1246997" y="0"/>
                  </a:moveTo>
                  <a:lnTo>
                    <a:pt x="1195905" y="3431"/>
                  </a:lnTo>
                  <a:lnTo>
                    <a:pt x="1148994" y="13732"/>
                  </a:lnTo>
                  <a:lnTo>
                    <a:pt x="1106269" y="30917"/>
                  </a:lnTo>
                  <a:lnTo>
                    <a:pt x="1067734" y="54998"/>
                  </a:lnTo>
                  <a:lnTo>
                    <a:pt x="1033393" y="85987"/>
                  </a:lnTo>
                  <a:lnTo>
                    <a:pt x="1004383" y="122481"/>
                  </a:lnTo>
                  <a:lnTo>
                    <a:pt x="981804" y="163239"/>
                  </a:lnTo>
                  <a:lnTo>
                    <a:pt x="965665" y="208253"/>
                  </a:lnTo>
                  <a:lnTo>
                    <a:pt x="955975" y="257518"/>
                  </a:lnTo>
                  <a:lnTo>
                    <a:pt x="952743" y="311027"/>
                  </a:lnTo>
                  <a:lnTo>
                    <a:pt x="955915" y="361760"/>
                  </a:lnTo>
                  <a:lnTo>
                    <a:pt x="965434" y="408507"/>
                  </a:lnTo>
                  <a:lnTo>
                    <a:pt x="981303" y="451275"/>
                  </a:lnTo>
                  <a:lnTo>
                    <a:pt x="1003528" y="490070"/>
                  </a:lnTo>
                  <a:lnTo>
                    <a:pt x="1032113" y="524899"/>
                  </a:lnTo>
                  <a:lnTo>
                    <a:pt x="1065757" y="554429"/>
                  </a:lnTo>
                  <a:lnTo>
                    <a:pt x="1103122" y="577398"/>
                  </a:lnTo>
                  <a:lnTo>
                    <a:pt x="1144216" y="593806"/>
                  </a:lnTo>
                  <a:lnTo>
                    <a:pt x="1189043" y="603651"/>
                  </a:lnTo>
                  <a:lnTo>
                    <a:pt x="1237609" y="606933"/>
                  </a:lnTo>
                  <a:lnTo>
                    <a:pt x="1287384" y="603544"/>
                  </a:lnTo>
                  <a:lnTo>
                    <a:pt x="1333240" y="593378"/>
                  </a:lnTo>
                  <a:lnTo>
                    <a:pt x="1375189" y="576436"/>
                  </a:lnTo>
                  <a:lnTo>
                    <a:pt x="1413240" y="552720"/>
                  </a:lnTo>
                  <a:lnTo>
                    <a:pt x="1447403" y="522232"/>
                  </a:lnTo>
                  <a:lnTo>
                    <a:pt x="1471071" y="492764"/>
                  </a:lnTo>
                  <a:lnTo>
                    <a:pt x="1240017" y="492764"/>
                  </a:lnTo>
                  <a:lnTo>
                    <a:pt x="1208463" y="489594"/>
                  </a:lnTo>
                  <a:lnTo>
                    <a:pt x="1154888" y="464203"/>
                  </a:lnTo>
                  <a:lnTo>
                    <a:pt x="1114937" y="414340"/>
                  </a:lnTo>
                  <a:lnTo>
                    <a:pt x="1094496" y="345380"/>
                  </a:lnTo>
                  <a:lnTo>
                    <a:pt x="1091946" y="304038"/>
                  </a:lnTo>
                  <a:lnTo>
                    <a:pt x="1094496" y="263184"/>
                  </a:lnTo>
                  <a:lnTo>
                    <a:pt x="1114937" y="194139"/>
                  </a:lnTo>
                  <a:lnTo>
                    <a:pt x="1155103" y="143159"/>
                  </a:lnTo>
                  <a:lnTo>
                    <a:pt x="1210354" y="117061"/>
                  </a:lnTo>
                  <a:lnTo>
                    <a:pt x="1243340" y="113800"/>
                  </a:lnTo>
                  <a:lnTo>
                    <a:pt x="1475367" y="113800"/>
                  </a:lnTo>
                  <a:lnTo>
                    <a:pt x="1450207" y="82296"/>
                  </a:lnTo>
                  <a:lnTo>
                    <a:pt x="1417270" y="52669"/>
                  </a:lnTo>
                  <a:lnTo>
                    <a:pt x="1380486" y="29626"/>
                  </a:lnTo>
                  <a:lnTo>
                    <a:pt x="1339850" y="13167"/>
                  </a:lnTo>
                  <a:lnTo>
                    <a:pt x="1295355" y="3291"/>
                  </a:lnTo>
                  <a:lnTo>
                    <a:pt x="1246997" y="0"/>
                  </a:lnTo>
                  <a:close/>
                </a:path>
                <a:path w="1527809" h="607060">
                  <a:moveTo>
                    <a:pt x="1475367" y="113800"/>
                  </a:moveTo>
                  <a:lnTo>
                    <a:pt x="1243340" y="113800"/>
                  </a:lnTo>
                  <a:lnTo>
                    <a:pt x="1275340" y="116966"/>
                  </a:lnTo>
                  <a:lnTo>
                    <a:pt x="1303732" y="126465"/>
                  </a:lnTo>
                  <a:lnTo>
                    <a:pt x="1349745" y="164473"/>
                  </a:lnTo>
                  <a:lnTo>
                    <a:pt x="1378892" y="225385"/>
                  </a:lnTo>
                  <a:lnTo>
                    <a:pt x="1386179" y="263431"/>
                  </a:lnTo>
                  <a:lnTo>
                    <a:pt x="1388607" y="306586"/>
                  </a:lnTo>
                  <a:lnTo>
                    <a:pt x="1386108" y="347944"/>
                  </a:lnTo>
                  <a:lnTo>
                    <a:pt x="1366066" y="416417"/>
                  </a:lnTo>
                  <a:lnTo>
                    <a:pt x="1326707" y="465007"/>
                  </a:lnTo>
                  <a:lnTo>
                    <a:pt x="1272453" y="489671"/>
                  </a:lnTo>
                  <a:lnTo>
                    <a:pt x="1240017" y="492764"/>
                  </a:lnTo>
                  <a:lnTo>
                    <a:pt x="1471071" y="492764"/>
                  </a:lnTo>
                  <a:lnTo>
                    <a:pt x="1498868" y="445868"/>
                  </a:lnTo>
                  <a:lnTo>
                    <a:pt x="1514947" y="401271"/>
                  </a:lnTo>
                  <a:lnTo>
                    <a:pt x="1524594" y="352389"/>
                  </a:lnTo>
                  <a:lnTo>
                    <a:pt x="1527810" y="299216"/>
                  </a:lnTo>
                  <a:lnTo>
                    <a:pt x="1524702" y="247434"/>
                  </a:lnTo>
                  <a:lnTo>
                    <a:pt x="1515382" y="199839"/>
                  </a:lnTo>
                  <a:lnTo>
                    <a:pt x="1499855" y="156443"/>
                  </a:lnTo>
                  <a:lnTo>
                    <a:pt x="1478129" y="117258"/>
                  </a:lnTo>
                  <a:lnTo>
                    <a:pt x="1475367" y="113800"/>
                  </a:lnTo>
                  <a:close/>
                </a:path>
                <a:path w="1527809" h="607060">
                  <a:moveTo>
                    <a:pt x="743590" y="117479"/>
                  </a:moveTo>
                  <a:lnTo>
                    <a:pt x="611002" y="117479"/>
                  </a:lnTo>
                  <a:lnTo>
                    <a:pt x="611002" y="596706"/>
                  </a:lnTo>
                  <a:lnTo>
                    <a:pt x="743590" y="596706"/>
                  </a:lnTo>
                  <a:lnTo>
                    <a:pt x="743590" y="117479"/>
                  </a:lnTo>
                  <a:close/>
                </a:path>
                <a:path w="1527809" h="607060">
                  <a:moveTo>
                    <a:pt x="910955" y="9787"/>
                  </a:moveTo>
                  <a:lnTo>
                    <a:pt x="444367" y="9787"/>
                  </a:lnTo>
                  <a:lnTo>
                    <a:pt x="444367" y="117479"/>
                  </a:lnTo>
                  <a:lnTo>
                    <a:pt x="910955" y="117479"/>
                  </a:lnTo>
                  <a:lnTo>
                    <a:pt x="910955" y="9787"/>
                  </a:lnTo>
                  <a:close/>
                </a:path>
                <a:path w="1527809" h="607060">
                  <a:moveTo>
                    <a:pt x="2407" y="443234"/>
                  </a:moveTo>
                  <a:lnTo>
                    <a:pt x="2407" y="574179"/>
                  </a:lnTo>
                  <a:lnTo>
                    <a:pt x="19126" y="581861"/>
                  </a:lnTo>
                  <a:lnTo>
                    <a:pt x="56894" y="594140"/>
                  </a:lnTo>
                  <a:lnTo>
                    <a:pt x="100066" y="602327"/>
                  </a:lnTo>
                  <a:lnTo>
                    <a:pt x="145990" y="606421"/>
                  </a:lnTo>
                  <a:lnTo>
                    <a:pt x="169804" y="606933"/>
                  </a:lnTo>
                  <a:lnTo>
                    <a:pt x="193041" y="606370"/>
                  </a:lnTo>
                  <a:lnTo>
                    <a:pt x="237801" y="601870"/>
                  </a:lnTo>
                  <a:lnTo>
                    <a:pt x="279826" y="592701"/>
                  </a:lnTo>
                  <a:lnTo>
                    <a:pt x="316935" y="577860"/>
                  </a:lnTo>
                  <a:lnTo>
                    <a:pt x="362163" y="544410"/>
                  </a:lnTo>
                  <a:lnTo>
                    <a:pt x="389272" y="502920"/>
                  </a:lnTo>
                  <a:lnTo>
                    <a:pt x="164073" y="502920"/>
                  </a:lnTo>
                  <a:lnTo>
                    <a:pt x="142881" y="501991"/>
                  </a:lnTo>
                  <a:lnTo>
                    <a:pt x="100735" y="494561"/>
                  </a:lnTo>
                  <a:lnTo>
                    <a:pt x="59277" y="479632"/>
                  </a:lnTo>
                  <a:lnTo>
                    <a:pt x="20598" y="457242"/>
                  </a:lnTo>
                  <a:lnTo>
                    <a:pt x="2407" y="443234"/>
                  </a:lnTo>
                  <a:close/>
                </a:path>
                <a:path w="1527809" h="607060">
                  <a:moveTo>
                    <a:pt x="230367" y="0"/>
                  </a:moveTo>
                  <a:lnTo>
                    <a:pt x="184937" y="2495"/>
                  </a:lnTo>
                  <a:lnTo>
                    <a:pt x="141975" y="10037"/>
                  </a:lnTo>
                  <a:lnTo>
                    <a:pt x="102763" y="22849"/>
                  </a:lnTo>
                  <a:lnTo>
                    <a:pt x="68580" y="41279"/>
                  </a:lnTo>
                  <a:lnTo>
                    <a:pt x="28460" y="79766"/>
                  </a:lnTo>
                  <a:lnTo>
                    <a:pt x="4587" y="131704"/>
                  </a:lnTo>
                  <a:lnTo>
                    <a:pt x="0" y="174379"/>
                  </a:lnTo>
                  <a:lnTo>
                    <a:pt x="2117" y="202545"/>
                  </a:lnTo>
                  <a:lnTo>
                    <a:pt x="19018" y="252457"/>
                  </a:lnTo>
                  <a:lnTo>
                    <a:pt x="52831" y="294078"/>
                  </a:lnTo>
                  <a:lnTo>
                    <a:pt x="104083" y="329078"/>
                  </a:lnTo>
                  <a:lnTo>
                    <a:pt x="149553" y="349677"/>
                  </a:lnTo>
                  <a:lnTo>
                    <a:pt x="162374" y="355130"/>
                  </a:lnTo>
                  <a:lnTo>
                    <a:pt x="197923" y="371270"/>
                  </a:lnTo>
                  <a:lnTo>
                    <a:pt x="234980" y="393843"/>
                  </a:lnTo>
                  <a:lnTo>
                    <a:pt x="261118" y="427343"/>
                  </a:lnTo>
                  <a:lnTo>
                    <a:pt x="263530" y="452128"/>
                  </a:lnTo>
                  <a:lnTo>
                    <a:pt x="261487" y="459867"/>
                  </a:lnTo>
                  <a:lnTo>
                    <a:pt x="232155" y="489802"/>
                  </a:lnTo>
                  <a:lnTo>
                    <a:pt x="187474" y="501842"/>
                  </a:lnTo>
                  <a:lnTo>
                    <a:pt x="164073" y="502920"/>
                  </a:lnTo>
                  <a:lnTo>
                    <a:pt x="389272" y="502920"/>
                  </a:lnTo>
                  <a:lnTo>
                    <a:pt x="392209" y="496563"/>
                  </a:lnTo>
                  <a:lnTo>
                    <a:pt x="398038" y="476919"/>
                  </a:lnTo>
                  <a:lnTo>
                    <a:pt x="401535" y="455325"/>
                  </a:lnTo>
                  <a:lnTo>
                    <a:pt x="402701" y="431804"/>
                  </a:lnTo>
                  <a:lnTo>
                    <a:pt x="402037" y="414538"/>
                  </a:lnTo>
                  <a:lnTo>
                    <a:pt x="392033" y="369320"/>
                  </a:lnTo>
                  <a:lnTo>
                    <a:pt x="370846" y="332460"/>
                  </a:lnTo>
                  <a:lnTo>
                    <a:pt x="339333" y="301866"/>
                  </a:lnTo>
                  <a:lnTo>
                    <a:pt x="298856" y="276057"/>
                  </a:lnTo>
                  <a:lnTo>
                    <a:pt x="250057" y="252865"/>
                  </a:lnTo>
                  <a:lnTo>
                    <a:pt x="237518" y="247574"/>
                  </a:lnTo>
                  <a:lnTo>
                    <a:pt x="225612" y="242381"/>
                  </a:lnTo>
                  <a:lnTo>
                    <a:pt x="184853" y="222093"/>
                  </a:lnTo>
                  <a:lnTo>
                    <a:pt x="151254" y="195427"/>
                  </a:lnTo>
                  <a:lnTo>
                    <a:pt x="139202" y="163330"/>
                  </a:lnTo>
                  <a:lnTo>
                    <a:pt x="139202" y="154305"/>
                  </a:lnTo>
                  <a:lnTo>
                    <a:pt x="165719" y="120277"/>
                  </a:lnTo>
                  <a:lnTo>
                    <a:pt x="206317" y="106355"/>
                  </a:lnTo>
                  <a:lnTo>
                    <a:pt x="237744" y="103894"/>
                  </a:lnTo>
                  <a:lnTo>
                    <a:pt x="376946" y="103894"/>
                  </a:lnTo>
                  <a:lnTo>
                    <a:pt x="376946" y="22479"/>
                  </a:lnTo>
                  <a:lnTo>
                    <a:pt x="329017" y="8603"/>
                  </a:lnTo>
                  <a:lnTo>
                    <a:pt x="273630" y="1352"/>
                  </a:lnTo>
                  <a:lnTo>
                    <a:pt x="252657" y="336"/>
                  </a:lnTo>
                  <a:lnTo>
                    <a:pt x="230367" y="0"/>
                  </a:lnTo>
                  <a:close/>
                </a:path>
                <a:path w="1527809" h="607060">
                  <a:moveTo>
                    <a:pt x="376946" y="103894"/>
                  </a:moveTo>
                  <a:lnTo>
                    <a:pt x="237744" y="103894"/>
                  </a:lnTo>
                  <a:lnTo>
                    <a:pt x="246047" y="104057"/>
                  </a:lnTo>
                  <a:lnTo>
                    <a:pt x="254591" y="104541"/>
                  </a:lnTo>
                  <a:lnTo>
                    <a:pt x="299763" y="111534"/>
                  </a:lnTo>
                  <a:lnTo>
                    <a:pt x="336056" y="123136"/>
                  </a:lnTo>
                  <a:lnTo>
                    <a:pt x="376946" y="144911"/>
                  </a:lnTo>
                  <a:lnTo>
                    <a:pt x="376946" y="103894"/>
                  </a:lnTo>
                  <a:close/>
                </a:path>
              </a:pathLst>
            </a:custGeom>
            <a:solidFill>
              <a:srgbClr val="FFFF00"/>
            </a:solidFill>
          </p:spPr>
          <p:txBody>
            <a:bodyPr wrap="square" lIns="0" tIns="0" rIns="0" bIns="0" rtlCol="0"/>
            <a:lstStyle/>
            <a:p>
              <a:endParaRPr/>
            </a:p>
          </p:txBody>
        </p:sp>
        <p:sp>
          <p:nvSpPr>
            <p:cNvPr id="25" name="object 25"/>
            <p:cNvSpPr/>
            <p:nvPr/>
          </p:nvSpPr>
          <p:spPr>
            <a:xfrm>
              <a:off x="7078858" y="5061834"/>
              <a:ext cx="1527810" cy="607060"/>
            </a:xfrm>
            <a:custGeom>
              <a:avLst/>
              <a:gdLst/>
              <a:ahLst/>
              <a:cxnLst/>
              <a:rect l="l" t="t" r="r" b="b"/>
              <a:pathLst>
                <a:path w="1527809" h="607060">
                  <a:moveTo>
                    <a:pt x="1243340" y="113800"/>
                  </a:moveTo>
                  <a:lnTo>
                    <a:pt x="1180939" y="126847"/>
                  </a:lnTo>
                  <a:lnTo>
                    <a:pt x="1132850" y="165997"/>
                  </a:lnTo>
                  <a:lnTo>
                    <a:pt x="1102156" y="226543"/>
                  </a:lnTo>
                  <a:lnTo>
                    <a:pt x="1091945" y="304037"/>
                  </a:lnTo>
                  <a:lnTo>
                    <a:pt x="1094496" y="345380"/>
                  </a:lnTo>
                  <a:lnTo>
                    <a:pt x="1114937" y="414340"/>
                  </a:lnTo>
                  <a:lnTo>
                    <a:pt x="1154888" y="464203"/>
                  </a:lnTo>
                  <a:lnTo>
                    <a:pt x="1208463" y="489594"/>
                  </a:lnTo>
                  <a:lnTo>
                    <a:pt x="1240017" y="492764"/>
                  </a:lnTo>
                  <a:lnTo>
                    <a:pt x="1272453" y="489671"/>
                  </a:lnTo>
                  <a:lnTo>
                    <a:pt x="1326707" y="465007"/>
                  </a:lnTo>
                  <a:lnTo>
                    <a:pt x="1366066" y="416417"/>
                  </a:lnTo>
                  <a:lnTo>
                    <a:pt x="1386107" y="347944"/>
                  </a:lnTo>
                  <a:lnTo>
                    <a:pt x="1388607" y="306586"/>
                  </a:lnTo>
                  <a:lnTo>
                    <a:pt x="1386178" y="263431"/>
                  </a:lnTo>
                  <a:lnTo>
                    <a:pt x="1378892" y="225385"/>
                  </a:lnTo>
                  <a:lnTo>
                    <a:pt x="1349745" y="164473"/>
                  </a:lnTo>
                  <a:lnTo>
                    <a:pt x="1303732" y="126465"/>
                  </a:lnTo>
                  <a:lnTo>
                    <a:pt x="1243340" y="113800"/>
                  </a:lnTo>
                  <a:close/>
                </a:path>
                <a:path w="1527809" h="607060">
                  <a:moveTo>
                    <a:pt x="444367" y="9787"/>
                  </a:moveTo>
                  <a:lnTo>
                    <a:pt x="910955" y="9787"/>
                  </a:lnTo>
                  <a:lnTo>
                    <a:pt x="910955" y="117479"/>
                  </a:lnTo>
                  <a:lnTo>
                    <a:pt x="743590" y="117479"/>
                  </a:lnTo>
                  <a:lnTo>
                    <a:pt x="743590" y="596706"/>
                  </a:lnTo>
                  <a:lnTo>
                    <a:pt x="611002" y="596706"/>
                  </a:lnTo>
                  <a:lnTo>
                    <a:pt x="611002" y="117479"/>
                  </a:lnTo>
                  <a:lnTo>
                    <a:pt x="444367" y="117479"/>
                  </a:lnTo>
                  <a:lnTo>
                    <a:pt x="444367" y="9787"/>
                  </a:lnTo>
                  <a:close/>
                </a:path>
                <a:path w="1527809" h="607060">
                  <a:moveTo>
                    <a:pt x="1246997" y="0"/>
                  </a:moveTo>
                  <a:lnTo>
                    <a:pt x="1295355" y="3291"/>
                  </a:lnTo>
                  <a:lnTo>
                    <a:pt x="1339850" y="13167"/>
                  </a:lnTo>
                  <a:lnTo>
                    <a:pt x="1380486" y="29626"/>
                  </a:lnTo>
                  <a:lnTo>
                    <a:pt x="1417270" y="52669"/>
                  </a:lnTo>
                  <a:lnTo>
                    <a:pt x="1450207" y="82295"/>
                  </a:lnTo>
                  <a:lnTo>
                    <a:pt x="1478129" y="117258"/>
                  </a:lnTo>
                  <a:lnTo>
                    <a:pt x="1499855" y="156443"/>
                  </a:lnTo>
                  <a:lnTo>
                    <a:pt x="1515381" y="199839"/>
                  </a:lnTo>
                  <a:lnTo>
                    <a:pt x="1524701" y="247434"/>
                  </a:lnTo>
                  <a:lnTo>
                    <a:pt x="1527809" y="299216"/>
                  </a:lnTo>
                  <a:lnTo>
                    <a:pt x="1524594" y="352389"/>
                  </a:lnTo>
                  <a:lnTo>
                    <a:pt x="1514947" y="401271"/>
                  </a:lnTo>
                  <a:lnTo>
                    <a:pt x="1498868" y="445868"/>
                  </a:lnTo>
                  <a:lnTo>
                    <a:pt x="1476353" y="486186"/>
                  </a:lnTo>
                  <a:lnTo>
                    <a:pt x="1447403" y="522232"/>
                  </a:lnTo>
                  <a:lnTo>
                    <a:pt x="1413240" y="552720"/>
                  </a:lnTo>
                  <a:lnTo>
                    <a:pt x="1375189" y="576436"/>
                  </a:lnTo>
                  <a:lnTo>
                    <a:pt x="1333240" y="593378"/>
                  </a:lnTo>
                  <a:lnTo>
                    <a:pt x="1287384" y="603544"/>
                  </a:lnTo>
                  <a:lnTo>
                    <a:pt x="1237609" y="606932"/>
                  </a:lnTo>
                  <a:lnTo>
                    <a:pt x="1189043" y="603651"/>
                  </a:lnTo>
                  <a:lnTo>
                    <a:pt x="1144216" y="593806"/>
                  </a:lnTo>
                  <a:lnTo>
                    <a:pt x="1103122" y="577398"/>
                  </a:lnTo>
                  <a:lnTo>
                    <a:pt x="1065757" y="554429"/>
                  </a:lnTo>
                  <a:lnTo>
                    <a:pt x="1032113" y="524899"/>
                  </a:lnTo>
                  <a:lnTo>
                    <a:pt x="1003528" y="490070"/>
                  </a:lnTo>
                  <a:lnTo>
                    <a:pt x="981303" y="451275"/>
                  </a:lnTo>
                  <a:lnTo>
                    <a:pt x="965434" y="408507"/>
                  </a:lnTo>
                  <a:lnTo>
                    <a:pt x="955915" y="361760"/>
                  </a:lnTo>
                  <a:lnTo>
                    <a:pt x="952743" y="311027"/>
                  </a:lnTo>
                  <a:lnTo>
                    <a:pt x="955975" y="257518"/>
                  </a:lnTo>
                  <a:lnTo>
                    <a:pt x="965665" y="208253"/>
                  </a:lnTo>
                  <a:lnTo>
                    <a:pt x="981804" y="163239"/>
                  </a:lnTo>
                  <a:lnTo>
                    <a:pt x="1004383" y="122481"/>
                  </a:lnTo>
                  <a:lnTo>
                    <a:pt x="1033393" y="85987"/>
                  </a:lnTo>
                  <a:lnTo>
                    <a:pt x="1067734" y="54998"/>
                  </a:lnTo>
                  <a:lnTo>
                    <a:pt x="1106269" y="30917"/>
                  </a:lnTo>
                  <a:lnTo>
                    <a:pt x="1148994" y="13732"/>
                  </a:lnTo>
                  <a:lnTo>
                    <a:pt x="1195905" y="3431"/>
                  </a:lnTo>
                  <a:lnTo>
                    <a:pt x="1246997" y="0"/>
                  </a:lnTo>
                  <a:close/>
                </a:path>
                <a:path w="1527809" h="607060">
                  <a:moveTo>
                    <a:pt x="230367" y="0"/>
                  </a:moveTo>
                  <a:lnTo>
                    <a:pt x="273630" y="1352"/>
                  </a:lnTo>
                  <a:lnTo>
                    <a:pt x="311657" y="5465"/>
                  </a:lnTo>
                  <a:lnTo>
                    <a:pt x="361644" y="17123"/>
                  </a:lnTo>
                  <a:lnTo>
                    <a:pt x="376946" y="22478"/>
                  </a:lnTo>
                  <a:lnTo>
                    <a:pt x="376946" y="144911"/>
                  </a:lnTo>
                  <a:lnTo>
                    <a:pt x="369422" y="139932"/>
                  </a:lnTo>
                  <a:lnTo>
                    <a:pt x="361542" y="135275"/>
                  </a:lnTo>
                  <a:lnTo>
                    <a:pt x="318154" y="116658"/>
                  </a:lnTo>
                  <a:lnTo>
                    <a:pt x="272399" y="106430"/>
                  </a:lnTo>
                  <a:lnTo>
                    <a:pt x="237743" y="103894"/>
                  </a:lnTo>
                  <a:lnTo>
                    <a:pt x="226757" y="104175"/>
                  </a:lnTo>
                  <a:lnTo>
                    <a:pt x="187982" y="110592"/>
                  </a:lnTo>
                  <a:lnTo>
                    <a:pt x="154506" y="128848"/>
                  </a:lnTo>
                  <a:lnTo>
                    <a:pt x="139202" y="154304"/>
                  </a:lnTo>
                  <a:lnTo>
                    <a:pt x="139202" y="163330"/>
                  </a:lnTo>
                  <a:lnTo>
                    <a:pt x="156370" y="201047"/>
                  </a:lnTo>
                  <a:lnTo>
                    <a:pt x="193936" y="227214"/>
                  </a:lnTo>
                  <a:lnTo>
                    <a:pt x="237518" y="247574"/>
                  </a:lnTo>
                  <a:lnTo>
                    <a:pt x="250057" y="252865"/>
                  </a:lnTo>
                  <a:lnTo>
                    <a:pt x="267231" y="260390"/>
                  </a:lnTo>
                  <a:lnTo>
                    <a:pt x="313303" y="284225"/>
                  </a:lnTo>
                  <a:lnTo>
                    <a:pt x="350868" y="311502"/>
                  </a:lnTo>
                  <a:lnTo>
                    <a:pt x="379075" y="343985"/>
                  </a:lnTo>
                  <a:lnTo>
                    <a:pt x="396709" y="383297"/>
                  </a:lnTo>
                  <a:lnTo>
                    <a:pt x="402701" y="431804"/>
                  </a:lnTo>
                  <a:lnTo>
                    <a:pt x="401535" y="455325"/>
                  </a:lnTo>
                  <a:lnTo>
                    <a:pt x="392209" y="496563"/>
                  </a:lnTo>
                  <a:lnTo>
                    <a:pt x="373957" y="530112"/>
                  </a:lnTo>
                  <a:lnTo>
                    <a:pt x="333512" y="568250"/>
                  </a:lnTo>
                  <a:lnTo>
                    <a:pt x="299035" y="586010"/>
                  </a:lnTo>
                  <a:lnTo>
                    <a:pt x="259323" y="597932"/>
                  </a:lnTo>
                  <a:lnTo>
                    <a:pt x="215706" y="604683"/>
                  </a:lnTo>
                  <a:lnTo>
                    <a:pt x="169804" y="606932"/>
                  </a:lnTo>
                  <a:lnTo>
                    <a:pt x="145990" y="606421"/>
                  </a:lnTo>
                  <a:lnTo>
                    <a:pt x="100066" y="602326"/>
                  </a:lnTo>
                  <a:lnTo>
                    <a:pt x="56894" y="594140"/>
                  </a:lnTo>
                  <a:lnTo>
                    <a:pt x="19126" y="581861"/>
                  </a:lnTo>
                  <a:lnTo>
                    <a:pt x="2407" y="574179"/>
                  </a:lnTo>
                  <a:lnTo>
                    <a:pt x="2407" y="443234"/>
                  </a:lnTo>
                  <a:lnTo>
                    <a:pt x="20598" y="457241"/>
                  </a:lnTo>
                  <a:lnTo>
                    <a:pt x="39555" y="469366"/>
                  </a:lnTo>
                  <a:lnTo>
                    <a:pt x="79766" y="488060"/>
                  </a:lnTo>
                  <a:lnTo>
                    <a:pt x="121771" y="499205"/>
                  </a:lnTo>
                  <a:lnTo>
                    <a:pt x="164073" y="502919"/>
                  </a:lnTo>
                  <a:lnTo>
                    <a:pt x="176168" y="502654"/>
                  </a:lnTo>
                  <a:lnTo>
                    <a:pt x="216589" y="495999"/>
                  </a:lnTo>
                  <a:lnTo>
                    <a:pt x="253970" y="472367"/>
                  </a:lnTo>
                  <a:lnTo>
                    <a:pt x="263530" y="452128"/>
                  </a:lnTo>
                  <a:lnTo>
                    <a:pt x="263530" y="443615"/>
                  </a:lnTo>
                  <a:lnTo>
                    <a:pt x="248359" y="406314"/>
                  </a:lnTo>
                  <a:lnTo>
                    <a:pt x="218069" y="382321"/>
                  </a:lnTo>
                  <a:lnTo>
                    <a:pt x="174749" y="360535"/>
                  </a:lnTo>
                  <a:lnTo>
                    <a:pt x="136276" y="344174"/>
                  </a:lnTo>
                  <a:lnTo>
                    <a:pt x="104083" y="329078"/>
                  </a:lnTo>
                  <a:lnTo>
                    <a:pt x="52831" y="294078"/>
                  </a:lnTo>
                  <a:lnTo>
                    <a:pt x="19018" y="252457"/>
                  </a:lnTo>
                  <a:lnTo>
                    <a:pt x="2117" y="202545"/>
                  </a:lnTo>
                  <a:lnTo>
                    <a:pt x="0" y="174379"/>
                  </a:lnTo>
                  <a:lnTo>
                    <a:pt x="1144" y="152231"/>
                  </a:lnTo>
                  <a:lnTo>
                    <a:pt x="10338" y="112797"/>
                  </a:lnTo>
                  <a:lnTo>
                    <a:pt x="40157" y="65488"/>
                  </a:lnTo>
                  <a:lnTo>
                    <a:pt x="85037" y="31379"/>
                  </a:lnTo>
                  <a:lnTo>
                    <a:pt x="121746" y="15724"/>
                  </a:lnTo>
                  <a:lnTo>
                    <a:pt x="163150" y="5630"/>
                  </a:lnTo>
                  <a:lnTo>
                    <a:pt x="207341" y="622"/>
                  </a:lnTo>
                  <a:lnTo>
                    <a:pt x="230367" y="0"/>
                  </a:lnTo>
                  <a:close/>
                </a:path>
              </a:pathLst>
            </a:custGeom>
            <a:ln w="12191">
              <a:solidFill>
                <a:srgbClr val="000000"/>
              </a:solidFill>
            </a:ln>
          </p:spPr>
          <p:txBody>
            <a:bodyPr wrap="square" lIns="0" tIns="0" rIns="0" bIns="0" rtlCol="0"/>
            <a:lstStyle/>
            <a:p>
              <a:endParaRPr/>
            </a:p>
          </p:txBody>
        </p:sp>
        <p:sp>
          <p:nvSpPr>
            <p:cNvPr id="26" name="object 26"/>
            <p:cNvSpPr/>
            <p:nvPr/>
          </p:nvSpPr>
          <p:spPr>
            <a:xfrm>
              <a:off x="7647828" y="6077473"/>
              <a:ext cx="429259" cy="587375"/>
            </a:xfrm>
            <a:custGeom>
              <a:avLst/>
              <a:gdLst/>
              <a:ahLst/>
              <a:cxnLst/>
              <a:rect l="l" t="t" r="r" b="b"/>
              <a:pathLst>
                <a:path w="429259" h="587375">
                  <a:moveTo>
                    <a:pt x="207111" y="0"/>
                  </a:moveTo>
                  <a:lnTo>
                    <a:pt x="0" y="0"/>
                  </a:lnTo>
                  <a:lnTo>
                    <a:pt x="0" y="586906"/>
                  </a:lnTo>
                  <a:lnTo>
                    <a:pt x="132191" y="586906"/>
                  </a:lnTo>
                  <a:lnTo>
                    <a:pt x="132191" y="384715"/>
                  </a:lnTo>
                  <a:lnTo>
                    <a:pt x="195193" y="384715"/>
                  </a:lnTo>
                  <a:lnTo>
                    <a:pt x="245745" y="381301"/>
                  </a:lnTo>
                  <a:lnTo>
                    <a:pt x="290927" y="371058"/>
                  </a:lnTo>
                  <a:lnTo>
                    <a:pt x="330755" y="353984"/>
                  </a:lnTo>
                  <a:lnTo>
                    <a:pt x="365241" y="330077"/>
                  </a:lnTo>
                  <a:lnTo>
                    <a:pt x="393080" y="300649"/>
                  </a:lnTo>
                  <a:lnTo>
                    <a:pt x="402656" y="284439"/>
                  </a:lnTo>
                  <a:lnTo>
                    <a:pt x="132191" y="284439"/>
                  </a:lnTo>
                  <a:lnTo>
                    <a:pt x="132191" y="101501"/>
                  </a:lnTo>
                  <a:lnTo>
                    <a:pt x="412715" y="101501"/>
                  </a:lnTo>
                  <a:lnTo>
                    <a:pt x="410752" y="95428"/>
                  </a:lnTo>
                  <a:lnTo>
                    <a:pt x="388125" y="61073"/>
                  </a:lnTo>
                  <a:lnTo>
                    <a:pt x="356448" y="34352"/>
                  </a:lnTo>
                  <a:lnTo>
                    <a:pt x="315719" y="15267"/>
                  </a:lnTo>
                  <a:lnTo>
                    <a:pt x="265941" y="3816"/>
                  </a:lnTo>
                  <a:lnTo>
                    <a:pt x="207111" y="0"/>
                  </a:lnTo>
                  <a:close/>
                </a:path>
                <a:path w="429259" h="587375">
                  <a:moveTo>
                    <a:pt x="412715" y="101501"/>
                  </a:moveTo>
                  <a:lnTo>
                    <a:pt x="184129" y="101501"/>
                  </a:lnTo>
                  <a:lnTo>
                    <a:pt x="230383" y="107153"/>
                  </a:lnTo>
                  <a:lnTo>
                    <a:pt x="263404" y="124110"/>
                  </a:lnTo>
                  <a:lnTo>
                    <a:pt x="283206" y="152373"/>
                  </a:lnTo>
                  <a:lnTo>
                    <a:pt x="289803" y="191941"/>
                  </a:lnTo>
                  <a:lnTo>
                    <a:pt x="283206" y="232412"/>
                  </a:lnTo>
                  <a:lnTo>
                    <a:pt x="263404" y="261318"/>
                  </a:lnTo>
                  <a:lnTo>
                    <a:pt x="230383" y="278659"/>
                  </a:lnTo>
                  <a:lnTo>
                    <a:pt x="184129" y="284439"/>
                  </a:lnTo>
                  <a:lnTo>
                    <a:pt x="402656" y="284439"/>
                  </a:lnTo>
                  <a:lnTo>
                    <a:pt x="412958" y="267000"/>
                  </a:lnTo>
                  <a:lnTo>
                    <a:pt x="424880" y="229132"/>
                  </a:lnTo>
                  <a:lnTo>
                    <a:pt x="428853" y="187046"/>
                  </a:lnTo>
                  <a:lnTo>
                    <a:pt x="424328" y="137419"/>
                  </a:lnTo>
                  <a:lnTo>
                    <a:pt x="412715" y="101501"/>
                  </a:lnTo>
                  <a:close/>
                </a:path>
              </a:pathLst>
            </a:custGeom>
            <a:solidFill>
              <a:srgbClr val="FFFF00"/>
            </a:solidFill>
          </p:spPr>
          <p:txBody>
            <a:bodyPr wrap="square" lIns="0" tIns="0" rIns="0" bIns="0" rtlCol="0"/>
            <a:lstStyle/>
            <a:p>
              <a:endParaRPr/>
            </a:p>
          </p:txBody>
        </p:sp>
        <p:sp>
          <p:nvSpPr>
            <p:cNvPr id="27" name="object 27"/>
            <p:cNvSpPr/>
            <p:nvPr/>
          </p:nvSpPr>
          <p:spPr>
            <a:xfrm>
              <a:off x="7773923" y="6172879"/>
              <a:ext cx="169804" cy="195129"/>
            </a:xfrm>
            <a:prstGeom prst="rect">
              <a:avLst/>
            </a:prstGeom>
            <a:blipFill>
              <a:blip r:embed="rId6" cstate="print"/>
              <a:stretch>
                <a:fillRect/>
              </a:stretch>
            </a:blipFill>
          </p:spPr>
          <p:txBody>
            <a:bodyPr wrap="square" lIns="0" tIns="0" rIns="0" bIns="0" rtlCol="0"/>
            <a:lstStyle/>
            <a:p>
              <a:endParaRPr/>
            </a:p>
          </p:txBody>
        </p:sp>
        <p:sp>
          <p:nvSpPr>
            <p:cNvPr id="28" name="object 28"/>
            <p:cNvSpPr/>
            <p:nvPr/>
          </p:nvSpPr>
          <p:spPr>
            <a:xfrm>
              <a:off x="7647828" y="6077473"/>
              <a:ext cx="429259" cy="587375"/>
            </a:xfrm>
            <a:custGeom>
              <a:avLst/>
              <a:gdLst/>
              <a:ahLst/>
              <a:cxnLst/>
              <a:rect l="l" t="t" r="r" b="b"/>
              <a:pathLst>
                <a:path w="429259" h="587375">
                  <a:moveTo>
                    <a:pt x="0" y="0"/>
                  </a:moveTo>
                  <a:lnTo>
                    <a:pt x="207111" y="0"/>
                  </a:lnTo>
                  <a:lnTo>
                    <a:pt x="265941" y="3816"/>
                  </a:lnTo>
                  <a:lnTo>
                    <a:pt x="315719" y="15267"/>
                  </a:lnTo>
                  <a:lnTo>
                    <a:pt x="356448" y="34352"/>
                  </a:lnTo>
                  <a:lnTo>
                    <a:pt x="388125" y="61073"/>
                  </a:lnTo>
                  <a:lnTo>
                    <a:pt x="410752" y="95428"/>
                  </a:lnTo>
                  <a:lnTo>
                    <a:pt x="424328" y="137419"/>
                  </a:lnTo>
                  <a:lnTo>
                    <a:pt x="428853" y="187046"/>
                  </a:lnTo>
                  <a:lnTo>
                    <a:pt x="424880" y="229132"/>
                  </a:lnTo>
                  <a:lnTo>
                    <a:pt x="412958" y="267000"/>
                  </a:lnTo>
                  <a:lnTo>
                    <a:pt x="393080" y="300649"/>
                  </a:lnTo>
                  <a:lnTo>
                    <a:pt x="365241" y="330077"/>
                  </a:lnTo>
                  <a:lnTo>
                    <a:pt x="330755" y="353984"/>
                  </a:lnTo>
                  <a:lnTo>
                    <a:pt x="290927" y="371058"/>
                  </a:lnTo>
                  <a:lnTo>
                    <a:pt x="245745" y="381301"/>
                  </a:lnTo>
                  <a:lnTo>
                    <a:pt x="195193" y="384715"/>
                  </a:lnTo>
                  <a:lnTo>
                    <a:pt x="132191" y="384715"/>
                  </a:lnTo>
                  <a:lnTo>
                    <a:pt x="132191" y="586906"/>
                  </a:lnTo>
                  <a:lnTo>
                    <a:pt x="0" y="586906"/>
                  </a:lnTo>
                  <a:lnTo>
                    <a:pt x="0" y="0"/>
                  </a:lnTo>
                  <a:close/>
                </a:path>
              </a:pathLst>
            </a:custGeom>
            <a:ln w="12191">
              <a:solidFill>
                <a:srgbClr val="000000"/>
              </a:solidFill>
            </a:ln>
          </p:spPr>
          <p:txBody>
            <a:bodyPr wrap="square" lIns="0" tIns="0" rIns="0" bIns="0" rtlCol="0"/>
            <a:lstStyle/>
            <a:p>
              <a:endParaRPr/>
            </a:p>
          </p:txBody>
        </p:sp>
        <p:sp>
          <p:nvSpPr>
            <p:cNvPr id="29" name="object 29"/>
            <p:cNvSpPr/>
            <p:nvPr/>
          </p:nvSpPr>
          <p:spPr>
            <a:xfrm>
              <a:off x="6748272" y="5207508"/>
              <a:ext cx="2218944" cy="1344167"/>
            </a:xfrm>
            <a:prstGeom prst="rect">
              <a:avLst/>
            </a:prstGeom>
            <a:blipFill>
              <a:blip r:embed="rId7" cstate="print"/>
              <a:stretch>
                <a:fillRect/>
              </a:stretch>
            </a:blipFill>
          </p:spPr>
          <p:txBody>
            <a:bodyPr wrap="square" lIns="0" tIns="0" rIns="0" bIns="0" rtlCol="0"/>
            <a:lstStyle/>
            <a:p>
              <a:endParaRPr/>
            </a:p>
          </p:txBody>
        </p:sp>
        <p:sp>
          <p:nvSpPr>
            <p:cNvPr id="30" name="object 30"/>
            <p:cNvSpPr/>
            <p:nvPr/>
          </p:nvSpPr>
          <p:spPr>
            <a:xfrm>
              <a:off x="6886956" y="4888990"/>
              <a:ext cx="2257043" cy="1969008"/>
            </a:xfrm>
            <a:prstGeom prst="rect">
              <a:avLst/>
            </a:prstGeom>
            <a:blipFill>
              <a:blip r:embed="rId8" cstate="print"/>
              <a:stretch>
                <a:fillRect/>
              </a:stretch>
            </a:blipFill>
          </p:spPr>
          <p:txBody>
            <a:bodyPr wrap="square" lIns="0" tIns="0" rIns="0" bIns="0" rtlCol="0"/>
            <a:lstStyle/>
            <a:p>
              <a:endParaRPr/>
            </a:p>
          </p:txBody>
        </p:sp>
        <p:sp>
          <p:nvSpPr>
            <p:cNvPr id="31" name="object 31"/>
            <p:cNvSpPr/>
            <p:nvPr/>
          </p:nvSpPr>
          <p:spPr>
            <a:xfrm>
              <a:off x="6829683" y="5267574"/>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00"/>
                  </a:lnTo>
                  <a:lnTo>
                    <a:pt x="4719" y="998362"/>
                  </a:lnTo>
                  <a:lnTo>
                    <a:pt x="18257" y="1042010"/>
                  </a:lnTo>
                  <a:lnTo>
                    <a:pt x="39683" y="1081508"/>
                  </a:lnTo>
                  <a:lnTo>
                    <a:pt x="68065" y="1115922"/>
                  </a:lnTo>
                  <a:lnTo>
                    <a:pt x="102472" y="1144316"/>
                  </a:lnTo>
                  <a:lnTo>
                    <a:pt x="141973" y="1165755"/>
                  </a:lnTo>
                  <a:lnTo>
                    <a:pt x="185636" y="1179304"/>
                  </a:lnTo>
                  <a:lnTo>
                    <a:pt x="232531" y="1184029"/>
                  </a:lnTo>
                  <a:lnTo>
                    <a:pt x="1824868" y="1184029"/>
                  </a:lnTo>
                  <a:lnTo>
                    <a:pt x="1871719" y="1179304"/>
                  </a:lnTo>
                  <a:lnTo>
                    <a:pt x="1915362" y="1165755"/>
                  </a:lnTo>
                  <a:lnTo>
                    <a:pt x="1954860" y="1144316"/>
                  </a:lnTo>
                  <a:lnTo>
                    <a:pt x="1989277" y="1115922"/>
                  </a:lnTo>
                  <a:lnTo>
                    <a:pt x="2017676" y="1081508"/>
                  </a:lnTo>
                  <a:lnTo>
                    <a:pt x="2039120" y="1042010"/>
                  </a:lnTo>
                  <a:lnTo>
                    <a:pt x="2052674" y="998362"/>
                  </a:lnTo>
                  <a:lnTo>
                    <a:pt x="2057399" y="951500"/>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32" name="object 32"/>
            <p:cNvSpPr/>
            <p:nvPr/>
          </p:nvSpPr>
          <p:spPr>
            <a:xfrm>
              <a:off x="6829683" y="5267574"/>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00"/>
                  </a:lnTo>
                  <a:lnTo>
                    <a:pt x="2052674" y="998362"/>
                  </a:lnTo>
                  <a:lnTo>
                    <a:pt x="2039120" y="1042010"/>
                  </a:lnTo>
                  <a:lnTo>
                    <a:pt x="2017676" y="1081508"/>
                  </a:lnTo>
                  <a:lnTo>
                    <a:pt x="1989277" y="1115922"/>
                  </a:lnTo>
                  <a:lnTo>
                    <a:pt x="1954860" y="1144316"/>
                  </a:lnTo>
                  <a:lnTo>
                    <a:pt x="1915362" y="1165755"/>
                  </a:lnTo>
                  <a:lnTo>
                    <a:pt x="1871719" y="1179304"/>
                  </a:lnTo>
                  <a:lnTo>
                    <a:pt x="1824868" y="1184029"/>
                  </a:lnTo>
                  <a:lnTo>
                    <a:pt x="232531" y="1184029"/>
                  </a:lnTo>
                  <a:lnTo>
                    <a:pt x="185636" y="1179304"/>
                  </a:lnTo>
                  <a:lnTo>
                    <a:pt x="141973" y="1165755"/>
                  </a:lnTo>
                  <a:lnTo>
                    <a:pt x="102472" y="1144316"/>
                  </a:lnTo>
                  <a:lnTo>
                    <a:pt x="68065" y="1115922"/>
                  </a:lnTo>
                  <a:lnTo>
                    <a:pt x="39683" y="1081508"/>
                  </a:lnTo>
                  <a:lnTo>
                    <a:pt x="18257" y="1042010"/>
                  </a:lnTo>
                  <a:lnTo>
                    <a:pt x="4719"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33" name="object 33"/>
            <p:cNvSpPr/>
            <p:nvPr/>
          </p:nvSpPr>
          <p:spPr>
            <a:xfrm>
              <a:off x="6928104" y="4910327"/>
              <a:ext cx="1895855" cy="1947671"/>
            </a:xfrm>
            <a:prstGeom prst="rect">
              <a:avLst/>
            </a:prstGeom>
            <a:blipFill>
              <a:blip r:embed="rId9" cstate="print"/>
              <a:stretch>
                <a:fillRect/>
              </a:stretch>
            </a:blipFill>
          </p:spPr>
          <p:txBody>
            <a:bodyPr wrap="square" lIns="0" tIns="0" rIns="0" bIns="0" rtlCol="0"/>
            <a:lstStyle/>
            <a:p>
              <a:endParaRPr/>
            </a:p>
          </p:txBody>
        </p:sp>
        <p:sp>
          <p:nvSpPr>
            <p:cNvPr id="34" name="object 34"/>
            <p:cNvSpPr/>
            <p:nvPr/>
          </p:nvSpPr>
          <p:spPr>
            <a:xfrm>
              <a:off x="7670291" y="5503795"/>
              <a:ext cx="307975" cy="727710"/>
            </a:xfrm>
            <a:custGeom>
              <a:avLst/>
              <a:gdLst/>
              <a:ahLst/>
              <a:cxnLst/>
              <a:rect l="l" t="t" r="r" b="b"/>
              <a:pathLst>
                <a:path w="307975" h="727710">
                  <a:moveTo>
                    <a:pt x="307726" y="0"/>
                  </a:moveTo>
                  <a:lnTo>
                    <a:pt x="212994" y="0"/>
                  </a:lnTo>
                  <a:lnTo>
                    <a:pt x="190506" y="16316"/>
                  </a:lnTo>
                  <a:lnTo>
                    <a:pt x="166706" y="31929"/>
                  </a:lnTo>
                  <a:lnTo>
                    <a:pt x="115183" y="61091"/>
                  </a:lnTo>
                  <a:lnTo>
                    <a:pt x="59363" y="86391"/>
                  </a:lnTo>
                  <a:lnTo>
                    <a:pt x="0" y="106728"/>
                  </a:lnTo>
                  <a:lnTo>
                    <a:pt x="0" y="238755"/>
                  </a:lnTo>
                  <a:lnTo>
                    <a:pt x="42306" y="230565"/>
                  </a:lnTo>
                  <a:lnTo>
                    <a:pt x="83454" y="216670"/>
                  </a:lnTo>
                  <a:lnTo>
                    <a:pt x="120914" y="198299"/>
                  </a:lnTo>
                  <a:lnTo>
                    <a:pt x="151394" y="176713"/>
                  </a:lnTo>
                  <a:lnTo>
                    <a:pt x="151394" y="727649"/>
                  </a:lnTo>
                  <a:lnTo>
                    <a:pt x="307726" y="727649"/>
                  </a:lnTo>
                  <a:lnTo>
                    <a:pt x="307726" y="0"/>
                  </a:lnTo>
                  <a:close/>
                </a:path>
              </a:pathLst>
            </a:custGeom>
            <a:solidFill>
              <a:srgbClr val="FFFF00"/>
            </a:solidFill>
          </p:spPr>
          <p:txBody>
            <a:bodyPr wrap="square" lIns="0" tIns="0" rIns="0" bIns="0" rtlCol="0"/>
            <a:lstStyle/>
            <a:p>
              <a:endParaRPr/>
            </a:p>
          </p:txBody>
        </p:sp>
        <p:sp>
          <p:nvSpPr>
            <p:cNvPr id="35" name="object 35"/>
            <p:cNvSpPr/>
            <p:nvPr/>
          </p:nvSpPr>
          <p:spPr>
            <a:xfrm>
              <a:off x="7670291" y="5503795"/>
              <a:ext cx="307975" cy="727710"/>
            </a:xfrm>
            <a:custGeom>
              <a:avLst/>
              <a:gdLst/>
              <a:ahLst/>
              <a:cxnLst/>
              <a:rect l="l" t="t" r="r" b="b"/>
              <a:pathLst>
                <a:path w="307975" h="727710">
                  <a:moveTo>
                    <a:pt x="212994" y="0"/>
                  </a:moveTo>
                  <a:lnTo>
                    <a:pt x="307726" y="0"/>
                  </a:lnTo>
                  <a:lnTo>
                    <a:pt x="307726" y="727649"/>
                  </a:lnTo>
                  <a:lnTo>
                    <a:pt x="151394" y="727649"/>
                  </a:lnTo>
                  <a:lnTo>
                    <a:pt x="151394" y="176713"/>
                  </a:lnTo>
                  <a:lnTo>
                    <a:pt x="144685" y="182343"/>
                  </a:lnTo>
                  <a:lnTo>
                    <a:pt x="111927" y="203264"/>
                  </a:lnTo>
                  <a:lnTo>
                    <a:pt x="73441" y="220605"/>
                  </a:lnTo>
                  <a:lnTo>
                    <a:pt x="31602" y="233220"/>
                  </a:lnTo>
                  <a:lnTo>
                    <a:pt x="0" y="238755"/>
                  </a:lnTo>
                  <a:lnTo>
                    <a:pt x="0" y="106728"/>
                  </a:lnTo>
                  <a:lnTo>
                    <a:pt x="30131" y="97175"/>
                  </a:lnTo>
                  <a:lnTo>
                    <a:pt x="59363" y="86391"/>
                  </a:lnTo>
                  <a:lnTo>
                    <a:pt x="115183" y="61091"/>
                  </a:lnTo>
                  <a:lnTo>
                    <a:pt x="166706" y="31929"/>
                  </a:lnTo>
                  <a:lnTo>
                    <a:pt x="190506" y="16316"/>
                  </a:lnTo>
                  <a:lnTo>
                    <a:pt x="212994" y="0"/>
                  </a:lnTo>
                  <a:close/>
                </a:path>
              </a:pathLst>
            </a:custGeom>
            <a:ln w="12191">
              <a:solidFill>
                <a:srgbClr val="000000"/>
              </a:solidFill>
            </a:ln>
          </p:spPr>
          <p:txBody>
            <a:bodyPr wrap="square" lIns="0" tIns="0" rIns="0" bIns="0" rtlCol="0"/>
            <a:lstStyle/>
            <a:p>
              <a:endParaRPr/>
            </a:p>
          </p:txBody>
        </p:sp>
        <p:sp>
          <p:nvSpPr>
            <p:cNvPr id="36" name="object 36"/>
            <p:cNvSpPr/>
            <p:nvPr/>
          </p:nvSpPr>
          <p:spPr>
            <a:xfrm>
              <a:off x="6739128" y="5193791"/>
              <a:ext cx="2218944" cy="1345692"/>
            </a:xfrm>
            <a:prstGeom prst="rect">
              <a:avLst/>
            </a:prstGeom>
            <a:blipFill>
              <a:blip r:embed="rId10" cstate="print"/>
              <a:stretch>
                <a:fillRect/>
              </a:stretch>
            </a:blipFill>
          </p:spPr>
          <p:txBody>
            <a:bodyPr wrap="square" lIns="0" tIns="0" rIns="0" bIns="0" rtlCol="0"/>
            <a:lstStyle/>
            <a:p>
              <a:endParaRPr/>
            </a:p>
          </p:txBody>
        </p:sp>
        <p:sp>
          <p:nvSpPr>
            <p:cNvPr id="37" name="object 37"/>
            <p:cNvSpPr/>
            <p:nvPr/>
          </p:nvSpPr>
          <p:spPr>
            <a:xfrm>
              <a:off x="6877812" y="4876798"/>
              <a:ext cx="2258568" cy="1981200"/>
            </a:xfrm>
            <a:prstGeom prst="rect">
              <a:avLst/>
            </a:prstGeom>
            <a:blipFill>
              <a:blip r:embed="rId11" cstate="print"/>
              <a:stretch>
                <a:fillRect/>
              </a:stretch>
            </a:blipFill>
          </p:spPr>
          <p:txBody>
            <a:bodyPr wrap="square" lIns="0" tIns="0" rIns="0" bIns="0" rtlCol="0"/>
            <a:lstStyle/>
            <a:p>
              <a:endParaRPr/>
            </a:p>
          </p:txBody>
        </p:sp>
        <p:sp>
          <p:nvSpPr>
            <p:cNvPr id="38" name="object 38"/>
            <p:cNvSpPr/>
            <p:nvPr/>
          </p:nvSpPr>
          <p:spPr>
            <a:xfrm>
              <a:off x="6820143" y="5254883"/>
              <a:ext cx="2057400" cy="1184275"/>
            </a:xfrm>
            <a:custGeom>
              <a:avLst/>
              <a:gdLst/>
              <a:ahLst/>
              <a:cxnLst/>
              <a:rect l="l" t="t" r="r" b="b"/>
              <a:pathLst>
                <a:path w="2057400" h="1184275">
                  <a:moveTo>
                    <a:pt x="1824868" y="0"/>
                  </a:moveTo>
                  <a:lnTo>
                    <a:pt x="232562" y="0"/>
                  </a:lnTo>
                  <a:lnTo>
                    <a:pt x="185701" y="4725"/>
                  </a:lnTo>
                  <a:lnTo>
                    <a:pt x="142050" y="18276"/>
                  </a:lnTo>
                  <a:lnTo>
                    <a:pt x="102547" y="39718"/>
                  </a:lnTo>
                  <a:lnTo>
                    <a:pt x="68126" y="68115"/>
                  </a:lnTo>
                  <a:lnTo>
                    <a:pt x="39725" y="102530"/>
                  </a:lnTo>
                  <a:lnTo>
                    <a:pt x="18279" y="142028"/>
                  </a:lnTo>
                  <a:lnTo>
                    <a:pt x="4726" y="185673"/>
                  </a:lnTo>
                  <a:lnTo>
                    <a:pt x="0" y="232528"/>
                  </a:lnTo>
                  <a:lnTo>
                    <a:pt x="0" y="951488"/>
                  </a:lnTo>
                  <a:lnTo>
                    <a:pt x="4726" y="998354"/>
                  </a:lnTo>
                  <a:lnTo>
                    <a:pt x="18279" y="1042003"/>
                  </a:lnTo>
                  <a:lnTo>
                    <a:pt x="39725" y="1081502"/>
                  </a:lnTo>
                  <a:lnTo>
                    <a:pt x="68126" y="1115915"/>
                  </a:lnTo>
                  <a:lnTo>
                    <a:pt x="102547" y="1144307"/>
                  </a:lnTo>
                  <a:lnTo>
                    <a:pt x="142050" y="1165745"/>
                  </a:lnTo>
                  <a:lnTo>
                    <a:pt x="185701" y="1179293"/>
                  </a:lnTo>
                  <a:lnTo>
                    <a:pt x="232562" y="1184016"/>
                  </a:lnTo>
                  <a:lnTo>
                    <a:pt x="1824868" y="1184016"/>
                  </a:lnTo>
                  <a:lnTo>
                    <a:pt x="1871728" y="1179293"/>
                  </a:lnTo>
                  <a:lnTo>
                    <a:pt x="1915375" y="1165745"/>
                  </a:lnTo>
                  <a:lnTo>
                    <a:pt x="1954873" y="1144307"/>
                  </a:lnTo>
                  <a:lnTo>
                    <a:pt x="1989288" y="1115915"/>
                  </a:lnTo>
                  <a:lnTo>
                    <a:pt x="2017684" y="1081502"/>
                  </a:lnTo>
                  <a:lnTo>
                    <a:pt x="2039124" y="1042003"/>
                  </a:lnTo>
                  <a:lnTo>
                    <a:pt x="2052675" y="998354"/>
                  </a:lnTo>
                  <a:lnTo>
                    <a:pt x="2057399" y="951488"/>
                  </a:lnTo>
                  <a:lnTo>
                    <a:pt x="2057399" y="232528"/>
                  </a:lnTo>
                  <a:lnTo>
                    <a:pt x="2052675" y="185673"/>
                  </a:lnTo>
                  <a:lnTo>
                    <a:pt x="2039124" y="142028"/>
                  </a:lnTo>
                  <a:lnTo>
                    <a:pt x="2017684" y="102530"/>
                  </a:lnTo>
                  <a:lnTo>
                    <a:pt x="1989288" y="68115"/>
                  </a:lnTo>
                  <a:lnTo>
                    <a:pt x="1954873" y="39718"/>
                  </a:lnTo>
                  <a:lnTo>
                    <a:pt x="1915375" y="18276"/>
                  </a:lnTo>
                  <a:lnTo>
                    <a:pt x="1871728" y="4725"/>
                  </a:lnTo>
                  <a:lnTo>
                    <a:pt x="1824868" y="0"/>
                  </a:lnTo>
                  <a:close/>
                </a:path>
              </a:pathLst>
            </a:custGeom>
            <a:solidFill>
              <a:srgbClr val="252525"/>
            </a:solidFill>
          </p:spPr>
          <p:txBody>
            <a:bodyPr wrap="square" lIns="0" tIns="0" rIns="0" bIns="0" rtlCol="0"/>
            <a:lstStyle/>
            <a:p>
              <a:endParaRPr/>
            </a:p>
          </p:txBody>
        </p:sp>
        <p:sp>
          <p:nvSpPr>
            <p:cNvPr id="39" name="object 39"/>
            <p:cNvSpPr/>
            <p:nvPr/>
          </p:nvSpPr>
          <p:spPr>
            <a:xfrm>
              <a:off x="6820143" y="5254883"/>
              <a:ext cx="2057400" cy="1184275"/>
            </a:xfrm>
            <a:custGeom>
              <a:avLst/>
              <a:gdLst/>
              <a:ahLst/>
              <a:cxnLst/>
              <a:rect l="l" t="t" r="r" b="b"/>
              <a:pathLst>
                <a:path w="2057400" h="1184275">
                  <a:moveTo>
                    <a:pt x="0" y="232528"/>
                  </a:moveTo>
                  <a:lnTo>
                    <a:pt x="4726" y="185673"/>
                  </a:lnTo>
                  <a:lnTo>
                    <a:pt x="18279" y="142028"/>
                  </a:lnTo>
                  <a:lnTo>
                    <a:pt x="39725" y="102530"/>
                  </a:lnTo>
                  <a:lnTo>
                    <a:pt x="68126" y="68115"/>
                  </a:lnTo>
                  <a:lnTo>
                    <a:pt x="102547" y="39718"/>
                  </a:lnTo>
                  <a:lnTo>
                    <a:pt x="142050" y="18276"/>
                  </a:lnTo>
                  <a:lnTo>
                    <a:pt x="185701" y="4725"/>
                  </a:lnTo>
                  <a:lnTo>
                    <a:pt x="232562" y="0"/>
                  </a:lnTo>
                  <a:lnTo>
                    <a:pt x="1824868" y="0"/>
                  </a:lnTo>
                  <a:lnTo>
                    <a:pt x="1871728" y="4725"/>
                  </a:lnTo>
                  <a:lnTo>
                    <a:pt x="1915375" y="18276"/>
                  </a:lnTo>
                  <a:lnTo>
                    <a:pt x="1954873" y="39718"/>
                  </a:lnTo>
                  <a:lnTo>
                    <a:pt x="1989288" y="68115"/>
                  </a:lnTo>
                  <a:lnTo>
                    <a:pt x="2017684" y="102530"/>
                  </a:lnTo>
                  <a:lnTo>
                    <a:pt x="2039124" y="142028"/>
                  </a:lnTo>
                  <a:lnTo>
                    <a:pt x="2052675" y="185673"/>
                  </a:lnTo>
                  <a:lnTo>
                    <a:pt x="2057399" y="232528"/>
                  </a:lnTo>
                  <a:lnTo>
                    <a:pt x="2057399" y="951488"/>
                  </a:lnTo>
                  <a:lnTo>
                    <a:pt x="2052675" y="998354"/>
                  </a:lnTo>
                  <a:lnTo>
                    <a:pt x="2039124" y="1042003"/>
                  </a:lnTo>
                  <a:lnTo>
                    <a:pt x="2017684" y="1081502"/>
                  </a:lnTo>
                  <a:lnTo>
                    <a:pt x="1989288" y="1115915"/>
                  </a:lnTo>
                  <a:lnTo>
                    <a:pt x="1954873" y="1144307"/>
                  </a:lnTo>
                  <a:lnTo>
                    <a:pt x="1915375" y="1165745"/>
                  </a:lnTo>
                  <a:lnTo>
                    <a:pt x="1871728" y="1179293"/>
                  </a:lnTo>
                  <a:lnTo>
                    <a:pt x="1824868" y="1184016"/>
                  </a:lnTo>
                  <a:lnTo>
                    <a:pt x="232562" y="1184016"/>
                  </a:lnTo>
                  <a:lnTo>
                    <a:pt x="185701" y="1179293"/>
                  </a:lnTo>
                  <a:lnTo>
                    <a:pt x="142050" y="1165745"/>
                  </a:lnTo>
                  <a:lnTo>
                    <a:pt x="102547" y="1144307"/>
                  </a:lnTo>
                  <a:lnTo>
                    <a:pt x="68126" y="1115915"/>
                  </a:lnTo>
                  <a:lnTo>
                    <a:pt x="39725" y="1081502"/>
                  </a:lnTo>
                  <a:lnTo>
                    <a:pt x="18279" y="1042003"/>
                  </a:lnTo>
                  <a:lnTo>
                    <a:pt x="4726"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40" name="object 40"/>
            <p:cNvSpPr/>
            <p:nvPr/>
          </p:nvSpPr>
          <p:spPr>
            <a:xfrm>
              <a:off x="6918960" y="4898134"/>
              <a:ext cx="1895855" cy="1959864"/>
            </a:xfrm>
            <a:prstGeom prst="rect">
              <a:avLst/>
            </a:prstGeom>
            <a:blipFill>
              <a:blip r:embed="rId12" cstate="print"/>
              <a:stretch>
                <a:fillRect/>
              </a:stretch>
            </a:blipFill>
          </p:spPr>
          <p:txBody>
            <a:bodyPr wrap="square" lIns="0" tIns="0" rIns="0" bIns="0" rtlCol="0"/>
            <a:lstStyle/>
            <a:p>
              <a:endParaRPr/>
            </a:p>
          </p:txBody>
        </p:sp>
        <p:sp>
          <p:nvSpPr>
            <p:cNvPr id="41" name="object 41"/>
            <p:cNvSpPr/>
            <p:nvPr/>
          </p:nvSpPr>
          <p:spPr>
            <a:xfrm>
              <a:off x="7596895" y="5495032"/>
              <a:ext cx="474980" cy="723900"/>
            </a:xfrm>
            <a:custGeom>
              <a:avLst/>
              <a:gdLst/>
              <a:ahLst/>
              <a:cxnLst/>
              <a:rect l="l" t="t" r="r" b="b"/>
              <a:pathLst>
                <a:path w="474979" h="723900">
                  <a:moveTo>
                    <a:pt x="243565" y="0"/>
                  </a:moveTo>
                  <a:lnTo>
                    <a:pt x="186754" y="3761"/>
                  </a:lnTo>
                  <a:lnTo>
                    <a:pt x="132911" y="15037"/>
                  </a:lnTo>
                  <a:lnTo>
                    <a:pt x="82046" y="33814"/>
                  </a:lnTo>
                  <a:lnTo>
                    <a:pt x="34168" y="60079"/>
                  </a:lnTo>
                  <a:lnTo>
                    <a:pt x="34168" y="198083"/>
                  </a:lnTo>
                  <a:lnTo>
                    <a:pt x="76643" y="166164"/>
                  </a:lnTo>
                  <a:lnTo>
                    <a:pt x="120087" y="143364"/>
                  </a:lnTo>
                  <a:lnTo>
                    <a:pt x="164508" y="129683"/>
                  </a:lnTo>
                  <a:lnTo>
                    <a:pt x="209915" y="125123"/>
                  </a:lnTo>
                  <a:lnTo>
                    <a:pt x="234731" y="126581"/>
                  </a:lnTo>
                  <a:lnTo>
                    <a:pt x="274200" y="138248"/>
                  </a:lnTo>
                  <a:lnTo>
                    <a:pt x="308160" y="177362"/>
                  </a:lnTo>
                  <a:lnTo>
                    <a:pt x="314584" y="217444"/>
                  </a:lnTo>
                  <a:lnTo>
                    <a:pt x="314083" y="228934"/>
                  </a:lnTo>
                  <a:lnTo>
                    <a:pt x="302189" y="271632"/>
                  </a:lnTo>
                  <a:lnTo>
                    <a:pt x="274082" y="312130"/>
                  </a:lnTo>
                  <a:lnTo>
                    <a:pt x="242956" y="342518"/>
                  </a:lnTo>
                  <a:lnTo>
                    <a:pt x="203231" y="374158"/>
                  </a:lnTo>
                  <a:lnTo>
                    <a:pt x="172952" y="396200"/>
                  </a:lnTo>
                  <a:lnTo>
                    <a:pt x="157452" y="407848"/>
                  </a:lnTo>
                  <a:lnTo>
                    <a:pt x="125211" y="433102"/>
                  </a:lnTo>
                  <a:lnTo>
                    <a:pt x="93527" y="461640"/>
                  </a:lnTo>
                  <a:lnTo>
                    <a:pt x="64495" y="494144"/>
                  </a:lnTo>
                  <a:lnTo>
                    <a:pt x="39060" y="530876"/>
                  </a:lnTo>
                  <a:lnTo>
                    <a:pt x="18287" y="572073"/>
                  </a:lnTo>
                  <a:lnTo>
                    <a:pt x="4571" y="618299"/>
                  </a:lnTo>
                  <a:lnTo>
                    <a:pt x="0" y="670108"/>
                  </a:lnTo>
                  <a:lnTo>
                    <a:pt x="0" y="723711"/>
                  </a:lnTo>
                  <a:lnTo>
                    <a:pt x="473445" y="723711"/>
                  </a:lnTo>
                  <a:lnTo>
                    <a:pt x="473445" y="593668"/>
                  </a:lnTo>
                  <a:lnTo>
                    <a:pt x="171693" y="593668"/>
                  </a:lnTo>
                  <a:lnTo>
                    <a:pt x="172311" y="586627"/>
                  </a:lnTo>
                  <a:lnTo>
                    <a:pt x="193235" y="548811"/>
                  </a:lnTo>
                  <a:lnTo>
                    <a:pt x="226603" y="516613"/>
                  </a:lnTo>
                  <a:lnTo>
                    <a:pt x="258533" y="491776"/>
                  </a:lnTo>
                  <a:lnTo>
                    <a:pt x="293248" y="466606"/>
                  </a:lnTo>
                  <a:lnTo>
                    <a:pt x="310710" y="454335"/>
                  </a:lnTo>
                  <a:lnTo>
                    <a:pt x="327884" y="441846"/>
                  </a:lnTo>
                  <a:lnTo>
                    <a:pt x="361309" y="416219"/>
                  </a:lnTo>
                  <a:lnTo>
                    <a:pt x="392113" y="388862"/>
                  </a:lnTo>
                  <a:lnTo>
                    <a:pt x="419099" y="358889"/>
                  </a:lnTo>
                  <a:lnTo>
                    <a:pt x="441700" y="325890"/>
                  </a:lnTo>
                  <a:lnTo>
                    <a:pt x="459364" y="289416"/>
                  </a:lnTo>
                  <a:lnTo>
                    <a:pt x="470668" y="248465"/>
                  </a:lnTo>
                  <a:lnTo>
                    <a:pt x="474451" y="202048"/>
                  </a:lnTo>
                  <a:lnTo>
                    <a:pt x="473479" y="179509"/>
                  </a:lnTo>
                  <a:lnTo>
                    <a:pt x="465682" y="137697"/>
                  </a:lnTo>
                  <a:lnTo>
                    <a:pt x="450128" y="100376"/>
                  </a:lnTo>
                  <a:lnTo>
                    <a:pt x="427367" y="68464"/>
                  </a:lnTo>
                  <a:lnTo>
                    <a:pt x="397678" y="42230"/>
                  </a:lnTo>
                  <a:lnTo>
                    <a:pt x="361347" y="22036"/>
                  </a:lnTo>
                  <a:lnTo>
                    <a:pt x="318515" y="7986"/>
                  </a:lnTo>
                  <a:lnTo>
                    <a:pt x="269935" y="883"/>
                  </a:lnTo>
                  <a:lnTo>
                    <a:pt x="243565" y="0"/>
                  </a:lnTo>
                  <a:close/>
                </a:path>
              </a:pathLst>
            </a:custGeom>
            <a:solidFill>
              <a:srgbClr val="FFFF00"/>
            </a:solidFill>
          </p:spPr>
          <p:txBody>
            <a:bodyPr wrap="square" lIns="0" tIns="0" rIns="0" bIns="0" rtlCol="0"/>
            <a:lstStyle/>
            <a:p>
              <a:endParaRPr/>
            </a:p>
          </p:txBody>
        </p:sp>
        <p:sp>
          <p:nvSpPr>
            <p:cNvPr id="42" name="object 42"/>
            <p:cNvSpPr/>
            <p:nvPr/>
          </p:nvSpPr>
          <p:spPr>
            <a:xfrm>
              <a:off x="7596895" y="5495032"/>
              <a:ext cx="474980" cy="723900"/>
            </a:xfrm>
            <a:custGeom>
              <a:avLst/>
              <a:gdLst/>
              <a:ahLst/>
              <a:cxnLst/>
              <a:rect l="l" t="t" r="r" b="b"/>
              <a:pathLst>
                <a:path w="474979" h="723900">
                  <a:moveTo>
                    <a:pt x="243565" y="0"/>
                  </a:moveTo>
                  <a:lnTo>
                    <a:pt x="294916" y="3542"/>
                  </a:lnTo>
                  <a:lnTo>
                    <a:pt x="340735" y="14228"/>
                  </a:lnTo>
                  <a:lnTo>
                    <a:pt x="380333" y="31371"/>
                  </a:lnTo>
                  <a:lnTo>
                    <a:pt x="413369" y="54614"/>
                  </a:lnTo>
                  <a:lnTo>
                    <a:pt x="439628" y="83721"/>
                  </a:lnTo>
                  <a:lnTo>
                    <a:pt x="458845" y="118420"/>
                  </a:lnTo>
                  <a:lnTo>
                    <a:pt x="470557" y="158059"/>
                  </a:lnTo>
                  <a:lnTo>
                    <a:pt x="474451" y="202048"/>
                  </a:lnTo>
                  <a:lnTo>
                    <a:pt x="473504" y="225940"/>
                  </a:lnTo>
                  <a:lnTo>
                    <a:pt x="465952" y="269624"/>
                  </a:lnTo>
                  <a:lnTo>
                    <a:pt x="451135" y="308086"/>
                  </a:lnTo>
                  <a:lnTo>
                    <a:pt x="431031" y="342825"/>
                  </a:lnTo>
                  <a:lnTo>
                    <a:pt x="406071" y="374204"/>
                  </a:lnTo>
                  <a:lnTo>
                    <a:pt x="377201" y="402865"/>
                  </a:lnTo>
                  <a:lnTo>
                    <a:pt x="344755" y="429140"/>
                  </a:lnTo>
                  <a:lnTo>
                    <a:pt x="310710" y="454335"/>
                  </a:lnTo>
                  <a:lnTo>
                    <a:pt x="293248" y="466606"/>
                  </a:lnTo>
                  <a:lnTo>
                    <a:pt x="281455" y="475027"/>
                  </a:lnTo>
                  <a:lnTo>
                    <a:pt x="247375" y="500109"/>
                  </a:lnTo>
                  <a:lnTo>
                    <a:pt x="217183" y="524774"/>
                  </a:lnTo>
                  <a:lnTo>
                    <a:pt x="186986" y="556643"/>
                  </a:lnTo>
                  <a:lnTo>
                    <a:pt x="171693" y="593668"/>
                  </a:lnTo>
                  <a:lnTo>
                    <a:pt x="473445" y="593668"/>
                  </a:lnTo>
                  <a:lnTo>
                    <a:pt x="473445" y="723711"/>
                  </a:lnTo>
                  <a:lnTo>
                    <a:pt x="0" y="723711"/>
                  </a:lnTo>
                  <a:lnTo>
                    <a:pt x="0" y="670108"/>
                  </a:lnTo>
                  <a:lnTo>
                    <a:pt x="4571" y="618299"/>
                  </a:lnTo>
                  <a:lnTo>
                    <a:pt x="18287" y="572073"/>
                  </a:lnTo>
                  <a:lnTo>
                    <a:pt x="39060" y="530876"/>
                  </a:lnTo>
                  <a:lnTo>
                    <a:pt x="64495" y="494144"/>
                  </a:lnTo>
                  <a:lnTo>
                    <a:pt x="93527" y="461640"/>
                  </a:lnTo>
                  <a:lnTo>
                    <a:pt x="125211" y="433102"/>
                  </a:lnTo>
                  <a:lnTo>
                    <a:pt x="157452" y="407848"/>
                  </a:lnTo>
                  <a:lnTo>
                    <a:pt x="188092" y="385203"/>
                  </a:lnTo>
                  <a:lnTo>
                    <a:pt x="203231" y="374158"/>
                  </a:lnTo>
                  <a:lnTo>
                    <a:pt x="242956" y="342518"/>
                  </a:lnTo>
                  <a:lnTo>
                    <a:pt x="274082" y="312130"/>
                  </a:lnTo>
                  <a:lnTo>
                    <a:pt x="302189" y="271632"/>
                  </a:lnTo>
                  <a:lnTo>
                    <a:pt x="314083" y="228934"/>
                  </a:lnTo>
                  <a:lnTo>
                    <a:pt x="314584" y="217444"/>
                  </a:lnTo>
                  <a:lnTo>
                    <a:pt x="312981" y="196007"/>
                  </a:lnTo>
                  <a:lnTo>
                    <a:pt x="288797" y="148458"/>
                  </a:lnTo>
                  <a:lnTo>
                    <a:pt x="234731" y="126581"/>
                  </a:lnTo>
                  <a:lnTo>
                    <a:pt x="209915" y="125123"/>
                  </a:lnTo>
                  <a:lnTo>
                    <a:pt x="164508" y="129683"/>
                  </a:lnTo>
                  <a:lnTo>
                    <a:pt x="120087" y="143364"/>
                  </a:lnTo>
                  <a:lnTo>
                    <a:pt x="76643" y="166164"/>
                  </a:lnTo>
                  <a:lnTo>
                    <a:pt x="34168" y="198083"/>
                  </a:lnTo>
                  <a:lnTo>
                    <a:pt x="34168" y="60079"/>
                  </a:lnTo>
                  <a:lnTo>
                    <a:pt x="82046" y="33814"/>
                  </a:lnTo>
                  <a:lnTo>
                    <a:pt x="132911" y="15037"/>
                  </a:lnTo>
                  <a:lnTo>
                    <a:pt x="186754" y="3761"/>
                  </a:lnTo>
                  <a:lnTo>
                    <a:pt x="243565" y="0"/>
                  </a:lnTo>
                  <a:close/>
                </a:path>
              </a:pathLst>
            </a:custGeom>
            <a:ln w="12191">
              <a:solidFill>
                <a:srgbClr val="000000"/>
              </a:solidFill>
            </a:ln>
          </p:spPr>
          <p:txBody>
            <a:bodyPr wrap="square" lIns="0" tIns="0" rIns="0" bIns="0" rtlCol="0"/>
            <a:lstStyle/>
            <a:p>
              <a:endParaRPr/>
            </a:p>
          </p:txBody>
        </p:sp>
        <p:sp>
          <p:nvSpPr>
            <p:cNvPr id="43" name="object 43"/>
            <p:cNvSpPr/>
            <p:nvPr/>
          </p:nvSpPr>
          <p:spPr>
            <a:xfrm>
              <a:off x="6740652" y="5207508"/>
              <a:ext cx="2218944" cy="1344167"/>
            </a:xfrm>
            <a:prstGeom prst="rect">
              <a:avLst/>
            </a:prstGeom>
            <a:blipFill>
              <a:blip r:embed="rId13" cstate="print"/>
              <a:stretch>
                <a:fillRect/>
              </a:stretch>
            </a:blipFill>
          </p:spPr>
          <p:txBody>
            <a:bodyPr wrap="square" lIns="0" tIns="0" rIns="0" bIns="0" rtlCol="0"/>
            <a:lstStyle/>
            <a:p>
              <a:endParaRPr/>
            </a:p>
          </p:txBody>
        </p:sp>
        <p:sp>
          <p:nvSpPr>
            <p:cNvPr id="44" name="object 44"/>
            <p:cNvSpPr/>
            <p:nvPr/>
          </p:nvSpPr>
          <p:spPr>
            <a:xfrm>
              <a:off x="6879336" y="4888990"/>
              <a:ext cx="2258568" cy="1969008"/>
            </a:xfrm>
            <a:prstGeom prst="rect">
              <a:avLst/>
            </a:prstGeom>
            <a:blipFill>
              <a:blip r:embed="rId14" cstate="print"/>
              <a:stretch>
                <a:fillRect/>
              </a:stretch>
            </a:blipFill>
          </p:spPr>
          <p:txBody>
            <a:bodyPr wrap="square" lIns="0" tIns="0" rIns="0" bIns="0" rtlCol="0"/>
            <a:lstStyle/>
            <a:p>
              <a:endParaRPr/>
            </a:p>
          </p:txBody>
        </p:sp>
        <p:sp>
          <p:nvSpPr>
            <p:cNvPr id="45" name="object 45"/>
            <p:cNvSpPr/>
            <p:nvPr/>
          </p:nvSpPr>
          <p:spPr>
            <a:xfrm>
              <a:off x="6821545" y="5267574"/>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28" y="1179304"/>
                  </a:lnTo>
                  <a:lnTo>
                    <a:pt x="1915375" y="1165755"/>
                  </a:lnTo>
                  <a:lnTo>
                    <a:pt x="1954873" y="1144316"/>
                  </a:lnTo>
                  <a:lnTo>
                    <a:pt x="1989288" y="1115922"/>
                  </a:lnTo>
                  <a:lnTo>
                    <a:pt x="2017684" y="1081508"/>
                  </a:lnTo>
                  <a:lnTo>
                    <a:pt x="2039124" y="1042010"/>
                  </a:lnTo>
                  <a:lnTo>
                    <a:pt x="2052675" y="998362"/>
                  </a:lnTo>
                  <a:lnTo>
                    <a:pt x="2057399" y="95150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46" name="object 46"/>
            <p:cNvSpPr/>
            <p:nvPr/>
          </p:nvSpPr>
          <p:spPr>
            <a:xfrm>
              <a:off x="6821545" y="5267574"/>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00"/>
                  </a:lnTo>
                  <a:lnTo>
                    <a:pt x="2052675" y="998362"/>
                  </a:lnTo>
                  <a:lnTo>
                    <a:pt x="2039124" y="1042010"/>
                  </a:lnTo>
                  <a:lnTo>
                    <a:pt x="2017684" y="1081508"/>
                  </a:lnTo>
                  <a:lnTo>
                    <a:pt x="1989288" y="1115922"/>
                  </a:lnTo>
                  <a:lnTo>
                    <a:pt x="1954873" y="1144316"/>
                  </a:lnTo>
                  <a:lnTo>
                    <a:pt x="1915375" y="1165755"/>
                  </a:lnTo>
                  <a:lnTo>
                    <a:pt x="1871728"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47" name="object 47"/>
            <p:cNvSpPr/>
            <p:nvPr/>
          </p:nvSpPr>
          <p:spPr>
            <a:xfrm>
              <a:off x="6920484" y="4910327"/>
              <a:ext cx="1895855" cy="1947671"/>
            </a:xfrm>
            <a:prstGeom prst="rect">
              <a:avLst/>
            </a:prstGeom>
            <a:blipFill>
              <a:blip r:embed="rId15" cstate="print"/>
              <a:stretch>
                <a:fillRect/>
              </a:stretch>
            </a:blipFill>
          </p:spPr>
          <p:txBody>
            <a:bodyPr wrap="square" lIns="0" tIns="0" rIns="0" bIns="0" rtlCol="0"/>
            <a:lstStyle/>
            <a:p>
              <a:endParaRPr/>
            </a:p>
          </p:txBody>
        </p:sp>
        <p:sp>
          <p:nvSpPr>
            <p:cNvPr id="48" name="object 48"/>
            <p:cNvSpPr/>
            <p:nvPr/>
          </p:nvSpPr>
          <p:spPr>
            <a:xfrm>
              <a:off x="7615062" y="5507735"/>
              <a:ext cx="454025" cy="736600"/>
            </a:xfrm>
            <a:custGeom>
              <a:avLst/>
              <a:gdLst/>
              <a:ahLst/>
              <a:cxnLst/>
              <a:rect l="l" t="t" r="r" b="b"/>
              <a:pathLst>
                <a:path w="454025" h="736600">
                  <a:moveTo>
                    <a:pt x="201533" y="0"/>
                  </a:moveTo>
                  <a:lnTo>
                    <a:pt x="153193" y="2357"/>
                  </a:lnTo>
                  <a:lnTo>
                    <a:pt x="107967" y="9429"/>
                  </a:lnTo>
                  <a:lnTo>
                    <a:pt x="65839" y="21216"/>
                  </a:lnTo>
                  <a:lnTo>
                    <a:pt x="26791" y="37718"/>
                  </a:lnTo>
                  <a:lnTo>
                    <a:pt x="26791" y="165805"/>
                  </a:lnTo>
                  <a:lnTo>
                    <a:pt x="60822" y="145616"/>
                  </a:lnTo>
                  <a:lnTo>
                    <a:pt x="95307" y="131195"/>
                  </a:lnTo>
                  <a:lnTo>
                    <a:pt x="130266" y="122542"/>
                  </a:lnTo>
                  <a:lnTo>
                    <a:pt x="165719" y="119658"/>
                  </a:lnTo>
                  <a:lnTo>
                    <a:pt x="212471" y="125087"/>
                  </a:lnTo>
                  <a:lnTo>
                    <a:pt x="245844" y="141373"/>
                  </a:lnTo>
                  <a:lnTo>
                    <a:pt x="265855" y="168516"/>
                  </a:lnTo>
                  <a:lnTo>
                    <a:pt x="272521" y="206514"/>
                  </a:lnTo>
                  <a:lnTo>
                    <a:pt x="263829" y="246902"/>
                  </a:lnTo>
                  <a:lnTo>
                    <a:pt x="237755" y="275752"/>
                  </a:lnTo>
                  <a:lnTo>
                    <a:pt x="194301" y="293064"/>
                  </a:lnTo>
                  <a:lnTo>
                    <a:pt x="133471" y="298835"/>
                  </a:lnTo>
                  <a:lnTo>
                    <a:pt x="72511" y="298835"/>
                  </a:lnTo>
                  <a:lnTo>
                    <a:pt x="72511" y="418944"/>
                  </a:lnTo>
                  <a:lnTo>
                    <a:pt x="138531" y="418944"/>
                  </a:lnTo>
                  <a:lnTo>
                    <a:pt x="172808" y="420558"/>
                  </a:lnTo>
                  <a:lnTo>
                    <a:pt x="229725" y="433471"/>
                  </a:lnTo>
                  <a:lnTo>
                    <a:pt x="270506" y="459032"/>
                  </a:lnTo>
                  <a:lnTo>
                    <a:pt x="291263" y="495760"/>
                  </a:lnTo>
                  <a:lnTo>
                    <a:pt x="293857" y="518220"/>
                  </a:lnTo>
                  <a:lnTo>
                    <a:pt x="291765" y="540030"/>
                  </a:lnTo>
                  <a:lnTo>
                    <a:pt x="275006" y="576016"/>
                  </a:lnTo>
                  <a:lnTo>
                    <a:pt x="241923" y="601479"/>
                  </a:lnTo>
                  <a:lnTo>
                    <a:pt x="195144" y="614390"/>
                  </a:lnTo>
                  <a:lnTo>
                    <a:pt x="166725" y="616006"/>
                  </a:lnTo>
                  <a:lnTo>
                    <a:pt x="120585" y="612747"/>
                  </a:lnTo>
                  <a:lnTo>
                    <a:pt x="77407" y="602971"/>
                  </a:lnTo>
                  <a:lnTo>
                    <a:pt x="37207" y="586681"/>
                  </a:lnTo>
                  <a:lnTo>
                    <a:pt x="0" y="563879"/>
                  </a:lnTo>
                  <a:lnTo>
                    <a:pt x="0" y="700384"/>
                  </a:lnTo>
                  <a:lnTo>
                    <a:pt x="37064" y="716019"/>
                  </a:lnTo>
                  <a:lnTo>
                    <a:pt x="79297" y="727185"/>
                  </a:lnTo>
                  <a:lnTo>
                    <a:pt x="126680" y="733883"/>
                  </a:lnTo>
                  <a:lnTo>
                    <a:pt x="179191" y="736116"/>
                  </a:lnTo>
                  <a:lnTo>
                    <a:pt x="239999" y="732484"/>
                  </a:lnTo>
                  <a:lnTo>
                    <a:pt x="293857" y="721591"/>
                  </a:lnTo>
                  <a:lnTo>
                    <a:pt x="340766" y="703440"/>
                  </a:lnTo>
                  <a:lnTo>
                    <a:pt x="380725" y="678036"/>
                  </a:lnTo>
                  <a:lnTo>
                    <a:pt x="412640" y="646399"/>
                  </a:lnTo>
                  <a:lnTo>
                    <a:pt x="435422" y="609547"/>
                  </a:lnTo>
                  <a:lnTo>
                    <a:pt x="449082" y="567483"/>
                  </a:lnTo>
                  <a:lnTo>
                    <a:pt x="453633" y="520208"/>
                  </a:lnTo>
                  <a:lnTo>
                    <a:pt x="450915" y="488489"/>
                  </a:lnTo>
                  <a:lnTo>
                    <a:pt x="429099" y="432773"/>
                  </a:lnTo>
                  <a:lnTo>
                    <a:pt x="386131" y="388319"/>
                  </a:lnTo>
                  <a:lnTo>
                    <a:pt x="326549" y="360900"/>
                  </a:lnTo>
                  <a:lnTo>
                    <a:pt x="290809" y="353936"/>
                  </a:lnTo>
                  <a:lnTo>
                    <a:pt x="290809" y="351449"/>
                  </a:lnTo>
                  <a:lnTo>
                    <a:pt x="341761" y="333185"/>
                  </a:lnTo>
                  <a:lnTo>
                    <a:pt x="381379" y="306582"/>
                  </a:lnTo>
                  <a:lnTo>
                    <a:pt x="409671" y="271640"/>
                  </a:lnTo>
                  <a:lnTo>
                    <a:pt x="426642" y="228357"/>
                  </a:lnTo>
                  <a:lnTo>
                    <a:pt x="432297" y="176735"/>
                  </a:lnTo>
                  <a:lnTo>
                    <a:pt x="428505" y="139355"/>
                  </a:lnTo>
                  <a:lnTo>
                    <a:pt x="398106" y="75566"/>
                  </a:lnTo>
                  <a:lnTo>
                    <a:pt x="338055" y="27646"/>
                  </a:lnTo>
                  <a:lnTo>
                    <a:pt x="298601" y="12287"/>
                  </a:lnTo>
                  <a:lnTo>
                    <a:pt x="253094" y="3071"/>
                  </a:lnTo>
                  <a:lnTo>
                    <a:pt x="201533" y="0"/>
                  </a:lnTo>
                  <a:close/>
                </a:path>
              </a:pathLst>
            </a:custGeom>
            <a:solidFill>
              <a:srgbClr val="FFFF00"/>
            </a:solidFill>
          </p:spPr>
          <p:txBody>
            <a:bodyPr wrap="square" lIns="0" tIns="0" rIns="0" bIns="0" rtlCol="0"/>
            <a:lstStyle/>
            <a:p>
              <a:endParaRPr/>
            </a:p>
          </p:txBody>
        </p:sp>
        <p:sp>
          <p:nvSpPr>
            <p:cNvPr id="49" name="object 49"/>
            <p:cNvSpPr/>
            <p:nvPr/>
          </p:nvSpPr>
          <p:spPr>
            <a:xfrm>
              <a:off x="7615062" y="5507735"/>
              <a:ext cx="454025" cy="736600"/>
            </a:xfrm>
            <a:custGeom>
              <a:avLst/>
              <a:gdLst/>
              <a:ahLst/>
              <a:cxnLst/>
              <a:rect l="l" t="t" r="r" b="b"/>
              <a:pathLst>
                <a:path w="454025" h="736600">
                  <a:moveTo>
                    <a:pt x="201533" y="0"/>
                  </a:moveTo>
                  <a:lnTo>
                    <a:pt x="253094" y="3071"/>
                  </a:lnTo>
                  <a:lnTo>
                    <a:pt x="298601" y="12287"/>
                  </a:lnTo>
                  <a:lnTo>
                    <a:pt x="338055" y="27646"/>
                  </a:lnTo>
                  <a:lnTo>
                    <a:pt x="371459" y="49148"/>
                  </a:lnTo>
                  <a:lnTo>
                    <a:pt x="417114" y="105633"/>
                  </a:lnTo>
                  <a:lnTo>
                    <a:pt x="432297" y="176735"/>
                  </a:lnTo>
                  <a:lnTo>
                    <a:pt x="426642" y="228357"/>
                  </a:lnTo>
                  <a:lnTo>
                    <a:pt x="409671" y="271640"/>
                  </a:lnTo>
                  <a:lnTo>
                    <a:pt x="381379" y="306582"/>
                  </a:lnTo>
                  <a:lnTo>
                    <a:pt x="341761" y="333185"/>
                  </a:lnTo>
                  <a:lnTo>
                    <a:pt x="290809" y="351449"/>
                  </a:lnTo>
                  <a:lnTo>
                    <a:pt x="290809" y="353936"/>
                  </a:lnTo>
                  <a:lnTo>
                    <a:pt x="358326" y="372361"/>
                  </a:lnTo>
                  <a:lnTo>
                    <a:pt x="409955" y="408776"/>
                  </a:lnTo>
                  <a:lnTo>
                    <a:pt x="442744" y="459344"/>
                  </a:lnTo>
                  <a:lnTo>
                    <a:pt x="453633" y="520208"/>
                  </a:lnTo>
                  <a:lnTo>
                    <a:pt x="449082" y="567483"/>
                  </a:lnTo>
                  <a:lnTo>
                    <a:pt x="435422" y="609547"/>
                  </a:lnTo>
                  <a:lnTo>
                    <a:pt x="412640" y="646399"/>
                  </a:lnTo>
                  <a:lnTo>
                    <a:pt x="380725" y="678036"/>
                  </a:lnTo>
                  <a:lnTo>
                    <a:pt x="340766" y="703440"/>
                  </a:lnTo>
                  <a:lnTo>
                    <a:pt x="293857" y="721591"/>
                  </a:lnTo>
                  <a:lnTo>
                    <a:pt x="239999" y="732484"/>
                  </a:lnTo>
                  <a:lnTo>
                    <a:pt x="179191" y="736116"/>
                  </a:lnTo>
                  <a:lnTo>
                    <a:pt x="126680" y="733883"/>
                  </a:lnTo>
                  <a:lnTo>
                    <a:pt x="79297" y="727185"/>
                  </a:lnTo>
                  <a:lnTo>
                    <a:pt x="37064" y="716019"/>
                  </a:lnTo>
                  <a:lnTo>
                    <a:pt x="0" y="700384"/>
                  </a:lnTo>
                  <a:lnTo>
                    <a:pt x="0" y="563879"/>
                  </a:lnTo>
                  <a:lnTo>
                    <a:pt x="37207" y="586681"/>
                  </a:lnTo>
                  <a:lnTo>
                    <a:pt x="77407" y="602971"/>
                  </a:lnTo>
                  <a:lnTo>
                    <a:pt x="120585" y="612747"/>
                  </a:lnTo>
                  <a:lnTo>
                    <a:pt x="166725" y="616006"/>
                  </a:lnTo>
                  <a:lnTo>
                    <a:pt x="195144" y="614390"/>
                  </a:lnTo>
                  <a:lnTo>
                    <a:pt x="241923" y="601479"/>
                  </a:lnTo>
                  <a:lnTo>
                    <a:pt x="275006" y="576016"/>
                  </a:lnTo>
                  <a:lnTo>
                    <a:pt x="291765" y="540030"/>
                  </a:lnTo>
                  <a:lnTo>
                    <a:pt x="293857" y="518220"/>
                  </a:lnTo>
                  <a:lnTo>
                    <a:pt x="291263" y="495760"/>
                  </a:lnTo>
                  <a:lnTo>
                    <a:pt x="270506" y="459032"/>
                  </a:lnTo>
                  <a:lnTo>
                    <a:pt x="229725" y="433471"/>
                  </a:lnTo>
                  <a:lnTo>
                    <a:pt x="172808" y="420558"/>
                  </a:lnTo>
                  <a:lnTo>
                    <a:pt x="138531" y="418944"/>
                  </a:lnTo>
                  <a:lnTo>
                    <a:pt x="72511" y="418944"/>
                  </a:lnTo>
                  <a:lnTo>
                    <a:pt x="72511" y="298835"/>
                  </a:lnTo>
                  <a:lnTo>
                    <a:pt x="133471" y="298835"/>
                  </a:lnTo>
                  <a:lnTo>
                    <a:pt x="194301" y="293064"/>
                  </a:lnTo>
                  <a:lnTo>
                    <a:pt x="237755" y="275752"/>
                  </a:lnTo>
                  <a:lnTo>
                    <a:pt x="263829" y="246902"/>
                  </a:lnTo>
                  <a:lnTo>
                    <a:pt x="272521" y="206514"/>
                  </a:lnTo>
                  <a:lnTo>
                    <a:pt x="265855" y="168516"/>
                  </a:lnTo>
                  <a:lnTo>
                    <a:pt x="245844" y="141373"/>
                  </a:lnTo>
                  <a:lnTo>
                    <a:pt x="212471" y="125087"/>
                  </a:lnTo>
                  <a:lnTo>
                    <a:pt x="165719" y="119658"/>
                  </a:lnTo>
                  <a:lnTo>
                    <a:pt x="130266" y="122542"/>
                  </a:lnTo>
                  <a:lnTo>
                    <a:pt x="95307" y="131195"/>
                  </a:lnTo>
                  <a:lnTo>
                    <a:pt x="60822" y="145616"/>
                  </a:lnTo>
                  <a:lnTo>
                    <a:pt x="26791" y="165805"/>
                  </a:lnTo>
                  <a:lnTo>
                    <a:pt x="26791" y="37718"/>
                  </a:lnTo>
                  <a:lnTo>
                    <a:pt x="65839" y="21216"/>
                  </a:lnTo>
                  <a:lnTo>
                    <a:pt x="107967" y="9429"/>
                  </a:lnTo>
                  <a:lnTo>
                    <a:pt x="153193" y="2357"/>
                  </a:lnTo>
                  <a:lnTo>
                    <a:pt x="201533" y="0"/>
                  </a:lnTo>
                  <a:close/>
                </a:path>
              </a:pathLst>
            </a:custGeom>
            <a:ln w="12191">
              <a:solidFill>
                <a:srgbClr val="000000"/>
              </a:solidFill>
            </a:ln>
          </p:spPr>
          <p:txBody>
            <a:bodyPr wrap="square" lIns="0" tIns="0" rIns="0" bIns="0" rtlCol="0"/>
            <a:lstStyle/>
            <a:p>
              <a:endParaRPr/>
            </a:p>
          </p:txBody>
        </p:sp>
        <p:sp>
          <p:nvSpPr>
            <p:cNvPr id="50" name="object 50"/>
            <p:cNvSpPr/>
            <p:nvPr/>
          </p:nvSpPr>
          <p:spPr>
            <a:xfrm>
              <a:off x="6736080" y="5227320"/>
              <a:ext cx="2218944" cy="1345691"/>
            </a:xfrm>
            <a:prstGeom prst="rect">
              <a:avLst/>
            </a:prstGeom>
            <a:blipFill>
              <a:blip r:embed="rId16" cstate="print"/>
              <a:stretch>
                <a:fillRect/>
              </a:stretch>
            </a:blipFill>
          </p:spPr>
          <p:txBody>
            <a:bodyPr wrap="square" lIns="0" tIns="0" rIns="0" bIns="0" rtlCol="0"/>
            <a:lstStyle/>
            <a:p>
              <a:endParaRPr/>
            </a:p>
          </p:txBody>
        </p:sp>
        <p:sp>
          <p:nvSpPr>
            <p:cNvPr id="51" name="object 51"/>
            <p:cNvSpPr/>
            <p:nvPr/>
          </p:nvSpPr>
          <p:spPr>
            <a:xfrm>
              <a:off x="6873240" y="4908802"/>
              <a:ext cx="2258568" cy="1949195"/>
            </a:xfrm>
            <a:prstGeom prst="rect">
              <a:avLst/>
            </a:prstGeom>
            <a:blipFill>
              <a:blip r:embed="rId17" cstate="print"/>
              <a:stretch>
                <a:fillRect/>
              </a:stretch>
            </a:blipFill>
          </p:spPr>
          <p:txBody>
            <a:bodyPr wrap="square" lIns="0" tIns="0" rIns="0" bIns="0" rtlCol="0"/>
            <a:lstStyle/>
            <a:p>
              <a:endParaRPr/>
            </a:p>
          </p:txBody>
        </p:sp>
        <p:sp>
          <p:nvSpPr>
            <p:cNvPr id="52" name="object 52"/>
            <p:cNvSpPr/>
            <p:nvPr/>
          </p:nvSpPr>
          <p:spPr>
            <a:xfrm>
              <a:off x="6816486" y="5288029"/>
              <a:ext cx="2057400" cy="1184275"/>
            </a:xfrm>
            <a:custGeom>
              <a:avLst/>
              <a:gdLst/>
              <a:ahLst/>
              <a:cxnLst/>
              <a:rect l="l" t="t" r="r" b="b"/>
              <a:pathLst>
                <a:path w="2057400" h="1184275">
                  <a:moveTo>
                    <a:pt x="1824837" y="0"/>
                  </a:moveTo>
                  <a:lnTo>
                    <a:pt x="232531" y="0"/>
                  </a:lnTo>
                  <a:lnTo>
                    <a:pt x="185636" y="4725"/>
                  </a:lnTo>
                  <a:lnTo>
                    <a:pt x="141973" y="18276"/>
                  </a:lnTo>
                  <a:lnTo>
                    <a:pt x="102472" y="39718"/>
                  </a:lnTo>
                  <a:lnTo>
                    <a:pt x="68065" y="68115"/>
                  </a:lnTo>
                  <a:lnTo>
                    <a:pt x="39683" y="102530"/>
                  </a:lnTo>
                  <a:lnTo>
                    <a:pt x="18257" y="142028"/>
                  </a:lnTo>
                  <a:lnTo>
                    <a:pt x="4719" y="185673"/>
                  </a:lnTo>
                  <a:lnTo>
                    <a:pt x="0" y="232528"/>
                  </a:lnTo>
                  <a:lnTo>
                    <a:pt x="0" y="951570"/>
                  </a:lnTo>
                  <a:lnTo>
                    <a:pt x="4719" y="998428"/>
                  </a:lnTo>
                  <a:lnTo>
                    <a:pt x="18257" y="1042072"/>
                  </a:lnTo>
                  <a:lnTo>
                    <a:pt x="39683" y="1081566"/>
                  </a:lnTo>
                  <a:lnTo>
                    <a:pt x="68065" y="1115977"/>
                  </a:lnTo>
                  <a:lnTo>
                    <a:pt x="102472" y="1144368"/>
                  </a:lnTo>
                  <a:lnTo>
                    <a:pt x="141973" y="1165806"/>
                  </a:lnTo>
                  <a:lnTo>
                    <a:pt x="185636" y="1179354"/>
                  </a:lnTo>
                  <a:lnTo>
                    <a:pt x="232531" y="1184077"/>
                  </a:lnTo>
                  <a:lnTo>
                    <a:pt x="1824837" y="1184077"/>
                  </a:lnTo>
                  <a:lnTo>
                    <a:pt x="1871698" y="1179354"/>
                  </a:lnTo>
                  <a:lnTo>
                    <a:pt x="1915349" y="1165806"/>
                  </a:lnTo>
                  <a:lnTo>
                    <a:pt x="1954852" y="1144368"/>
                  </a:lnTo>
                  <a:lnTo>
                    <a:pt x="1989273" y="1115977"/>
                  </a:lnTo>
                  <a:lnTo>
                    <a:pt x="2017674" y="1081566"/>
                  </a:lnTo>
                  <a:lnTo>
                    <a:pt x="2039120" y="1042072"/>
                  </a:lnTo>
                  <a:lnTo>
                    <a:pt x="2052673" y="998428"/>
                  </a:lnTo>
                  <a:lnTo>
                    <a:pt x="2057399" y="95157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53" name="object 53"/>
            <p:cNvSpPr/>
            <p:nvPr/>
          </p:nvSpPr>
          <p:spPr>
            <a:xfrm>
              <a:off x="6816486" y="5288029"/>
              <a:ext cx="2057400" cy="1184275"/>
            </a:xfrm>
            <a:custGeom>
              <a:avLst/>
              <a:gdLst/>
              <a:ahLst/>
              <a:cxnLst/>
              <a:rect l="l" t="t" r="r" b="b"/>
              <a:pathLst>
                <a:path w="2057400" h="1184275">
                  <a:moveTo>
                    <a:pt x="0" y="232528"/>
                  </a:moveTo>
                  <a:lnTo>
                    <a:pt x="4719" y="185673"/>
                  </a:lnTo>
                  <a:lnTo>
                    <a:pt x="18257" y="142028"/>
                  </a:lnTo>
                  <a:lnTo>
                    <a:pt x="39683" y="102530"/>
                  </a:lnTo>
                  <a:lnTo>
                    <a:pt x="68065" y="68115"/>
                  </a:lnTo>
                  <a:lnTo>
                    <a:pt x="102472" y="39718"/>
                  </a:lnTo>
                  <a:lnTo>
                    <a:pt x="141973" y="18276"/>
                  </a:lnTo>
                  <a:lnTo>
                    <a:pt x="185636"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70"/>
                  </a:lnTo>
                  <a:lnTo>
                    <a:pt x="2052673" y="998428"/>
                  </a:lnTo>
                  <a:lnTo>
                    <a:pt x="2039120" y="1042072"/>
                  </a:lnTo>
                  <a:lnTo>
                    <a:pt x="2017674" y="1081566"/>
                  </a:lnTo>
                  <a:lnTo>
                    <a:pt x="1989273" y="1115977"/>
                  </a:lnTo>
                  <a:lnTo>
                    <a:pt x="1954852" y="1144368"/>
                  </a:lnTo>
                  <a:lnTo>
                    <a:pt x="1915349" y="1165806"/>
                  </a:lnTo>
                  <a:lnTo>
                    <a:pt x="1871698" y="1179354"/>
                  </a:lnTo>
                  <a:lnTo>
                    <a:pt x="1824837" y="1184077"/>
                  </a:lnTo>
                  <a:lnTo>
                    <a:pt x="232531" y="1184077"/>
                  </a:lnTo>
                  <a:lnTo>
                    <a:pt x="185636" y="1179354"/>
                  </a:lnTo>
                  <a:lnTo>
                    <a:pt x="141973" y="1165806"/>
                  </a:lnTo>
                  <a:lnTo>
                    <a:pt x="102472" y="1144368"/>
                  </a:lnTo>
                  <a:lnTo>
                    <a:pt x="68065" y="1115977"/>
                  </a:lnTo>
                  <a:lnTo>
                    <a:pt x="39683" y="1081566"/>
                  </a:lnTo>
                  <a:lnTo>
                    <a:pt x="18257" y="1042072"/>
                  </a:lnTo>
                  <a:lnTo>
                    <a:pt x="4719" y="998428"/>
                  </a:lnTo>
                  <a:lnTo>
                    <a:pt x="0" y="951570"/>
                  </a:lnTo>
                  <a:lnTo>
                    <a:pt x="0" y="232528"/>
                  </a:lnTo>
                  <a:close/>
                </a:path>
              </a:pathLst>
            </a:custGeom>
            <a:ln w="76199">
              <a:solidFill>
                <a:srgbClr val="00AF50"/>
              </a:solidFill>
            </a:ln>
          </p:spPr>
          <p:txBody>
            <a:bodyPr wrap="square" lIns="0" tIns="0" rIns="0" bIns="0" rtlCol="0"/>
            <a:lstStyle/>
            <a:p>
              <a:endParaRPr/>
            </a:p>
          </p:txBody>
        </p:sp>
        <p:sp>
          <p:nvSpPr>
            <p:cNvPr id="54" name="object 54"/>
            <p:cNvSpPr/>
            <p:nvPr/>
          </p:nvSpPr>
          <p:spPr>
            <a:xfrm>
              <a:off x="6914388" y="4930138"/>
              <a:ext cx="1895855" cy="1927859"/>
            </a:xfrm>
            <a:prstGeom prst="rect">
              <a:avLst/>
            </a:prstGeom>
            <a:blipFill>
              <a:blip r:embed="rId18" cstate="print"/>
              <a:stretch>
                <a:fillRect/>
              </a:stretch>
            </a:blipFill>
          </p:spPr>
          <p:txBody>
            <a:bodyPr wrap="square" lIns="0" tIns="0" rIns="0" bIns="0" rtlCol="0"/>
            <a:lstStyle/>
            <a:p>
              <a:endParaRPr/>
            </a:p>
          </p:txBody>
        </p:sp>
        <p:sp>
          <p:nvSpPr>
            <p:cNvPr id="55" name="object 55"/>
            <p:cNvSpPr/>
            <p:nvPr/>
          </p:nvSpPr>
          <p:spPr>
            <a:xfrm>
              <a:off x="7571232" y="5540251"/>
              <a:ext cx="539115" cy="711835"/>
            </a:xfrm>
            <a:custGeom>
              <a:avLst/>
              <a:gdLst/>
              <a:ahLst/>
              <a:cxnLst/>
              <a:rect l="l" t="t" r="r" b="b"/>
              <a:pathLst>
                <a:path w="539115" h="711835">
                  <a:moveTo>
                    <a:pt x="453146" y="565785"/>
                  </a:moveTo>
                  <a:lnTo>
                    <a:pt x="310255" y="565785"/>
                  </a:lnTo>
                  <a:lnTo>
                    <a:pt x="310255" y="711708"/>
                  </a:lnTo>
                  <a:lnTo>
                    <a:pt x="453146" y="711708"/>
                  </a:lnTo>
                  <a:lnTo>
                    <a:pt x="453146" y="565785"/>
                  </a:lnTo>
                  <a:close/>
                </a:path>
                <a:path w="539115" h="711835">
                  <a:moveTo>
                    <a:pt x="453146" y="0"/>
                  </a:moveTo>
                  <a:lnTo>
                    <a:pt x="307726" y="0"/>
                  </a:lnTo>
                  <a:lnTo>
                    <a:pt x="294670" y="27098"/>
                  </a:lnTo>
                  <a:lnTo>
                    <a:pt x="280275" y="54864"/>
                  </a:lnTo>
                  <a:lnTo>
                    <a:pt x="247406" y="112370"/>
                  </a:lnTo>
                  <a:lnTo>
                    <a:pt x="210536" y="171000"/>
                  </a:lnTo>
                  <a:lnTo>
                    <a:pt x="170809" y="229255"/>
                  </a:lnTo>
                  <a:lnTo>
                    <a:pt x="128797" y="286523"/>
                  </a:lnTo>
                  <a:lnTo>
                    <a:pt x="85344" y="342174"/>
                  </a:lnTo>
                  <a:lnTo>
                    <a:pt x="41906" y="394855"/>
                  </a:lnTo>
                  <a:lnTo>
                    <a:pt x="0" y="443185"/>
                  </a:lnTo>
                  <a:lnTo>
                    <a:pt x="0" y="565785"/>
                  </a:lnTo>
                  <a:lnTo>
                    <a:pt x="538612" y="565785"/>
                  </a:lnTo>
                  <a:lnTo>
                    <a:pt x="538612" y="448650"/>
                  </a:lnTo>
                  <a:lnTo>
                    <a:pt x="140451" y="448650"/>
                  </a:lnTo>
                  <a:lnTo>
                    <a:pt x="151219" y="435262"/>
                  </a:lnTo>
                  <a:lnTo>
                    <a:pt x="184647" y="392311"/>
                  </a:lnTo>
                  <a:lnTo>
                    <a:pt x="218629" y="346141"/>
                  </a:lnTo>
                  <a:lnTo>
                    <a:pt x="240898" y="314192"/>
                  </a:lnTo>
                  <a:lnTo>
                    <a:pt x="262237" y="281686"/>
                  </a:lnTo>
                  <a:lnTo>
                    <a:pt x="282553" y="248790"/>
                  </a:lnTo>
                  <a:lnTo>
                    <a:pt x="310255" y="199964"/>
                  </a:lnTo>
                  <a:lnTo>
                    <a:pt x="453146" y="199964"/>
                  </a:lnTo>
                  <a:lnTo>
                    <a:pt x="453146" y="0"/>
                  </a:lnTo>
                  <a:close/>
                </a:path>
                <a:path w="539115" h="711835">
                  <a:moveTo>
                    <a:pt x="453146" y="199964"/>
                  </a:moveTo>
                  <a:lnTo>
                    <a:pt x="310255" y="199964"/>
                  </a:lnTo>
                  <a:lnTo>
                    <a:pt x="310255" y="448650"/>
                  </a:lnTo>
                  <a:lnTo>
                    <a:pt x="453146" y="448650"/>
                  </a:lnTo>
                  <a:lnTo>
                    <a:pt x="453146" y="199964"/>
                  </a:lnTo>
                  <a:close/>
                </a:path>
              </a:pathLst>
            </a:custGeom>
            <a:solidFill>
              <a:srgbClr val="FFFF00"/>
            </a:solidFill>
          </p:spPr>
          <p:txBody>
            <a:bodyPr wrap="square" lIns="0" tIns="0" rIns="0" bIns="0" rtlCol="0"/>
            <a:lstStyle/>
            <a:p>
              <a:endParaRPr/>
            </a:p>
          </p:txBody>
        </p:sp>
        <p:sp>
          <p:nvSpPr>
            <p:cNvPr id="56" name="object 56"/>
            <p:cNvSpPr/>
            <p:nvPr/>
          </p:nvSpPr>
          <p:spPr>
            <a:xfrm>
              <a:off x="7571231" y="5540252"/>
              <a:ext cx="539115" cy="711835"/>
            </a:xfrm>
            <a:custGeom>
              <a:avLst/>
              <a:gdLst/>
              <a:ahLst/>
              <a:cxnLst/>
              <a:rect l="l" t="t" r="r" b="b"/>
              <a:pathLst>
                <a:path w="539115" h="711835">
                  <a:moveTo>
                    <a:pt x="310255" y="199964"/>
                  </a:moveTo>
                  <a:lnTo>
                    <a:pt x="282553" y="248789"/>
                  </a:lnTo>
                  <a:lnTo>
                    <a:pt x="262237" y="281686"/>
                  </a:lnTo>
                  <a:lnTo>
                    <a:pt x="240898" y="314192"/>
                  </a:lnTo>
                  <a:lnTo>
                    <a:pt x="218629" y="346141"/>
                  </a:lnTo>
                  <a:lnTo>
                    <a:pt x="196035" y="377168"/>
                  </a:lnTo>
                  <a:lnTo>
                    <a:pt x="162172" y="421408"/>
                  </a:lnTo>
                  <a:lnTo>
                    <a:pt x="140451" y="448650"/>
                  </a:lnTo>
                  <a:lnTo>
                    <a:pt x="310255" y="448650"/>
                  </a:lnTo>
                  <a:lnTo>
                    <a:pt x="310255" y="199964"/>
                  </a:lnTo>
                  <a:close/>
                </a:path>
                <a:path w="539115" h="711835">
                  <a:moveTo>
                    <a:pt x="307726" y="0"/>
                  </a:moveTo>
                  <a:lnTo>
                    <a:pt x="453146" y="0"/>
                  </a:lnTo>
                  <a:lnTo>
                    <a:pt x="453146" y="448650"/>
                  </a:lnTo>
                  <a:lnTo>
                    <a:pt x="538612" y="448650"/>
                  </a:lnTo>
                  <a:lnTo>
                    <a:pt x="538612" y="565784"/>
                  </a:lnTo>
                  <a:lnTo>
                    <a:pt x="453146" y="565784"/>
                  </a:lnTo>
                  <a:lnTo>
                    <a:pt x="453146" y="711707"/>
                  </a:lnTo>
                  <a:lnTo>
                    <a:pt x="310255" y="711707"/>
                  </a:lnTo>
                  <a:lnTo>
                    <a:pt x="310255" y="565784"/>
                  </a:lnTo>
                  <a:lnTo>
                    <a:pt x="0" y="565784"/>
                  </a:lnTo>
                  <a:lnTo>
                    <a:pt x="0" y="443185"/>
                  </a:lnTo>
                  <a:lnTo>
                    <a:pt x="20763" y="419565"/>
                  </a:lnTo>
                  <a:lnTo>
                    <a:pt x="41906" y="394855"/>
                  </a:lnTo>
                  <a:lnTo>
                    <a:pt x="85343" y="342174"/>
                  </a:lnTo>
                  <a:lnTo>
                    <a:pt x="128797" y="286523"/>
                  </a:lnTo>
                  <a:lnTo>
                    <a:pt x="170809" y="229255"/>
                  </a:lnTo>
                  <a:lnTo>
                    <a:pt x="210536" y="171000"/>
                  </a:lnTo>
                  <a:lnTo>
                    <a:pt x="247406" y="112370"/>
                  </a:lnTo>
                  <a:lnTo>
                    <a:pt x="280275" y="54863"/>
                  </a:lnTo>
                  <a:lnTo>
                    <a:pt x="294670" y="27098"/>
                  </a:lnTo>
                  <a:lnTo>
                    <a:pt x="307726" y="0"/>
                  </a:lnTo>
                  <a:close/>
                </a:path>
              </a:pathLst>
            </a:custGeom>
            <a:ln w="12191">
              <a:solidFill>
                <a:srgbClr val="000000"/>
              </a:solidFill>
            </a:ln>
          </p:spPr>
          <p:txBody>
            <a:bodyPr wrap="square" lIns="0" tIns="0" rIns="0" bIns="0" rtlCol="0"/>
            <a:lstStyle/>
            <a:p>
              <a:endParaRPr/>
            </a:p>
          </p:txBody>
        </p:sp>
        <p:sp>
          <p:nvSpPr>
            <p:cNvPr id="57" name="object 57"/>
            <p:cNvSpPr/>
            <p:nvPr/>
          </p:nvSpPr>
          <p:spPr>
            <a:xfrm>
              <a:off x="6728460" y="5209032"/>
              <a:ext cx="2218944" cy="1345692"/>
            </a:xfrm>
            <a:prstGeom prst="rect">
              <a:avLst/>
            </a:prstGeom>
            <a:blipFill>
              <a:blip r:embed="rId19" cstate="print"/>
              <a:stretch>
                <a:fillRect/>
              </a:stretch>
            </a:blipFill>
          </p:spPr>
          <p:txBody>
            <a:bodyPr wrap="square" lIns="0" tIns="0" rIns="0" bIns="0" rtlCol="0"/>
            <a:lstStyle/>
            <a:p>
              <a:endParaRPr/>
            </a:p>
          </p:txBody>
        </p:sp>
        <p:sp>
          <p:nvSpPr>
            <p:cNvPr id="58" name="object 58"/>
            <p:cNvSpPr/>
            <p:nvPr/>
          </p:nvSpPr>
          <p:spPr>
            <a:xfrm>
              <a:off x="6867144" y="4892039"/>
              <a:ext cx="2258568" cy="1965959"/>
            </a:xfrm>
            <a:prstGeom prst="rect">
              <a:avLst/>
            </a:prstGeom>
            <a:blipFill>
              <a:blip r:embed="rId20" cstate="print"/>
              <a:stretch>
                <a:fillRect/>
              </a:stretch>
            </a:blipFill>
          </p:spPr>
          <p:txBody>
            <a:bodyPr wrap="square" lIns="0" tIns="0" rIns="0" bIns="0" rtlCol="0"/>
            <a:lstStyle/>
            <a:p>
              <a:endParaRPr/>
            </a:p>
          </p:txBody>
        </p:sp>
        <p:sp>
          <p:nvSpPr>
            <p:cNvPr id="59" name="object 59"/>
            <p:cNvSpPr/>
            <p:nvPr/>
          </p:nvSpPr>
          <p:spPr>
            <a:xfrm>
              <a:off x="6809628" y="5270503"/>
              <a:ext cx="2057400" cy="1184275"/>
            </a:xfrm>
            <a:custGeom>
              <a:avLst/>
              <a:gdLst/>
              <a:ahLst/>
              <a:cxnLst/>
              <a:rect l="l" t="t" r="r" b="b"/>
              <a:pathLst>
                <a:path w="2057400" h="1184275">
                  <a:moveTo>
                    <a:pt x="1824837"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500"/>
                  </a:lnTo>
                  <a:lnTo>
                    <a:pt x="4724" y="998366"/>
                  </a:lnTo>
                  <a:lnTo>
                    <a:pt x="18275" y="1042015"/>
                  </a:lnTo>
                  <a:lnTo>
                    <a:pt x="39715" y="1081514"/>
                  </a:lnTo>
                  <a:lnTo>
                    <a:pt x="68111" y="1115927"/>
                  </a:lnTo>
                  <a:lnTo>
                    <a:pt x="102526" y="1144319"/>
                  </a:lnTo>
                  <a:lnTo>
                    <a:pt x="142024" y="1165757"/>
                  </a:lnTo>
                  <a:lnTo>
                    <a:pt x="185671" y="1179305"/>
                  </a:lnTo>
                  <a:lnTo>
                    <a:pt x="232531" y="1184029"/>
                  </a:lnTo>
                  <a:lnTo>
                    <a:pt x="1824837" y="1184029"/>
                  </a:lnTo>
                  <a:lnTo>
                    <a:pt x="1871698" y="1179305"/>
                  </a:lnTo>
                  <a:lnTo>
                    <a:pt x="1915349" y="1165757"/>
                  </a:lnTo>
                  <a:lnTo>
                    <a:pt x="1954852" y="1144319"/>
                  </a:lnTo>
                  <a:lnTo>
                    <a:pt x="1989273" y="1115927"/>
                  </a:lnTo>
                  <a:lnTo>
                    <a:pt x="2017674" y="1081514"/>
                  </a:lnTo>
                  <a:lnTo>
                    <a:pt x="2039120" y="1042015"/>
                  </a:lnTo>
                  <a:lnTo>
                    <a:pt x="2052673" y="998366"/>
                  </a:lnTo>
                  <a:lnTo>
                    <a:pt x="2057399" y="95150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60" name="object 60"/>
            <p:cNvSpPr/>
            <p:nvPr/>
          </p:nvSpPr>
          <p:spPr>
            <a:xfrm>
              <a:off x="6809628" y="527050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00"/>
                  </a:lnTo>
                  <a:lnTo>
                    <a:pt x="2052673" y="998366"/>
                  </a:lnTo>
                  <a:lnTo>
                    <a:pt x="2039120" y="1042015"/>
                  </a:lnTo>
                  <a:lnTo>
                    <a:pt x="2017674" y="1081514"/>
                  </a:lnTo>
                  <a:lnTo>
                    <a:pt x="1989273" y="1115927"/>
                  </a:lnTo>
                  <a:lnTo>
                    <a:pt x="1954852" y="1144319"/>
                  </a:lnTo>
                  <a:lnTo>
                    <a:pt x="1915349" y="1165757"/>
                  </a:lnTo>
                  <a:lnTo>
                    <a:pt x="1871698" y="1179305"/>
                  </a:lnTo>
                  <a:lnTo>
                    <a:pt x="1824837" y="1184029"/>
                  </a:lnTo>
                  <a:lnTo>
                    <a:pt x="232531" y="1184029"/>
                  </a:lnTo>
                  <a:lnTo>
                    <a:pt x="185671" y="1179305"/>
                  </a:lnTo>
                  <a:lnTo>
                    <a:pt x="142024" y="1165757"/>
                  </a:lnTo>
                  <a:lnTo>
                    <a:pt x="102526" y="1144319"/>
                  </a:lnTo>
                  <a:lnTo>
                    <a:pt x="68111" y="1115927"/>
                  </a:lnTo>
                  <a:lnTo>
                    <a:pt x="39715" y="1081514"/>
                  </a:lnTo>
                  <a:lnTo>
                    <a:pt x="18275" y="1042015"/>
                  </a:lnTo>
                  <a:lnTo>
                    <a:pt x="4724"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61" name="object 61"/>
            <p:cNvSpPr/>
            <p:nvPr/>
          </p:nvSpPr>
          <p:spPr>
            <a:xfrm>
              <a:off x="6908292" y="4913374"/>
              <a:ext cx="1895855" cy="1944624"/>
            </a:xfrm>
            <a:prstGeom prst="rect">
              <a:avLst/>
            </a:prstGeom>
            <a:blipFill>
              <a:blip r:embed="rId21" cstate="print"/>
              <a:stretch>
                <a:fillRect/>
              </a:stretch>
            </a:blipFill>
          </p:spPr>
          <p:txBody>
            <a:bodyPr wrap="square" lIns="0" tIns="0" rIns="0" bIns="0" rtlCol="0"/>
            <a:lstStyle/>
            <a:p>
              <a:endParaRPr/>
            </a:p>
          </p:txBody>
        </p:sp>
        <p:sp>
          <p:nvSpPr>
            <p:cNvPr id="62" name="object 62"/>
            <p:cNvSpPr/>
            <p:nvPr/>
          </p:nvSpPr>
          <p:spPr>
            <a:xfrm>
              <a:off x="7615549" y="5522595"/>
              <a:ext cx="447675" cy="724535"/>
            </a:xfrm>
            <a:custGeom>
              <a:avLst/>
              <a:gdLst/>
              <a:ahLst/>
              <a:cxnLst/>
              <a:rect l="l" t="t" r="r" b="b"/>
              <a:pathLst>
                <a:path w="447675" h="724535">
                  <a:moveTo>
                    <a:pt x="414406" y="0"/>
                  </a:moveTo>
                  <a:lnTo>
                    <a:pt x="37734" y="0"/>
                  </a:lnTo>
                  <a:lnTo>
                    <a:pt x="10942" y="397084"/>
                  </a:lnTo>
                  <a:lnTo>
                    <a:pt x="45876" y="393397"/>
                  </a:lnTo>
                  <a:lnTo>
                    <a:pt x="78687" y="390763"/>
                  </a:lnTo>
                  <a:lnTo>
                    <a:pt x="109401" y="389183"/>
                  </a:lnTo>
                  <a:lnTo>
                    <a:pt x="138043" y="388656"/>
                  </a:lnTo>
                  <a:lnTo>
                    <a:pt x="191814" y="392885"/>
                  </a:lnTo>
                  <a:lnTo>
                    <a:pt x="233633" y="405572"/>
                  </a:lnTo>
                  <a:lnTo>
                    <a:pt x="263502" y="426717"/>
                  </a:lnTo>
                  <a:lnTo>
                    <a:pt x="281422" y="456320"/>
                  </a:lnTo>
                  <a:lnTo>
                    <a:pt x="287395" y="494382"/>
                  </a:lnTo>
                  <a:lnTo>
                    <a:pt x="285206" y="518374"/>
                  </a:lnTo>
                  <a:lnTo>
                    <a:pt x="267683" y="558454"/>
                  </a:lnTo>
                  <a:lnTo>
                    <a:pt x="233207" y="587459"/>
                  </a:lnTo>
                  <a:lnTo>
                    <a:pt x="184681" y="602227"/>
                  </a:lnTo>
                  <a:lnTo>
                    <a:pt x="155326" y="604073"/>
                  </a:lnTo>
                  <a:lnTo>
                    <a:pt x="114751" y="601281"/>
                  </a:lnTo>
                  <a:lnTo>
                    <a:pt x="75331" y="592903"/>
                  </a:lnTo>
                  <a:lnTo>
                    <a:pt x="37077" y="578940"/>
                  </a:lnTo>
                  <a:lnTo>
                    <a:pt x="0" y="559390"/>
                  </a:lnTo>
                  <a:lnTo>
                    <a:pt x="0" y="693407"/>
                  </a:lnTo>
                  <a:lnTo>
                    <a:pt x="37023" y="706874"/>
                  </a:lnTo>
                  <a:lnTo>
                    <a:pt x="78169" y="716488"/>
                  </a:lnTo>
                  <a:lnTo>
                    <a:pt x="123413" y="722253"/>
                  </a:lnTo>
                  <a:lnTo>
                    <a:pt x="172730" y="724174"/>
                  </a:lnTo>
                  <a:lnTo>
                    <a:pt x="232763" y="719910"/>
                  </a:lnTo>
                  <a:lnTo>
                    <a:pt x="286184" y="707116"/>
                  </a:lnTo>
                  <a:lnTo>
                    <a:pt x="333010" y="685793"/>
                  </a:lnTo>
                  <a:lnTo>
                    <a:pt x="373258" y="655938"/>
                  </a:lnTo>
                  <a:lnTo>
                    <a:pt x="405599" y="619346"/>
                  </a:lnTo>
                  <a:lnTo>
                    <a:pt x="428697" y="577826"/>
                  </a:lnTo>
                  <a:lnTo>
                    <a:pt x="442553" y="531375"/>
                  </a:lnTo>
                  <a:lnTo>
                    <a:pt x="447172" y="479989"/>
                  </a:lnTo>
                  <a:lnTo>
                    <a:pt x="443310" y="433824"/>
                  </a:lnTo>
                  <a:lnTo>
                    <a:pt x="431711" y="392628"/>
                  </a:lnTo>
                  <a:lnTo>
                    <a:pt x="412350" y="356399"/>
                  </a:lnTo>
                  <a:lnTo>
                    <a:pt x="385206" y="325136"/>
                  </a:lnTo>
                  <a:lnTo>
                    <a:pt x="351169" y="299938"/>
                  </a:lnTo>
                  <a:lnTo>
                    <a:pt x="311196" y="281940"/>
                  </a:lnTo>
                  <a:lnTo>
                    <a:pt x="265298" y="271143"/>
                  </a:lnTo>
                  <a:lnTo>
                    <a:pt x="213481" y="267544"/>
                  </a:lnTo>
                  <a:lnTo>
                    <a:pt x="198918" y="267731"/>
                  </a:lnTo>
                  <a:lnTo>
                    <a:pt x="183043" y="268292"/>
                  </a:lnTo>
                  <a:lnTo>
                    <a:pt x="165883" y="269227"/>
                  </a:lnTo>
                  <a:lnTo>
                    <a:pt x="147462" y="270534"/>
                  </a:lnTo>
                  <a:lnTo>
                    <a:pt x="157368" y="128076"/>
                  </a:lnTo>
                  <a:lnTo>
                    <a:pt x="414406" y="128076"/>
                  </a:lnTo>
                  <a:lnTo>
                    <a:pt x="414406" y="0"/>
                  </a:lnTo>
                  <a:close/>
                </a:path>
              </a:pathLst>
            </a:custGeom>
            <a:solidFill>
              <a:srgbClr val="FFFF00"/>
            </a:solidFill>
          </p:spPr>
          <p:txBody>
            <a:bodyPr wrap="square" lIns="0" tIns="0" rIns="0" bIns="0" rtlCol="0"/>
            <a:lstStyle/>
            <a:p>
              <a:endParaRPr/>
            </a:p>
          </p:txBody>
        </p:sp>
        <p:sp>
          <p:nvSpPr>
            <p:cNvPr id="63" name="object 63"/>
            <p:cNvSpPr/>
            <p:nvPr/>
          </p:nvSpPr>
          <p:spPr>
            <a:xfrm>
              <a:off x="7615549" y="5522595"/>
              <a:ext cx="447675" cy="724535"/>
            </a:xfrm>
            <a:custGeom>
              <a:avLst/>
              <a:gdLst/>
              <a:ahLst/>
              <a:cxnLst/>
              <a:rect l="l" t="t" r="r" b="b"/>
              <a:pathLst>
                <a:path w="447675" h="724535">
                  <a:moveTo>
                    <a:pt x="37734" y="0"/>
                  </a:moveTo>
                  <a:lnTo>
                    <a:pt x="414406" y="0"/>
                  </a:lnTo>
                  <a:lnTo>
                    <a:pt x="414406" y="128076"/>
                  </a:lnTo>
                  <a:lnTo>
                    <a:pt x="157368" y="128076"/>
                  </a:lnTo>
                  <a:lnTo>
                    <a:pt x="147462" y="270534"/>
                  </a:lnTo>
                  <a:lnTo>
                    <a:pt x="165883" y="269227"/>
                  </a:lnTo>
                  <a:lnTo>
                    <a:pt x="183043" y="268292"/>
                  </a:lnTo>
                  <a:lnTo>
                    <a:pt x="198918" y="267731"/>
                  </a:lnTo>
                  <a:lnTo>
                    <a:pt x="213481" y="267544"/>
                  </a:lnTo>
                  <a:lnTo>
                    <a:pt x="265298" y="271143"/>
                  </a:lnTo>
                  <a:lnTo>
                    <a:pt x="311196" y="281940"/>
                  </a:lnTo>
                  <a:lnTo>
                    <a:pt x="351169" y="299938"/>
                  </a:lnTo>
                  <a:lnTo>
                    <a:pt x="385206" y="325136"/>
                  </a:lnTo>
                  <a:lnTo>
                    <a:pt x="412350" y="356399"/>
                  </a:lnTo>
                  <a:lnTo>
                    <a:pt x="431711" y="392628"/>
                  </a:lnTo>
                  <a:lnTo>
                    <a:pt x="443310" y="433824"/>
                  </a:lnTo>
                  <a:lnTo>
                    <a:pt x="447172" y="479989"/>
                  </a:lnTo>
                  <a:lnTo>
                    <a:pt x="442553" y="531375"/>
                  </a:lnTo>
                  <a:lnTo>
                    <a:pt x="428697" y="577826"/>
                  </a:lnTo>
                  <a:lnTo>
                    <a:pt x="405599" y="619346"/>
                  </a:lnTo>
                  <a:lnTo>
                    <a:pt x="373258" y="655938"/>
                  </a:lnTo>
                  <a:lnTo>
                    <a:pt x="333010" y="685793"/>
                  </a:lnTo>
                  <a:lnTo>
                    <a:pt x="286184" y="707116"/>
                  </a:lnTo>
                  <a:lnTo>
                    <a:pt x="232763" y="719910"/>
                  </a:lnTo>
                  <a:lnTo>
                    <a:pt x="172730" y="724174"/>
                  </a:lnTo>
                  <a:lnTo>
                    <a:pt x="123413" y="722253"/>
                  </a:lnTo>
                  <a:lnTo>
                    <a:pt x="78169" y="716488"/>
                  </a:lnTo>
                  <a:lnTo>
                    <a:pt x="37023" y="706874"/>
                  </a:lnTo>
                  <a:lnTo>
                    <a:pt x="0" y="693407"/>
                  </a:lnTo>
                  <a:lnTo>
                    <a:pt x="0" y="559390"/>
                  </a:lnTo>
                  <a:lnTo>
                    <a:pt x="37077" y="578940"/>
                  </a:lnTo>
                  <a:lnTo>
                    <a:pt x="75331" y="592903"/>
                  </a:lnTo>
                  <a:lnTo>
                    <a:pt x="114751" y="601281"/>
                  </a:lnTo>
                  <a:lnTo>
                    <a:pt x="155326" y="604073"/>
                  </a:lnTo>
                  <a:lnTo>
                    <a:pt x="184681" y="602227"/>
                  </a:lnTo>
                  <a:lnTo>
                    <a:pt x="233207" y="587459"/>
                  </a:lnTo>
                  <a:lnTo>
                    <a:pt x="267683" y="558454"/>
                  </a:lnTo>
                  <a:lnTo>
                    <a:pt x="285206" y="518374"/>
                  </a:lnTo>
                  <a:lnTo>
                    <a:pt x="287395" y="494382"/>
                  </a:lnTo>
                  <a:lnTo>
                    <a:pt x="281422" y="456320"/>
                  </a:lnTo>
                  <a:lnTo>
                    <a:pt x="263502" y="426717"/>
                  </a:lnTo>
                  <a:lnTo>
                    <a:pt x="233633" y="405572"/>
                  </a:lnTo>
                  <a:lnTo>
                    <a:pt x="191814" y="392885"/>
                  </a:lnTo>
                  <a:lnTo>
                    <a:pt x="138043" y="388656"/>
                  </a:lnTo>
                  <a:lnTo>
                    <a:pt x="109401" y="389183"/>
                  </a:lnTo>
                  <a:lnTo>
                    <a:pt x="78687" y="390763"/>
                  </a:lnTo>
                  <a:lnTo>
                    <a:pt x="45876" y="393397"/>
                  </a:lnTo>
                  <a:lnTo>
                    <a:pt x="10942" y="397084"/>
                  </a:lnTo>
                  <a:lnTo>
                    <a:pt x="37734" y="0"/>
                  </a:lnTo>
                  <a:close/>
                </a:path>
              </a:pathLst>
            </a:custGeom>
            <a:ln w="12191">
              <a:solidFill>
                <a:srgbClr val="000000"/>
              </a:solidFill>
            </a:ln>
          </p:spPr>
          <p:txBody>
            <a:bodyPr wrap="square" lIns="0" tIns="0" rIns="0" bIns="0" rtlCol="0"/>
            <a:lstStyle/>
            <a:p>
              <a:endParaRPr/>
            </a:p>
          </p:txBody>
        </p:sp>
        <p:sp>
          <p:nvSpPr>
            <p:cNvPr id="64" name="object 64"/>
            <p:cNvSpPr/>
            <p:nvPr/>
          </p:nvSpPr>
          <p:spPr>
            <a:xfrm>
              <a:off x="6768084" y="5239511"/>
              <a:ext cx="2218944" cy="1345692"/>
            </a:xfrm>
            <a:prstGeom prst="rect">
              <a:avLst/>
            </a:prstGeom>
            <a:blipFill>
              <a:blip r:embed="rId22" cstate="print"/>
              <a:stretch>
                <a:fillRect/>
              </a:stretch>
            </a:blipFill>
          </p:spPr>
          <p:txBody>
            <a:bodyPr wrap="square" lIns="0" tIns="0" rIns="0" bIns="0" rtlCol="0"/>
            <a:lstStyle/>
            <a:p>
              <a:endParaRPr/>
            </a:p>
          </p:txBody>
        </p:sp>
        <p:sp>
          <p:nvSpPr>
            <p:cNvPr id="65" name="object 65"/>
            <p:cNvSpPr/>
            <p:nvPr/>
          </p:nvSpPr>
          <p:spPr>
            <a:xfrm>
              <a:off x="6905244" y="4922518"/>
              <a:ext cx="2238755" cy="1935480"/>
            </a:xfrm>
            <a:prstGeom prst="rect">
              <a:avLst/>
            </a:prstGeom>
            <a:blipFill>
              <a:blip r:embed="rId23" cstate="print"/>
              <a:stretch>
                <a:fillRect/>
              </a:stretch>
            </a:blipFill>
          </p:spPr>
          <p:txBody>
            <a:bodyPr wrap="square" lIns="0" tIns="0" rIns="0" bIns="0" rtlCol="0"/>
            <a:lstStyle/>
            <a:p>
              <a:endParaRPr/>
            </a:p>
          </p:txBody>
        </p:sp>
        <p:sp>
          <p:nvSpPr>
            <p:cNvPr id="66" name="object 66"/>
            <p:cNvSpPr/>
            <p:nvPr/>
          </p:nvSpPr>
          <p:spPr>
            <a:xfrm>
              <a:off x="6848612" y="5300721"/>
              <a:ext cx="2057400" cy="1184275"/>
            </a:xfrm>
            <a:custGeom>
              <a:avLst/>
              <a:gdLst/>
              <a:ahLst/>
              <a:cxnLst/>
              <a:rect l="l" t="t" r="r" b="b"/>
              <a:pathLst>
                <a:path w="2057400" h="1184275">
                  <a:moveTo>
                    <a:pt x="1824868" y="0"/>
                  </a:moveTo>
                  <a:lnTo>
                    <a:pt x="232409" y="0"/>
                  </a:lnTo>
                  <a:lnTo>
                    <a:pt x="185555" y="4725"/>
                  </a:lnTo>
                  <a:lnTo>
                    <a:pt x="141922" y="18278"/>
                  </a:lnTo>
                  <a:lnTo>
                    <a:pt x="102442" y="39722"/>
                  </a:lnTo>
                  <a:lnTo>
                    <a:pt x="68050" y="68121"/>
                  </a:lnTo>
                  <a:lnTo>
                    <a:pt x="39677" y="102539"/>
                  </a:lnTo>
                  <a:lnTo>
                    <a:pt x="18256" y="142039"/>
                  </a:lnTo>
                  <a:lnTo>
                    <a:pt x="4719" y="185685"/>
                  </a:lnTo>
                  <a:lnTo>
                    <a:pt x="0" y="232541"/>
                  </a:lnTo>
                  <a:lnTo>
                    <a:pt x="0" y="951558"/>
                  </a:lnTo>
                  <a:lnTo>
                    <a:pt x="4719" y="998424"/>
                  </a:lnTo>
                  <a:lnTo>
                    <a:pt x="18256" y="1042073"/>
                  </a:lnTo>
                  <a:lnTo>
                    <a:pt x="39677" y="1081572"/>
                  </a:lnTo>
                  <a:lnTo>
                    <a:pt x="68050" y="1115985"/>
                  </a:lnTo>
                  <a:lnTo>
                    <a:pt x="102442" y="1144377"/>
                  </a:lnTo>
                  <a:lnTo>
                    <a:pt x="141922" y="1165815"/>
                  </a:lnTo>
                  <a:lnTo>
                    <a:pt x="185555" y="1179363"/>
                  </a:lnTo>
                  <a:lnTo>
                    <a:pt x="232409"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67" name="object 67"/>
            <p:cNvSpPr/>
            <p:nvPr/>
          </p:nvSpPr>
          <p:spPr>
            <a:xfrm>
              <a:off x="6848612" y="5300721"/>
              <a:ext cx="2057400" cy="1184275"/>
            </a:xfrm>
            <a:custGeom>
              <a:avLst/>
              <a:gdLst/>
              <a:ahLst/>
              <a:cxnLst/>
              <a:rect l="l" t="t" r="r" b="b"/>
              <a:pathLst>
                <a:path w="2057400" h="1184275">
                  <a:moveTo>
                    <a:pt x="0" y="232541"/>
                  </a:moveTo>
                  <a:lnTo>
                    <a:pt x="4719" y="185685"/>
                  </a:lnTo>
                  <a:lnTo>
                    <a:pt x="18256" y="142039"/>
                  </a:lnTo>
                  <a:lnTo>
                    <a:pt x="39677" y="102539"/>
                  </a:lnTo>
                  <a:lnTo>
                    <a:pt x="68050" y="68121"/>
                  </a:lnTo>
                  <a:lnTo>
                    <a:pt x="102442" y="39722"/>
                  </a:lnTo>
                  <a:lnTo>
                    <a:pt x="141922" y="18278"/>
                  </a:lnTo>
                  <a:lnTo>
                    <a:pt x="185555" y="4725"/>
                  </a:lnTo>
                  <a:lnTo>
                    <a:pt x="232409"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409" y="1184087"/>
                  </a:lnTo>
                  <a:lnTo>
                    <a:pt x="185555" y="1179363"/>
                  </a:lnTo>
                  <a:lnTo>
                    <a:pt x="141922" y="1165815"/>
                  </a:lnTo>
                  <a:lnTo>
                    <a:pt x="102442" y="1144377"/>
                  </a:lnTo>
                  <a:lnTo>
                    <a:pt x="68050" y="1115985"/>
                  </a:lnTo>
                  <a:lnTo>
                    <a:pt x="39677" y="1081572"/>
                  </a:lnTo>
                  <a:lnTo>
                    <a:pt x="18256" y="1042073"/>
                  </a:lnTo>
                  <a:lnTo>
                    <a:pt x="4719"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68" name="object 68"/>
            <p:cNvSpPr/>
            <p:nvPr/>
          </p:nvSpPr>
          <p:spPr>
            <a:xfrm>
              <a:off x="6946392" y="4943854"/>
              <a:ext cx="1895855" cy="1914144"/>
            </a:xfrm>
            <a:prstGeom prst="rect">
              <a:avLst/>
            </a:prstGeom>
            <a:blipFill>
              <a:blip r:embed="rId24" cstate="print"/>
              <a:stretch>
                <a:fillRect/>
              </a:stretch>
            </a:blipFill>
          </p:spPr>
          <p:txBody>
            <a:bodyPr wrap="square" lIns="0" tIns="0" rIns="0" bIns="0" rtlCol="0"/>
            <a:lstStyle/>
            <a:p>
              <a:endParaRPr/>
            </a:p>
          </p:txBody>
        </p:sp>
        <p:sp>
          <p:nvSpPr>
            <p:cNvPr id="69" name="object 69"/>
            <p:cNvSpPr/>
            <p:nvPr/>
          </p:nvSpPr>
          <p:spPr>
            <a:xfrm>
              <a:off x="7633598" y="5541014"/>
              <a:ext cx="501650" cy="736600"/>
            </a:xfrm>
            <a:custGeom>
              <a:avLst/>
              <a:gdLst/>
              <a:ahLst/>
              <a:cxnLst/>
              <a:rect l="l" t="t" r="r" b="b"/>
              <a:pathLst>
                <a:path w="501650" h="736600">
                  <a:moveTo>
                    <a:pt x="322687" y="0"/>
                  </a:moveTo>
                  <a:lnTo>
                    <a:pt x="251946" y="7235"/>
                  </a:lnTo>
                  <a:lnTo>
                    <a:pt x="188727" y="28956"/>
                  </a:lnTo>
                  <a:lnTo>
                    <a:pt x="133482" y="64049"/>
                  </a:lnTo>
                  <a:lnTo>
                    <a:pt x="87107" y="111145"/>
                  </a:lnTo>
                  <a:lnTo>
                    <a:pt x="50047" y="169657"/>
                  </a:lnTo>
                  <a:lnTo>
                    <a:pt x="22611" y="238957"/>
                  </a:lnTo>
                  <a:lnTo>
                    <a:pt x="12751" y="277374"/>
                  </a:lnTo>
                  <a:lnTo>
                    <a:pt x="5679" y="317936"/>
                  </a:lnTo>
                  <a:lnTo>
                    <a:pt x="1420" y="360638"/>
                  </a:lnTo>
                  <a:lnTo>
                    <a:pt x="0" y="405636"/>
                  </a:lnTo>
                  <a:lnTo>
                    <a:pt x="1090" y="443421"/>
                  </a:lnTo>
                  <a:lnTo>
                    <a:pt x="9806" y="513154"/>
                  </a:lnTo>
                  <a:lnTo>
                    <a:pt x="27038" y="574533"/>
                  </a:lnTo>
                  <a:lnTo>
                    <a:pt x="52135" y="626526"/>
                  </a:lnTo>
                  <a:lnTo>
                    <a:pt x="84847" y="668897"/>
                  </a:lnTo>
                  <a:lnTo>
                    <a:pt x="124902" y="701281"/>
                  </a:lnTo>
                  <a:lnTo>
                    <a:pt x="172196" y="723476"/>
                  </a:lnTo>
                  <a:lnTo>
                    <a:pt x="225917" y="734646"/>
                  </a:lnTo>
                  <a:lnTo>
                    <a:pt x="255143" y="736043"/>
                  </a:lnTo>
                  <a:lnTo>
                    <a:pt x="281457" y="734848"/>
                  </a:lnTo>
                  <a:lnTo>
                    <a:pt x="330838" y="725294"/>
                  </a:lnTo>
                  <a:lnTo>
                    <a:pt x="375747" y="706480"/>
                  </a:lnTo>
                  <a:lnTo>
                    <a:pt x="414755" y="680173"/>
                  </a:lnTo>
                  <a:lnTo>
                    <a:pt x="447397" y="646814"/>
                  </a:lnTo>
                  <a:lnTo>
                    <a:pt x="467906" y="615933"/>
                  </a:lnTo>
                  <a:lnTo>
                    <a:pt x="255143" y="615933"/>
                  </a:lnTo>
                  <a:lnTo>
                    <a:pt x="244726" y="615313"/>
                  </a:lnTo>
                  <a:lnTo>
                    <a:pt x="208027" y="600589"/>
                  </a:lnTo>
                  <a:lnTo>
                    <a:pt x="180426" y="570033"/>
                  </a:lnTo>
                  <a:lnTo>
                    <a:pt x="163802" y="527365"/>
                  </a:lnTo>
                  <a:lnTo>
                    <a:pt x="159893" y="489859"/>
                  </a:lnTo>
                  <a:lnTo>
                    <a:pt x="160303" y="478210"/>
                  </a:lnTo>
                  <a:lnTo>
                    <a:pt x="170309" y="436953"/>
                  </a:lnTo>
                  <a:lnTo>
                    <a:pt x="192168" y="405636"/>
                  </a:lnTo>
                  <a:lnTo>
                    <a:pt x="233818" y="384141"/>
                  </a:lnTo>
                  <a:lnTo>
                    <a:pt x="254107" y="382155"/>
                  </a:lnTo>
                  <a:lnTo>
                    <a:pt x="481800" y="382155"/>
                  </a:lnTo>
                  <a:lnTo>
                    <a:pt x="479752" y="376923"/>
                  </a:lnTo>
                  <a:lnTo>
                    <a:pt x="470663" y="358763"/>
                  </a:lnTo>
                  <a:lnTo>
                    <a:pt x="460175" y="342057"/>
                  </a:lnTo>
                  <a:lnTo>
                    <a:pt x="455443" y="335981"/>
                  </a:lnTo>
                  <a:lnTo>
                    <a:pt x="154925" y="335981"/>
                  </a:lnTo>
                  <a:lnTo>
                    <a:pt x="156165" y="311991"/>
                  </a:lnTo>
                  <a:lnTo>
                    <a:pt x="163219" y="267454"/>
                  </a:lnTo>
                  <a:lnTo>
                    <a:pt x="176220" y="227654"/>
                  </a:lnTo>
                  <a:lnTo>
                    <a:pt x="194313" y="193527"/>
                  </a:lnTo>
                  <a:lnTo>
                    <a:pt x="230679" y="153581"/>
                  </a:lnTo>
                  <a:lnTo>
                    <a:pt x="277223" y="128240"/>
                  </a:lnTo>
                  <a:lnTo>
                    <a:pt x="332593" y="119585"/>
                  </a:lnTo>
                  <a:lnTo>
                    <a:pt x="450703" y="119585"/>
                  </a:lnTo>
                  <a:lnTo>
                    <a:pt x="450703" y="19299"/>
                  </a:lnTo>
                  <a:lnTo>
                    <a:pt x="425557" y="10874"/>
                  </a:lnTo>
                  <a:lnTo>
                    <a:pt x="395839" y="4841"/>
                  </a:lnTo>
                  <a:lnTo>
                    <a:pt x="361549" y="1212"/>
                  </a:lnTo>
                  <a:lnTo>
                    <a:pt x="322687" y="0"/>
                  </a:lnTo>
                  <a:close/>
                </a:path>
                <a:path w="501650" h="736600">
                  <a:moveTo>
                    <a:pt x="481800" y="382155"/>
                  </a:moveTo>
                  <a:lnTo>
                    <a:pt x="254107" y="382155"/>
                  </a:lnTo>
                  <a:lnTo>
                    <a:pt x="295200" y="389319"/>
                  </a:lnTo>
                  <a:lnTo>
                    <a:pt x="324535" y="410814"/>
                  </a:lnTo>
                  <a:lnTo>
                    <a:pt x="342125" y="446644"/>
                  </a:lnTo>
                  <a:lnTo>
                    <a:pt x="347985" y="496811"/>
                  </a:lnTo>
                  <a:lnTo>
                    <a:pt x="347579" y="509700"/>
                  </a:lnTo>
                  <a:lnTo>
                    <a:pt x="337911" y="555846"/>
                  </a:lnTo>
                  <a:lnTo>
                    <a:pt x="316549" y="590310"/>
                  </a:lnTo>
                  <a:lnTo>
                    <a:pt x="275416" y="613762"/>
                  </a:lnTo>
                  <a:lnTo>
                    <a:pt x="255143" y="615933"/>
                  </a:lnTo>
                  <a:lnTo>
                    <a:pt x="467906" y="615933"/>
                  </a:lnTo>
                  <a:lnTo>
                    <a:pt x="491001" y="561894"/>
                  </a:lnTo>
                  <a:lnTo>
                    <a:pt x="500229" y="512750"/>
                  </a:lnTo>
                  <a:lnTo>
                    <a:pt x="501391" y="486869"/>
                  </a:lnTo>
                  <a:lnTo>
                    <a:pt x="500513" y="462619"/>
                  </a:lnTo>
                  <a:lnTo>
                    <a:pt x="497886" y="439480"/>
                  </a:lnTo>
                  <a:lnTo>
                    <a:pt x="493521" y="417453"/>
                  </a:lnTo>
                  <a:lnTo>
                    <a:pt x="487431" y="396538"/>
                  </a:lnTo>
                  <a:lnTo>
                    <a:pt x="481800" y="382155"/>
                  </a:lnTo>
                  <a:close/>
                </a:path>
                <a:path w="501650" h="736600">
                  <a:moveTo>
                    <a:pt x="307325" y="266008"/>
                  </a:moveTo>
                  <a:lnTo>
                    <a:pt x="260918" y="270383"/>
                  </a:lnTo>
                  <a:lnTo>
                    <a:pt x="220541" y="283506"/>
                  </a:lnTo>
                  <a:lnTo>
                    <a:pt x="186187" y="305373"/>
                  </a:lnTo>
                  <a:lnTo>
                    <a:pt x="157851" y="335981"/>
                  </a:lnTo>
                  <a:lnTo>
                    <a:pt x="455443" y="335981"/>
                  </a:lnTo>
                  <a:lnTo>
                    <a:pt x="420326" y="301061"/>
                  </a:lnTo>
                  <a:lnTo>
                    <a:pt x="387213" y="281891"/>
                  </a:lnTo>
                  <a:lnTo>
                    <a:pt x="349326" y="269981"/>
                  </a:lnTo>
                  <a:lnTo>
                    <a:pt x="307325" y="266008"/>
                  </a:lnTo>
                  <a:close/>
                </a:path>
                <a:path w="501650" h="736600">
                  <a:moveTo>
                    <a:pt x="450703" y="119585"/>
                  </a:moveTo>
                  <a:lnTo>
                    <a:pt x="332593" y="119585"/>
                  </a:lnTo>
                  <a:lnTo>
                    <a:pt x="363979" y="121508"/>
                  </a:lnTo>
                  <a:lnTo>
                    <a:pt x="394128" y="127277"/>
                  </a:lnTo>
                  <a:lnTo>
                    <a:pt x="423037" y="136895"/>
                  </a:lnTo>
                  <a:lnTo>
                    <a:pt x="450703" y="150363"/>
                  </a:lnTo>
                  <a:lnTo>
                    <a:pt x="450703" y="119585"/>
                  </a:lnTo>
                  <a:close/>
                </a:path>
              </a:pathLst>
            </a:custGeom>
            <a:solidFill>
              <a:srgbClr val="FFFF00"/>
            </a:solidFill>
          </p:spPr>
          <p:txBody>
            <a:bodyPr wrap="square" lIns="0" tIns="0" rIns="0" bIns="0" rtlCol="0"/>
            <a:lstStyle/>
            <a:p>
              <a:endParaRPr/>
            </a:p>
          </p:txBody>
        </p:sp>
        <p:sp>
          <p:nvSpPr>
            <p:cNvPr id="70" name="object 70"/>
            <p:cNvSpPr/>
            <p:nvPr/>
          </p:nvSpPr>
          <p:spPr>
            <a:xfrm>
              <a:off x="7787395" y="5917073"/>
              <a:ext cx="200284" cy="245970"/>
            </a:xfrm>
            <a:prstGeom prst="rect">
              <a:avLst/>
            </a:prstGeom>
            <a:blipFill>
              <a:blip r:embed="rId25" cstate="print"/>
              <a:stretch>
                <a:fillRect/>
              </a:stretch>
            </a:blipFill>
          </p:spPr>
          <p:txBody>
            <a:bodyPr wrap="square" lIns="0" tIns="0" rIns="0" bIns="0" rtlCol="0"/>
            <a:lstStyle/>
            <a:p>
              <a:endParaRPr/>
            </a:p>
          </p:txBody>
        </p:sp>
        <p:sp>
          <p:nvSpPr>
            <p:cNvPr id="71" name="object 71"/>
            <p:cNvSpPr/>
            <p:nvPr/>
          </p:nvSpPr>
          <p:spPr>
            <a:xfrm>
              <a:off x="7633593" y="5541014"/>
              <a:ext cx="501650" cy="736600"/>
            </a:xfrm>
            <a:custGeom>
              <a:avLst/>
              <a:gdLst/>
              <a:ahLst/>
              <a:cxnLst/>
              <a:rect l="l" t="t" r="r" b="b"/>
              <a:pathLst>
                <a:path w="501650" h="736600">
                  <a:moveTo>
                    <a:pt x="322691" y="0"/>
                  </a:moveTo>
                  <a:lnTo>
                    <a:pt x="361553" y="1212"/>
                  </a:lnTo>
                  <a:lnTo>
                    <a:pt x="395843" y="4841"/>
                  </a:lnTo>
                  <a:lnTo>
                    <a:pt x="425561" y="10874"/>
                  </a:lnTo>
                  <a:lnTo>
                    <a:pt x="450707" y="19299"/>
                  </a:lnTo>
                  <a:lnTo>
                    <a:pt x="450707" y="150363"/>
                  </a:lnTo>
                  <a:lnTo>
                    <a:pt x="423041" y="136895"/>
                  </a:lnTo>
                  <a:lnTo>
                    <a:pt x="394133" y="127277"/>
                  </a:lnTo>
                  <a:lnTo>
                    <a:pt x="363984" y="121508"/>
                  </a:lnTo>
                  <a:lnTo>
                    <a:pt x="332597" y="119585"/>
                  </a:lnTo>
                  <a:lnTo>
                    <a:pt x="313196" y="120547"/>
                  </a:lnTo>
                  <a:lnTo>
                    <a:pt x="260603" y="134968"/>
                  </a:lnTo>
                  <a:lnTo>
                    <a:pt x="217402" y="165303"/>
                  </a:lnTo>
                  <a:lnTo>
                    <a:pt x="184651" y="209864"/>
                  </a:lnTo>
                  <a:lnTo>
                    <a:pt x="169042" y="246900"/>
                  </a:lnTo>
                  <a:lnTo>
                    <a:pt x="158934" y="289150"/>
                  </a:lnTo>
                  <a:lnTo>
                    <a:pt x="154929" y="335981"/>
                  </a:lnTo>
                  <a:lnTo>
                    <a:pt x="157855" y="335981"/>
                  </a:lnTo>
                  <a:lnTo>
                    <a:pt x="186191" y="305373"/>
                  </a:lnTo>
                  <a:lnTo>
                    <a:pt x="220545" y="283506"/>
                  </a:lnTo>
                  <a:lnTo>
                    <a:pt x="260923" y="270383"/>
                  </a:lnTo>
                  <a:lnTo>
                    <a:pt x="307329" y="266008"/>
                  </a:lnTo>
                  <a:lnTo>
                    <a:pt x="349331" y="269981"/>
                  </a:lnTo>
                  <a:lnTo>
                    <a:pt x="387217" y="281891"/>
                  </a:lnTo>
                  <a:lnTo>
                    <a:pt x="420330" y="301061"/>
                  </a:lnTo>
                  <a:lnTo>
                    <a:pt x="460179" y="342057"/>
                  </a:lnTo>
                  <a:lnTo>
                    <a:pt x="479756" y="376923"/>
                  </a:lnTo>
                  <a:lnTo>
                    <a:pt x="493526" y="417453"/>
                  </a:lnTo>
                  <a:lnTo>
                    <a:pt x="500517" y="462619"/>
                  </a:lnTo>
                  <a:lnTo>
                    <a:pt x="501395" y="486869"/>
                  </a:lnTo>
                  <a:lnTo>
                    <a:pt x="500233" y="512749"/>
                  </a:lnTo>
                  <a:lnTo>
                    <a:pt x="491006" y="561894"/>
                  </a:lnTo>
                  <a:lnTo>
                    <a:pt x="472934" y="607230"/>
                  </a:lnTo>
                  <a:lnTo>
                    <a:pt x="447401" y="646814"/>
                  </a:lnTo>
                  <a:lnTo>
                    <a:pt x="414759" y="680172"/>
                  </a:lnTo>
                  <a:lnTo>
                    <a:pt x="375752" y="706480"/>
                  </a:lnTo>
                  <a:lnTo>
                    <a:pt x="330843" y="725294"/>
                  </a:lnTo>
                  <a:lnTo>
                    <a:pt x="281461" y="734848"/>
                  </a:lnTo>
                  <a:lnTo>
                    <a:pt x="255148" y="736043"/>
                  </a:lnTo>
                  <a:lnTo>
                    <a:pt x="225921" y="734646"/>
                  </a:lnTo>
                  <a:lnTo>
                    <a:pt x="172200" y="723476"/>
                  </a:lnTo>
                  <a:lnTo>
                    <a:pt x="124907" y="701281"/>
                  </a:lnTo>
                  <a:lnTo>
                    <a:pt x="84852" y="668897"/>
                  </a:lnTo>
                  <a:lnTo>
                    <a:pt x="52139" y="626526"/>
                  </a:lnTo>
                  <a:lnTo>
                    <a:pt x="27043" y="574533"/>
                  </a:lnTo>
                  <a:lnTo>
                    <a:pt x="9811" y="513154"/>
                  </a:lnTo>
                  <a:lnTo>
                    <a:pt x="1094" y="443421"/>
                  </a:lnTo>
                  <a:lnTo>
                    <a:pt x="0" y="405478"/>
                  </a:lnTo>
                  <a:lnTo>
                    <a:pt x="1424" y="360638"/>
                  </a:lnTo>
                  <a:lnTo>
                    <a:pt x="5684" y="317936"/>
                  </a:lnTo>
                  <a:lnTo>
                    <a:pt x="12755" y="277374"/>
                  </a:lnTo>
                  <a:lnTo>
                    <a:pt x="22616" y="238957"/>
                  </a:lnTo>
                  <a:lnTo>
                    <a:pt x="35132" y="202959"/>
                  </a:lnTo>
                  <a:lnTo>
                    <a:pt x="67377" y="139051"/>
                  </a:lnTo>
                  <a:lnTo>
                    <a:pt x="109187" y="86094"/>
                  </a:lnTo>
                  <a:lnTo>
                    <a:pt x="160003" y="45005"/>
                  </a:lnTo>
                  <a:lnTo>
                    <a:pt x="219397" y="16284"/>
                  </a:lnTo>
                  <a:lnTo>
                    <a:pt x="286385" y="1808"/>
                  </a:lnTo>
                  <a:lnTo>
                    <a:pt x="322691" y="0"/>
                  </a:lnTo>
                  <a:close/>
                </a:path>
              </a:pathLst>
            </a:custGeom>
            <a:ln w="12191">
              <a:solidFill>
                <a:srgbClr val="000000"/>
              </a:solidFill>
            </a:ln>
          </p:spPr>
          <p:txBody>
            <a:bodyPr wrap="square" lIns="0" tIns="0" rIns="0" bIns="0" rtlCol="0"/>
            <a:lstStyle/>
            <a:p>
              <a:endParaRPr/>
            </a:p>
          </p:txBody>
        </p:sp>
        <p:sp>
          <p:nvSpPr>
            <p:cNvPr id="72" name="object 72"/>
            <p:cNvSpPr/>
            <p:nvPr/>
          </p:nvSpPr>
          <p:spPr>
            <a:xfrm>
              <a:off x="6778752" y="5219700"/>
              <a:ext cx="2218944" cy="1345692"/>
            </a:xfrm>
            <a:prstGeom prst="rect">
              <a:avLst/>
            </a:prstGeom>
            <a:blipFill>
              <a:blip r:embed="rId26" cstate="print"/>
              <a:stretch>
                <a:fillRect/>
              </a:stretch>
            </a:blipFill>
          </p:spPr>
          <p:txBody>
            <a:bodyPr wrap="square" lIns="0" tIns="0" rIns="0" bIns="0" rtlCol="0"/>
            <a:lstStyle/>
            <a:p>
              <a:endParaRPr/>
            </a:p>
          </p:txBody>
        </p:sp>
        <p:sp>
          <p:nvSpPr>
            <p:cNvPr id="73" name="object 73"/>
            <p:cNvSpPr/>
            <p:nvPr/>
          </p:nvSpPr>
          <p:spPr>
            <a:xfrm>
              <a:off x="6917436" y="4901183"/>
              <a:ext cx="2226563" cy="1956815"/>
            </a:xfrm>
            <a:prstGeom prst="rect">
              <a:avLst/>
            </a:prstGeom>
            <a:blipFill>
              <a:blip r:embed="rId27" cstate="print"/>
              <a:stretch>
                <a:fillRect/>
              </a:stretch>
            </a:blipFill>
          </p:spPr>
          <p:txBody>
            <a:bodyPr wrap="square" lIns="0" tIns="0" rIns="0" bIns="0" rtlCol="0"/>
            <a:lstStyle/>
            <a:p>
              <a:endParaRPr/>
            </a:p>
          </p:txBody>
        </p:sp>
        <p:sp>
          <p:nvSpPr>
            <p:cNvPr id="74" name="object 74"/>
            <p:cNvSpPr/>
            <p:nvPr/>
          </p:nvSpPr>
          <p:spPr>
            <a:xfrm>
              <a:off x="6859523" y="527989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868" y="1184065"/>
                  </a:lnTo>
                  <a:lnTo>
                    <a:pt x="1871719" y="1179341"/>
                  </a:lnTo>
                  <a:lnTo>
                    <a:pt x="1915362" y="1165791"/>
                  </a:lnTo>
                  <a:lnTo>
                    <a:pt x="1954860" y="1144352"/>
                  </a:lnTo>
                  <a:lnTo>
                    <a:pt x="1989277" y="1115958"/>
                  </a:lnTo>
                  <a:lnTo>
                    <a:pt x="2017676" y="1081544"/>
                  </a:lnTo>
                  <a:lnTo>
                    <a:pt x="2039120" y="1042045"/>
                  </a:lnTo>
                  <a:lnTo>
                    <a:pt x="2052674" y="998398"/>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75" name="object 75"/>
            <p:cNvSpPr/>
            <p:nvPr/>
          </p:nvSpPr>
          <p:spPr>
            <a:xfrm>
              <a:off x="6859523" y="527989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8"/>
                  </a:lnTo>
                  <a:lnTo>
                    <a:pt x="2039120" y="1042045"/>
                  </a:lnTo>
                  <a:lnTo>
                    <a:pt x="2017676" y="1081544"/>
                  </a:lnTo>
                  <a:lnTo>
                    <a:pt x="1989277" y="1115958"/>
                  </a:lnTo>
                  <a:lnTo>
                    <a:pt x="1954860" y="1144352"/>
                  </a:lnTo>
                  <a:lnTo>
                    <a:pt x="1915362" y="1165791"/>
                  </a:lnTo>
                  <a:lnTo>
                    <a:pt x="1871719" y="1179341"/>
                  </a:lnTo>
                  <a:lnTo>
                    <a:pt x="1824868"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76" name="object 76"/>
            <p:cNvSpPr/>
            <p:nvPr/>
          </p:nvSpPr>
          <p:spPr>
            <a:xfrm>
              <a:off x="6958584" y="4922518"/>
              <a:ext cx="1895855" cy="1935480"/>
            </a:xfrm>
            <a:prstGeom prst="rect">
              <a:avLst/>
            </a:prstGeom>
            <a:blipFill>
              <a:blip r:embed="rId28" cstate="print"/>
              <a:stretch>
                <a:fillRect/>
              </a:stretch>
            </a:blipFill>
          </p:spPr>
          <p:txBody>
            <a:bodyPr wrap="square" lIns="0" tIns="0" rIns="0" bIns="0" rtlCol="0"/>
            <a:lstStyle/>
            <a:p>
              <a:endParaRPr/>
            </a:p>
          </p:txBody>
        </p:sp>
        <p:sp>
          <p:nvSpPr>
            <p:cNvPr id="77" name="object 77"/>
            <p:cNvSpPr/>
            <p:nvPr/>
          </p:nvSpPr>
          <p:spPr>
            <a:xfrm>
              <a:off x="7642616" y="5531988"/>
              <a:ext cx="495934" cy="711835"/>
            </a:xfrm>
            <a:custGeom>
              <a:avLst/>
              <a:gdLst/>
              <a:ahLst/>
              <a:cxnLst/>
              <a:rect l="l" t="t" r="r" b="b"/>
              <a:pathLst>
                <a:path w="495934" h="711835">
                  <a:moveTo>
                    <a:pt x="495421" y="0"/>
                  </a:moveTo>
                  <a:lnTo>
                    <a:pt x="0" y="0"/>
                  </a:lnTo>
                  <a:lnTo>
                    <a:pt x="0" y="128110"/>
                  </a:lnTo>
                  <a:lnTo>
                    <a:pt x="330586" y="128110"/>
                  </a:lnTo>
                  <a:lnTo>
                    <a:pt x="310476" y="161052"/>
                  </a:lnTo>
                  <a:lnTo>
                    <a:pt x="290916" y="194367"/>
                  </a:lnTo>
                  <a:lnTo>
                    <a:pt x="271881" y="228056"/>
                  </a:lnTo>
                  <a:lnTo>
                    <a:pt x="253349" y="262115"/>
                  </a:lnTo>
                  <a:lnTo>
                    <a:pt x="235539" y="296596"/>
                  </a:lnTo>
                  <a:lnTo>
                    <a:pt x="218518" y="331543"/>
                  </a:lnTo>
                  <a:lnTo>
                    <a:pt x="202309" y="366956"/>
                  </a:lnTo>
                  <a:lnTo>
                    <a:pt x="186933" y="402835"/>
                  </a:lnTo>
                  <a:lnTo>
                    <a:pt x="172343" y="439240"/>
                  </a:lnTo>
                  <a:lnTo>
                    <a:pt x="158656" y="476232"/>
                  </a:lnTo>
                  <a:lnTo>
                    <a:pt x="145871" y="513814"/>
                  </a:lnTo>
                  <a:lnTo>
                    <a:pt x="133990" y="551986"/>
                  </a:lnTo>
                  <a:lnTo>
                    <a:pt x="123180" y="590820"/>
                  </a:lnTo>
                  <a:lnTo>
                    <a:pt x="113442" y="630402"/>
                  </a:lnTo>
                  <a:lnTo>
                    <a:pt x="104796" y="670730"/>
                  </a:lnTo>
                  <a:lnTo>
                    <a:pt x="97261" y="711802"/>
                  </a:lnTo>
                  <a:lnTo>
                    <a:pt x="261091" y="711802"/>
                  </a:lnTo>
                  <a:lnTo>
                    <a:pt x="268032" y="668856"/>
                  </a:lnTo>
                  <a:lnTo>
                    <a:pt x="275882" y="627366"/>
                  </a:lnTo>
                  <a:lnTo>
                    <a:pt x="284657" y="587333"/>
                  </a:lnTo>
                  <a:lnTo>
                    <a:pt x="294375" y="548758"/>
                  </a:lnTo>
                  <a:lnTo>
                    <a:pt x="305092" y="511061"/>
                  </a:lnTo>
                  <a:lnTo>
                    <a:pt x="316854" y="473677"/>
                  </a:lnTo>
                  <a:lnTo>
                    <a:pt x="329668" y="436606"/>
                  </a:lnTo>
                  <a:lnTo>
                    <a:pt x="343540" y="399848"/>
                  </a:lnTo>
                  <a:lnTo>
                    <a:pt x="358469" y="363120"/>
                  </a:lnTo>
                  <a:lnTo>
                    <a:pt x="374507" y="326143"/>
                  </a:lnTo>
                  <a:lnTo>
                    <a:pt x="391666" y="288918"/>
                  </a:lnTo>
                  <a:lnTo>
                    <a:pt x="409955" y="251447"/>
                  </a:lnTo>
                  <a:lnTo>
                    <a:pt x="429435" y="213180"/>
                  </a:lnTo>
                  <a:lnTo>
                    <a:pt x="450162" y="173581"/>
                  </a:lnTo>
                  <a:lnTo>
                    <a:pt x="472153" y="132652"/>
                  </a:lnTo>
                  <a:lnTo>
                    <a:pt x="495421" y="90391"/>
                  </a:lnTo>
                  <a:lnTo>
                    <a:pt x="495421" y="0"/>
                  </a:lnTo>
                  <a:close/>
                </a:path>
              </a:pathLst>
            </a:custGeom>
            <a:solidFill>
              <a:srgbClr val="FFFF00"/>
            </a:solidFill>
          </p:spPr>
          <p:txBody>
            <a:bodyPr wrap="square" lIns="0" tIns="0" rIns="0" bIns="0" rtlCol="0"/>
            <a:lstStyle/>
            <a:p>
              <a:endParaRPr/>
            </a:p>
          </p:txBody>
        </p:sp>
        <p:sp>
          <p:nvSpPr>
            <p:cNvPr id="78" name="object 78"/>
            <p:cNvSpPr/>
            <p:nvPr/>
          </p:nvSpPr>
          <p:spPr>
            <a:xfrm>
              <a:off x="7642616" y="5531988"/>
              <a:ext cx="495934" cy="711835"/>
            </a:xfrm>
            <a:custGeom>
              <a:avLst/>
              <a:gdLst/>
              <a:ahLst/>
              <a:cxnLst/>
              <a:rect l="l" t="t" r="r" b="b"/>
              <a:pathLst>
                <a:path w="495934" h="711835">
                  <a:moveTo>
                    <a:pt x="0" y="0"/>
                  </a:moveTo>
                  <a:lnTo>
                    <a:pt x="495421" y="0"/>
                  </a:lnTo>
                  <a:lnTo>
                    <a:pt x="495421" y="90391"/>
                  </a:lnTo>
                  <a:lnTo>
                    <a:pt x="472153" y="132652"/>
                  </a:lnTo>
                  <a:lnTo>
                    <a:pt x="450162" y="173581"/>
                  </a:lnTo>
                  <a:lnTo>
                    <a:pt x="429435" y="213180"/>
                  </a:lnTo>
                  <a:lnTo>
                    <a:pt x="409955" y="251447"/>
                  </a:lnTo>
                  <a:lnTo>
                    <a:pt x="391666" y="288918"/>
                  </a:lnTo>
                  <a:lnTo>
                    <a:pt x="374507" y="326143"/>
                  </a:lnTo>
                  <a:lnTo>
                    <a:pt x="358469" y="363120"/>
                  </a:lnTo>
                  <a:lnTo>
                    <a:pt x="343540" y="399848"/>
                  </a:lnTo>
                  <a:lnTo>
                    <a:pt x="329668" y="436606"/>
                  </a:lnTo>
                  <a:lnTo>
                    <a:pt x="316854" y="473677"/>
                  </a:lnTo>
                  <a:lnTo>
                    <a:pt x="305092" y="511061"/>
                  </a:lnTo>
                  <a:lnTo>
                    <a:pt x="294375" y="548758"/>
                  </a:lnTo>
                  <a:lnTo>
                    <a:pt x="284657" y="587333"/>
                  </a:lnTo>
                  <a:lnTo>
                    <a:pt x="275882" y="627366"/>
                  </a:lnTo>
                  <a:lnTo>
                    <a:pt x="268032" y="668856"/>
                  </a:lnTo>
                  <a:lnTo>
                    <a:pt x="261091" y="711802"/>
                  </a:lnTo>
                  <a:lnTo>
                    <a:pt x="97261" y="711802"/>
                  </a:lnTo>
                  <a:lnTo>
                    <a:pt x="104796" y="670730"/>
                  </a:lnTo>
                  <a:lnTo>
                    <a:pt x="113442" y="630402"/>
                  </a:lnTo>
                  <a:lnTo>
                    <a:pt x="123180" y="590820"/>
                  </a:lnTo>
                  <a:lnTo>
                    <a:pt x="133990" y="551986"/>
                  </a:lnTo>
                  <a:lnTo>
                    <a:pt x="145871" y="513814"/>
                  </a:lnTo>
                  <a:lnTo>
                    <a:pt x="158656" y="476232"/>
                  </a:lnTo>
                  <a:lnTo>
                    <a:pt x="172343" y="439240"/>
                  </a:lnTo>
                  <a:lnTo>
                    <a:pt x="186933" y="402835"/>
                  </a:lnTo>
                  <a:lnTo>
                    <a:pt x="202309" y="366956"/>
                  </a:lnTo>
                  <a:lnTo>
                    <a:pt x="218518" y="331543"/>
                  </a:lnTo>
                  <a:lnTo>
                    <a:pt x="235539" y="296596"/>
                  </a:lnTo>
                  <a:lnTo>
                    <a:pt x="253349" y="262115"/>
                  </a:lnTo>
                  <a:lnTo>
                    <a:pt x="271881" y="228056"/>
                  </a:lnTo>
                  <a:lnTo>
                    <a:pt x="290916" y="194367"/>
                  </a:lnTo>
                  <a:lnTo>
                    <a:pt x="310476" y="161052"/>
                  </a:lnTo>
                  <a:lnTo>
                    <a:pt x="330586" y="128110"/>
                  </a:lnTo>
                  <a:lnTo>
                    <a:pt x="0" y="128110"/>
                  </a:lnTo>
                  <a:lnTo>
                    <a:pt x="0" y="0"/>
                  </a:lnTo>
                  <a:close/>
                </a:path>
              </a:pathLst>
            </a:custGeom>
            <a:ln w="12191">
              <a:solidFill>
                <a:srgbClr val="000000"/>
              </a:solidFill>
            </a:ln>
          </p:spPr>
          <p:txBody>
            <a:bodyPr wrap="square" lIns="0" tIns="0" rIns="0" bIns="0" rtlCol="0"/>
            <a:lstStyle/>
            <a:p>
              <a:endParaRPr/>
            </a:p>
          </p:txBody>
        </p:sp>
        <p:sp>
          <p:nvSpPr>
            <p:cNvPr id="79" name="object 79"/>
            <p:cNvSpPr/>
            <p:nvPr/>
          </p:nvSpPr>
          <p:spPr>
            <a:xfrm>
              <a:off x="6775704" y="5205983"/>
              <a:ext cx="2218944" cy="1345691"/>
            </a:xfrm>
            <a:prstGeom prst="rect">
              <a:avLst/>
            </a:prstGeom>
            <a:blipFill>
              <a:blip r:embed="rId29" cstate="print"/>
              <a:stretch>
                <a:fillRect/>
              </a:stretch>
            </a:blipFill>
          </p:spPr>
          <p:txBody>
            <a:bodyPr wrap="square" lIns="0" tIns="0" rIns="0" bIns="0" rtlCol="0"/>
            <a:lstStyle/>
            <a:p>
              <a:endParaRPr/>
            </a:p>
          </p:txBody>
        </p:sp>
        <p:sp>
          <p:nvSpPr>
            <p:cNvPr id="80" name="object 80"/>
            <p:cNvSpPr/>
            <p:nvPr/>
          </p:nvSpPr>
          <p:spPr>
            <a:xfrm>
              <a:off x="6912864" y="4887467"/>
              <a:ext cx="2231135" cy="1970532"/>
            </a:xfrm>
            <a:prstGeom prst="rect">
              <a:avLst/>
            </a:prstGeom>
            <a:blipFill>
              <a:blip r:embed="rId30" cstate="print"/>
              <a:stretch>
                <a:fillRect/>
              </a:stretch>
            </a:blipFill>
          </p:spPr>
          <p:txBody>
            <a:bodyPr wrap="square" lIns="0" tIns="0" rIns="0" bIns="0" rtlCol="0"/>
            <a:lstStyle/>
            <a:p>
              <a:endParaRPr/>
            </a:p>
          </p:txBody>
        </p:sp>
        <p:sp>
          <p:nvSpPr>
            <p:cNvPr id="81" name="object 81"/>
            <p:cNvSpPr/>
            <p:nvPr/>
          </p:nvSpPr>
          <p:spPr>
            <a:xfrm>
              <a:off x="6855957" y="5266563"/>
              <a:ext cx="2057400" cy="1184275"/>
            </a:xfrm>
            <a:custGeom>
              <a:avLst/>
              <a:gdLst/>
              <a:ahLst/>
              <a:cxnLst/>
              <a:rect l="l" t="t" r="r" b="b"/>
              <a:pathLst>
                <a:path w="2057400" h="1184275">
                  <a:moveTo>
                    <a:pt x="1824868" y="0"/>
                  </a:moveTo>
                  <a:lnTo>
                    <a:pt x="232409" y="0"/>
                  </a:lnTo>
                  <a:lnTo>
                    <a:pt x="185564" y="4725"/>
                  </a:lnTo>
                  <a:lnTo>
                    <a:pt x="141934" y="18278"/>
                  </a:lnTo>
                  <a:lnTo>
                    <a:pt x="102456" y="39722"/>
                  </a:lnTo>
                  <a:lnTo>
                    <a:pt x="68061" y="68121"/>
                  </a:lnTo>
                  <a:lnTo>
                    <a:pt x="39685" y="102539"/>
                  </a:lnTo>
                  <a:lnTo>
                    <a:pt x="18260" y="142039"/>
                  </a:lnTo>
                  <a:lnTo>
                    <a:pt x="4720" y="185685"/>
                  </a:lnTo>
                  <a:lnTo>
                    <a:pt x="0" y="232541"/>
                  </a:lnTo>
                  <a:lnTo>
                    <a:pt x="0" y="951512"/>
                  </a:lnTo>
                  <a:lnTo>
                    <a:pt x="4720" y="998370"/>
                  </a:lnTo>
                  <a:lnTo>
                    <a:pt x="18260" y="1042015"/>
                  </a:lnTo>
                  <a:lnTo>
                    <a:pt x="39685" y="1081511"/>
                  </a:lnTo>
                  <a:lnTo>
                    <a:pt x="68061" y="1115924"/>
                  </a:lnTo>
                  <a:lnTo>
                    <a:pt x="102456" y="1144317"/>
                  </a:lnTo>
                  <a:lnTo>
                    <a:pt x="141934" y="1165755"/>
                  </a:lnTo>
                  <a:lnTo>
                    <a:pt x="185564" y="1179304"/>
                  </a:lnTo>
                  <a:lnTo>
                    <a:pt x="232409" y="1184029"/>
                  </a:lnTo>
                  <a:lnTo>
                    <a:pt x="1824868" y="1184029"/>
                  </a:lnTo>
                  <a:lnTo>
                    <a:pt x="1871728" y="1179304"/>
                  </a:lnTo>
                  <a:lnTo>
                    <a:pt x="1915375" y="1165755"/>
                  </a:lnTo>
                  <a:lnTo>
                    <a:pt x="1954873" y="1144317"/>
                  </a:lnTo>
                  <a:lnTo>
                    <a:pt x="1989288" y="1115924"/>
                  </a:lnTo>
                  <a:lnTo>
                    <a:pt x="2017684" y="1081511"/>
                  </a:lnTo>
                  <a:lnTo>
                    <a:pt x="2039124" y="1042015"/>
                  </a:lnTo>
                  <a:lnTo>
                    <a:pt x="2052675" y="998370"/>
                  </a:lnTo>
                  <a:lnTo>
                    <a:pt x="2057399" y="951512"/>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82" name="object 82"/>
            <p:cNvSpPr/>
            <p:nvPr/>
          </p:nvSpPr>
          <p:spPr>
            <a:xfrm>
              <a:off x="6855957" y="5266563"/>
              <a:ext cx="2057400" cy="1184275"/>
            </a:xfrm>
            <a:custGeom>
              <a:avLst/>
              <a:gdLst/>
              <a:ahLst/>
              <a:cxnLst/>
              <a:rect l="l" t="t" r="r" b="b"/>
              <a:pathLst>
                <a:path w="2057400" h="1184275">
                  <a:moveTo>
                    <a:pt x="0" y="232541"/>
                  </a:moveTo>
                  <a:lnTo>
                    <a:pt x="4720" y="185685"/>
                  </a:lnTo>
                  <a:lnTo>
                    <a:pt x="18260" y="142039"/>
                  </a:lnTo>
                  <a:lnTo>
                    <a:pt x="39685" y="102539"/>
                  </a:lnTo>
                  <a:lnTo>
                    <a:pt x="68061" y="68121"/>
                  </a:lnTo>
                  <a:lnTo>
                    <a:pt x="102456" y="39722"/>
                  </a:lnTo>
                  <a:lnTo>
                    <a:pt x="141934" y="18278"/>
                  </a:lnTo>
                  <a:lnTo>
                    <a:pt x="185564" y="4725"/>
                  </a:lnTo>
                  <a:lnTo>
                    <a:pt x="232409"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12"/>
                  </a:lnTo>
                  <a:lnTo>
                    <a:pt x="2052675" y="998370"/>
                  </a:lnTo>
                  <a:lnTo>
                    <a:pt x="2039124" y="1042015"/>
                  </a:lnTo>
                  <a:lnTo>
                    <a:pt x="2017684" y="1081511"/>
                  </a:lnTo>
                  <a:lnTo>
                    <a:pt x="1989288" y="1115924"/>
                  </a:lnTo>
                  <a:lnTo>
                    <a:pt x="1954873" y="1144317"/>
                  </a:lnTo>
                  <a:lnTo>
                    <a:pt x="1915375" y="1165755"/>
                  </a:lnTo>
                  <a:lnTo>
                    <a:pt x="1871728" y="1179304"/>
                  </a:lnTo>
                  <a:lnTo>
                    <a:pt x="1824868" y="1184029"/>
                  </a:lnTo>
                  <a:lnTo>
                    <a:pt x="232409" y="1184029"/>
                  </a:lnTo>
                  <a:lnTo>
                    <a:pt x="185564" y="1179304"/>
                  </a:lnTo>
                  <a:lnTo>
                    <a:pt x="141934" y="1165755"/>
                  </a:lnTo>
                  <a:lnTo>
                    <a:pt x="102456" y="1144317"/>
                  </a:lnTo>
                  <a:lnTo>
                    <a:pt x="68061" y="1115924"/>
                  </a:lnTo>
                  <a:lnTo>
                    <a:pt x="39685" y="1081511"/>
                  </a:lnTo>
                  <a:lnTo>
                    <a:pt x="18260" y="1042015"/>
                  </a:lnTo>
                  <a:lnTo>
                    <a:pt x="4720" y="998370"/>
                  </a:lnTo>
                  <a:lnTo>
                    <a:pt x="0" y="951512"/>
                  </a:lnTo>
                  <a:lnTo>
                    <a:pt x="0" y="232541"/>
                  </a:lnTo>
                  <a:close/>
                </a:path>
              </a:pathLst>
            </a:custGeom>
            <a:ln w="76199">
              <a:solidFill>
                <a:srgbClr val="00AF50"/>
              </a:solidFill>
            </a:ln>
          </p:spPr>
          <p:txBody>
            <a:bodyPr wrap="square" lIns="0" tIns="0" rIns="0" bIns="0" rtlCol="0"/>
            <a:lstStyle/>
            <a:p>
              <a:endParaRPr/>
            </a:p>
          </p:txBody>
        </p:sp>
        <p:sp>
          <p:nvSpPr>
            <p:cNvPr id="83" name="object 83"/>
            <p:cNvSpPr/>
            <p:nvPr/>
          </p:nvSpPr>
          <p:spPr>
            <a:xfrm>
              <a:off x="6954012" y="4908802"/>
              <a:ext cx="1895855" cy="1949195"/>
            </a:xfrm>
            <a:prstGeom prst="rect">
              <a:avLst/>
            </a:prstGeom>
            <a:blipFill>
              <a:blip r:embed="rId31" cstate="print"/>
              <a:stretch>
                <a:fillRect/>
              </a:stretch>
            </a:blipFill>
          </p:spPr>
          <p:txBody>
            <a:bodyPr wrap="square" lIns="0" tIns="0" rIns="0" bIns="0" rtlCol="0"/>
            <a:lstStyle/>
            <a:p>
              <a:endParaRPr/>
            </a:p>
          </p:txBody>
        </p:sp>
        <p:sp>
          <p:nvSpPr>
            <p:cNvPr id="84" name="object 84"/>
            <p:cNvSpPr/>
            <p:nvPr/>
          </p:nvSpPr>
          <p:spPr>
            <a:xfrm>
              <a:off x="7631064" y="5506723"/>
              <a:ext cx="505459" cy="735330"/>
            </a:xfrm>
            <a:custGeom>
              <a:avLst/>
              <a:gdLst/>
              <a:ahLst/>
              <a:cxnLst/>
              <a:rect l="l" t="t" r="r" b="b"/>
              <a:pathLst>
                <a:path w="505459" h="735329">
                  <a:moveTo>
                    <a:pt x="254111" y="0"/>
                  </a:moveTo>
                  <a:lnTo>
                    <a:pt x="206433" y="3536"/>
                  </a:lnTo>
                  <a:lnTo>
                    <a:pt x="162549" y="14215"/>
                  </a:lnTo>
                  <a:lnTo>
                    <a:pt x="123512" y="31143"/>
                  </a:lnTo>
                  <a:lnTo>
                    <a:pt x="90281" y="53589"/>
                  </a:lnTo>
                  <a:lnTo>
                    <a:pt x="63364" y="81294"/>
                  </a:lnTo>
                  <a:lnTo>
                    <a:pt x="42915" y="113705"/>
                  </a:lnTo>
                  <a:lnTo>
                    <a:pt x="30049" y="149933"/>
                  </a:lnTo>
                  <a:lnTo>
                    <a:pt x="25755" y="189155"/>
                  </a:lnTo>
                  <a:lnTo>
                    <a:pt x="27636" y="214132"/>
                  </a:lnTo>
                  <a:lnTo>
                    <a:pt x="42600" y="260664"/>
                  </a:lnTo>
                  <a:lnTo>
                    <a:pt x="72006" y="302236"/>
                  </a:lnTo>
                  <a:lnTo>
                    <a:pt x="113910" y="336609"/>
                  </a:lnTo>
                  <a:lnTo>
                    <a:pt x="139446" y="350958"/>
                  </a:lnTo>
                  <a:lnTo>
                    <a:pt x="122394" y="357333"/>
                  </a:lnTo>
                  <a:lnTo>
                    <a:pt x="78211" y="381475"/>
                  </a:lnTo>
                  <a:lnTo>
                    <a:pt x="43990" y="412188"/>
                  </a:lnTo>
                  <a:lnTo>
                    <a:pt x="19579" y="448238"/>
                  </a:lnTo>
                  <a:lnTo>
                    <a:pt x="4912" y="488706"/>
                  </a:lnTo>
                  <a:lnTo>
                    <a:pt x="0" y="532113"/>
                  </a:lnTo>
                  <a:lnTo>
                    <a:pt x="1186" y="554217"/>
                  </a:lnTo>
                  <a:lnTo>
                    <a:pt x="10647" y="595543"/>
                  </a:lnTo>
                  <a:lnTo>
                    <a:pt x="29243" y="632834"/>
                  </a:lnTo>
                  <a:lnTo>
                    <a:pt x="55399" y="664968"/>
                  </a:lnTo>
                  <a:lnTo>
                    <a:pt x="88797" y="691680"/>
                  </a:lnTo>
                  <a:lnTo>
                    <a:pt x="128753" y="712406"/>
                  </a:lnTo>
                  <a:lnTo>
                    <a:pt x="174890" y="726890"/>
                  </a:lnTo>
                  <a:lnTo>
                    <a:pt x="225610" y="734213"/>
                  </a:lnTo>
                  <a:lnTo>
                    <a:pt x="252587" y="735128"/>
                  </a:lnTo>
                  <a:lnTo>
                    <a:pt x="280065" y="734197"/>
                  </a:lnTo>
                  <a:lnTo>
                    <a:pt x="331317" y="726750"/>
                  </a:lnTo>
                  <a:lnTo>
                    <a:pt x="377511" y="712026"/>
                  </a:lnTo>
                  <a:lnTo>
                    <a:pt x="417516" y="691054"/>
                  </a:lnTo>
                  <a:lnTo>
                    <a:pt x="450909" y="664115"/>
                  </a:lnTo>
                  <a:lnTo>
                    <a:pt x="476820" y="631855"/>
                  </a:lnTo>
                  <a:lnTo>
                    <a:pt x="481793" y="622947"/>
                  </a:lnTo>
                  <a:lnTo>
                    <a:pt x="253105" y="622947"/>
                  </a:lnTo>
                  <a:lnTo>
                    <a:pt x="241500" y="622498"/>
                  </a:lnTo>
                  <a:lnTo>
                    <a:pt x="200955" y="611767"/>
                  </a:lnTo>
                  <a:lnTo>
                    <a:pt x="170605" y="588082"/>
                  </a:lnTo>
                  <a:lnTo>
                    <a:pt x="152578" y="552403"/>
                  </a:lnTo>
                  <a:lnTo>
                    <a:pt x="148437" y="518720"/>
                  </a:lnTo>
                  <a:lnTo>
                    <a:pt x="148938" y="507522"/>
                  </a:lnTo>
                  <a:lnTo>
                    <a:pt x="160689" y="467171"/>
                  </a:lnTo>
                  <a:lnTo>
                    <a:pt x="185456" y="436357"/>
                  </a:lnTo>
                  <a:lnTo>
                    <a:pt x="221323" y="417826"/>
                  </a:lnTo>
                  <a:lnTo>
                    <a:pt x="253105" y="413491"/>
                  </a:lnTo>
                  <a:lnTo>
                    <a:pt x="463867" y="413491"/>
                  </a:lnTo>
                  <a:lnTo>
                    <a:pt x="460100" y="408854"/>
                  </a:lnTo>
                  <a:lnTo>
                    <a:pt x="425317" y="378000"/>
                  </a:lnTo>
                  <a:lnTo>
                    <a:pt x="381165" y="353852"/>
                  </a:lnTo>
                  <a:lnTo>
                    <a:pt x="364357" y="347484"/>
                  </a:lnTo>
                  <a:lnTo>
                    <a:pt x="390856" y="333167"/>
                  </a:lnTo>
                  <a:lnTo>
                    <a:pt x="414341" y="317020"/>
                  </a:lnTo>
                  <a:lnTo>
                    <a:pt x="434802" y="299041"/>
                  </a:lnTo>
                  <a:lnTo>
                    <a:pt x="439350" y="293869"/>
                  </a:lnTo>
                  <a:lnTo>
                    <a:pt x="255117" y="293869"/>
                  </a:lnTo>
                  <a:lnTo>
                    <a:pt x="246552" y="293436"/>
                  </a:lnTo>
                  <a:lnTo>
                    <a:pt x="207459" y="278615"/>
                  </a:lnTo>
                  <a:lnTo>
                    <a:pt x="180601" y="247065"/>
                  </a:lnTo>
                  <a:lnTo>
                    <a:pt x="170291" y="203536"/>
                  </a:lnTo>
                  <a:lnTo>
                    <a:pt x="170676" y="194246"/>
                  </a:lnTo>
                  <a:lnTo>
                    <a:pt x="183916" y="152541"/>
                  </a:lnTo>
                  <a:lnTo>
                    <a:pt x="213054" y="123816"/>
                  </a:lnTo>
                  <a:lnTo>
                    <a:pt x="255117" y="112705"/>
                  </a:lnTo>
                  <a:lnTo>
                    <a:pt x="467106" y="112705"/>
                  </a:lnTo>
                  <a:lnTo>
                    <a:pt x="457788" y="96152"/>
                  </a:lnTo>
                  <a:lnTo>
                    <a:pt x="419709" y="53340"/>
                  </a:lnTo>
                  <a:lnTo>
                    <a:pt x="386200" y="31063"/>
                  </a:lnTo>
                  <a:lnTo>
                    <a:pt x="346953" y="14215"/>
                  </a:lnTo>
                  <a:lnTo>
                    <a:pt x="302670" y="3536"/>
                  </a:lnTo>
                  <a:lnTo>
                    <a:pt x="278918" y="881"/>
                  </a:lnTo>
                  <a:lnTo>
                    <a:pt x="254111" y="0"/>
                  </a:lnTo>
                  <a:close/>
                </a:path>
                <a:path w="505459" h="735329">
                  <a:moveTo>
                    <a:pt x="463867" y="413491"/>
                  </a:moveTo>
                  <a:lnTo>
                    <a:pt x="253105" y="413491"/>
                  </a:lnTo>
                  <a:lnTo>
                    <a:pt x="264723" y="414018"/>
                  </a:lnTo>
                  <a:lnTo>
                    <a:pt x="275752" y="415600"/>
                  </a:lnTo>
                  <a:lnTo>
                    <a:pt x="313863" y="431796"/>
                  </a:lnTo>
                  <a:lnTo>
                    <a:pt x="341334" y="459963"/>
                  </a:lnTo>
                  <a:lnTo>
                    <a:pt x="355979" y="497876"/>
                  </a:lnTo>
                  <a:lnTo>
                    <a:pt x="357865" y="518720"/>
                  </a:lnTo>
                  <a:lnTo>
                    <a:pt x="357368" y="530352"/>
                  </a:lnTo>
                  <a:lnTo>
                    <a:pt x="345569" y="571204"/>
                  </a:lnTo>
                  <a:lnTo>
                    <a:pt x="320816" y="600984"/>
                  </a:lnTo>
                  <a:lnTo>
                    <a:pt x="285299" y="618761"/>
                  </a:lnTo>
                  <a:lnTo>
                    <a:pt x="253105" y="622947"/>
                  </a:lnTo>
                  <a:lnTo>
                    <a:pt x="481793" y="622947"/>
                  </a:lnTo>
                  <a:lnTo>
                    <a:pt x="500694" y="574241"/>
                  </a:lnTo>
                  <a:lnTo>
                    <a:pt x="505250" y="532113"/>
                  </a:lnTo>
                  <a:lnTo>
                    <a:pt x="505317" y="530352"/>
                  </a:lnTo>
                  <a:lnTo>
                    <a:pt x="504758" y="515629"/>
                  </a:lnTo>
                  <a:lnTo>
                    <a:pt x="496305" y="472308"/>
                  </a:lnTo>
                  <a:lnTo>
                    <a:pt x="477887" y="432619"/>
                  </a:lnTo>
                  <a:lnTo>
                    <a:pt x="469513" y="420444"/>
                  </a:lnTo>
                  <a:lnTo>
                    <a:pt x="463867" y="413491"/>
                  </a:lnTo>
                  <a:close/>
                </a:path>
                <a:path w="505459" h="735329">
                  <a:moveTo>
                    <a:pt x="467106" y="112705"/>
                  </a:moveTo>
                  <a:lnTo>
                    <a:pt x="255117" y="112705"/>
                  </a:lnTo>
                  <a:lnTo>
                    <a:pt x="264027" y="113156"/>
                  </a:lnTo>
                  <a:lnTo>
                    <a:pt x="272464" y="114449"/>
                  </a:lnTo>
                  <a:lnTo>
                    <a:pt x="309836" y="133016"/>
                  </a:lnTo>
                  <a:lnTo>
                    <a:pt x="333999" y="167557"/>
                  </a:lnTo>
                  <a:lnTo>
                    <a:pt x="340461" y="203536"/>
                  </a:lnTo>
                  <a:lnTo>
                    <a:pt x="340054" y="212827"/>
                  </a:lnTo>
                  <a:lnTo>
                    <a:pt x="325846" y="254165"/>
                  </a:lnTo>
                  <a:lnTo>
                    <a:pt x="295853" y="283129"/>
                  </a:lnTo>
                  <a:lnTo>
                    <a:pt x="255117" y="293869"/>
                  </a:lnTo>
                  <a:lnTo>
                    <a:pt x="439350" y="293869"/>
                  </a:lnTo>
                  <a:lnTo>
                    <a:pt x="466092" y="257932"/>
                  </a:lnTo>
                  <a:lnTo>
                    <a:pt x="481995" y="211896"/>
                  </a:lnTo>
                  <a:lnTo>
                    <a:pt x="483991" y="187153"/>
                  </a:lnTo>
                  <a:lnTo>
                    <a:pt x="482922" y="167425"/>
                  </a:lnTo>
                  <a:lnTo>
                    <a:pt x="479732" y="148442"/>
                  </a:lnTo>
                  <a:lnTo>
                    <a:pt x="474450" y="130203"/>
                  </a:lnTo>
                  <a:lnTo>
                    <a:pt x="467106" y="112705"/>
                  </a:lnTo>
                  <a:close/>
                </a:path>
              </a:pathLst>
            </a:custGeom>
            <a:solidFill>
              <a:srgbClr val="FFFF00"/>
            </a:solidFill>
          </p:spPr>
          <p:txBody>
            <a:bodyPr wrap="square" lIns="0" tIns="0" rIns="0" bIns="0" rtlCol="0"/>
            <a:lstStyle/>
            <a:p>
              <a:endParaRPr/>
            </a:p>
          </p:txBody>
        </p:sp>
        <p:sp>
          <p:nvSpPr>
            <p:cNvPr id="85" name="object 85"/>
            <p:cNvSpPr/>
            <p:nvPr/>
          </p:nvSpPr>
          <p:spPr>
            <a:xfrm>
              <a:off x="7773405" y="5914119"/>
              <a:ext cx="221620" cy="221647"/>
            </a:xfrm>
            <a:prstGeom prst="rect">
              <a:avLst/>
            </a:prstGeom>
            <a:blipFill>
              <a:blip r:embed="rId32" cstate="print"/>
              <a:stretch>
                <a:fillRect/>
              </a:stretch>
            </a:blipFill>
          </p:spPr>
          <p:txBody>
            <a:bodyPr wrap="square" lIns="0" tIns="0" rIns="0" bIns="0" rtlCol="0"/>
            <a:lstStyle/>
            <a:p>
              <a:endParaRPr/>
            </a:p>
          </p:txBody>
        </p:sp>
        <p:sp>
          <p:nvSpPr>
            <p:cNvPr id="86" name="object 86"/>
            <p:cNvSpPr/>
            <p:nvPr/>
          </p:nvSpPr>
          <p:spPr>
            <a:xfrm>
              <a:off x="7795259" y="5613333"/>
              <a:ext cx="182361" cy="193355"/>
            </a:xfrm>
            <a:prstGeom prst="rect">
              <a:avLst/>
            </a:prstGeom>
            <a:blipFill>
              <a:blip r:embed="rId33" cstate="print"/>
              <a:stretch>
                <a:fillRect/>
              </a:stretch>
            </a:blipFill>
          </p:spPr>
          <p:txBody>
            <a:bodyPr wrap="square" lIns="0" tIns="0" rIns="0" bIns="0" rtlCol="0"/>
            <a:lstStyle/>
            <a:p>
              <a:endParaRPr/>
            </a:p>
          </p:txBody>
        </p:sp>
        <p:sp>
          <p:nvSpPr>
            <p:cNvPr id="87" name="object 87"/>
            <p:cNvSpPr/>
            <p:nvPr/>
          </p:nvSpPr>
          <p:spPr>
            <a:xfrm>
              <a:off x="7631064" y="5506723"/>
              <a:ext cx="505459" cy="735330"/>
            </a:xfrm>
            <a:custGeom>
              <a:avLst/>
              <a:gdLst/>
              <a:ahLst/>
              <a:cxnLst/>
              <a:rect l="l" t="t" r="r" b="b"/>
              <a:pathLst>
                <a:path w="505459" h="735329">
                  <a:moveTo>
                    <a:pt x="254111" y="0"/>
                  </a:moveTo>
                  <a:lnTo>
                    <a:pt x="302670" y="3536"/>
                  </a:lnTo>
                  <a:lnTo>
                    <a:pt x="346953" y="14215"/>
                  </a:lnTo>
                  <a:lnTo>
                    <a:pt x="386200" y="31063"/>
                  </a:lnTo>
                  <a:lnTo>
                    <a:pt x="419709" y="53339"/>
                  </a:lnTo>
                  <a:lnTo>
                    <a:pt x="446791" y="80744"/>
                  </a:lnTo>
                  <a:lnTo>
                    <a:pt x="474450" y="130203"/>
                  </a:lnTo>
                  <a:lnTo>
                    <a:pt x="482922" y="167425"/>
                  </a:lnTo>
                  <a:lnTo>
                    <a:pt x="483991" y="187153"/>
                  </a:lnTo>
                  <a:lnTo>
                    <a:pt x="481995" y="211896"/>
                  </a:lnTo>
                  <a:lnTo>
                    <a:pt x="466092" y="257932"/>
                  </a:lnTo>
                  <a:lnTo>
                    <a:pt x="434802" y="299040"/>
                  </a:lnTo>
                  <a:lnTo>
                    <a:pt x="390856" y="333167"/>
                  </a:lnTo>
                  <a:lnTo>
                    <a:pt x="364357" y="347484"/>
                  </a:lnTo>
                  <a:lnTo>
                    <a:pt x="381165" y="353852"/>
                  </a:lnTo>
                  <a:lnTo>
                    <a:pt x="425317" y="378000"/>
                  </a:lnTo>
                  <a:lnTo>
                    <a:pt x="460100" y="408854"/>
                  </a:lnTo>
                  <a:lnTo>
                    <a:pt x="485138" y="445322"/>
                  </a:lnTo>
                  <a:lnTo>
                    <a:pt x="500235" y="486469"/>
                  </a:lnTo>
                  <a:lnTo>
                    <a:pt x="505327" y="530626"/>
                  </a:lnTo>
                  <a:lnTo>
                    <a:pt x="504165" y="552946"/>
                  </a:lnTo>
                  <a:lnTo>
                    <a:pt x="494938" y="594514"/>
                  </a:lnTo>
                  <a:lnTo>
                    <a:pt x="476820" y="631855"/>
                  </a:lnTo>
                  <a:lnTo>
                    <a:pt x="450909" y="664115"/>
                  </a:lnTo>
                  <a:lnTo>
                    <a:pt x="417516" y="691054"/>
                  </a:lnTo>
                  <a:lnTo>
                    <a:pt x="377511" y="712026"/>
                  </a:lnTo>
                  <a:lnTo>
                    <a:pt x="331317" y="726750"/>
                  </a:lnTo>
                  <a:lnTo>
                    <a:pt x="280065" y="734197"/>
                  </a:lnTo>
                  <a:lnTo>
                    <a:pt x="252587" y="735128"/>
                  </a:lnTo>
                  <a:lnTo>
                    <a:pt x="225610" y="734213"/>
                  </a:lnTo>
                  <a:lnTo>
                    <a:pt x="174890" y="726890"/>
                  </a:lnTo>
                  <a:lnTo>
                    <a:pt x="128753" y="712406"/>
                  </a:lnTo>
                  <a:lnTo>
                    <a:pt x="88797" y="691680"/>
                  </a:lnTo>
                  <a:lnTo>
                    <a:pt x="55399" y="664968"/>
                  </a:lnTo>
                  <a:lnTo>
                    <a:pt x="29243" y="632834"/>
                  </a:lnTo>
                  <a:lnTo>
                    <a:pt x="10647" y="595543"/>
                  </a:lnTo>
                  <a:lnTo>
                    <a:pt x="1186" y="554217"/>
                  </a:lnTo>
                  <a:lnTo>
                    <a:pt x="0" y="532113"/>
                  </a:lnTo>
                  <a:lnTo>
                    <a:pt x="543" y="517366"/>
                  </a:lnTo>
                  <a:lnTo>
                    <a:pt x="8747" y="474796"/>
                  </a:lnTo>
                  <a:lnTo>
                    <a:pt x="26642" y="435706"/>
                  </a:lnTo>
                  <a:lnTo>
                    <a:pt x="54300" y="401329"/>
                  </a:lnTo>
                  <a:lnTo>
                    <a:pt x="91765" y="372590"/>
                  </a:lnTo>
                  <a:lnTo>
                    <a:pt x="139445" y="350958"/>
                  </a:lnTo>
                  <a:lnTo>
                    <a:pt x="113910" y="336609"/>
                  </a:lnTo>
                  <a:lnTo>
                    <a:pt x="72006" y="302236"/>
                  </a:lnTo>
                  <a:lnTo>
                    <a:pt x="42600" y="260664"/>
                  </a:lnTo>
                  <a:lnTo>
                    <a:pt x="27636" y="214132"/>
                  </a:lnTo>
                  <a:lnTo>
                    <a:pt x="25755" y="189155"/>
                  </a:lnTo>
                  <a:lnTo>
                    <a:pt x="26829" y="169169"/>
                  </a:lnTo>
                  <a:lnTo>
                    <a:pt x="35412" y="131445"/>
                  </a:lnTo>
                  <a:lnTo>
                    <a:pt x="52318" y="96913"/>
                  </a:lnTo>
                  <a:lnTo>
                    <a:pt x="76027" y="66852"/>
                  </a:lnTo>
                  <a:lnTo>
                    <a:pt x="106168" y="41688"/>
                  </a:lnTo>
                  <a:lnTo>
                    <a:pt x="142308" y="21978"/>
                  </a:lnTo>
                  <a:lnTo>
                    <a:pt x="184005" y="7976"/>
                  </a:lnTo>
                  <a:lnTo>
                    <a:pt x="229809" y="881"/>
                  </a:lnTo>
                  <a:lnTo>
                    <a:pt x="254111" y="0"/>
                  </a:lnTo>
                  <a:close/>
                </a:path>
              </a:pathLst>
            </a:custGeom>
            <a:ln w="12191">
              <a:solidFill>
                <a:srgbClr val="000000"/>
              </a:solidFill>
            </a:ln>
          </p:spPr>
          <p:txBody>
            <a:bodyPr wrap="square" lIns="0" tIns="0" rIns="0" bIns="0" rtlCol="0"/>
            <a:lstStyle/>
            <a:p>
              <a:endParaRPr/>
            </a:p>
          </p:txBody>
        </p:sp>
        <p:sp>
          <p:nvSpPr>
            <p:cNvPr id="88" name="object 88"/>
            <p:cNvSpPr/>
            <p:nvPr/>
          </p:nvSpPr>
          <p:spPr>
            <a:xfrm>
              <a:off x="6743700" y="5213603"/>
              <a:ext cx="2218944" cy="1345692"/>
            </a:xfrm>
            <a:prstGeom prst="rect">
              <a:avLst/>
            </a:prstGeom>
            <a:blipFill>
              <a:blip r:embed="rId34" cstate="print"/>
              <a:stretch>
                <a:fillRect/>
              </a:stretch>
            </a:blipFill>
          </p:spPr>
          <p:txBody>
            <a:bodyPr wrap="square" lIns="0" tIns="0" rIns="0" bIns="0" rtlCol="0"/>
            <a:lstStyle/>
            <a:p>
              <a:endParaRPr/>
            </a:p>
          </p:txBody>
        </p:sp>
        <p:sp>
          <p:nvSpPr>
            <p:cNvPr id="89" name="object 89"/>
            <p:cNvSpPr/>
            <p:nvPr/>
          </p:nvSpPr>
          <p:spPr>
            <a:xfrm>
              <a:off x="6880860" y="4895086"/>
              <a:ext cx="2258568" cy="1962912"/>
            </a:xfrm>
            <a:prstGeom prst="rect">
              <a:avLst/>
            </a:prstGeom>
            <a:blipFill>
              <a:blip r:embed="rId35" cstate="print"/>
              <a:stretch>
                <a:fillRect/>
              </a:stretch>
            </a:blipFill>
          </p:spPr>
          <p:txBody>
            <a:bodyPr wrap="square" lIns="0" tIns="0" rIns="0" bIns="0" rtlCol="0"/>
            <a:lstStyle/>
            <a:p>
              <a:endParaRPr/>
            </a:p>
          </p:txBody>
        </p:sp>
        <p:sp>
          <p:nvSpPr>
            <p:cNvPr id="90" name="object 90"/>
            <p:cNvSpPr/>
            <p:nvPr/>
          </p:nvSpPr>
          <p:spPr>
            <a:xfrm>
              <a:off x="6823831" y="5274051"/>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70"/>
                  </a:lnTo>
                  <a:lnTo>
                    <a:pt x="4720" y="998436"/>
                  </a:lnTo>
                  <a:lnTo>
                    <a:pt x="18262" y="1042085"/>
                  </a:lnTo>
                  <a:lnTo>
                    <a:pt x="39691" y="1081584"/>
                  </a:lnTo>
                  <a:lnTo>
                    <a:pt x="68077" y="1115997"/>
                  </a:lnTo>
                  <a:lnTo>
                    <a:pt x="102486" y="1144389"/>
                  </a:lnTo>
                  <a:lnTo>
                    <a:pt x="141986" y="1165827"/>
                  </a:lnTo>
                  <a:lnTo>
                    <a:pt x="185645" y="1179375"/>
                  </a:lnTo>
                  <a:lnTo>
                    <a:pt x="232531" y="1184099"/>
                  </a:lnTo>
                  <a:lnTo>
                    <a:pt x="1824868" y="1184099"/>
                  </a:lnTo>
                  <a:lnTo>
                    <a:pt x="1871728" y="1179375"/>
                  </a:lnTo>
                  <a:lnTo>
                    <a:pt x="1915375" y="1165827"/>
                  </a:lnTo>
                  <a:lnTo>
                    <a:pt x="1954873" y="1144389"/>
                  </a:lnTo>
                  <a:lnTo>
                    <a:pt x="1989288" y="1115997"/>
                  </a:lnTo>
                  <a:lnTo>
                    <a:pt x="2017684" y="1081584"/>
                  </a:lnTo>
                  <a:lnTo>
                    <a:pt x="2039124" y="1042085"/>
                  </a:lnTo>
                  <a:lnTo>
                    <a:pt x="2052675" y="998436"/>
                  </a:lnTo>
                  <a:lnTo>
                    <a:pt x="2057399" y="95157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91" name="object 91"/>
            <p:cNvSpPr/>
            <p:nvPr/>
          </p:nvSpPr>
          <p:spPr>
            <a:xfrm>
              <a:off x="6823831" y="5274051"/>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70"/>
                  </a:lnTo>
                  <a:lnTo>
                    <a:pt x="2052675" y="998436"/>
                  </a:lnTo>
                  <a:lnTo>
                    <a:pt x="2039124" y="1042085"/>
                  </a:lnTo>
                  <a:lnTo>
                    <a:pt x="2017684" y="1081584"/>
                  </a:lnTo>
                  <a:lnTo>
                    <a:pt x="1989288" y="1115997"/>
                  </a:lnTo>
                  <a:lnTo>
                    <a:pt x="1954873" y="1144389"/>
                  </a:lnTo>
                  <a:lnTo>
                    <a:pt x="1915375" y="1165827"/>
                  </a:lnTo>
                  <a:lnTo>
                    <a:pt x="1871728" y="1179375"/>
                  </a:lnTo>
                  <a:lnTo>
                    <a:pt x="1824868" y="1184099"/>
                  </a:lnTo>
                  <a:lnTo>
                    <a:pt x="232531" y="1184099"/>
                  </a:lnTo>
                  <a:lnTo>
                    <a:pt x="185645" y="1179375"/>
                  </a:lnTo>
                  <a:lnTo>
                    <a:pt x="141986" y="1165827"/>
                  </a:lnTo>
                  <a:lnTo>
                    <a:pt x="102486" y="1144389"/>
                  </a:lnTo>
                  <a:lnTo>
                    <a:pt x="68077" y="1115997"/>
                  </a:lnTo>
                  <a:lnTo>
                    <a:pt x="39691" y="1081584"/>
                  </a:lnTo>
                  <a:lnTo>
                    <a:pt x="18262" y="1042085"/>
                  </a:lnTo>
                  <a:lnTo>
                    <a:pt x="4720" y="998436"/>
                  </a:lnTo>
                  <a:lnTo>
                    <a:pt x="0" y="951570"/>
                  </a:lnTo>
                  <a:lnTo>
                    <a:pt x="0" y="232541"/>
                  </a:lnTo>
                  <a:close/>
                </a:path>
              </a:pathLst>
            </a:custGeom>
            <a:ln w="76199">
              <a:solidFill>
                <a:srgbClr val="00AF50"/>
              </a:solidFill>
            </a:ln>
          </p:spPr>
          <p:txBody>
            <a:bodyPr wrap="square" lIns="0" tIns="0" rIns="0" bIns="0" rtlCol="0"/>
            <a:lstStyle/>
            <a:p>
              <a:endParaRPr/>
            </a:p>
          </p:txBody>
        </p:sp>
        <p:sp>
          <p:nvSpPr>
            <p:cNvPr id="92" name="object 92"/>
            <p:cNvSpPr/>
            <p:nvPr/>
          </p:nvSpPr>
          <p:spPr>
            <a:xfrm>
              <a:off x="6922008" y="4916422"/>
              <a:ext cx="1895855" cy="1941576"/>
            </a:xfrm>
            <a:prstGeom prst="rect">
              <a:avLst/>
            </a:prstGeom>
            <a:blipFill>
              <a:blip r:embed="rId36" cstate="print"/>
              <a:stretch>
                <a:fillRect/>
              </a:stretch>
            </a:blipFill>
          </p:spPr>
          <p:txBody>
            <a:bodyPr wrap="square" lIns="0" tIns="0" rIns="0" bIns="0" rtlCol="0"/>
            <a:lstStyle/>
            <a:p>
              <a:endParaRPr/>
            </a:p>
          </p:txBody>
        </p:sp>
        <p:sp>
          <p:nvSpPr>
            <p:cNvPr id="93" name="object 93"/>
            <p:cNvSpPr/>
            <p:nvPr/>
          </p:nvSpPr>
          <p:spPr>
            <a:xfrm>
              <a:off x="7598028" y="5514344"/>
              <a:ext cx="501015" cy="736600"/>
            </a:xfrm>
            <a:custGeom>
              <a:avLst/>
              <a:gdLst/>
              <a:ahLst/>
              <a:cxnLst/>
              <a:rect l="l" t="t" r="r" b="b"/>
              <a:pathLst>
                <a:path w="501015" h="736600">
                  <a:moveTo>
                    <a:pt x="40655" y="579202"/>
                  </a:moveTo>
                  <a:lnTo>
                    <a:pt x="40655" y="708266"/>
                  </a:lnTo>
                  <a:lnTo>
                    <a:pt x="73703" y="720422"/>
                  </a:lnTo>
                  <a:lnTo>
                    <a:pt x="109788" y="729102"/>
                  </a:lnTo>
                  <a:lnTo>
                    <a:pt x="148896" y="734308"/>
                  </a:lnTo>
                  <a:lnTo>
                    <a:pt x="191013" y="736043"/>
                  </a:lnTo>
                  <a:lnTo>
                    <a:pt x="226633" y="734308"/>
                  </a:lnTo>
                  <a:lnTo>
                    <a:pt x="291826" y="720553"/>
                  </a:lnTo>
                  <a:lnTo>
                    <a:pt x="349238" y="693224"/>
                  </a:lnTo>
                  <a:lnTo>
                    <a:pt x="398000" y="653644"/>
                  </a:lnTo>
                  <a:lnTo>
                    <a:pt x="428342" y="615933"/>
                  </a:lnTo>
                  <a:lnTo>
                    <a:pt x="175651" y="615933"/>
                  </a:lnTo>
                  <a:lnTo>
                    <a:pt x="137628" y="613638"/>
                  </a:lnTo>
                  <a:lnTo>
                    <a:pt x="102438" y="606752"/>
                  </a:lnTo>
                  <a:lnTo>
                    <a:pt x="70107" y="595273"/>
                  </a:lnTo>
                  <a:lnTo>
                    <a:pt x="40655" y="579202"/>
                  </a:lnTo>
                  <a:close/>
                </a:path>
                <a:path w="501015" h="736600">
                  <a:moveTo>
                    <a:pt x="497573" y="400525"/>
                  </a:moveTo>
                  <a:lnTo>
                    <a:pt x="345455" y="400525"/>
                  </a:lnTo>
                  <a:lnTo>
                    <a:pt x="348351" y="401513"/>
                  </a:lnTo>
                  <a:lnTo>
                    <a:pt x="345265" y="450557"/>
                  </a:lnTo>
                  <a:lnTo>
                    <a:pt x="336555" y="493461"/>
                  </a:lnTo>
                  <a:lnTo>
                    <a:pt x="322222" y="530224"/>
                  </a:lnTo>
                  <a:lnTo>
                    <a:pt x="277214" y="584948"/>
                  </a:lnTo>
                  <a:lnTo>
                    <a:pt x="213921" y="612491"/>
                  </a:lnTo>
                  <a:lnTo>
                    <a:pt x="175651" y="615933"/>
                  </a:lnTo>
                  <a:lnTo>
                    <a:pt x="428342" y="615933"/>
                  </a:lnTo>
                  <a:lnTo>
                    <a:pt x="454280" y="571950"/>
                  </a:lnTo>
                  <a:lnTo>
                    <a:pt x="479933" y="503014"/>
                  </a:lnTo>
                  <a:lnTo>
                    <a:pt x="489024" y="464411"/>
                  </a:lnTo>
                  <a:lnTo>
                    <a:pt x="495531" y="423293"/>
                  </a:lnTo>
                  <a:lnTo>
                    <a:pt x="497573" y="400525"/>
                  </a:lnTo>
                  <a:close/>
                </a:path>
                <a:path w="501015" h="736600">
                  <a:moveTo>
                    <a:pt x="251089" y="0"/>
                  </a:moveTo>
                  <a:lnTo>
                    <a:pt x="197494" y="4506"/>
                  </a:lnTo>
                  <a:lnTo>
                    <a:pt x="148859" y="18156"/>
                  </a:lnTo>
                  <a:lnTo>
                    <a:pt x="106005" y="40000"/>
                  </a:lnTo>
                  <a:lnTo>
                    <a:pt x="69733" y="69460"/>
                  </a:lnTo>
                  <a:lnTo>
                    <a:pt x="40339" y="105948"/>
                  </a:lnTo>
                  <a:lnTo>
                    <a:pt x="18283" y="148876"/>
                  </a:lnTo>
                  <a:lnTo>
                    <a:pt x="4567" y="197522"/>
                  </a:lnTo>
                  <a:lnTo>
                    <a:pt x="0" y="251238"/>
                  </a:lnTo>
                  <a:lnTo>
                    <a:pt x="930" y="274699"/>
                  </a:lnTo>
                  <a:lnTo>
                    <a:pt x="8469" y="318877"/>
                  </a:lnTo>
                  <a:lnTo>
                    <a:pt x="23397" y="358880"/>
                  </a:lnTo>
                  <a:lnTo>
                    <a:pt x="44491" y="393499"/>
                  </a:lnTo>
                  <a:lnTo>
                    <a:pt x="71417" y="422445"/>
                  </a:lnTo>
                  <a:lnTo>
                    <a:pt x="103421" y="445153"/>
                  </a:lnTo>
                  <a:lnTo>
                    <a:pt x="140190" y="461298"/>
                  </a:lnTo>
                  <a:lnTo>
                    <a:pt x="180524" y="469486"/>
                  </a:lnTo>
                  <a:lnTo>
                    <a:pt x="201925" y="470510"/>
                  </a:lnTo>
                  <a:lnTo>
                    <a:pt x="247039" y="466137"/>
                  </a:lnTo>
                  <a:lnTo>
                    <a:pt x="285978" y="453016"/>
                  </a:lnTo>
                  <a:lnTo>
                    <a:pt x="318773" y="431146"/>
                  </a:lnTo>
                  <a:lnTo>
                    <a:pt x="345455" y="400525"/>
                  </a:lnTo>
                  <a:lnTo>
                    <a:pt x="497573" y="400525"/>
                  </a:lnTo>
                  <a:lnTo>
                    <a:pt x="499444" y="379661"/>
                  </a:lnTo>
                  <a:lnTo>
                    <a:pt x="500175" y="353866"/>
                  </a:lnTo>
                  <a:lnTo>
                    <a:pt x="250053" y="353866"/>
                  </a:lnTo>
                  <a:lnTo>
                    <a:pt x="239417" y="353386"/>
                  </a:lnTo>
                  <a:lnTo>
                    <a:pt x="201816" y="341880"/>
                  </a:lnTo>
                  <a:lnTo>
                    <a:pt x="173881" y="315722"/>
                  </a:lnTo>
                  <a:lnTo>
                    <a:pt x="157201" y="275930"/>
                  </a:lnTo>
                  <a:lnTo>
                    <a:pt x="153279" y="237731"/>
                  </a:lnTo>
                  <a:lnTo>
                    <a:pt x="153710" y="225290"/>
                  </a:lnTo>
                  <a:lnTo>
                    <a:pt x="164071" y="180042"/>
                  </a:lnTo>
                  <a:lnTo>
                    <a:pt x="186085" y="145701"/>
                  </a:lnTo>
                  <a:lnTo>
                    <a:pt x="217943" y="124619"/>
                  </a:lnTo>
                  <a:lnTo>
                    <a:pt x="246639" y="119585"/>
                  </a:lnTo>
                  <a:lnTo>
                    <a:pt x="454203" y="119585"/>
                  </a:lnTo>
                  <a:lnTo>
                    <a:pt x="449276" y="110382"/>
                  </a:lnTo>
                  <a:lnTo>
                    <a:pt x="416891" y="67767"/>
                  </a:lnTo>
                  <a:lnTo>
                    <a:pt x="377567" y="35121"/>
                  </a:lnTo>
                  <a:lnTo>
                    <a:pt x="331491" y="12692"/>
                  </a:lnTo>
                  <a:lnTo>
                    <a:pt x="279383" y="1406"/>
                  </a:lnTo>
                  <a:lnTo>
                    <a:pt x="251089" y="0"/>
                  </a:lnTo>
                  <a:close/>
                </a:path>
                <a:path w="501015" h="736600">
                  <a:moveTo>
                    <a:pt x="454203" y="119585"/>
                  </a:moveTo>
                  <a:lnTo>
                    <a:pt x="246639" y="119585"/>
                  </a:lnTo>
                  <a:lnTo>
                    <a:pt x="257098" y="120221"/>
                  </a:lnTo>
                  <a:lnTo>
                    <a:pt x="267122" y="122132"/>
                  </a:lnTo>
                  <a:lnTo>
                    <a:pt x="302322" y="141754"/>
                  </a:lnTo>
                  <a:lnTo>
                    <a:pt x="327133" y="176366"/>
                  </a:lnTo>
                  <a:lnTo>
                    <a:pt x="340674" y="223643"/>
                  </a:lnTo>
                  <a:lnTo>
                    <a:pt x="342407" y="250137"/>
                  </a:lnTo>
                  <a:lnTo>
                    <a:pt x="341998" y="260866"/>
                  </a:lnTo>
                  <a:lnTo>
                    <a:pt x="332000" y="299955"/>
                  </a:lnTo>
                  <a:lnTo>
                    <a:pt x="303515" y="336064"/>
                  </a:lnTo>
                  <a:lnTo>
                    <a:pt x="260278" y="353355"/>
                  </a:lnTo>
                  <a:lnTo>
                    <a:pt x="250053" y="353866"/>
                  </a:lnTo>
                  <a:lnTo>
                    <a:pt x="500175" y="353866"/>
                  </a:lnTo>
                  <a:lnTo>
                    <a:pt x="500679" y="336064"/>
                  </a:lnTo>
                  <a:lnTo>
                    <a:pt x="500658" y="330184"/>
                  </a:lnTo>
                  <a:lnTo>
                    <a:pt x="499682" y="295113"/>
                  </a:lnTo>
                  <a:lnTo>
                    <a:pt x="491120" y="224630"/>
                  </a:lnTo>
                  <a:lnTo>
                    <a:pt x="474093" y="162742"/>
                  </a:lnTo>
                  <a:lnTo>
                    <a:pt x="462628" y="135317"/>
                  </a:lnTo>
                  <a:lnTo>
                    <a:pt x="454203" y="119585"/>
                  </a:lnTo>
                  <a:close/>
                </a:path>
              </a:pathLst>
            </a:custGeom>
            <a:solidFill>
              <a:srgbClr val="FFFF00"/>
            </a:solidFill>
          </p:spPr>
          <p:txBody>
            <a:bodyPr wrap="square" lIns="0" tIns="0" rIns="0" bIns="0" rtlCol="0"/>
            <a:lstStyle/>
            <a:p>
              <a:endParaRPr/>
            </a:p>
          </p:txBody>
        </p:sp>
        <p:sp>
          <p:nvSpPr>
            <p:cNvPr id="94" name="object 94"/>
            <p:cNvSpPr/>
            <p:nvPr/>
          </p:nvSpPr>
          <p:spPr>
            <a:xfrm>
              <a:off x="7745211" y="5627833"/>
              <a:ext cx="201320" cy="246473"/>
            </a:xfrm>
            <a:prstGeom prst="rect">
              <a:avLst/>
            </a:prstGeom>
            <a:blipFill>
              <a:blip r:embed="rId37" cstate="print"/>
              <a:stretch>
                <a:fillRect/>
              </a:stretch>
            </a:blipFill>
          </p:spPr>
          <p:txBody>
            <a:bodyPr wrap="square" lIns="0" tIns="0" rIns="0" bIns="0" rtlCol="0"/>
            <a:lstStyle/>
            <a:p>
              <a:endParaRPr/>
            </a:p>
          </p:txBody>
        </p:sp>
        <p:sp>
          <p:nvSpPr>
            <p:cNvPr id="95" name="object 95"/>
            <p:cNvSpPr/>
            <p:nvPr/>
          </p:nvSpPr>
          <p:spPr>
            <a:xfrm>
              <a:off x="7598023" y="5514344"/>
              <a:ext cx="501015" cy="736600"/>
            </a:xfrm>
            <a:custGeom>
              <a:avLst/>
              <a:gdLst/>
              <a:ahLst/>
              <a:cxnLst/>
              <a:rect l="l" t="t" r="r" b="b"/>
              <a:pathLst>
                <a:path w="501015" h="736600">
                  <a:moveTo>
                    <a:pt x="251094" y="0"/>
                  </a:moveTo>
                  <a:lnTo>
                    <a:pt x="306179" y="5633"/>
                  </a:lnTo>
                  <a:lnTo>
                    <a:pt x="355366" y="22597"/>
                  </a:lnTo>
                  <a:lnTo>
                    <a:pt x="398087" y="50187"/>
                  </a:lnTo>
                  <a:lnTo>
                    <a:pt x="433974" y="87831"/>
                  </a:lnTo>
                  <a:lnTo>
                    <a:pt x="462652" y="135353"/>
                  </a:lnTo>
                  <a:lnTo>
                    <a:pt x="483626" y="192548"/>
                  </a:lnTo>
                  <a:lnTo>
                    <a:pt x="496477" y="258817"/>
                  </a:lnTo>
                  <a:lnTo>
                    <a:pt x="500755" y="333518"/>
                  </a:lnTo>
                  <a:lnTo>
                    <a:pt x="499449" y="379661"/>
                  </a:lnTo>
                  <a:lnTo>
                    <a:pt x="495536" y="423293"/>
                  </a:lnTo>
                  <a:lnTo>
                    <a:pt x="489028" y="464411"/>
                  </a:lnTo>
                  <a:lnTo>
                    <a:pt x="479938" y="503014"/>
                  </a:lnTo>
                  <a:lnTo>
                    <a:pt x="454285" y="571950"/>
                  </a:lnTo>
                  <a:lnTo>
                    <a:pt x="419099" y="629341"/>
                  </a:lnTo>
                  <a:lnTo>
                    <a:pt x="374721" y="674937"/>
                  </a:lnTo>
                  <a:lnTo>
                    <a:pt x="321563" y="708504"/>
                  </a:lnTo>
                  <a:lnTo>
                    <a:pt x="260154" y="729159"/>
                  </a:lnTo>
                  <a:lnTo>
                    <a:pt x="191018" y="736043"/>
                  </a:lnTo>
                  <a:lnTo>
                    <a:pt x="148900" y="734308"/>
                  </a:lnTo>
                  <a:lnTo>
                    <a:pt x="109792" y="729102"/>
                  </a:lnTo>
                  <a:lnTo>
                    <a:pt x="73707" y="720422"/>
                  </a:lnTo>
                  <a:lnTo>
                    <a:pt x="40660" y="708266"/>
                  </a:lnTo>
                  <a:lnTo>
                    <a:pt x="40660" y="579202"/>
                  </a:lnTo>
                  <a:lnTo>
                    <a:pt x="70111" y="595273"/>
                  </a:lnTo>
                  <a:lnTo>
                    <a:pt x="102443" y="606752"/>
                  </a:lnTo>
                  <a:lnTo>
                    <a:pt x="137632" y="613638"/>
                  </a:lnTo>
                  <a:lnTo>
                    <a:pt x="175656" y="615933"/>
                  </a:lnTo>
                  <a:lnTo>
                    <a:pt x="213926" y="612491"/>
                  </a:lnTo>
                  <a:lnTo>
                    <a:pt x="277218" y="584948"/>
                  </a:lnTo>
                  <a:lnTo>
                    <a:pt x="322226" y="530223"/>
                  </a:lnTo>
                  <a:lnTo>
                    <a:pt x="336560" y="493461"/>
                  </a:lnTo>
                  <a:lnTo>
                    <a:pt x="345269" y="450557"/>
                  </a:lnTo>
                  <a:lnTo>
                    <a:pt x="348355" y="401513"/>
                  </a:lnTo>
                  <a:lnTo>
                    <a:pt x="345460" y="400525"/>
                  </a:lnTo>
                  <a:lnTo>
                    <a:pt x="318777" y="431146"/>
                  </a:lnTo>
                  <a:lnTo>
                    <a:pt x="285982" y="453016"/>
                  </a:lnTo>
                  <a:lnTo>
                    <a:pt x="247043" y="466137"/>
                  </a:lnTo>
                  <a:lnTo>
                    <a:pt x="201929" y="470510"/>
                  </a:lnTo>
                  <a:lnTo>
                    <a:pt x="180528" y="469486"/>
                  </a:lnTo>
                  <a:lnTo>
                    <a:pt x="140195" y="461298"/>
                  </a:lnTo>
                  <a:lnTo>
                    <a:pt x="103426" y="445153"/>
                  </a:lnTo>
                  <a:lnTo>
                    <a:pt x="71422" y="422445"/>
                  </a:lnTo>
                  <a:lnTo>
                    <a:pt x="44496" y="393499"/>
                  </a:lnTo>
                  <a:lnTo>
                    <a:pt x="23401" y="358880"/>
                  </a:lnTo>
                  <a:lnTo>
                    <a:pt x="8473" y="318877"/>
                  </a:lnTo>
                  <a:lnTo>
                    <a:pt x="934" y="274699"/>
                  </a:lnTo>
                  <a:lnTo>
                    <a:pt x="0" y="251127"/>
                  </a:lnTo>
                  <a:lnTo>
                    <a:pt x="1142" y="223706"/>
                  </a:lnTo>
                  <a:lnTo>
                    <a:pt x="10286" y="172579"/>
                  </a:lnTo>
                  <a:lnTo>
                    <a:pt x="28414" y="126607"/>
                  </a:lnTo>
                  <a:lnTo>
                    <a:pt x="54108" y="86900"/>
                  </a:lnTo>
                  <a:lnTo>
                    <a:pt x="87048" y="53767"/>
                  </a:lnTo>
                  <a:lnTo>
                    <a:pt x="126616" y="28137"/>
                  </a:lnTo>
                  <a:lnTo>
                    <a:pt x="172548" y="10176"/>
                  </a:lnTo>
                  <a:lnTo>
                    <a:pt x="223689" y="1122"/>
                  </a:lnTo>
                  <a:lnTo>
                    <a:pt x="251094" y="0"/>
                  </a:lnTo>
                  <a:close/>
                </a:path>
              </a:pathLst>
            </a:custGeom>
            <a:ln w="12191">
              <a:solidFill>
                <a:srgbClr val="000000"/>
              </a:solidFill>
            </a:ln>
          </p:spPr>
          <p:txBody>
            <a:bodyPr wrap="square" lIns="0" tIns="0" rIns="0" bIns="0" rtlCol="0"/>
            <a:lstStyle/>
            <a:p>
              <a:endParaRPr/>
            </a:p>
          </p:txBody>
        </p:sp>
        <p:sp>
          <p:nvSpPr>
            <p:cNvPr id="96" name="object 96"/>
            <p:cNvSpPr/>
            <p:nvPr/>
          </p:nvSpPr>
          <p:spPr>
            <a:xfrm>
              <a:off x="6772656" y="5227320"/>
              <a:ext cx="2218944" cy="1345691"/>
            </a:xfrm>
            <a:prstGeom prst="rect">
              <a:avLst/>
            </a:prstGeom>
            <a:blipFill>
              <a:blip r:embed="rId38" cstate="print"/>
              <a:stretch>
                <a:fillRect/>
              </a:stretch>
            </a:blipFill>
          </p:spPr>
          <p:txBody>
            <a:bodyPr wrap="square" lIns="0" tIns="0" rIns="0" bIns="0" rtlCol="0"/>
            <a:lstStyle/>
            <a:p>
              <a:endParaRPr/>
            </a:p>
          </p:txBody>
        </p:sp>
        <p:sp>
          <p:nvSpPr>
            <p:cNvPr id="97" name="object 97"/>
            <p:cNvSpPr/>
            <p:nvPr/>
          </p:nvSpPr>
          <p:spPr>
            <a:xfrm>
              <a:off x="6618732" y="4908802"/>
              <a:ext cx="2525267" cy="1949195"/>
            </a:xfrm>
            <a:prstGeom prst="rect">
              <a:avLst/>
            </a:prstGeom>
            <a:blipFill>
              <a:blip r:embed="rId39" cstate="print"/>
              <a:stretch>
                <a:fillRect/>
              </a:stretch>
            </a:blipFill>
          </p:spPr>
          <p:txBody>
            <a:bodyPr wrap="square" lIns="0" tIns="0" rIns="0" bIns="0" rtlCol="0"/>
            <a:lstStyle/>
            <a:p>
              <a:endParaRPr/>
            </a:p>
          </p:txBody>
        </p:sp>
        <p:sp>
          <p:nvSpPr>
            <p:cNvPr id="98" name="object 98"/>
            <p:cNvSpPr/>
            <p:nvPr/>
          </p:nvSpPr>
          <p:spPr>
            <a:xfrm>
              <a:off x="6853946" y="5288148"/>
              <a:ext cx="2057400" cy="1184275"/>
            </a:xfrm>
            <a:custGeom>
              <a:avLst/>
              <a:gdLst/>
              <a:ahLst/>
              <a:cxnLst/>
              <a:rect l="l" t="t" r="r" b="b"/>
              <a:pathLst>
                <a:path w="2057400" h="1184275">
                  <a:moveTo>
                    <a:pt x="1824868"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488"/>
                  </a:lnTo>
                  <a:lnTo>
                    <a:pt x="4724" y="998350"/>
                  </a:lnTo>
                  <a:lnTo>
                    <a:pt x="18275" y="1041998"/>
                  </a:lnTo>
                  <a:lnTo>
                    <a:pt x="39715" y="1081496"/>
                  </a:lnTo>
                  <a:lnTo>
                    <a:pt x="68111" y="1115910"/>
                  </a:lnTo>
                  <a:lnTo>
                    <a:pt x="102526" y="1144304"/>
                  </a:lnTo>
                  <a:lnTo>
                    <a:pt x="142024" y="1165743"/>
                  </a:lnTo>
                  <a:lnTo>
                    <a:pt x="185671" y="1179292"/>
                  </a:lnTo>
                  <a:lnTo>
                    <a:pt x="232531" y="1184016"/>
                  </a:lnTo>
                  <a:lnTo>
                    <a:pt x="1824868" y="1184016"/>
                  </a:lnTo>
                  <a:lnTo>
                    <a:pt x="1871754" y="1179292"/>
                  </a:lnTo>
                  <a:lnTo>
                    <a:pt x="1915413" y="1165743"/>
                  </a:lnTo>
                  <a:lnTo>
                    <a:pt x="1954913" y="1144304"/>
                  </a:lnTo>
                  <a:lnTo>
                    <a:pt x="1989322" y="1115910"/>
                  </a:lnTo>
                  <a:lnTo>
                    <a:pt x="2017708" y="1081496"/>
                  </a:lnTo>
                  <a:lnTo>
                    <a:pt x="2039137" y="1041998"/>
                  </a:lnTo>
                  <a:lnTo>
                    <a:pt x="2052679" y="998350"/>
                  </a:lnTo>
                  <a:lnTo>
                    <a:pt x="2057399" y="951488"/>
                  </a:lnTo>
                  <a:lnTo>
                    <a:pt x="2057399" y="232541"/>
                  </a:lnTo>
                  <a:lnTo>
                    <a:pt x="2052679" y="185685"/>
                  </a:lnTo>
                  <a:lnTo>
                    <a:pt x="2039137" y="142039"/>
                  </a:lnTo>
                  <a:lnTo>
                    <a:pt x="2017708" y="102539"/>
                  </a:lnTo>
                  <a:lnTo>
                    <a:pt x="1989322" y="68121"/>
                  </a:lnTo>
                  <a:lnTo>
                    <a:pt x="1954913" y="39722"/>
                  </a:lnTo>
                  <a:lnTo>
                    <a:pt x="1915413" y="18278"/>
                  </a:lnTo>
                  <a:lnTo>
                    <a:pt x="1871754" y="4725"/>
                  </a:lnTo>
                  <a:lnTo>
                    <a:pt x="1824868" y="0"/>
                  </a:lnTo>
                  <a:close/>
                </a:path>
              </a:pathLst>
            </a:custGeom>
            <a:solidFill>
              <a:srgbClr val="252525"/>
            </a:solidFill>
          </p:spPr>
          <p:txBody>
            <a:bodyPr wrap="square" lIns="0" tIns="0" rIns="0" bIns="0" rtlCol="0"/>
            <a:lstStyle/>
            <a:p>
              <a:endParaRPr/>
            </a:p>
          </p:txBody>
        </p:sp>
        <p:sp>
          <p:nvSpPr>
            <p:cNvPr id="99" name="object 99"/>
            <p:cNvSpPr/>
            <p:nvPr/>
          </p:nvSpPr>
          <p:spPr>
            <a:xfrm>
              <a:off x="6853946" y="5288148"/>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68" y="0"/>
                  </a:lnTo>
                  <a:lnTo>
                    <a:pt x="1871754" y="4725"/>
                  </a:lnTo>
                  <a:lnTo>
                    <a:pt x="1915413" y="18278"/>
                  </a:lnTo>
                  <a:lnTo>
                    <a:pt x="1954913" y="39722"/>
                  </a:lnTo>
                  <a:lnTo>
                    <a:pt x="1989322" y="68121"/>
                  </a:lnTo>
                  <a:lnTo>
                    <a:pt x="2017708" y="102539"/>
                  </a:lnTo>
                  <a:lnTo>
                    <a:pt x="2039137" y="142039"/>
                  </a:lnTo>
                  <a:lnTo>
                    <a:pt x="2052679" y="185685"/>
                  </a:lnTo>
                  <a:lnTo>
                    <a:pt x="2057399" y="232541"/>
                  </a:lnTo>
                  <a:lnTo>
                    <a:pt x="2057399" y="951488"/>
                  </a:lnTo>
                  <a:lnTo>
                    <a:pt x="2052679" y="998350"/>
                  </a:lnTo>
                  <a:lnTo>
                    <a:pt x="2039137" y="1041998"/>
                  </a:lnTo>
                  <a:lnTo>
                    <a:pt x="2017708" y="1081496"/>
                  </a:lnTo>
                  <a:lnTo>
                    <a:pt x="1989322" y="1115910"/>
                  </a:lnTo>
                  <a:lnTo>
                    <a:pt x="1954913" y="1144304"/>
                  </a:lnTo>
                  <a:lnTo>
                    <a:pt x="1915413" y="1165743"/>
                  </a:lnTo>
                  <a:lnTo>
                    <a:pt x="1871754" y="1179292"/>
                  </a:lnTo>
                  <a:lnTo>
                    <a:pt x="1824868" y="1184016"/>
                  </a:lnTo>
                  <a:lnTo>
                    <a:pt x="232531" y="1184016"/>
                  </a:lnTo>
                  <a:lnTo>
                    <a:pt x="185671" y="1179292"/>
                  </a:lnTo>
                  <a:lnTo>
                    <a:pt x="142024" y="1165743"/>
                  </a:lnTo>
                  <a:lnTo>
                    <a:pt x="102526" y="1144304"/>
                  </a:lnTo>
                  <a:lnTo>
                    <a:pt x="68111" y="1115910"/>
                  </a:lnTo>
                  <a:lnTo>
                    <a:pt x="39715" y="1081496"/>
                  </a:lnTo>
                  <a:lnTo>
                    <a:pt x="18275" y="1041998"/>
                  </a:lnTo>
                  <a:lnTo>
                    <a:pt x="4724" y="998350"/>
                  </a:lnTo>
                  <a:lnTo>
                    <a:pt x="0" y="951488"/>
                  </a:lnTo>
                  <a:lnTo>
                    <a:pt x="0" y="232541"/>
                  </a:lnTo>
                  <a:close/>
                </a:path>
              </a:pathLst>
            </a:custGeom>
            <a:ln w="76199">
              <a:solidFill>
                <a:srgbClr val="00AF50"/>
              </a:solidFill>
            </a:ln>
          </p:spPr>
          <p:txBody>
            <a:bodyPr wrap="square" lIns="0" tIns="0" rIns="0" bIns="0" rtlCol="0"/>
            <a:lstStyle/>
            <a:p>
              <a:endParaRPr/>
            </a:p>
          </p:txBody>
        </p:sp>
        <p:sp>
          <p:nvSpPr>
            <p:cNvPr id="100" name="object 100"/>
            <p:cNvSpPr/>
            <p:nvPr/>
          </p:nvSpPr>
          <p:spPr>
            <a:xfrm>
              <a:off x="6659880" y="4930138"/>
              <a:ext cx="2481072" cy="1927859"/>
            </a:xfrm>
            <a:prstGeom prst="rect">
              <a:avLst/>
            </a:prstGeom>
            <a:blipFill>
              <a:blip r:embed="rId40" cstate="print"/>
              <a:stretch>
                <a:fillRect/>
              </a:stretch>
            </a:blipFill>
          </p:spPr>
          <p:txBody>
            <a:bodyPr wrap="square" lIns="0" tIns="0" rIns="0" bIns="0" rtlCol="0"/>
            <a:lstStyle/>
            <a:p>
              <a:endParaRPr/>
            </a:p>
          </p:txBody>
        </p:sp>
        <p:sp>
          <p:nvSpPr>
            <p:cNvPr id="101" name="object 101"/>
            <p:cNvSpPr/>
            <p:nvPr/>
          </p:nvSpPr>
          <p:spPr>
            <a:xfrm>
              <a:off x="7402068" y="5524369"/>
              <a:ext cx="1031240" cy="740410"/>
            </a:xfrm>
            <a:custGeom>
              <a:avLst/>
              <a:gdLst/>
              <a:ahLst/>
              <a:cxnLst/>
              <a:rect l="l" t="t" r="r" b="b"/>
              <a:pathLst>
                <a:path w="1031240" h="740410">
                  <a:moveTo>
                    <a:pt x="782695" y="3941"/>
                  </a:moveTo>
                  <a:lnTo>
                    <a:pt x="732970" y="7826"/>
                  </a:lnTo>
                  <a:lnTo>
                    <a:pt x="688183" y="19480"/>
                  </a:lnTo>
                  <a:lnTo>
                    <a:pt x="648334" y="38899"/>
                  </a:lnTo>
                  <a:lnTo>
                    <a:pt x="613422" y="66078"/>
                  </a:lnTo>
                  <a:lnTo>
                    <a:pt x="583448" y="101013"/>
                  </a:lnTo>
                  <a:lnTo>
                    <a:pt x="562441" y="135798"/>
                  </a:lnTo>
                  <a:lnTo>
                    <a:pt x="545262" y="175481"/>
                  </a:lnTo>
                  <a:lnTo>
                    <a:pt x="531906" y="220061"/>
                  </a:lnTo>
                  <a:lnTo>
                    <a:pt x="522370" y="269538"/>
                  </a:lnTo>
                  <a:lnTo>
                    <a:pt x="516651" y="323911"/>
                  </a:lnTo>
                  <a:lnTo>
                    <a:pt x="514746" y="383179"/>
                  </a:lnTo>
                  <a:lnTo>
                    <a:pt x="516846" y="445114"/>
                  </a:lnTo>
                  <a:lnTo>
                    <a:pt x="523146" y="501151"/>
                  </a:lnTo>
                  <a:lnTo>
                    <a:pt x="533647" y="551290"/>
                  </a:lnTo>
                  <a:lnTo>
                    <a:pt x="548347" y="595529"/>
                  </a:lnTo>
                  <a:lnTo>
                    <a:pt x="567248" y="633870"/>
                  </a:lnTo>
                  <a:lnTo>
                    <a:pt x="590349" y="666312"/>
                  </a:lnTo>
                  <a:lnTo>
                    <a:pt x="649152" y="713501"/>
                  </a:lnTo>
                  <a:lnTo>
                    <a:pt x="684854" y="728248"/>
                  </a:lnTo>
                  <a:lnTo>
                    <a:pt x="724755" y="737095"/>
                  </a:lnTo>
                  <a:lnTo>
                    <a:pt x="768858" y="740045"/>
                  </a:lnTo>
                  <a:lnTo>
                    <a:pt x="817112" y="736193"/>
                  </a:lnTo>
                  <a:lnTo>
                    <a:pt x="860671" y="724638"/>
                  </a:lnTo>
                  <a:lnTo>
                    <a:pt x="899533" y="705380"/>
                  </a:lnTo>
                  <a:lnTo>
                    <a:pt x="933698" y="678420"/>
                  </a:lnTo>
                  <a:lnTo>
                    <a:pt x="963168" y="643758"/>
                  </a:lnTo>
                  <a:lnTo>
                    <a:pt x="977492" y="619935"/>
                  </a:lnTo>
                  <a:lnTo>
                    <a:pt x="773826" y="619935"/>
                  </a:lnTo>
                  <a:lnTo>
                    <a:pt x="743318" y="613248"/>
                  </a:lnTo>
                  <a:lnTo>
                    <a:pt x="698952" y="559751"/>
                  </a:lnTo>
                  <a:lnTo>
                    <a:pt x="685091" y="512941"/>
                  </a:lnTo>
                  <a:lnTo>
                    <a:pt x="676775" y="452758"/>
                  </a:lnTo>
                  <a:lnTo>
                    <a:pt x="674004" y="379201"/>
                  </a:lnTo>
                  <a:lnTo>
                    <a:pt x="676829" y="301095"/>
                  </a:lnTo>
                  <a:lnTo>
                    <a:pt x="685307" y="237191"/>
                  </a:lnTo>
                  <a:lnTo>
                    <a:pt x="699443" y="187489"/>
                  </a:lnTo>
                  <a:lnTo>
                    <a:pt x="719241" y="151987"/>
                  </a:lnTo>
                  <a:lnTo>
                    <a:pt x="775837" y="123587"/>
                  </a:lnTo>
                  <a:lnTo>
                    <a:pt x="985131" y="123587"/>
                  </a:lnTo>
                  <a:lnTo>
                    <a:pt x="979600" y="111903"/>
                  </a:lnTo>
                  <a:lnTo>
                    <a:pt x="957041" y="78915"/>
                  </a:lnTo>
                  <a:lnTo>
                    <a:pt x="899614" y="30932"/>
                  </a:lnTo>
                  <a:lnTo>
                    <a:pt x="825773" y="6940"/>
                  </a:lnTo>
                  <a:lnTo>
                    <a:pt x="782695" y="3941"/>
                  </a:lnTo>
                  <a:close/>
                </a:path>
                <a:path w="1031240" h="740410">
                  <a:moveTo>
                    <a:pt x="985131" y="123587"/>
                  </a:moveTo>
                  <a:lnTo>
                    <a:pt x="775837" y="123587"/>
                  </a:lnTo>
                  <a:lnTo>
                    <a:pt x="804949" y="130481"/>
                  </a:lnTo>
                  <a:lnTo>
                    <a:pt x="828763" y="151162"/>
                  </a:lnTo>
                  <a:lnTo>
                    <a:pt x="847283" y="185631"/>
                  </a:lnTo>
                  <a:lnTo>
                    <a:pt x="860509" y="233887"/>
                  </a:lnTo>
                  <a:lnTo>
                    <a:pt x="868443" y="295930"/>
                  </a:lnTo>
                  <a:lnTo>
                    <a:pt x="871087" y="371761"/>
                  </a:lnTo>
                  <a:lnTo>
                    <a:pt x="868389" y="447587"/>
                  </a:lnTo>
                  <a:lnTo>
                    <a:pt x="860292" y="509630"/>
                  </a:lnTo>
                  <a:lnTo>
                    <a:pt x="846791" y="557887"/>
                  </a:lnTo>
                  <a:lnTo>
                    <a:pt x="827883" y="592357"/>
                  </a:lnTo>
                  <a:lnTo>
                    <a:pt x="773826" y="619935"/>
                  </a:lnTo>
                  <a:lnTo>
                    <a:pt x="977492" y="619935"/>
                  </a:lnTo>
                  <a:lnTo>
                    <a:pt x="1000808" y="570186"/>
                  </a:lnTo>
                  <a:lnTo>
                    <a:pt x="1013966" y="526369"/>
                  </a:lnTo>
                  <a:lnTo>
                    <a:pt x="1023358" y="477865"/>
                  </a:lnTo>
                  <a:lnTo>
                    <a:pt x="1028988" y="424674"/>
                  </a:lnTo>
                  <a:lnTo>
                    <a:pt x="1030864" y="366796"/>
                  </a:lnTo>
                  <a:lnTo>
                    <a:pt x="1028813" y="303824"/>
                  </a:lnTo>
                  <a:lnTo>
                    <a:pt x="1022662" y="246849"/>
                  </a:lnTo>
                  <a:lnTo>
                    <a:pt x="1012410" y="195870"/>
                  </a:lnTo>
                  <a:lnTo>
                    <a:pt x="998056" y="150888"/>
                  </a:lnTo>
                  <a:lnTo>
                    <a:pt x="985131" y="123587"/>
                  </a:lnTo>
                  <a:close/>
                </a:path>
                <a:path w="1031240" h="740410">
                  <a:moveTo>
                    <a:pt x="307726" y="176701"/>
                  </a:moveTo>
                  <a:lnTo>
                    <a:pt x="151394" y="176701"/>
                  </a:lnTo>
                  <a:lnTo>
                    <a:pt x="151394" y="727639"/>
                  </a:lnTo>
                  <a:lnTo>
                    <a:pt x="307726" y="727639"/>
                  </a:lnTo>
                  <a:lnTo>
                    <a:pt x="307726" y="176701"/>
                  </a:lnTo>
                  <a:close/>
                </a:path>
                <a:path w="1031240" h="740410">
                  <a:moveTo>
                    <a:pt x="307726" y="0"/>
                  </a:moveTo>
                  <a:lnTo>
                    <a:pt x="212841" y="0"/>
                  </a:lnTo>
                  <a:lnTo>
                    <a:pt x="190390" y="16316"/>
                  </a:lnTo>
                  <a:lnTo>
                    <a:pt x="166641" y="31929"/>
                  </a:lnTo>
                  <a:lnTo>
                    <a:pt x="115183" y="61091"/>
                  </a:lnTo>
                  <a:lnTo>
                    <a:pt x="59306" y="86366"/>
                  </a:lnTo>
                  <a:lnTo>
                    <a:pt x="0" y="106704"/>
                  </a:lnTo>
                  <a:lnTo>
                    <a:pt x="0" y="238743"/>
                  </a:lnTo>
                  <a:lnTo>
                    <a:pt x="42153" y="230553"/>
                  </a:lnTo>
                  <a:lnTo>
                    <a:pt x="83301" y="216657"/>
                  </a:lnTo>
                  <a:lnTo>
                    <a:pt x="120792" y="198287"/>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02" name="object 102"/>
            <p:cNvSpPr/>
            <p:nvPr/>
          </p:nvSpPr>
          <p:spPr>
            <a:xfrm>
              <a:off x="7402067" y="5524369"/>
              <a:ext cx="1031240" cy="740410"/>
            </a:xfrm>
            <a:custGeom>
              <a:avLst/>
              <a:gdLst/>
              <a:ahLst/>
              <a:cxnLst/>
              <a:rect l="l" t="t" r="r" b="b"/>
              <a:pathLst>
                <a:path w="1031240" h="740410">
                  <a:moveTo>
                    <a:pt x="775837" y="123587"/>
                  </a:moveTo>
                  <a:lnTo>
                    <a:pt x="719241" y="151987"/>
                  </a:lnTo>
                  <a:lnTo>
                    <a:pt x="699443" y="187489"/>
                  </a:lnTo>
                  <a:lnTo>
                    <a:pt x="685307" y="237191"/>
                  </a:lnTo>
                  <a:lnTo>
                    <a:pt x="676829" y="301095"/>
                  </a:lnTo>
                  <a:lnTo>
                    <a:pt x="674004" y="379201"/>
                  </a:lnTo>
                  <a:lnTo>
                    <a:pt x="676775" y="452758"/>
                  </a:lnTo>
                  <a:lnTo>
                    <a:pt x="685091" y="512941"/>
                  </a:lnTo>
                  <a:lnTo>
                    <a:pt x="698952" y="559751"/>
                  </a:lnTo>
                  <a:lnTo>
                    <a:pt x="718360" y="593186"/>
                  </a:lnTo>
                  <a:lnTo>
                    <a:pt x="773826" y="619935"/>
                  </a:lnTo>
                  <a:lnTo>
                    <a:pt x="803562" y="613041"/>
                  </a:lnTo>
                  <a:lnTo>
                    <a:pt x="846791" y="557887"/>
                  </a:lnTo>
                  <a:lnTo>
                    <a:pt x="860292" y="509630"/>
                  </a:lnTo>
                  <a:lnTo>
                    <a:pt x="868389" y="447587"/>
                  </a:lnTo>
                  <a:lnTo>
                    <a:pt x="871087" y="371761"/>
                  </a:lnTo>
                  <a:lnTo>
                    <a:pt x="868443" y="295930"/>
                  </a:lnTo>
                  <a:lnTo>
                    <a:pt x="860509" y="233887"/>
                  </a:lnTo>
                  <a:lnTo>
                    <a:pt x="847283" y="185631"/>
                  </a:lnTo>
                  <a:lnTo>
                    <a:pt x="828763" y="151162"/>
                  </a:lnTo>
                  <a:lnTo>
                    <a:pt x="775837" y="123587"/>
                  </a:lnTo>
                  <a:close/>
                </a:path>
                <a:path w="1031240" h="740410">
                  <a:moveTo>
                    <a:pt x="782695" y="3941"/>
                  </a:moveTo>
                  <a:lnTo>
                    <a:pt x="825773" y="6940"/>
                  </a:lnTo>
                  <a:lnTo>
                    <a:pt x="864746" y="15937"/>
                  </a:lnTo>
                  <a:lnTo>
                    <a:pt x="930379" y="51925"/>
                  </a:lnTo>
                  <a:lnTo>
                    <a:pt x="979599" y="111903"/>
                  </a:lnTo>
                  <a:lnTo>
                    <a:pt x="998056" y="150888"/>
                  </a:lnTo>
                  <a:lnTo>
                    <a:pt x="1012410" y="195870"/>
                  </a:lnTo>
                  <a:lnTo>
                    <a:pt x="1022662" y="246849"/>
                  </a:lnTo>
                  <a:lnTo>
                    <a:pt x="1028813" y="303824"/>
                  </a:lnTo>
                  <a:lnTo>
                    <a:pt x="1030864" y="366796"/>
                  </a:lnTo>
                  <a:lnTo>
                    <a:pt x="1028988" y="424673"/>
                  </a:lnTo>
                  <a:lnTo>
                    <a:pt x="1023358" y="477865"/>
                  </a:lnTo>
                  <a:lnTo>
                    <a:pt x="1013966" y="526369"/>
                  </a:lnTo>
                  <a:lnTo>
                    <a:pt x="1000808" y="570186"/>
                  </a:lnTo>
                  <a:lnTo>
                    <a:pt x="983877" y="609316"/>
                  </a:lnTo>
                  <a:lnTo>
                    <a:pt x="963167" y="643758"/>
                  </a:lnTo>
                  <a:lnTo>
                    <a:pt x="933698" y="678420"/>
                  </a:lnTo>
                  <a:lnTo>
                    <a:pt x="899533" y="705380"/>
                  </a:lnTo>
                  <a:lnTo>
                    <a:pt x="860671" y="724638"/>
                  </a:lnTo>
                  <a:lnTo>
                    <a:pt x="817112" y="736193"/>
                  </a:lnTo>
                  <a:lnTo>
                    <a:pt x="768857" y="740045"/>
                  </a:lnTo>
                  <a:lnTo>
                    <a:pt x="724755" y="737095"/>
                  </a:lnTo>
                  <a:lnTo>
                    <a:pt x="684854" y="728248"/>
                  </a:lnTo>
                  <a:lnTo>
                    <a:pt x="649152" y="713501"/>
                  </a:lnTo>
                  <a:lnTo>
                    <a:pt x="590349" y="666312"/>
                  </a:lnTo>
                  <a:lnTo>
                    <a:pt x="567248" y="633870"/>
                  </a:lnTo>
                  <a:lnTo>
                    <a:pt x="548347" y="595529"/>
                  </a:lnTo>
                  <a:lnTo>
                    <a:pt x="533647" y="551290"/>
                  </a:lnTo>
                  <a:lnTo>
                    <a:pt x="523146" y="501151"/>
                  </a:lnTo>
                  <a:lnTo>
                    <a:pt x="516846" y="445114"/>
                  </a:lnTo>
                  <a:lnTo>
                    <a:pt x="514746" y="383179"/>
                  </a:lnTo>
                  <a:lnTo>
                    <a:pt x="516651" y="323911"/>
                  </a:lnTo>
                  <a:lnTo>
                    <a:pt x="522370" y="269538"/>
                  </a:lnTo>
                  <a:lnTo>
                    <a:pt x="531906" y="220061"/>
                  </a:lnTo>
                  <a:lnTo>
                    <a:pt x="545262" y="175481"/>
                  </a:lnTo>
                  <a:lnTo>
                    <a:pt x="562441" y="135798"/>
                  </a:lnTo>
                  <a:lnTo>
                    <a:pt x="583448" y="101013"/>
                  </a:lnTo>
                  <a:lnTo>
                    <a:pt x="613422" y="66078"/>
                  </a:lnTo>
                  <a:lnTo>
                    <a:pt x="648333" y="38899"/>
                  </a:lnTo>
                  <a:lnTo>
                    <a:pt x="688183" y="19480"/>
                  </a:lnTo>
                  <a:lnTo>
                    <a:pt x="732970" y="7826"/>
                  </a:lnTo>
                  <a:lnTo>
                    <a:pt x="782695" y="3941"/>
                  </a:lnTo>
                  <a:close/>
                </a:path>
                <a:path w="1031240" h="740410">
                  <a:moveTo>
                    <a:pt x="212841" y="0"/>
                  </a:moveTo>
                  <a:lnTo>
                    <a:pt x="307726" y="0"/>
                  </a:lnTo>
                  <a:lnTo>
                    <a:pt x="307726" y="727639"/>
                  </a:lnTo>
                  <a:lnTo>
                    <a:pt x="151394" y="727639"/>
                  </a:lnTo>
                  <a:lnTo>
                    <a:pt x="151394" y="176701"/>
                  </a:lnTo>
                  <a:lnTo>
                    <a:pt x="144619" y="182331"/>
                  </a:lnTo>
                  <a:lnTo>
                    <a:pt x="111873" y="203251"/>
                  </a:lnTo>
                  <a:lnTo>
                    <a:pt x="73306" y="220593"/>
                  </a:lnTo>
                  <a:lnTo>
                    <a:pt x="31521" y="233208"/>
                  </a:lnTo>
                  <a:lnTo>
                    <a:pt x="0" y="238743"/>
                  </a:lnTo>
                  <a:lnTo>
                    <a:pt x="0" y="106704"/>
                  </a:lnTo>
                  <a:lnTo>
                    <a:pt x="30067" y="97154"/>
                  </a:lnTo>
                  <a:lnTo>
                    <a:pt x="59306" y="86366"/>
                  </a:lnTo>
                  <a:lnTo>
                    <a:pt x="115183" y="61091"/>
                  </a:lnTo>
                  <a:lnTo>
                    <a:pt x="166641" y="31929"/>
                  </a:lnTo>
                  <a:lnTo>
                    <a:pt x="190390" y="16316"/>
                  </a:lnTo>
                  <a:lnTo>
                    <a:pt x="212841" y="0"/>
                  </a:lnTo>
                  <a:close/>
                </a:path>
              </a:pathLst>
            </a:custGeom>
            <a:ln w="12191">
              <a:solidFill>
                <a:srgbClr val="000000"/>
              </a:solidFill>
            </a:ln>
          </p:spPr>
          <p:txBody>
            <a:bodyPr wrap="square" lIns="0" tIns="0" rIns="0" bIns="0" rtlCol="0"/>
            <a:lstStyle/>
            <a:p>
              <a:endParaRPr/>
            </a:p>
          </p:txBody>
        </p:sp>
        <p:sp>
          <p:nvSpPr>
            <p:cNvPr id="103" name="object 103"/>
            <p:cNvSpPr/>
            <p:nvPr/>
          </p:nvSpPr>
          <p:spPr>
            <a:xfrm>
              <a:off x="6772656" y="5216651"/>
              <a:ext cx="2218944" cy="1345691"/>
            </a:xfrm>
            <a:prstGeom prst="rect">
              <a:avLst/>
            </a:prstGeom>
            <a:blipFill>
              <a:blip r:embed="rId41" cstate="print"/>
              <a:stretch>
                <a:fillRect/>
              </a:stretch>
            </a:blipFill>
          </p:spPr>
          <p:txBody>
            <a:bodyPr wrap="square" lIns="0" tIns="0" rIns="0" bIns="0" rtlCol="0"/>
            <a:lstStyle/>
            <a:p>
              <a:endParaRPr/>
            </a:p>
          </p:txBody>
        </p:sp>
        <p:sp>
          <p:nvSpPr>
            <p:cNvPr id="104" name="object 104"/>
            <p:cNvSpPr/>
            <p:nvPr/>
          </p:nvSpPr>
          <p:spPr>
            <a:xfrm>
              <a:off x="6618732" y="4898134"/>
              <a:ext cx="2525267" cy="1959864"/>
            </a:xfrm>
            <a:prstGeom prst="rect">
              <a:avLst/>
            </a:prstGeom>
            <a:blipFill>
              <a:blip r:embed="rId42" cstate="print"/>
              <a:stretch>
                <a:fillRect/>
              </a:stretch>
            </a:blipFill>
          </p:spPr>
          <p:txBody>
            <a:bodyPr wrap="square" lIns="0" tIns="0" rIns="0" bIns="0" rtlCol="0"/>
            <a:lstStyle/>
            <a:p>
              <a:endParaRPr/>
            </a:p>
          </p:txBody>
        </p:sp>
        <p:sp>
          <p:nvSpPr>
            <p:cNvPr id="105" name="object 105"/>
            <p:cNvSpPr/>
            <p:nvPr/>
          </p:nvSpPr>
          <p:spPr>
            <a:xfrm>
              <a:off x="6854067" y="5277099"/>
              <a:ext cx="2057400" cy="1184275"/>
            </a:xfrm>
            <a:custGeom>
              <a:avLst/>
              <a:gdLst/>
              <a:ahLst/>
              <a:cxnLst/>
              <a:rect l="l" t="t" r="r" b="b"/>
              <a:pathLst>
                <a:path w="2057400" h="1184275">
                  <a:moveTo>
                    <a:pt x="1824989"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989" y="1184065"/>
                  </a:lnTo>
                  <a:lnTo>
                    <a:pt x="1871835" y="1179341"/>
                  </a:lnTo>
                  <a:lnTo>
                    <a:pt x="1915465" y="1165791"/>
                  </a:lnTo>
                  <a:lnTo>
                    <a:pt x="1954943" y="1144352"/>
                  </a:lnTo>
                  <a:lnTo>
                    <a:pt x="1989338" y="1115958"/>
                  </a:lnTo>
                  <a:lnTo>
                    <a:pt x="2017714" y="1081544"/>
                  </a:lnTo>
                  <a:lnTo>
                    <a:pt x="2039139" y="1042045"/>
                  </a:lnTo>
                  <a:lnTo>
                    <a:pt x="2052679" y="998398"/>
                  </a:lnTo>
                  <a:lnTo>
                    <a:pt x="2057399" y="951536"/>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06" name="object 106"/>
            <p:cNvSpPr/>
            <p:nvPr/>
          </p:nvSpPr>
          <p:spPr>
            <a:xfrm>
              <a:off x="6854067" y="527709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36"/>
                  </a:lnTo>
                  <a:lnTo>
                    <a:pt x="2052679" y="998398"/>
                  </a:lnTo>
                  <a:lnTo>
                    <a:pt x="2039139" y="1042045"/>
                  </a:lnTo>
                  <a:lnTo>
                    <a:pt x="2017714" y="1081544"/>
                  </a:lnTo>
                  <a:lnTo>
                    <a:pt x="1989338" y="1115958"/>
                  </a:lnTo>
                  <a:lnTo>
                    <a:pt x="1954943" y="1144352"/>
                  </a:lnTo>
                  <a:lnTo>
                    <a:pt x="1915465" y="1165791"/>
                  </a:lnTo>
                  <a:lnTo>
                    <a:pt x="1871835" y="1179341"/>
                  </a:lnTo>
                  <a:lnTo>
                    <a:pt x="1824989"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107" name="object 107"/>
            <p:cNvSpPr/>
            <p:nvPr/>
          </p:nvSpPr>
          <p:spPr>
            <a:xfrm>
              <a:off x="6659880" y="4919471"/>
              <a:ext cx="2481072" cy="1938527"/>
            </a:xfrm>
            <a:prstGeom prst="rect">
              <a:avLst/>
            </a:prstGeom>
            <a:blipFill>
              <a:blip r:embed="rId43" cstate="print"/>
              <a:stretch>
                <a:fillRect/>
              </a:stretch>
            </a:blipFill>
          </p:spPr>
          <p:txBody>
            <a:bodyPr wrap="square" lIns="0" tIns="0" rIns="0" bIns="0" rtlCol="0"/>
            <a:lstStyle/>
            <a:p>
              <a:endParaRPr/>
            </a:p>
          </p:txBody>
        </p:sp>
        <p:sp>
          <p:nvSpPr>
            <p:cNvPr id="108" name="object 108"/>
            <p:cNvSpPr/>
            <p:nvPr/>
          </p:nvSpPr>
          <p:spPr>
            <a:xfrm>
              <a:off x="7402190" y="5513319"/>
              <a:ext cx="893444" cy="727710"/>
            </a:xfrm>
            <a:custGeom>
              <a:avLst/>
              <a:gdLst/>
              <a:ahLst/>
              <a:cxnLst/>
              <a:rect l="l" t="t" r="r" b="b"/>
              <a:pathLst>
                <a:path w="893445" h="727710">
                  <a:moveTo>
                    <a:pt x="892942" y="176747"/>
                  </a:moveTo>
                  <a:lnTo>
                    <a:pt x="736610" y="176747"/>
                  </a:lnTo>
                  <a:lnTo>
                    <a:pt x="736610" y="727685"/>
                  </a:lnTo>
                  <a:lnTo>
                    <a:pt x="892942" y="727685"/>
                  </a:lnTo>
                  <a:lnTo>
                    <a:pt x="892942" y="176747"/>
                  </a:lnTo>
                  <a:close/>
                </a:path>
                <a:path w="893445" h="727710">
                  <a:moveTo>
                    <a:pt x="892942" y="0"/>
                  </a:moveTo>
                  <a:lnTo>
                    <a:pt x="798210" y="0"/>
                  </a:lnTo>
                  <a:lnTo>
                    <a:pt x="775670" y="16316"/>
                  </a:lnTo>
                  <a:lnTo>
                    <a:pt x="751876" y="31929"/>
                  </a:lnTo>
                  <a:lnTo>
                    <a:pt x="700399" y="61091"/>
                  </a:lnTo>
                  <a:lnTo>
                    <a:pt x="644533" y="86409"/>
                  </a:lnTo>
                  <a:lnTo>
                    <a:pt x="585216" y="106762"/>
                  </a:lnTo>
                  <a:lnTo>
                    <a:pt x="585216" y="238792"/>
                  </a:lnTo>
                  <a:lnTo>
                    <a:pt x="627400" y="230599"/>
                  </a:lnTo>
                  <a:lnTo>
                    <a:pt x="668670" y="216706"/>
                  </a:lnTo>
                  <a:lnTo>
                    <a:pt x="706130" y="198333"/>
                  </a:lnTo>
                  <a:lnTo>
                    <a:pt x="736610" y="176747"/>
                  </a:lnTo>
                  <a:lnTo>
                    <a:pt x="892942" y="176747"/>
                  </a:lnTo>
                  <a:lnTo>
                    <a:pt x="892942" y="0"/>
                  </a:lnTo>
                  <a:close/>
                </a:path>
                <a:path w="893445" h="727710">
                  <a:moveTo>
                    <a:pt x="307726" y="176747"/>
                  </a:moveTo>
                  <a:lnTo>
                    <a:pt x="151394" y="176747"/>
                  </a:lnTo>
                  <a:lnTo>
                    <a:pt x="151394" y="727685"/>
                  </a:lnTo>
                  <a:lnTo>
                    <a:pt x="307726" y="727685"/>
                  </a:lnTo>
                  <a:lnTo>
                    <a:pt x="307726" y="176747"/>
                  </a:lnTo>
                  <a:close/>
                </a:path>
                <a:path w="893445" h="727710">
                  <a:moveTo>
                    <a:pt x="307726" y="0"/>
                  </a:moveTo>
                  <a:lnTo>
                    <a:pt x="212994" y="0"/>
                  </a:lnTo>
                  <a:lnTo>
                    <a:pt x="190454" y="16316"/>
                  </a:lnTo>
                  <a:lnTo>
                    <a:pt x="166660" y="31929"/>
                  </a:lnTo>
                  <a:lnTo>
                    <a:pt x="115183" y="61091"/>
                  </a:lnTo>
                  <a:lnTo>
                    <a:pt x="59317" y="86409"/>
                  </a:lnTo>
                  <a:lnTo>
                    <a:pt x="0" y="106762"/>
                  </a:lnTo>
                  <a:lnTo>
                    <a:pt x="0" y="238792"/>
                  </a:lnTo>
                  <a:lnTo>
                    <a:pt x="42184" y="230599"/>
                  </a:lnTo>
                  <a:lnTo>
                    <a:pt x="83332" y="216706"/>
                  </a:lnTo>
                  <a:lnTo>
                    <a:pt x="120914" y="198333"/>
                  </a:lnTo>
                  <a:lnTo>
                    <a:pt x="151394" y="176747"/>
                  </a:lnTo>
                  <a:lnTo>
                    <a:pt x="307726" y="176747"/>
                  </a:lnTo>
                  <a:lnTo>
                    <a:pt x="307726" y="0"/>
                  </a:lnTo>
                  <a:close/>
                </a:path>
              </a:pathLst>
            </a:custGeom>
            <a:solidFill>
              <a:srgbClr val="FFFF00"/>
            </a:solidFill>
          </p:spPr>
          <p:txBody>
            <a:bodyPr wrap="square" lIns="0" tIns="0" rIns="0" bIns="0" rtlCol="0"/>
            <a:lstStyle/>
            <a:p>
              <a:endParaRPr/>
            </a:p>
          </p:txBody>
        </p:sp>
        <p:sp>
          <p:nvSpPr>
            <p:cNvPr id="109" name="object 109"/>
            <p:cNvSpPr/>
            <p:nvPr/>
          </p:nvSpPr>
          <p:spPr>
            <a:xfrm>
              <a:off x="7402189" y="5513320"/>
              <a:ext cx="893444" cy="727710"/>
            </a:xfrm>
            <a:custGeom>
              <a:avLst/>
              <a:gdLst/>
              <a:ahLst/>
              <a:cxnLst/>
              <a:rect l="l" t="t" r="r" b="b"/>
              <a:pathLst>
                <a:path w="893445" h="727710">
                  <a:moveTo>
                    <a:pt x="798210" y="0"/>
                  </a:moveTo>
                  <a:lnTo>
                    <a:pt x="892942" y="0"/>
                  </a:lnTo>
                  <a:lnTo>
                    <a:pt x="892942" y="727685"/>
                  </a:lnTo>
                  <a:lnTo>
                    <a:pt x="736610" y="727685"/>
                  </a:lnTo>
                  <a:lnTo>
                    <a:pt x="736610" y="176747"/>
                  </a:lnTo>
                  <a:lnTo>
                    <a:pt x="729850" y="182377"/>
                  </a:lnTo>
                  <a:lnTo>
                    <a:pt x="697143" y="203299"/>
                  </a:lnTo>
                  <a:lnTo>
                    <a:pt x="658587" y="220647"/>
                  </a:lnTo>
                  <a:lnTo>
                    <a:pt x="616749" y="233254"/>
                  </a:lnTo>
                  <a:lnTo>
                    <a:pt x="585215" y="238792"/>
                  </a:lnTo>
                  <a:lnTo>
                    <a:pt x="585215" y="106762"/>
                  </a:lnTo>
                  <a:lnTo>
                    <a:pt x="615296" y="97205"/>
                  </a:lnTo>
                  <a:lnTo>
                    <a:pt x="644533" y="86409"/>
                  </a:lnTo>
                  <a:lnTo>
                    <a:pt x="700399" y="61091"/>
                  </a:lnTo>
                  <a:lnTo>
                    <a:pt x="751876" y="31929"/>
                  </a:lnTo>
                  <a:lnTo>
                    <a:pt x="775670" y="16316"/>
                  </a:lnTo>
                  <a:lnTo>
                    <a:pt x="798210" y="0"/>
                  </a:lnTo>
                  <a:close/>
                </a:path>
                <a:path w="893445" h="727710">
                  <a:moveTo>
                    <a:pt x="212994" y="0"/>
                  </a:moveTo>
                  <a:lnTo>
                    <a:pt x="307726" y="0"/>
                  </a:lnTo>
                  <a:lnTo>
                    <a:pt x="307726" y="727685"/>
                  </a:lnTo>
                  <a:lnTo>
                    <a:pt x="151394" y="727685"/>
                  </a:lnTo>
                  <a:lnTo>
                    <a:pt x="151394" y="176747"/>
                  </a:lnTo>
                  <a:lnTo>
                    <a:pt x="144634" y="182377"/>
                  </a:lnTo>
                  <a:lnTo>
                    <a:pt x="111925" y="203299"/>
                  </a:lnTo>
                  <a:lnTo>
                    <a:pt x="73319" y="220647"/>
                  </a:lnTo>
                  <a:lnTo>
                    <a:pt x="31533" y="233254"/>
                  </a:lnTo>
                  <a:lnTo>
                    <a:pt x="0" y="238792"/>
                  </a:lnTo>
                  <a:lnTo>
                    <a:pt x="0" y="106762"/>
                  </a:lnTo>
                  <a:lnTo>
                    <a:pt x="30080" y="97205"/>
                  </a:lnTo>
                  <a:lnTo>
                    <a:pt x="59317" y="86409"/>
                  </a:lnTo>
                  <a:lnTo>
                    <a:pt x="115183" y="61091"/>
                  </a:lnTo>
                  <a:lnTo>
                    <a:pt x="166660" y="31929"/>
                  </a:lnTo>
                  <a:lnTo>
                    <a:pt x="190454" y="16316"/>
                  </a:lnTo>
                  <a:lnTo>
                    <a:pt x="212994" y="0"/>
                  </a:lnTo>
                  <a:close/>
                </a:path>
              </a:pathLst>
            </a:custGeom>
            <a:ln w="12191">
              <a:solidFill>
                <a:srgbClr val="000000"/>
              </a:solidFill>
            </a:ln>
          </p:spPr>
          <p:txBody>
            <a:bodyPr wrap="square" lIns="0" tIns="0" rIns="0" bIns="0" rtlCol="0"/>
            <a:lstStyle/>
            <a:p>
              <a:endParaRPr/>
            </a:p>
          </p:txBody>
        </p:sp>
        <p:sp>
          <p:nvSpPr>
            <p:cNvPr id="110" name="object 110"/>
            <p:cNvSpPr/>
            <p:nvPr/>
          </p:nvSpPr>
          <p:spPr>
            <a:xfrm>
              <a:off x="6754368" y="5231891"/>
              <a:ext cx="2218944" cy="1345692"/>
            </a:xfrm>
            <a:prstGeom prst="rect">
              <a:avLst/>
            </a:prstGeom>
            <a:blipFill>
              <a:blip r:embed="rId44" cstate="print"/>
              <a:stretch>
                <a:fillRect/>
              </a:stretch>
            </a:blipFill>
          </p:spPr>
          <p:txBody>
            <a:bodyPr wrap="square" lIns="0" tIns="0" rIns="0" bIns="0" rtlCol="0"/>
            <a:lstStyle/>
            <a:p>
              <a:endParaRPr/>
            </a:p>
          </p:txBody>
        </p:sp>
        <p:sp>
          <p:nvSpPr>
            <p:cNvPr id="111" name="object 111"/>
            <p:cNvSpPr/>
            <p:nvPr/>
          </p:nvSpPr>
          <p:spPr>
            <a:xfrm>
              <a:off x="6600444" y="4914899"/>
              <a:ext cx="2543555" cy="1943100"/>
            </a:xfrm>
            <a:prstGeom prst="rect">
              <a:avLst/>
            </a:prstGeom>
            <a:blipFill>
              <a:blip r:embed="rId45" cstate="print"/>
              <a:stretch>
                <a:fillRect/>
              </a:stretch>
            </a:blipFill>
          </p:spPr>
          <p:txBody>
            <a:bodyPr wrap="square" lIns="0" tIns="0" rIns="0" bIns="0" rtlCol="0"/>
            <a:lstStyle/>
            <a:p>
              <a:endParaRPr/>
            </a:p>
          </p:txBody>
        </p:sp>
        <p:sp>
          <p:nvSpPr>
            <p:cNvPr id="112" name="object 112"/>
            <p:cNvSpPr/>
            <p:nvPr/>
          </p:nvSpPr>
          <p:spPr>
            <a:xfrm>
              <a:off x="6835658" y="5292983"/>
              <a:ext cx="2057400" cy="1184275"/>
            </a:xfrm>
            <a:custGeom>
              <a:avLst/>
              <a:gdLst/>
              <a:ahLst/>
              <a:cxnLst/>
              <a:rect l="l" t="t" r="r" b="b"/>
              <a:pathLst>
                <a:path w="2057400" h="1184275">
                  <a:moveTo>
                    <a:pt x="1824868"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488"/>
                  </a:lnTo>
                  <a:lnTo>
                    <a:pt x="4724" y="998354"/>
                  </a:lnTo>
                  <a:lnTo>
                    <a:pt x="18275" y="1042003"/>
                  </a:lnTo>
                  <a:lnTo>
                    <a:pt x="39715" y="1081502"/>
                  </a:lnTo>
                  <a:lnTo>
                    <a:pt x="68111" y="1115915"/>
                  </a:lnTo>
                  <a:lnTo>
                    <a:pt x="102526" y="1144307"/>
                  </a:lnTo>
                  <a:lnTo>
                    <a:pt x="142024" y="1165745"/>
                  </a:lnTo>
                  <a:lnTo>
                    <a:pt x="185671" y="1179293"/>
                  </a:lnTo>
                  <a:lnTo>
                    <a:pt x="232531" y="1184016"/>
                  </a:lnTo>
                  <a:lnTo>
                    <a:pt x="1824868" y="1184016"/>
                  </a:lnTo>
                  <a:lnTo>
                    <a:pt x="1871719" y="1179293"/>
                  </a:lnTo>
                  <a:lnTo>
                    <a:pt x="1915362" y="1165745"/>
                  </a:lnTo>
                  <a:lnTo>
                    <a:pt x="1954860" y="1144307"/>
                  </a:lnTo>
                  <a:lnTo>
                    <a:pt x="1989277" y="1115915"/>
                  </a:lnTo>
                  <a:lnTo>
                    <a:pt x="2017676" y="1081502"/>
                  </a:lnTo>
                  <a:lnTo>
                    <a:pt x="2039120" y="1042003"/>
                  </a:lnTo>
                  <a:lnTo>
                    <a:pt x="2052674" y="998354"/>
                  </a:lnTo>
                  <a:lnTo>
                    <a:pt x="2057399" y="951488"/>
                  </a:lnTo>
                  <a:lnTo>
                    <a:pt x="2057399" y="232528"/>
                  </a:lnTo>
                  <a:lnTo>
                    <a:pt x="2052674" y="185673"/>
                  </a:lnTo>
                  <a:lnTo>
                    <a:pt x="2039120" y="142028"/>
                  </a:lnTo>
                  <a:lnTo>
                    <a:pt x="2017676" y="102530"/>
                  </a:lnTo>
                  <a:lnTo>
                    <a:pt x="1989277" y="68115"/>
                  </a:lnTo>
                  <a:lnTo>
                    <a:pt x="1954860" y="39718"/>
                  </a:lnTo>
                  <a:lnTo>
                    <a:pt x="1915362" y="18276"/>
                  </a:lnTo>
                  <a:lnTo>
                    <a:pt x="1871719" y="4725"/>
                  </a:lnTo>
                  <a:lnTo>
                    <a:pt x="1824868" y="0"/>
                  </a:lnTo>
                  <a:close/>
                </a:path>
              </a:pathLst>
            </a:custGeom>
            <a:solidFill>
              <a:srgbClr val="252525"/>
            </a:solidFill>
          </p:spPr>
          <p:txBody>
            <a:bodyPr wrap="square" lIns="0" tIns="0" rIns="0" bIns="0" rtlCol="0"/>
            <a:lstStyle/>
            <a:p>
              <a:endParaRPr/>
            </a:p>
          </p:txBody>
        </p:sp>
        <p:sp>
          <p:nvSpPr>
            <p:cNvPr id="113" name="object 113"/>
            <p:cNvSpPr/>
            <p:nvPr/>
          </p:nvSpPr>
          <p:spPr>
            <a:xfrm>
              <a:off x="6835658" y="529298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68" y="0"/>
                  </a:lnTo>
                  <a:lnTo>
                    <a:pt x="1871719" y="4725"/>
                  </a:lnTo>
                  <a:lnTo>
                    <a:pt x="1915362" y="18276"/>
                  </a:lnTo>
                  <a:lnTo>
                    <a:pt x="1954860" y="39718"/>
                  </a:lnTo>
                  <a:lnTo>
                    <a:pt x="1989277" y="68115"/>
                  </a:lnTo>
                  <a:lnTo>
                    <a:pt x="2017676" y="102530"/>
                  </a:lnTo>
                  <a:lnTo>
                    <a:pt x="2039120" y="142028"/>
                  </a:lnTo>
                  <a:lnTo>
                    <a:pt x="2052674" y="185673"/>
                  </a:lnTo>
                  <a:lnTo>
                    <a:pt x="2057399" y="232528"/>
                  </a:lnTo>
                  <a:lnTo>
                    <a:pt x="2057399" y="951488"/>
                  </a:lnTo>
                  <a:lnTo>
                    <a:pt x="2052674" y="998354"/>
                  </a:lnTo>
                  <a:lnTo>
                    <a:pt x="2039120" y="1042003"/>
                  </a:lnTo>
                  <a:lnTo>
                    <a:pt x="2017676" y="1081502"/>
                  </a:lnTo>
                  <a:lnTo>
                    <a:pt x="1989277" y="1115915"/>
                  </a:lnTo>
                  <a:lnTo>
                    <a:pt x="1954860" y="1144307"/>
                  </a:lnTo>
                  <a:lnTo>
                    <a:pt x="1915362" y="1165745"/>
                  </a:lnTo>
                  <a:lnTo>
                    <a:pt x="1871719" y="1179293"/>
                  </a:lnTo>
                  <a:lnTo>
                    <a:pt x="1824868" y="1184016"/>
                  </a:lnTo>
                  <a:lnTo>
                    <a:pt x="232531" y="1184016"/>
                  </a:lnTo>
                  <a:lnTo>
                    <a:pt x="185671" y="1179293"/>
                  </a:lnTo>
                  <a:lnTo>
                    <a:pt x="142024" y="1165745"/>
                  </a:lnTo>
                  <a:lnTo>
                    <a:pt x="102526" y="1144307"/>
                  </a:lnTo>
                  <a:lnTo>
                    <a:pt x="68111" y="1115915"/>
                  </a:lnTo>
                  <a:lnTo>
                    <a:pt x="39715" y="1081502"/>
                  </a:lnTo>
                  <a:lnTo>
                    <a:pt x="18275" y="1042003"/>
                  </a:lnTo>
                  <a:lnTo>
                    <a:pt x="4724"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114" name="object 114"/>
            <p:cNvSpPr/>
            <p:nvPr/>
          </p:nvSpPr>
          <p:spPr>
            <a:xfrm>
              <a:off x="6641592" y="4936234"/>
              <a:ext cx="2481072" cy="1921764"/>
            </a:xfrm>
            <a:prstGeom prst="rect">
              <a:avLst/>
            </a:prstGeom>
            <a:blipFill>
              <a:blip r:embed="rId46" cstate="print"/>
              <a:stretch>
                <a:fillRect/>
              </a:stretch>
            </a:blipFill>
          </p:spPr>
          <p:txBody>
            <a:bodyPr wrap="square" lIns="0" tIns="0" rIns="0" bIns="0" rtlCol="0"/>
            <a:lstStyle/>
            <a:p>
              <a:endParaRPr/>
            </a:p>
          </p:txBody>
        </p:sp>
        <p:sp>
          <p:nvSpPr>
            <p:cNvPr id="115" name="object 115"/>
            <p:cNvSpPr/>
            <p:nvPr/>
          </p:nvSpPr>
          <p:spPr>
            <a:xfrm>
              <a:off x="7383658" y="5529202"/>
              <a:ext cx="996315" cy="727710"/>
            </a:xfrm>
            <a:custGeom>
              <a:avLst/>
              <a:gdLst/>
              <a:ahLst/>
              <a:cxnLst/>
              <a:rect l="l" t="t" r="r" b="b"/>
              <a:pathLst>
                <a:path w="996315" h="727710">
                  <a:moveTo>
                    <a:pt x="982439" y="129052"/>
                  </a:moveTo>
                  <a:lnTo>
                    <a:pt x="731123" y="129052"/>
                  </a:lnTo>
                  <a:lnTo>
                    <a:pt x="755992" y="130510"/>
                  </a:lnTo>
                  <a:lnTo>
                    <a:pt x="777438" y="134885"/>
                  </a:lnTo>
                  <a:lnTo>
                    <a:pt x="821396" y="165441"/>
                  </a:lnTo>
                  <a:lnTo>
                    <a:pt x="835914" y="221373"/>
                  </a:lnTo>
                  <a:lnTo>
                    <a:pt x="835413" y="232862"/>
                  </a:lnTo>
                  <a:lnTo>
                    <a:pt x="823545" y="275561"/>
                  </a:lnTo>
                  <a:lnTo>
                    <a:pt x="795359" y="316059"/>
                  </a:lnTo>
                  <a:lnTo>
                    <a:pt x="764164" y="346447"/>
                  </a:lnTo>
                  <a:lnTo>
                    <a:pt x="724443" y="378133"/>
                  </a:lnTo>
                  <a:lnTo>
                    <a:pt x="694226" y="400128"/>
                  </a:lnTo>
                  <a:lnTo>
                    <a:pt x="678732" y="411777"/>
                  </a:lnTo>
                  <a:lnTo>
                    <a:pt x="646541" y="437031"/>
                  </a:lnTo>
                  <a:lnTo>
                    <a:pt x="614857" y="465569"/>
                  </a:lnTo>
                  <a:lnTo>
                    <a:pt x="585734" y="498073"/>
                  </a:lnTo>
                  <a:lnTo>
                    <a:pt x="560287" y="534805"/>
                  </a:lnTo>
                  <a:lnTo>
                    <a:pt x="539617" y="576001"/>
                  </a:lnTo>
                  <a:lnTo>
                    <a:pt x="525795" y="622228"/>
                  </a:lnTo>
                  <a:lnTo>
                    <a:pt x="521208" y="674037"/>
                  </a:lnTo>
                  <a:lnTo>
                    <a:pt x="521208" y="727639"/>
                  </a:lnTo>
                  <a:lnTo>
                    <a:pt x="994775" y="727639"/>
                  </a:lnTo>
                  <a:lnTo>
                    <a:pt x="994775" y="597596"/>
                  </a:lnTo>
                  <a:lnTo>
                    <a:pt x="693023" y="597596"/>
                  </a:lnTo>
                  <a:lnTo>
                    <a:pt x="693645" y="590556"/>
                  </a:lnTo>
                  <a:lnTo>
                    <a:pt x="714580" y="552740"/>
                  </a:lnTo>
                  <a:lnTo>
                    <a:pt x="747895" y="520542"/>
                  </a:lnTo>
                  <a:lnTo>
                    <a:pt x="779825" y="495705"/>
                  </a:lnTo>
                  <a:lnTo>
                    <a:pt x="814578" y="470535"/>
                  </a:lnTo>
                  <a:lnTo>
                    <a:pt x="832034" y="458264"/>
                  </a:lnTo>
                  <a:lnTo>
                    <a:pt x="849165" y="445774"/>
                  </a:lnTo>
                  <a:lnTo>
                    <a:pt x="882517" y="420148"/>
                  </a:lnTo>
                  <a:lnTo>
                    <a:pt x="913382" y="392791"/>
                  </a:lnTo>
                  <a:lnTo>
                    <a:pt x="940429" y="362818"/>
                  </a:lnTo>
                  <a:lnTo>
                    <a:pt x="962981" y="329819"/>
                  </a:lnTo>
                  <a:lnTo>
                    <a:pt x="980572" y="293345"/>
                  </a:lnTo>
                  <a:lnTo>
                    <a:pt x="991998" y="252394"/>
                  </a:lnTo>
                  <a:lnTo>
                    <a:pt x="995812" y="205977"/>
                  </a:lnTo>
                  <a:lnTo>
                    <a:pt x="994815" y="183438"/>
                  </a:lnTo>
                  <a:lnTo>
                    <a:pt x="991842" y="161988"/>
                  </a:lnTo>
                  <a:lnTo>
                    <a:pt x="986913" y="141626"/>
                  </a:lnTo>
                  <a:lnTo>
                    <a:pt x="982439" y="129052"/>
                  </a:lnTo>
                  <a:close/>
                </a:path>
                <a:path w="996315" h="727710">
                  <a:moveTo>
                    <a:pt x="764926" y="3928"/>
                  </a:moveTo>
                  <a:lnTo>
                    <a:pt x="708109" y="7690"/>
                  </a:lnTo>
                  <a:lnTo>
                    <a:pt x="654257" y="18969"/>
                  </a:lnTo>
                  <a:lnTo>
                    <a:pt x="603381" y="37753"/>
                  </a:lnTo>
                  <a:lnTo>
                    <a:pt x="555498" y="64032"/>
                  </a:lnTo>
                  <a:lnTo>
                    <a:pt x="555498" y="202012"/>
                  </a:lnTo>
                  <a:lnTo>
                    <a:pt x="597902" y="170093"/>
                  </a:lnTo>
                  <a:lnTo>
                    <a:pt x="641310" y="147293"/>
                  </a:lnTo>
                  <a:lnTo>
                    <a:pt x="685718" y="133612"/>
                  </a:lnTo>
                  <a:lnTo>
                    <a:pt x="731123" y="129052"/>
                  </a:lnTo>
                  <a:lnTo>
                    <a:pt x="982439" y="129052"/>
                  </a:lnTo>
                  <a:lnTo>
                    <a:pt x="980053" y="122349"/>
                  </a:lnTo>
                  <a:lnTo>
                    <a:pt x="960912" y="87664"/>
                  </a:lnTo>
                  <a:lnTo>
                    <a:pt x="934730" y="58542"/>
                  </a:lnTo>
                  <a:lnTo>
                    <a:pt x="901617" y="35300"/>
                  </a:lnTo>
                  <a:lnTo>
                    <a:pt x="861943" y="18156"/>
                  </a:lnTo>
                  <a:lnTo>
                    <a:pt x="816246" y="7471"/>
                  </a:lnTo>
                  <a:lnTo>
                    <a:pt x="791280" y="4812"/>
                  </a:lnTo>
                  <a:lnTo>
                    <a:pt x="764926" y="3928"/>
                  </a:lnTo>
                  <a:close/>
                </a:path>
                <a:path w="996315" h="727710">
                  <a:moveTo>
                    <a:pt x="307848" y="176701"/>
                  </a:moveTo>
                  <a:lnTo>
                    <a:pt x="151394" y="176701"/>
                  </a:lnTo>
                  <a:lnTo>
                    <a:pt x="151394" y="727639"/>
                  </a:lnTo>
                  <a:lnTo>
                    <a:pt x="307848" y="727639"/>
                  </a:lnTo>
                  <a:lnTo>
                    <a:pt x="307848" y="176701"/>
                  </a:lnTo>
                  <a:close/>
                </a:path>
                <a:path w="996315" h="727710">
                  <a:moveTo>
                    <a:pt x="307848" y="0"/>
                  </a:moveTo>
                  <a:lnTo>
                    <a:pt x="212963" y="0"/>
                  </a:lnTo>
                  <a:lnTo>
                    <a:pt x="190489" y="16308"/>
                  </a:lnTo>
                  <a:lnTo>
                    <a:pt x="166691" y="31914"/>
                  </a:lnTo>
                  <a:lnTo>
                    <a:pt x="115183" y="61042"/>
                  </a:lnTo>
                  <a:lnTo>
                    <a:pt x="59352" y="86362"/>
                  </a:lnTo>
                  <a:lnTo>
                    <a:pt x="0" y="106716"/>
                  </a:lnTo>
                  <a:lnTo>
                    <a:pt x="0" y="238743"/>
                  </a:lnTo>
                  <a:lnTo>
                    <a:pt x="42275" y="230553"/>
                  </a:lnTo>
                  <a:lnTo>
                    <a:pt x="83423" y="216657"/>
                  </a:lnTo>
                  <a:lnTo>
                    <a:pt x="120914" y="198299"/>
                  </a:lnTo>
                  <a:lnTo>
                    <a:pt x="151394" y="176701"/>
                  </a:lnTo>
                  <a:lnTo>
                    <a:pt x="307848" y="176701"/>
                  </a:lnTo>
                  <a:lnTo>
                    <a:pt x="307848" y="0"/>
                  </a:lnTo>
                  <a:close/>
                </a:path>
              </a:pathLst>
            </a:custGeom>
            <a:solidFill>
              <a:srgbClr val="FFFF00"/>
            </a:solidFill>
          </p:spPr>
          <p:txBody>
            <a:bodyPr wrap="square" lIns="0" tIns="0" rIns="0" bIns="0" rtlCol="0"/>
            <a:lstStyle/>
            <a:p>
              <a:endParaRPr/>
            </a:p>
          </p:txBody>
        </p:sp>
        <p:sp>
          <p:nvSpPr>
            <p:cNvPr id="116" name="object 116"/>
            <p:cNvSpPr/>
            <p:nvPr/>
          </p:nvSpPr>
          <p:spPr>
            <a:xfrm>
              <a:off x="7383658" y="5529203"/>
              <a:ext cx="996315" cy="727710"/>
            </a:xfrm>
            <a:custGeom>
              <a:avLst/>
              <a:gdLst/>
              <a:ahLst/>
              <a:cxnLst/>
              <a:rect l="l" t="t" r="r" b="b"/>
              <a:pathLst>
                <a:path w="996315" h="727710">
                  <a:moveTo>
                    <a:pt x="764926" y="3928"/>
                  </a:moveTo>
                  <a:lnTo>
                    <a:pt x="816246" y="7471"/>
                  </a:lnTo>
                  <a:lnTo>
                    <a:pt x="861943" y="18156"/>
                  </a:lnTo>
                  <a:lnTo>
                    <a:pt x="901617" y="35300"/>
                  </a:lnTo>
                  <a:lnTo>
                    <a:pt x="934730" y="58542"/>
                  </a:lnTo>
                  <a:lnTo>
                    <a:pt x="960912" y="87664"/>
                  </a:lnTo>
                  <a:lnTo>
                    <a:pt x="980053" y="122349"/>
                  </a:lnTo>
                  <a:lnTo>
                    <a:pt x="991842" y="161988"/>
                  </a:lnTo>
                  <a:lnTo>
                    <a:pt x="995812" y="205977"/>
                  </a:lnTo>
                  <a:lnTo>
                    <a:pt x="994858" y="229869"/>
                  </a:lnTo>
                  <a:lnTo>
                    <a:pt x="987235" y="273553"/>
                  </a:lnTo>
                  <a:lnTo>
                    <a:pt x="972409" y="312015"/>
                  </a:lnTo>
                  <a:lnTo>
                    <a:pt x="952312" y="346754"/>
                  </a:lnTo>
                  <a:lnTo>
                    <a:pt x="927382" y="378133"/>
                  </a:lnTo>
                  <a:lnTo>
                    <a:pt x="898428" y="406794"/>
                  </a:lnTo>
                  <a:lnTo>
                    <a:pt x="865987" y="433069"/>
                  </a:lnTo>
                  <a:lnTo>
                    <a:pt x="832034" y="458263"/>
                  </a:lnTo>
                  <a:lnTo>
                    <a:pt x="814577" y="470534"/>
                  </a:lnTo>
                  <a:lnTo>
                    <a:pt x="802768" y="478955"/>
                  </a:lnTo>
                  <a:lnTo>
                    <a:pt x="768736" y="504038"/>
                  </a:lnTo>
                  <a:lnTo>
                    <a:pt x="738475" y="528703"/>
                  </a:lnTo>
                  <a:lnTo>
                    <a:pt x="708320" y="560572"/>
                  </a:lnTo>
                  <a:lnTo>
                    <a:pt x="693023" y="597596"/>
                  </a:lnTo>
                  <a:lnTo>
                    <a:pt x="994775" y="597596"/>
                  </a:lnTo>
                  <a:lnTo>
                    <a:pt x="994775" y="727639"/>
                  </a:lnTo>
                  <a:lnTo>
                    <a:pt x="521207" y="727639"/>
                  </a:lnTo>
                  <a:lnTo>
                    <a:pt x="521207" y="674037"/>
                  </a:lnTo>
                  <a:lnTo>
                    <a:pt x="525795" y="622228"/>
                  </a:lnTo>
                  <a:lnTo>
                    <a:pt x="539617" y="576001"/>
                  </a:lnTo>
                  <a:lnTo>
                    <a:pt x="560287" y="534805"/>
                  </a:lnTo>
                  <a:lnTo>
                    <a:pt x="585734" y="498073"/>
                  </a:lnTo>
                  <a:lnTo>
                    <a:pt x="614857" y="465569"/>
                  </a:lnTo>
                  <a:lnTo>
                    <a:pt x="646541" y="437031"/>
                  </a:lnTo>
                  <a:lnTo>
                    <a:pt x="678732" y="411777"/>
                  </a:lnTo>
                  <a:lnTo>
                    <a:pt x="724507" y="378087"/>
                  </a:lnTo>
                  <a:lnTo>
                    <a:pt x="738720" y="367293"/>
                  </a:lnTo>
                  <a:lnTo>
                    <a:pt x="775492" y="336285"/>
                  </a:lnTo>
                  <a:lnTo>
                    <a:pt x="803909" y="305991"/>
                  </a:lnTo>
                  <a:lnTo>
                    <a:pt x="828050" y="265294"/>
                  </a:lnTo>
                  <a:lnTo>
                    <a:pt x="835913" y="221373"/>
                  </a:lnTo>
                  <a:lnTo>
                    <a:pt x="834298" y="199936"/>
                  </a:lnTo>
                  <a:lnTo>
                    <a:pt x="810127" y="152387"/>
                  </a:lnTo>
                  <a:lnTo>
                    <a:pt x="755992" y="130510"/>
                  </a:lnTo>
                  <a:lnTo>
                    <a:pt x="731123" y="129052"/>
                  </a:lnTo>
                  <a:lnTo>
                    <a:pt x="685718" y="133612"/>
                  </a:lnTo>
                  <a:lnTo>
                    <a:pt x="641310" y="147293"/>
                  </a:lnTo>
                  <a:lnTo>
                    <a:pt x="597902" y="170093"/>
                  </a:lnTo>
                  <a:lnTo>
                    <a:pt x="555497" y="202012"/>
                  </a:lnTo>
                  <a:lnTo>
                    <a:pt x="555497" y="64032"/>
                  </a:lnTo>
                  <a:lnTo>
                    <a:pt x="603381" y="37753"/>
                  </a:lnTo>
                  <a:lnTo>
                    <a:pt x="654256" y="18969"/>
                  </a:lnTo>
                  <a:lnTo>
                    <a:pt x="708109" y="7690"/>
                  </a:lnTo>
                  <a:lnTo>
                    <a:pt x="764926" y="3928"/>
                  </a:lnTo>
                  <a:close/>
                </a:path>
                <a:path w="996315" h="727710">
                  <a:moveTo>
                    <a:pt x="212963" y="0"/>
                  </a:moveTo>
                  <a:lnTo>
                    <a:pt x="307847" y="0"/>
                  </a:lnTo>
                  <a:lnTo>
                    <a:pt x="307847" y="727639"/>
                  </a:lnTo>
                  <a:lnTo>
                    <a:pt x="151394" y="727639"/>
                  </a:lnTo>
                  <a:lnTo>
                    <a:pt x="151394" y="176701"/>
                  </a:lnTo>
                  <a:lnTo>
                    <a:pt x="144689" y="182331"/>
                  </a:lnTo>
                  <a:lnTo>
                    <a:pt x="111978" y="203256"/>
                  </a:lnTo>
                  <a:lnTo>
                    <a:pt x="73428" y="220598"/>
                  </a:lnTo>
                  <a:lnTo>
                    <a:pt x="31641" y="233208"/>
                  </a:lnTo>
                  <a:lnTo>
                    <a:pt x="0" y="238743"/>
                  </a:lnTo>
                  <a:lnTo>
                    <a:pt x="0" y="106716"/>
                  </a:lnTo>
                  <a:lnTo>
                    <a:pt x="30119" y="97159"/>
                  </a:lnTo>
                  <a:lnTo>
                    <a:pt x="59352" y="86362"/>
                  </a:lnTo>
                  <a:lnTo>
                    <a:pt x="115183" y="61042"/>
                  </a:lnTo>
                  <a:lnTo>
                    <a:pt x="166691" y="31914"/>
                  </a:lnTo>
                  <a:lnTo>
                    <a:pt x="190489" y="16308"/>
                  </a:lnTo>
                  <a:lnTo>
                    <a:pt x="212963" y="0"/>
                  </a:lnTo>
                  <a:close/>
                </a:path>
              </a:pathLst>
            </a:custGeom>
            <a:ln w="12191">
              <a:solidFill>
                <a:srgbClr val="000000"/>
              </a:solidFill>
            </a:ln>
          </p:spPr>
          <p:txBody>
            <a:bodyPr wrap="square" lIns="0" tIns="0" rIns="0" bIns="0" rtlCol="0"/>
            <a:lstStyle/>
            <a:p>
              <a:endParaRPr/>
            </a:p>
          </p:txBody>
        </p:sp>
        <p:sp>
          <p:nvSpPr>
            <p:cNvPr id="117" name="object 117"/>
            <p:cNvSpPr/>
            <p:nvPr/>
          </p:nvSpPr>
          <p:spPr>
            <a:xfrm>
              <a:off x="6786372" y="5253227"/>
              <a:ext cx="2218944" cy="1345691"/>
            </a:xfrm>
            <a:prstGeom prst="rect">
              <a:avLst/>
            </a:prstGeom>
            <a:blipFill>
              <a:blip r:embed="rId47" cstate="print"/>
              <a:stretch>
                <a:fillRect/>
              </a:stretch>
            </a:blipFill>
          </p:spPr>
          <p:txBody>
            <a:bodyPr wrap="square" lIns="0" tIns="0" rIns="0" bIns="0" rtlCol="0"/>
            <a:lstStyle/>
            <a:p>
              <a:endParaRPr/>
            </a:p>
          </p:txBody>
        </p:sp>
        <p:sp>
          <p:nvSpPr>
            <p:cNvPr id="118" name="object 118"/>
            <p:cNvSpPr/>
            <p:nvPr/>
          </p:nvSpPr>
          <p:spPr>
            <a:xfrm>
              <a:off x="6632448" y="4934710"/>
              <a:ext cx="2511551" cy="1923288"/>
            </a:xfrm>
            <a:prstGeom prst="rect">
              <a:avLst/>
            </a:prstGeom>
            <a:blipFill>
              <a:blip r:embed="rId48" cstate="print"/>
              <a:stretch>
                <a:fillRect/>
              </a:stretch>
            </a:blipFill>
          </p:spPr>
          <p:txBody>
            <a:bodyPr wrap="square" lIns="0" tIns="0" rIns="0" bIns="0" rtlCol="0"/>
            <a:lstStyle/>
            <a:p>
              <a:endParaRPr/>
            </a:p>
          </p:txBody>
        </p:sp>
        <p:sp>
          <p:nvSpPr>
            <p:cNvPr id="119" name="object 119"/>
            <p:cNvSpPr/>
            <p:nvPr/>
          </p:nvSpPr>
          <p:spPr>
            <a:xfrm>
              <a:off x="6867540" y="5313426"/>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837" y="1184087"/>
                  </a:lnTo>
                  <a:lnTo>
                    <a:pt x="1871698" y="1179362"/>
                  </a:lnTo>
                  <a:lnTo>
                    <a:pt x="1915349" y="1165813"/>
                  </a:lnTo>
                  <a:lnTo>
                    <a:pt x="1954852" y="1144375"/>
                  </a:lnTo>
                  <a:lnTo>
                    <a:pt x="1989273" y="1115982"/>
                  </a:lnTo>
                  <a:lnTo>
                    <a:pt x="2017674" y="1081569"/>
                  </a:lnTo>
                  <a:lnTo>
                    <a:pt x="2039120" y="1042073"/>
                  </a:lnTo>
                  <a:lnTo>
                    <a:pt x="2052673" y="998428"/>
                  </a:lnTo>
                  <a:lnTo>
                    <a:pt x="2057399" y="951570"/>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20" name="object 120"/>
            <p:cNvSpPr/>
            <p:nvPr/>
          </p:nvSpPr>
          <p:spPr>
            <a:xfrm>
              <a:off x="6867540" y="53134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70"/>
                  </a:lnTo>
                  <a:lnTo>
                    <a:pt x="2052673" y="998428"/>
                  </a:lnTo>
                  <a:lnTo>
                    <a:pt x="2039120" y="1042073"/>
                  </a:lnTo>
                  <a:lnTo>
                    <a:pt x="2017674" y="1081569"/>
                  </a:lnTo>
                  <a:lnTo>
                    <a:pt x="1989273" y="1115982"/>
                  </a:lnTo>
                  <a:lnTo>
                    <a:pt x="1954852" y="1144375"/>
                  </a:lnTo>
                  <a:lnTo>
                    <a:pt x="1915349" y="1165813"/>
                  </a:lnTo>
                  <a:lnTo>
                    <a:pt x="1871698" y="1179362"/>
                  </a:lnTo>
                  <a:lnTo>
                    <a:pt x="1824837"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21" name="object 121"/>
            <p:cNvSpPr/>
            <p:nvPr/>
          </p:nvSpPr>
          <p:spPr>
            <a:xfrm>
              <a:off x="6673596" y="4956047"/>
              <a:ext cx="2470404" cy="1901952"/>
            </a:xfrm>
            <a:prstGeom prst="rect">
              <a:avLst/>
            </a:prstGeom>
            <a:blipFill>
              <a:blip r:embed="rId49" cstate="print"/>
              <a:stretch>
                <a:fillRect/>
              </a:stretch>
            </a:blipFill>
          </p:spPr>
          <p:txBody>
            <a:bodyPr wrap="square" lIns="0" tIns="0" rIns="0" bIns="0" rtlCol="0"/>
            <a:lstStyle/>
            <a:p>
              <a:endParaRPr/>
            </a:p>
          </p:txBody>
        </p:sp>
        <p:sp>
          <p:nvSpPr>
            <p:cNvPr id="122" name="object 122"/>
            <p:cNvSpPr/>
            <p:nvPr/>
          </p:nvSpPr>
          <p:spPr>
            <a:xfrm>
              <a:off x="7415662" y="5549776"/>
              <a:ext cx="991869" cy="740410"/>
            </a:xfrm>
            <a:custGeom>
              <a:avLst/>
              <a:gdLst/>
              <a:ahLst/>
              <a:cxnLst/>
              <a:rect l="l" t="t" r="r" b="b"/>
              <a:pathLst>
                <a:path w="991870" h="740410">
                  <a:moveTo>
                    <a:pt x="537972" y="567760"/>
                  </a:moveTo>
                  <a:lnTo>
                    <a:pt x="537972" y="704255"/>
                  </a:lnTo>
                  <a:lnTo>
                    <a:pt x="575040" y="719888"/>
                  </a:lnTo>
                  <a:lnTo>
                    <a:pt x="617280" y="731053"/>
                  </a:lnTo>
                  <a:lnTo>
                    <a:pt x="664664" y="737751"/>
                  </a:lnTo>
                  <a:lnTo>
                    <a:pt x="717163" y="739984"/>
                  </a:lnTo>
                  <a:lnTo>
                    <a:pt x="777989" y="736356"/>
                  </a:lnTo>
                  <a:lnTo>
                    <a:pt x="831856" y="725470"/>
                  </a:lnTo>
                  <a:lnTo>
                    <a:pt x="878768" y="707321"/>
                  </a:lnTo>
                  <a:lnTo>
                    <a:pt x="918728" y="681907"/>
                  </a:lnTo>
                  <a:lnTo>
                    <a:pt x="950625" y="650268"/>
                  </a:lnTo>
                  <a:lnTo>
                    <a:pt x="969407" y="619874"/>
                  </a:lnTo>
                  <a:lnTo>
                    <a:pt x="704728" y="619874"/>
                  </a:lnTo>
                  <a:lnTo>
                    <a:pt x="658569" y="616616"/>
                  </a:lnTo>
                  <a:lnTo>
                    <a:pt x="615383" y="606841"/>
                  </a:lnTo>
                  <a:lnTo>
                    <a:pt x="575180" y="590555"/>
                  </a:lnTo>
                  <a:lnTo>
                    <a:pt x="537972" y="567760"/>
                  </a:lnTo>
                  <a:close/>
                </a:path>
                <a:path w="991870" h="740410">
                  <a:moveTo>
                    <a:pt x="959842" y="123526"/>
                  </a:moveTo>
                  <a:lnTo>
                    <a:pt x="703844" y="123526"/>
                  </a:lnTo>
                  <a:lnTo>
                    <a:pt x="750512" y="128955"/>
                  </a:lnTo>
                  <a:lnTo>
                    <a:pt x="783850" y="145243"/>
                  </a:lnTo>
                  <a:lnTo>
                    <a:pt x="803855" y="172389"/>
                  </a:lnTo>
                  <a:lnTo>
                    <a:pt x="810524" y="210394"/>
                  </a:lnTo>
                  <a:lnTo>
                    <a:pt x="801833" y="250783"/>
                  </a:lnTo>
                  <a:lnTo>
                    <a:pt x="775769" y="279634"/>
                  </a:lnTo>
                  <a:lnTo>
                    <a:pt x="732342" y="296944"/>
                  </a:lnTo>
                  <a:lnTo>
                    <a:pt x="671565" y="302715"/>
                  </a:lnTo>
                  <a:lnTo>
                    <a:pt x="610483" y="302715"/>
                  </a:lnTo>
                  <a:lnTo>
                    <a:pt x="610483" y="422827"/>
                  </a:lnTo>
                  <a:lnTo>
                    <a:pt x="676534" y="422827"/>
                  </a:lnTo>
                  <a:lnTo>
                    <a:pt x="710795" y="424439"/>
                  </a:lnTo>
                  <a:lnTo>
                    <a:pt x="767749" y="437342"/>
                  </a:lnTo>
                  <a:lnTo>
                    <a:pt x="808534" y="462908"/>
                  </a:lnTo>
                  <a:lnTo>
                    <a:pt x="829262" y="499635"/>
                  </a:lnTo>
                  <a:lnTo>
                    <a:pt x="831860" y="522088"/>
                  </a:lnTo>
                  <a:lnTo>
                    <a:pt x="829763" y="543900"/>
                  </a:lnTo>
                  <a:lnTo>
                    <a:pt x="812996" y="579886"/>
                  </a:lnTo>
                  <a:lnTo>
                    <a:pt x="779908" y="605353"/>
                  </a:lnTo>
                  <a:lnTo>
                    <a:pt x="733129" y="618261"/>
                  </a:lnTo>
                  <a:lnTo>
                    <a:pt x="704728" y="619874"/>
                  </a:lnTo>
                  <a:lnTo>
                    <a:pt x="969407" y="619874"/>
                  </a:lnTo>
                  <a:lnTo>
                    <a:pt x="973397" y="613417"/>
                  </a:lnTo>
                  <a:lnTo>
                    <a:pt x="987055" y="571352"/>
                  </a:lnTo>
                  <a:lnTo>
                    <a:pt x="991605" y="524076"/>
                  </a:lnTo>
                  <a:lnTo>
                    <a:pt x="988887" y="492358"/>
                  </a:lnTo>
                  <a:lnTo>
                    <a:pt x="967071" y="436642"/>
                  </a:lnTo>
                  <a:lnTo>
                    <a:pt x="924121" y="392188"/>
                  </a:lnTo>
                  <a:lnTo>
                    <a:pt x="864551" y="364769"/>
                  </a:lnTo>
                  <a:lnTo>
                    <a:pt x="828812" y="357807"/>
                  </a:lnTo>
                  <a:lnTo>
                    <a:pt x="828812" y="355317"/>
                  </a:lnTo>
                  <a:lnTo>
                    <a:pt x="879748" y="337058"/>
                  </a:lnTo>
                  <a:lnTo>
                    <a:pt x="919358" y="310457"/>
                  </a:lnTo>
                  <a:lnTo>
                    <a:pt x="947645" y="275516"/>
                  </a:lnTo>
                  <a:lnTo>
                    <a:pt x="964614" y="232236"/>
                  </a:lnTo>
                  <a:lnTo>
                    <a:pt x="970269" y="180618"/>
                  </a:lnTo>
                  <a:lnTo>
                    <a:pt x="966484" y="143231"/>
                  </a:lnTo>
                  <a:lnTo>
                    <a:pt x="959842" y="123526"/>
                  </a:lnTo>
                  <a:close/>
                </a:path>
                <a:path w="991870" h="740410">
                  <a:moveTo>
                    <a:pt x="739505" y="3928"/>
                  </a:moveTo>
                  <a:lnTo>
                    <a:pt x="691169" y="6286"/>
                  </a:lnTo>
                  <a:lnTo>
                    <a:pt x="645951" y="13357"/>
                  </a:lnTo>
                  <a:lnTo>
                    <a:pt x="603824" y="25140"/>
                  </a:lnTo>
                  <a:lnTo>
                    <a:pt x="564763" y="41635"/>
                  </a:lnTo>
                  <a:lnTo>
                    <a:pt x="564763" y="169688"/>
                  </a:lnTo>
                  <a:lnTo>
                    <a:pt x="598796" y="149495"/>
                  </a:lnTo>
                  <a:lnTo>
                    <a:pt x="633298" y="135069"/>
                  </a:lnTo>
                  <a:lnTo>
                    <a:pt x="668302" y="126412"/>
                  </a:lnTo>
                  <a:lnTo>
                    <a:pt x="703844" y="123526"/>
                  </a:lnTo>
                  <a:lnTo>
                    <a:pt x="959842" y="123526"/>
                  </a:lnTo>
                  <a:lnTo>
                    <a:pt x="955117" y="109509"/>
                  </a:lnTo>
                  <a:lnTo>
                    <a:pt x="909584" y="53053"/>
                  </a:lnTo>
                  <a:lnTo>
                    <a:pt x="876091" y="31564"/>
                  </a:lnTo>
                  <a:lnTo>
                    <a:pt x="836592" y="16213"/>
                  </a:lnTo>
                  <a:lnTo>
                    <a:pt x="791069" y="7000"/>
                  </a:lnTo>
                  <a:lnTo>
                    <a:pt x="739505" y="3928"/>
                  </a:lnTo>
                  <a:close/>
                </a:path>
                <a:path w="991870" h="740410">
                  <a:moveTo>
                    <a:pt x="307726" y="176640"/>
                  </a:moveTo>
                  <a:lnTo>
                    <a:pt x="151394" y="176640"/>
                  </a:lnTo>
                  <a:lnTo>
                    <a:pt x="151394" y="727578"/>
                  </a:lnTo>
                  <a:lnTo>
                    <a:pt x="307726" y="727578"/>
                  </a:lnTo>
                  <a:lnTo>
                    <a:pt x="307726" y="176640"/>
                  </a:lnTo>
                  <a:close/>
                </a:path>
                <a:path w="991870" h="740410">
                  <a:moveTo>
                    <a:pt x="307726" y="0"/>
                  </a:moveTo>
                  <a:lnTo>
                    <a:pt x="212841" y="0"/>
                  </a:lnTo>
                  <a:lnTo>
                    <a:pt x="190367" y="16248"/>
                  </a:lnTo>
                  <a:lnTo>
                    <a:pt x="166569" y="31837"/>
                  </a:lnTo>
                  <a:lnTo>
                    <a:pt x="115062" y="60996"/>
                  </a:lnTo>
                  <a:lnTo>
                    <a:pt x="59245" y="86304"/>
                  </a:lnTo>
                  <a:lnTo>
                    <a:pt x="0" y="106655"/>
                  </a:lnTo>
                  <a:lnTo>
                    <a:pt x="0" y="238685"/>
                  </a:lnTo>
                  <a:lnTo>
                    <a:pt x="42153" y="230492"/>
                  </a:lnTo>
                  <a:lnTo>
                    <a:pt x="83301" y="216596"/>
                  </a:lnTo>
                  <a:lnTo>
                    <a:pt x="120761" y="198226"/>
                  </a:lnTo>
                  <a:lnTo>
                    <a:pt x="151394" y="176640"/>
                  </a:lnTo>
                  <a:lnTo>
                    <a:pt x="307726" y="176640"/>
                  </a:lnTo>
                  <a:lnTo>
                    <a:pt x="307726" y="0"/>
                  </a:lnTo>
                  <a:close/>
                </a:path>
              </a:pathLst>
            </a:custGeom>
            <a:solidFill>
              <a:srgbClr val="FFFF00"/>
            </a:solidFill>
          </p:spPr>
          <p:txBody>
            <a:bodyPr wrap="square" lIns="0" tIns="0" rIns="0" bIns="0" rtlCol="0"/>
            <a:lstStyle/>
            <a:p>
              <a:endParaRPr/>
            </a:p>
          </p:txBody>
        </p:sp>
        <p:sp>
          <p:nvSpPr>
            <p:cNvPr id="123" name="object 123"/>
            <p:cNvSpPr/>
            <p:nvPr/>
          </p:nvSpPr>
          <p:spPr>
            <a:xfrm>
              <a:off x="7415661" y="5549777"/>
              <a:ext cx="991869" cy="740410"/>
            </a:xfrm>
            <a:custGeom>
              <a:avLst/>
              <a:gdLst/>
              <a:ahLst/>
              <a:cxnLst/>
              <a:rect l="l" t="t" r="r" b="b"/>
              <a:pathLst>
                <a:path w="991870" h="740410">
                  <a:moveTo>
                    <a:pt x="739505" y="3928"/>
                  </a:moveTo>
                  <a:lnTo>
                    <a:pt x="791069" y="7000"/>
                  </a:lnTo>
                  <a:lnTo>
                    <a:pt x="836592" y="16213"/>
                  </a:lnTo>
                  <a:lnTo>
                    <a:pt x="876091" y="31564"/>
                  </a:lnTo>
                  <a:lnTo>
                    <a:pt x="909584" y="53053"/>
                  </a:lnTo>
                  <a:lnTo>
                    <a:pt x="955117" y="109509"/>
                  </a:lnTo>
                  <a:lnTo>
                    <a:pt x="970269" y="180618"/>
                  </a:lnTo>
                  <a:lnTo>
                    <a:pt x="964614" y="232235"/>
                  </a:lnTo>
                  <a:lnTo>
                    <a:pt x="947645" y="275516"/>
                  </a:lnTo>
                  <a:lnTo>
                    <a:pt x="919358" y="310457"/>
                  </a:lnTo>
                  <a:lnTo>
                    <a:pt x="879748" y="337058"/>
                  </a:lnTo>
                  <a:lnTo>
                    <a:pt x="828812" y="355317"/>
                  </a:lnTo>
                  <a:lnTo>
                    <a:pt x="828812" y="357807"/>
                  </a:lnTo>
                  <a:lnTo>
                    <a:pt x="896325" y="376229"/>
                  </a:lnTo>
                  <a:lnTo>
                    <a:pt x="947927" y="412647"/>
                  </a:lnTo>
                  <a:lnTo>
                    <a:pt x="980716" y="463213"/>
                  </a:lnTo>
                  <a:lnTo>
                    <a:pt x="991605" y="524076"/>
                  </a:lnTo>
                  <a:lnTo>
                    <a:pt x="987055" y="571352"/>
                  </a:lnTo>
                  <a:lnTo>
                    <a:pt x="973397" y="613417"/>
                  </a:lnTo>
                  <a:lnTo>
                    <a:pt x="950624" y="650268"/>
                  </a:lnTo>
                  <a:lnTo>
                    <a:pt x="918728" y="681907"/>
                  </a:lnTo>
                  <a:lnTo>
                    <a:pt x="878768" y="707321"/>
                  </a:lnTo>
                  <a:lnTo>
                    <a:pt x="831856" y="725470"/>
                  </a:lnTo>
                  <a:lnTo>
                    <a:pt x="777989" y="736356"/>
                  </a:lnTo>
                  <a:lnTo>
                    <a:pt x="717163" y="739984"/>
                  </a:lnTo>
                  <a:lnTo>
                    <a:pt x="664664" y="737751"/>
                  </a:lnTo>
                  <a:lnTo>
                    <a:pt x="617280" y="731053"/>
                  </a:lnTo>
                  <a:lnTo>
                    <a:pt x="575040" y="719888"/>
                  </a:lnTo>
                  <a:lnTo>
                    <a:pt x="537971" y="704255"/>
                  </a:lnTo>
                  <a:lnTo>
                    <a:pt x="537971" y="567760"/>
                  </a:lnTo>
                  <a:lnTo>
                    <a:pt x="575180" y="590555"/>
                  </a:lnTo>
                  <a:lnTo>
                    <a:pt x="615383" y="606841"/>
                  </a:lnTo>
                  <a:lnTo>
                    <a:pt x="658569" y="616616"/>
                  </a:lnTo>
                  <a:lnTo>
                    <a:pt x="704728" y="619874"/>
                  </a:lnTo>
                  <a:lnTo>
                    <a:pt x="733129" y="618261"/>
                  </a:lnTo>
                  <a:lnTo>
                    <a:pt x="779908" y="605353"/>
                  </a:lnTo>
                  <a:lnTo>
                    <a:pt x="812996" y="579886"/>
                  </a:lnTo>
                  <a:lnTo>
                    <a:pt x="829763" y="543900"/>
                  </a:lnTo>
                  <a:lnTo>
                    <a:pt x="831860" y="522088"/>
                  </a:lnTo>
                  <a:lnTo>
                    <a:pt x="829262" y="499635"/>
                  </a:lnTo>
                  <a:lnTo>
                    <a:pt x="808534" y="462908"/>
                  </a:lnTo>
                  <a:lnTo>
                    <a:pt x="767749" y="437342"/>
                  </a:lnTo>
                  <a:lnTo>
                    <a:pt x="710795" y="424439"/>
                  </a:lnTo>
                  <a:lnTo>
                    <a:pt x="676534" y="422827"/>
                  </a:lnTo>
                  <a:lnTo>
                    <a:pt x="610483" y="422827"/>
                  </a:lnTo>
                  <a:lnTo>
                    <a:pt x="610483" y="302715"/>
                  </a:lnTo>
                  <a:lnTo>
                    <a:pt x="671565" y="302715"/>
                  </a:lnTo>
                  <a:lnTo>
                    <a:pt x="732342" y="296944"/>
                  </a:lnTo>
                  <a:lnTo>
                    <a:pt x="775769" y="279634"/>
                  </a:lnTo>
                  <a:lnTo>
                    <a:pt x="801833" y="250783"/>
                  </a:lnTo>
                  <a:lnTo>
                    <a:pt x="810524" y="210394"/>
                  </a:lnTo>
                  <a:lnTo>
                    <a:pt x="803855" y="172389"/>
                  </a:lnTo>
                  <a:lnTo>
                    <a:pt x="783850" y="145243"/>
                  </a:lnTo>
                  <a:lnTo>
                    <a:pt x="750512" y="128955"/>
                  </a:lnTo>
                  <a:lnTo>
                    <a:pt x="703844" y="123526"/>
                  </a:lnTo>
                  <a:lnTo>
                    <a:pt x="668302" y="126412"/>
                  </a:lnTo>
                  <a:lnTo>
                    <a:pt x="633298" y="135069"/>
                  </a:lnTo>
                  <a:lnTo>
                    <a:pt x="598796" y="149495"/>
                  </a:lnTo>
                  <a:lnTo>
                    <a:pt x="564763" y="169688"/>
                  </a:lnTo>
                  <a:lnTo>
                    <a:pt x="564763" y="41635"/>
                  </a:lnTo>
                  <a:lnTo>
                    <a:pt x="603824" y="25140"/>
                  </a:lnTo>
                  <a:lnTo>
                    <a:pt x="645951" y="13357"/>
                  </a:lnTo>
                  <a:lnTo>
                    <a:pt x="691169" y="6286"/>
                  </a:lnTo>
                  <a:lnTo>
                    <a:pt x="739505" y="3928"/>
                  </a:lnTo>
                  <a:close/>
                </a:path>
                <a:path w="991870" h="740410">
                  <a:moveTo>
                    <a:pt x="212841" y="0"/>
                  </a:moveTo>
                  <a:lnTo>
                    <a:pt x="307726" y="0"/>
                  </a:lnTo>
                  <a:lnTo>
                    <a:pt x="307726" y="727578"/>
                  </a:lnTo>
                  <a:lnTo>
                    <a:pt x="151394" y="727578"/>
                  </a:lnTo>
                  <a:lnTo>
                    <a:pt x="151394" y="176640"/>
                  </a:lnTo>
                  <a:lnTo>
                    <a:pt x="144619" y="182270"/>
                  </a:lnTo>
                  <a:lnTo>
                    <a:pt x="111843" y="203192"/>
                  </a:lnTo>
                  <a:lnTo>
                    <a:pt x="73306" y="220535"/>
                  </a:lnTo>
                  <a:lnTo>
                    <a:pt x="31521" y="233147"/>
                  </a:lnTo>
                  <a:lnTo>
                    <a:pt x="0" y="238685"/>
                  </a:lnTo>
                  <a:lnTo>
                    <a:pt x="0" y="106655"/>
                  </a:lnTo>
                  <a:lnTo>
                    <a:pt x="30048" y="97098"/>
                  </a:lnTo>
                  <a:lnTo>
                    <a:pt x="59245" y="86304"/>
                  </a:lnTo>
                  <a:lnTo>
                    <a:pt x="115061" y="60996"/>
                  </a:lnTo>
                  <a:lnTo>
                    <a:pt x="166569" y="31837"/>
                  </a:lnTo>
                  <a:lnTo>
                    <a:pt x="190367" y="16248"/>
                  </a:lnTo>
                  <a:lnTo>
                    <a:pt x="212841" y="0"/>
                  </a:lnTo>
                  <a:close/>
                </a:path>
              </a:pathLst>
            </a:custGeom>
            <a:ln w="12191">
              <a:solidFill>
                <a:srgbClr val="000000"/>
              </a:solidFill>
            </a:ln>
          </p:spPr>
          <p:txBody>
            <a:bodyPr wrap="square" lIns="0" tIns="0" rIns="0" bIns="0" rtlCol="0"/>
            <a:lstStyle/>
            <a:p>
              <a:endParaRPr/>
            </a:p>
          </p:txBody>
        </p:sp>
        <p:sp>
          <p:nvSpPr>
            <p:cNvPr id="124" name="object 124"/>
            <p:cNvSpPr/>
            <p:nvPr/>
          </p:nvSpPr>
          <p:spPr>
            <a:xfrm>
              <a:off x="6749796" y="5209032"/>
              <a:ext cx="2218944" cy="1345692"/>
            </a:xfrm>
            <a:prstGeom prst="rect">
              <a:avLst/>
            </a:prstGeom>
            <a:blipFill>
              <a:blip r:embed="rId50" cstate="print"/>
              <a:stretch>
                <a:fillRect/>
              </a:stretch>
            </a:blipFill>
          </p:spPr>
          <p:txBody>
            <a:bodyPr wrap="square" lIns="0" tIns="0" rIns="0" bIns="0" rtlCol="0"/>
            <a:lstStyle/>
            <a:p>
              <a:endParaRPr/>
            </a:p>
          </p:txBody>
        </p:sp>
        <p:sp>
          <p:nvSpPr>
            <p:cNvPr id="125" name="object 125"/>
            <p:cNvSpPr/>
            <p:nvPr/>
          </p:nvSpPr>
          <p:spPr>
            <a:xfrm>
              <a:off x="6594348" y="4892039"/>
              <a:ext cx="2549651" cy="1965959"/>
            </a:xfrm>
            <a:prstGeom prst="rect">
              <a:avLst/>
            </a:prstGeom>
            <a:blipFill>
              <a:blip r:embed="rId51" cstate="print"/>
              <a:stretch>
                <a:fillRect/>
              </a:stretch>
            </a:blipFill>
          </p:spPr>
          <p:txBody>
            <a:bodyPr wrap="square" lIns="0" tIns="0" rIns="0" bIns="0" rtlCol="0"/>
            <a:lstStyle/>
            <a:p>
              <a:endParaRPr/>
            </a:p>
          </p:txBody>
        </p:sp>
        <p:sp>
          <p:nvSpPr>
            <p:cNvPr id="126" name="object 126"/>
            <p:cNvSpPr/>
            <p:nvPr/>
          </p:nvSpPr>
          <p:spPr>
            <a:xfrm>
              <a:off x="6829805" y="5270503"/>
              <a:ext cx="2057400" cy="1184275"/>
            </a:xfrm>
            <a:custGeom>
              <a:avLst/>
              <a:gdLst/>
              <a:ahLst/>
              <a:cxnLst/>
              <a:rect l="l" t="t" r="r" b="b"/>
              <a:pathLst>
                <a:path w="2057400" h="1184275">
                  <a:moveTo>
                    <a:pt x="1824989"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6"/>
                  </a:lnTo>
                  <a:lnTo>
                    <a:pt x="18279" y="1042015"/>
                  </a:lnTo>
                  <a:lnTo>
                    <a:pt x="39723" y="1081514"/>
                  </a:lnTo>
                  <a:lnTo>
                    <a:pt x="68122" y="1115927"/>
                  </a:lnTo>
                  <a:lnTo>
                    <a:pt x="102539" y="1144319"/>
                  </a:lnTo>
                  <a:lnTo>
                    <a:pt x="142037" y="1165757"/>
                  </a:lnTo>
                  <a:lnTo>
                    <a:pt x="185680" y="1179305"/>
                  </a:lnTo>
                  <a:lnTo>
                    <a:pt x="232531" y="1184029"/>
                  </a:lnTo>
                  <a:lnTo>
                    <a:pt x="1824989" y="1184029"/>
                  </a:lnTo>
                  <a:lnTo>
                    <a:pt x="1871844" y="1179305"/>
                  </a:lnTo>
                  <a:lnTo>
                    <a:pt x="1915477" y="1165757"/>
                  </a:lnTo>
                  <a:lnTo>
                    <a:pt x="1954957" y="1144319"/>
                  </a:lnTo>
                  <a:lnTo>
                    <a:pt x="1989349" y="1115927"/>
                  </a:lnTo>
                  <a:lnTo>
                    <a:pt x="2017722" y="1081514"/>
                  </a:lnTo>
                  <a:lnTo>
                    <a:pt x="2039143" y="1042015"/>
                  </a:lnTo>
                  <a:lnTo>
                    <a:pt x="2052680" y="998366"/>
                  </a:lnTo>
                  <a:lnTo>
                    <a:pt x="2057399" y="951500"/>
                  </a:lnTo>
                  <a:lnTo>
                    <a:pt x="2057399" y="232528"/>
                  </a:lnTo>
                  <a:lnTo>
                    <a:pt x="2052680" y="185673"/>
                  </a:lnTo>
                  <a:lnTo>
                    <a:pt x="2039143" y="142028"/>
                  </a:lnTo>
                  <a:lnTo>
                    <a:pt x="2017722" y="102530"/>
                  </a:lnTo>
                  <a:lnTo>
                    <a:pt x="1989349" y="68115"/>
                  </a:lnTo>
                  <a:lnTo>
                    <a:pt x="1954957" y="39718"/>
                  </a:lnTo>
                  <a:lnTo>
                    <a:pt x="1915477" y="18276"/>
                  </a:lnTo>
                  <a:lnTo>
                    <a:pt x="1871844" y="4725"/>
                  </a:lnTo>
                  <a:lnTo>
                    <a:pt x="1824989" y="0"/>
                  </a:lnTo>
                  <a:close/>
                </a:path>
              </a:pathLst>
            </a:custGeom>
            <a:solidFill>
              <a:srgbClr val="252525"/>
            </a:solidFill>
          </p:spPr>
          <p:txBody>
            <a:bodyPr wrap="square" lIns="0" tIns="0" rIns="0" bIns="0" rtlCol="0"/>
            <a:lstStyle/>
            <a:p>
              <a:endParaRPr/>
            </a:p>
          </p:txBody>
        </p:sp>
        <p:sp>
          <p:nvSpPr>
            <p:cNvPr id="127" name="object 127"/>
            <p:cNvSpPr/>
            <p:nvPr/>
          </p:nvSpPr>
          <p:spPr>
            <a:xfrm>
              <a:off x="6829805" y="5270503"/>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989" y="0"/>
                  </a:lnTo>
                  <a:lnTo>
                    <a:pt x="1871844" y="4725"/>
                  </a:lnTo>
                  <a:lnTo>
                    <a:pt x="1915477" y="18276"/>
                  </a:lnTo>
                  <a:lnTo>
                    <a:pt x="1954957" y="39718"/>
                  </a:lnTo>
                  <a:lnTo>
                    <a:pt x="1989349" y="68115"/>
                  </a:lnTo>
                  <a:lnTo>
                    <a:pt x="2017722" y="102530"/>
                  </a:lnTo>
                  <a:lnTo>
                    <a:pt x="2039143" y="142028"/>
                  </a:lnTo>
                  <a:lnTo>
                    <a:pt x="2052680" y="185673"/>
                  </a:lnTo>
                  <a:lnTo>
                    <a:pt x="2057399" y="232528"/>
                  </a:lnTo>
                  <a:lnTo>
                    <a:pt x="2057399" y="951500"/>
                  </a:lnTo>
                  <a:lnTo>
                    <a:pt x="2052680" y="998366"/>
                  </a:lnTo>
                  <a:lnTo>
                    <a:pt x="2039143" y="1042015"/>
                  </a:lnTo>
                  <a:lnTo>
                    <a:pt x="2017722" y="1081514"/>
                  </a:lnTo>
                  <a:lnTo>
                    <a:pt x="1989349" y="1115927"/>
                  </a:lnTo>
                  <a:lnTo>
                    <a:pt x="1954957" y="1144319"/>
                  </a:lnTo>
                  <a:lnTo>
                    <a:pt x="1915477" y="1165757"/>
                  </a:lnTo>
                  <a:lnTo>
                    <a:pt x="1871844" y="1179305"/>
                  </a:lnTo>
                  <a:lnTo>
                    <a:pt x="1824989" y="1184029"/>
                  </a:lnTo>
                  <a:lnTo>
                    <a:pt x="232531" y="1184029"/>
                  </a:lnTo>
                  <a:lnTo>
                    <a:pt x="185680" y="1179305"/>
                  </a:lnTo>
                  <a:lnTo>
                    <a:pt x="142037" y="1165757"/>
                  </a:lnTo>
                  <a:lnTo>
                    <a:pt x="102539" y="1144319"/>
                  </a:lnTo>
                  <a:lnTo>
                    <a:pt x="68122" y="1115927"/>
                  </a:lnTo>
                  <a:lnTo>
                    <a:pt x="39723" y="1081514"/>
                  </a:lnTo>
                  <a:lnTo>
                    <a:pt x="18279" y="1042015"/>
                  </a:lnTo>
                  <a:lnTo>
                    <a:pt x="4725"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128" name="object 128"/>
            <p:cNvSpPr/>
            <p:nvPr/>
          </p:nvSpPr>
          <p:spPr>
            <a:xfrm>
              <a:off x="6635496" y="4913374"/>
              <a:ext cx="2481072" cy="1944624"/>
            </a:xfrm>
            <a:prstGeom prst="rect">
              <a:avLst/>
            </a:prstGeom>
            <a:blipFill>
              <a:blip r:embed="rId52" cstate="print"/>
              <a:stretch>
                <a:fillRect/>
              </a:stretch>
            </a:blipFill>
          </p:spPr>
          <p:txBody>
            <a:bodyPr wrap="square" lIns="0" tIns="0" rIns="0" bIns="0" rtlCol="0"/>
            <a:lstStyle/>
            <a:p>
              <a:endParaRPr/>
            </a:p>
          </p:txBody>
        </p:sp>
        <p:sp>
          <p:nvSpPr>
            <p:cNvPr id="129" name="object 129"/>
            <p:cNvSpPr/>
            <p:nvPr/>
          </p:nvSpPr>
          <p:spPr>
            <a:xfrm>
              <a:off x="7377928" y="5506723"/>
              <a:ext cx="1038225" cy="727710"/>
            </a:xfrm>
            <a:custGeom>
              <a:avLst/>
              <a:gdLst/>
              <a:ahLst/>
              <a:cxnLst/>
              <a:rect l="l" t="t" r="r" b="b"/>
              <a:pathLst>
                <a:path w="1038225" h="727710">
                  <a:moveTo>
                    <a:pt x="952500" y="581716"/>
                  </a:moveTo>
                  <a:lnTo>
                    <a:pt x="809518" y="581716"/>
                  </a:lnTo>
                  <a:lnTo>
                    <a:pt x="809518" y="727639"/>
                  </a:lnTo>
                  <a:lnTo>
                    <a:pt x="952500" y="727639"/>
                  </a:lnTo>
                  <a:lnTo>
                    <a:pt x="952500" y="581716"/>
                  </a:lnTo>
                  <a:close/>
                </a:path>
                <a:path w="1038225" h="727710">
                  <a:moveTo>
                    <a:pt x="952500" y="15870"/>
                  </a:moveTo>
                  <a:lnTo>
                    <a:pt x="807110" y="15870"/>
                  </a:lnTo>
                  <a:lnTo>
                    <a:pt x="794033" y="43033"/>
                  </a:lnTo>
                  <a:lnTo>
                    <a:pt x="779598" y="70814"/>
                  </a:lnTo>
                  <a:lnTo>
                    <a:pt x="746760" y="128314"/>
                  </a:lnTo>
                  <a:lnTo>
                    <a:pt x="709890" y="186944"/>
                  </a:lnTo>
                  <a:lnTo>
                    <a:pt x="670072" y="245208"/>
                  </a:lnTo>
                  <a:lnTo>
                    <a:pt x="628154" y="302471"/>
                  </a:lnTo>
                  <a:lnTo>
                    <a:pt x="584728" y="358127"/>
                  </a:lnTo>
                  <a:lnTo>
                    <a:pt x="541290" y="410798"/>
                  </a:lnTo>
                  <a:lnTo>
                    <a:pt x="499384" y="459129"/>
                  </a:lnTo>
                  <a:lnTo>
                    <a:pt x="499384" y="581716"/>
                  </a:lnTo>
                  <a:lnTo>
                    <a:pt x="1037844" y="581716"/>
                  </a:lnTo>
                  <a:lnTo>
                    <a:pt x="1037844" y="464582"/>
                  </a:lnTo>
                  <a:lnTo>
                    <a:pt x="639836" y="464582"/>
                  </a:lnTo>
                  <a:lnTo>
                    <a:pt x="650603" y="451196"/>
                  </a:lnTo>
                  <a:lnTo>
                    <a:pt x="684032" y="408252"/>
                  </a:lnTo>
                  <a:lnTo>
                    <a:pt x="717949" y="362090"/>
                  </a:lnTo>
                  <a:lnTo>
                    <a:pt x="740215" y="330138"/>
                  </a:lnTo>
                  <a:lnTo>
                    <a:pt x="761554" y="297630"/>
                  </a:lnTo>
                  <a:lnTo>
                    <a:pt x="781790" y="264732"/>
                  </a:lnTo>
                  <a:lnTo>
                    <a:pt x="809518" y="215920"/>
                  </a:lnTo>
                  <a:lnTo>
                    <a:pt x="952500" y="215920"/>
                  </a:lnTo>
                  <a:lnTo>
                    <a:pt x="952500" y="15870"/>
                  </a:lnTo>
                  <a:close/>
                </a:path>
                <a:path w="1038225" h="727710">
                  <a:moveTo>
                    <a:pt x="952500" y="215920"/>
                  </a:moveTo>
                  <a:lnTo>
                    <a:pt x="809518" y="215920"/>
                  </a:lnTo>
                  <a:lnTo>
                    <a:pt x="809518" y="464582"/>
                  </a:lnTo>
                  <a:lnTo>
                    <a:pt x="952500" y="464582"/>
                  </a:lnTo>
                  <a:lnTo>
                    <a:pt x="952500" y="215920"/>
                  </a:lnTo>
                  <a:close/>
                </a:path>
                <a:path w="1038225" h="727710">
                  <a:moveTo>
                    <a:pt x="307726" y="176701"/>
                  </a:moveTo>
                  <a:lnTo>
                    <a:pt x="151394" y="176701"/>
                  </a:lnTo>
                  <a:lnTo>
                    <a:pt x="151394" y="727639"/>
                  </a:lnTo>
                  <a:lnTo>
                    <a:pt x="307726" y="727639"/>
                  </a:lnTo>
                  <a:lnTo>
                    <a:pt x="307726" y="176701"/>
                  </a:lnTo>
                  <a:close/>
                </a:path>
                <a:path w="1038225" h="727710">
                  <a:moveTo>
                    <a:pt x="307726" y="0"/>
                  </a:moveTo>
                  <a:lnTo>
                    <a:pt x="212994" y="0"/>
                  </a:lnTo>
                  <a:lnTo>
                    <a:pt x="190468" y="16309"/>
                  </a:lnTo>
                  <a:lnTo>
                    <a:pt x="166676" y="31919"/>
                  </a:lnTo>
                  <a:lnTo>
                    <a:pt x="115214" y="61078"/>
                  </a:lnTo>
                  <a:lnTo>
                    <a:pt x="59321" y="86389"/>
                  </a:lnTo>
                  <a:lnTo>
                    <a:pt x="0" y="106728"/>
                  </a:lnTo>
                  <a:lnTo>
                    <a:pt x="0" y="238755"/>
                  </a:lnTo>
                  <a:lnTo>
                    <a:pt x="42184" y="230562"/>
                  </a:lnTo>
                  <a:lnTo>
                    <a:pt x="83454" y="216657"/>
                  </a:lnTo>
                  <a:lnTo>
                    <a:pt x="120914" y="198299"/>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30" name="object 130"/>
            <p:cNvSpPr/>
            <p:nvPr/>
          </p:nvSpPr>
          <p:spPr>
            <a:xfrm>
              <a:off x="7377927" y="5506723"/>
              <a:ext cx="1038225" cy="727710"/>
            </a:xfrm>
            <a:custGeom>
              <a:avLst/>
              <a:gdLst/>
              <a:ahLst/>
              <a:cxnLst/>
              <a:rect l="l" t="t" r="r" b="b"/>
              <a:pathLst>
                <a:path w="1038225" h="727710">
                  <a:moveTo>
                    <a:pt x="809518" y="215920"/>
                  </a:moveTo>
                  <a:lnTo>
                    <a:pt x="781790" y="264732"/>
                  </a:lnTo>
                  <a:lnTo>
                    <a:pt x="761554" y="297630"/>
                  </a:lnTo>
                  <a:lnTo>
                    <a:pt x="740215" y="330138"/>
                  </a:lnTo>
                  <a:lnTo>
                    <a:pt x="717949" y="362090"/>
                  </a:lnTo>
                  <a:lnTo>
                    <a:pt x="695417" y="393115"/>
                  </a:lnTo>
                  <a:lnTo>
                    <a:pt x="661556" y="437346"/>
                  </a:lnTo>
                  <a:lnTo>
                    <a:pt x="639836" y="464582"/>
                  </a:lnTo>
                  <a:lnTo>
                    <a:pt x="809518" y="464582"/>
                  </a:lnTo>
                  <a:lnTo>
                    <a:pt x="809518" y="215920"/>
                  </a:lnTo>
                  <a:close/>
                </a:path>
                <a:path w="1038225" h="727710">
                  <a:moveTo>
                    <a:pt x="807110" y="15870"/>
                  </a:moveTo>
                  <a:lnTo>
                    <a:pt x="952499" y="15870"/>
                  </a:lnTo>
                  <a:lnTo>
                    <a:pt x="952499" y="464582"/>
                  </a:lnTo>
                  <a:lnTo>
                    <a:pt x="1037843" y="464582"/>
                  </a:lnTo>
                  <a:lnTo>
                    <a:pt x="1037843" y="581716"/>
                  </a:lnTo>
                  <a:lnTo>
                    <a:pt x="952499" y="581716"/>
                  </a:lnTo>
                  <a:lnTo>
                    <a:pt x="952499" y="727639"/>
                  </a:lnTo>
                  <a:lnTo>
                    <a:pt x="809518" y="727639"/>
                  </a:lnTo>
                  <a:lnTo>
                    <a:pt x="809518" y="581716"/>
                  </a:lnTo>
                  <a:lnTo>
                    <a:pt x="499384" y="581716"/>
                  </a:lnTo>
                  <a:lnTo>
                    <a:pt x="499384" y="459129"/>
                  </a:lnTo>
                  <a:lnTo>
                    <a:pt x="520147" y="435504"/>
                  </a:lnTo>
                  <a:lnTo>
                    <a:pt x="541290" y="410798"/>
                  </a:lnTo>
                  <a:lnTo>
                    <a:pt x="584728" y="358127"/>
                  </a:lnTo>
                  <a:lnTo>
                    <a:pt x="628154" y="302471"/>
                  </a:lnTo>
                  <a:lnTo>
                    <a:pt x="670072" y="245208"/>
                  </a:lnTo>
                  <a:lnTo>
                    <a:pt x="709890" y="186944"/>
                  </a:lnTo>
                  <a:lnTo>
                    <a:pt x="746759" y="128314"/>
                  </a:lnTo>
                  <a:lnTo>
                    <a:pt x="779598" y="70814"/>
                  </a:lnTo>
                  <a:lnTo>
                    <a:pt x="794033" y="43033"/>
                  </a:lnTo>
                  <a:lnTo>
                    <a:pt x="807110" y="15870"/>
                  </a:lnTo>
                  <a:close/>
                </a:path>
                <a:path w="1038225" h="727710">
                  <a:moveTo>
                    <a:pt x="212994" y="0"/>
                  </a:moveTo>
                  <a:lnTo>
                    <a:pt x="307726" y="0"/>
                  </a:lnTo>
                  <a:lnTo>
                    <a:pt x="307726" y="727639"/>
                  </a:lnTo>
                  <a:lnTo>
                    <a:pt x="151394" y="727639"/>
                  </a:lnTo>
                  <a:lnTo>
                    <a:pt x="151394" y="176701"/>
                  </a:lnTo>
                  <a:lnTo>
                    <a:pt x="144634" y="182336"/>
                  </a:lnTo>
                  <a:lnTo>
                    <a:pt x="111940" y="203263"/>
                  </a:lnTo>
                  <a:lnTo>
                    <a:pt x="73371" y="220600"/>
                  </a:lnTo>
                  <a:lnTo>
                    <a:pt x="31538" y="233212"/>
                  </a:lnTo>
                  <a:lnTo>
                    <a:pt x="0" y="238755"/>
                  </a:lnTo>
                  <a:lnTo>
                    <a:pt x="0" y="106728"/>
                  </a:lnTo>
                  <a:lnTo>
                    <a:pt x="30080" y="97175"/>
                  </a:lnTo>
                  <a:lnTo>
                    <a:pt x="59321" y="86389"/>
                  </a:lnTo>
                  <a:lnTo>
                    <a:pt x="115214" y="61078"/>
                  </a:lnTo>
                  <a:lnTo>
                    <a:pt x="166676" y="31919"/>
                  </a:lnTo>
                  <a:lnTo>
                    <a:pt x="190468" y="16309"/>
                  </a:lnTo>
                  <a:lnTo>
                    <a:pt x="212994" y="0"/>
                  </a:lnTo>
                  <a:close/>
                </a:path>
              </a:pathLst>
            </a:custGeom>
            <a:ln w="12191">
              <a:solidFill>
                <a:srgbClr val="000000"/>
              </a:solidFill>
            </a:ln>
          </p:spPr>
          <p:txBody>
            <a:bodyPr wrap="square" lIns="0" tIns="0" rIns="0" bIns="0" rtlCol="0"/>
            <a:lstStyle/>
            <a:p>
              <a:endParaRPr/>
            </a:p>
          </p:txBody>
        </p:sp>
        <p:sp>
          <p:nvSpPr>
            <p:cNvPr id="131" name="object 131"/>
            <p:cNvSpPr/>
            <p:nvPr/>
          </p:nvSpPr>
          <p:spPr>
            <a:xfrm>
              <a:off x="6748272" y="5225795"/>
              <a:ext cx="2218944" cy="1345691"/>
            </a:xfrm>
            <a:prstGeom prst="rect">
              <a:avLst/>
            </a:prstGeom>
            <a:blipFill>
              <a:blip r:embed="rId53" cstate="print"/>
              <a:stretch>
                <a:fillRect/>
              </a:stretch>
            </a:blipFill>
          </p:spPr>
          <p:txBody>
            <a:bodyPr wrap="square" lIns="0" tIns="0" rIns="0" bIns="0" rtlCol="0"/>
            <a:lstStyle/>
            <a:p>
              <a:endParaRPr/>
            </a:p>
          </p:txBody>
        </p:sp>
        <p:sp>
          <p:nvSpPr>
            <p:cNvPr id="132" name="object 132"/>
            <p:cNvSpPr/>
            <p:nvPr/>
          </p:nvSpPr>
          <p:spPr>
            <a:xfrm>
              <a:off x="6594348" y="4908802"/>
              <a:ext cx="2549651" cy="1949195"/>
            </a:xfrm>
            <a:prstGeom prst="rect">
              <a:avLst/>
            </a:prstGeom>
            <a:blipFill>
              <a:blip r:embed="rId54" cstate="print"/>
              <a:stretch>
                <a:fillRect/>
              </a:stretch>
            </a:blipFill>
          </p:spPr>
          <p:txBody>
            <a:bodyPr wrap="square" lIns="0" tIns="0" rIns="0" bIns="0" rtlCol="0"/>
            <a:lstStyle/>
            <a:p>
              <a:endParaRPr/>
            </a:p>
          </p:txBody>
        </p:sp>
        <p:sp>
          <p:nvSpPr>
            <p:cNvPr id="133" name="object 133"/>
            <p:cNvSpPr/>
            <p:nvPr/>
          </p:nvSpPr>
          <p:spPr>
            <a:xfrm>
              <a:off x="6829440" y="5286755"/>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5"/>
                  </a:lnTo>
                  <a:lnTo>
                    <a:pt x="18275" y="1042031"/>
                  </a:lnTo>
                  <a:lnTo>
                    <a:pt x="39715" y="1081528"/>
                  </a:lnTo>
                  <a:lnTo>
                    <a:pt x="68111" y="1115939"/>
                  </a:lnTo>
                  <a:lnTo>
                    <a:pt x="102526" y="1144331"/>
                  </a:lnTo>
                  <a:lnTo>
                    <a:pt x="142024" y="1165769"/>
                  </a:lnTo>
                  <a:lnTo>
                    <a:pt x="185671" y="1179317"/>
                  </a:lnTo>
                  <a:lnTo>
                    <a:pt x="232531" y="1184041"/>
                  </a:lnTo>
                  <a:lnTo>
                    <a:pt x="1824837" y="1184041"/>
                  </a:lnTo>
                  <a:lnTo>
                    <a:pt x="1871698" y="1179317"/>
                  </a:lnTo>
                  <a:lnTo>
                    <a:pt x="1915349" y="1165769"/>
                  </a:lnTo>
                  <a:lnTo>
                    <a:pt x="1954852" y="1144331"/>
                  </a:lnTo>
                  <a:lnTo>
                    <a:pt x="1989273" y="1115939"/>
                  </a:lnTo>
                  <a:lnTo>
                    <a:pt x="2017674" y="1081528"/>
                  </a:lnTo>
                  <a:lnTo>
                    <a:pt x="2039120" y="1042031"/>
                  </a:lnTo>
                  <a:lnTo>
                    <a:pt x="2052673" y="998385"/>
                  </a:lnTo>
                  <a:lnTo>
                    <a:pt x="2057399" y="951524"/>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34" name="object 134"/>
            <p:cNvSpPr/>
            <p:nvPr/>
          </p:nvSpPr>
          <p:spPr>
            <a:xfrm>
              <a:off x="6829440" y="5286755"/>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24"/>
                  </a:lnTo>
                  <a:lnTo>
                    <a:pt x="2052673" y="998385"/>
                  </a:lnTo>
                  <a:lnTo>
                    <a:pt x="2039120" y="1042031"/>
                  </a:lnTo>
                  <a:lnTo>
                    <a:pt x="2017674" y="1081528"/>
                  </a:lnTo>
                  <a:lnTo>
                    <a:pt x="1989273" y="1115939"/>
                  </a:lnTo>
                  <a:lnTo>
                    <a:pt x="1954852" y="1144331"/>
                  </a:lnTo>
                  <a:lnTo>
                    <a:pt x="1915349" y="1165769"/>
                  </a:lnTo>
                  <a:lnTo>
                    <a:pt x="1871698" y="1179317"/>
                  </a:lnTo>
                  <a:lnTo>
                    <a:pt x="1824837" y="1184041"/>
                  </a:lnTo>
                  <a:lnTo>
                    <a:pt x="232531" y="1184041"/>
                  </a:lnTo>
                  <a:lnTo>
                    <a:pt x="185671" y="1179317"/>
                  </a:lnTo>
                  <a:lnTo>
                    <a:pt x="142024" y="1165769"/>
                  </a:lnTo>
                  <a:lnTo>
                    <a:pt x="102526" y="1144331"/>
                  </a:lnTo>
                  <a:lnTo>
                    <a:pt x="68111" y="1115939"/>
                  </a:lnTo>
                  <a:lnTo>
                    <a:pt x="39715" y="1081528"/>
                  </a:lnTo>
                  <a:lnTo>
                    <a:pt x="18275" y="1042031"/>
                  </a:lnTo>
                  <a:lnTo>
                    <a:pt x="4724" y="998385"/>
                  </a:lnTo>
                  <a:lnTo>
                    <a:pt x="0" y="951524"/>
                  </a:lnTo>
                  <a:lnTo>
                    <a:pt x="0" y="232541"/>
                  </a:lnTo>
                  <a:close/>
                </a:path>
              </a:pathLst>
            </a:custGeom>
            <a:ln w="76199">
              <a:solidFill>
                <a:srgbClr val="00AF50"/>
              </a:solidFill>
            </a:ln>
          </p:spPr>
          <p:txBody>
            <a:bodyPr wrap="square" lIns="0" tIns="0" rIns="0" bIns="0" rtlCol="0"/>
            <a:lstStyle/>
            <a:p>
              <a:endParaRPr/>
            </a:p>
          </p:txBody>
        </p:sp>
        <p:sp>
          <p:nvSpPr>
            <p:cNvPr id="135" name="object 135"/>
            <p:cNvSpPr/>
            <p:nvPr/>
          </p:nvSpPr>
          <p:spPr>
            <a:xfrm>
              <a:off x="6635496" y="4928615"/>
              <a:ext cx="2481072" cy="1929383"/>
            </a:xfrm>
            <a:prstGeom prst="rect">
              <a:avLst/>
            </a:prstGeom>
            <a:blipFill>
              <a:blip r:embed="rId55" cstate="print"/>
              <a:stretch>
                <a:fillRect/>
              </a:stretch>
            </a:blipFill>
          </p:spPr>
          <p:txBody>
            <a:bodyPr wrap="square" lIns="0" tIns="0" rIns="0" bIns="0" rtlCol="0"/>
            <a:lstStyle/>
            <a:p>
              <a:endParaRPr/>
            </a:p>
          </p:txBody>
        </p:sp>
        <p:sp>
          <p:nvSpPr>
            <p:cNvPr id="136" name="object 136"/>
            <p:cNvSpPr/>
            <p:nvPr/>
          </p:nvSpPr>
          <p:spPr>
            <a:xfrm>
              <a:off x="7377562" y="5522976"/>
              <a:ext cx="997585" cy="740410"/>
            </a:xfrm>
            <a:custGeom>
              <a:avLst/>
              <a:gdLst/>
              <a:ahLst/>
              <a:cxnLst/>
              <a:rect l="l" t="t" r="r" b="b"/>
              <a:pathLst>
                <a:path w="997584" h="740410">
                  <a:moveTo>
                    <a:pt x="550407" y="575285"/>
                  </a:moveTo>
                  <a:lnTo>
                    <a:pt x="550407" y="709290"/>
                  </a:lnTo>
                  <a:lnTo>
                    <a:pt x="587431" y="722759"/>
                  </a:lnTo>
                  <a:lnTo>
                    <a:pt x="628577" y="732377"/>
                  </a:lnTo>
                  <a:lnTo>
                    <a:pt x="673821" y="738146"/>
                  </a:lnTo>
                  <a:lnTo>
                    <a:pt x="723138" y="740069"/>
                  </a:lnTo>
                  <a:lnTo>
                    <a:pt x="783119" y="735803"/>
                  </a:lnTo>
                  <a:lnTo>
                    <a:pt x="836546" y="723007"/>
                  </a:lnTo>
                  <a:lnTo>
                    <a:pt x="883400" y="701683"/>
                  </a:lnTo>
                  <a:lnTo>
                    <a:pt x="923665" y="671834"/>
                  </a:lnTo>
                  <a:lnTo>
                    <a:pt x="956007" y="635239"/>
                  </a:lnTo>
                  <a:lnTo>
                    <a:pt x="964508" y="619957"/>
                  </a:lnTo>
                  <a:lnTo>
                    <a:pt x="705733" y="619957"/>
                  </a:lnTo>
                  <a:lnTo>
                    <a:pt x="665159" y="617164"/>
                  </a:lnTo>
                  <a:lnTo>
                    <a:pt x="625739" y="608788"/>
                  </a:lnTo>
                  <a:lnTo>
                    <a:pt x="587484" y="594828"/>
                  </a:lnTo>
                  <a:lnTo>
                    <a:pt x="550407" y="575285"/>
                  </a:lnTo>
                  <a:close/>
                </a:path>
                <a:path w="997584" h="740410">
                  <a:moveTo>
                    <a:pt x="979952" y="404551"/>
                  </a:moveTo>
                  <a:lnTo>
                    <a:pt x="688329" y="404551"/>
                  </a:lnTo>
                  <a:lnTo>
                    <a:pt x="742159" y="408780"/>
                  </a:lnTo>
                  <a:lnTo>
                    <a:pt x="784015" y="421466"/>
                  </a:lnTo>
                  <a:lnTo>
                    <a:pt x="813902" y="442610"/>
                  </a:lnTo>
                  <a:lnTo>
                    <a:pt x="831829" y="472209"/>
                  </a:lnTo>
                  <a:lnTo>
                    <a:pt x="837803" y="510265"/>
                  </a:lnTo>
                  <a:lnTo>
                    <a:pt x="835614" y="534261"/>
                  </a:lnTo>
                  <a:lnTo>
                    <a:pt x="818091" y="574338"/>
                  </a:lnTo>
                  <a:lnTo>
                    <a:pt x="783615" y="603342"/>
                  </a:lnTo>
                  <a:lnTo>
                    <a:pt x="735089" y="618111"/>
                  </a:lnTo>
                  <a:lnTo>
                    <a:pt x="705733" y="619957"/>
                  </a:lnTo>
                  <a:lnTo>
                    <a:pt x="964508" y="619957"/>
                  </a:lnTo>
                  <a:lnTo>
                    <a:pt x="979105" y="593714"/>
                  </a:lnTo>
                  <a:lnTo>
                    <a:pt x="992961" y="547258"/>
                  </a:lnTo>
                  <a:lnTo>
                    <a:pt x="997579" y="495869"/>
                  </a:lnTo>
                  <a:lnTo>
                    <a:pt x="993701" y="449713"/>
                  </a:lnTo>
                  <a:lnTo>
                    <a:pt x="982073" y="408520"/>
                  </a:lnTo>
                  <a:lnTo>
                    <a:pt x="979952" y="404551"/>
                  </a:lnTo>
                  <a:close/>
                </a:path>
                <a:path w="997584" h="740410">
                  <a:moveTo>
                    <a:pt x="964813" y="15870"/>
                  </a:moveTo>
                  <a:lnTo>
                    <a:pt x="588142" y="15870"/>
                  </a:lnTo>
                  <a:lnTo>
                    <a:pt x="561350" y="412979"/>
                  </a:lnTo>
                  <a:lnTo>
                    <a:pt x="596282" y="409287"/>
                  </a:lnTo>
                  <a:lnTo>
                    <a:pt x="629080" y="406654"/>
                  </a:lnTo>
                  <a:lnTo>
                    <a:pt x="659758" y="405077"/>
                  </a:lnTo>
                  <a:lnTo>
                    <a:pt x="688329" y="404551"/>
                  </a:lnTo>
                  <a:lnTo>
                    <a:pt x="979952" y="404551"/>
                  </a:lnTo>
                  <a:lnTo>
                    <a:pt x="962707" y="372289"/>
                  </a:lnTo>
                  <a:lnTo>
                    <a:pt x="935614" y="341019"/>
                  </a:lnTo>
                  <a:lnTo>
                    <a:pt x="901575" y="315828"/>
                  </a:lnTo>
                  <a:lnTo>
                    <a:pt x="861589" y="297834"/>
                  </a:lnTo>
                  <a:lnTo>
                    <a:pt x="815654" y="287038"/>
                  </a:lnTo>
                  <a:lnTo>
                    <a:pt x="806527" y="286405"/>
                  </a:lnTo>
                  <a:lnTo>
                    <a:pt x="697870" y="286405"/>
                  </a:lnTo>
                  <a:lnTo>
                    <a:pt x="707776" y="143969"/>
                  </a:lnTo>
                  <a:lnTo>
                    <a:pt x="964813" y="143969"/>
                  </a:lnTo>
                  <a:lnTo>
                    <a:pt x="964813" y="15870"/>
                  </a:lnTo>
                  <a:close/>
                </a:path>
                <a:path w="997584" h="740410">
                  <a:moveTo>
                    <a:pt x="763767" y="283439"/>
                  </a:moveTo>
                  <a:lnTo>
                    <a:pt x="749275" y="283624"/>
                  </a:lnTo>
                  <a:lnTo>
                    <a:pt x="733436" y="284180"/>
                  </a:lnTo>
                  <a:lnTo>
                    <a:pt x="716289" y="285107"/>
                  </a:lnTo>
                  <a:lnTo>
                    <a:pt x="697870" y="286405"/>
                  </a:lnTo>
                  <a:lnTo>
                    <a:pt x="806527" y="286405"/>
                  </a:lnTo>
                  <a:lnTo>
                    <a:pt x="763767" y="283439"/>
                  </a:lnTo>
                  <a:close/>
                </a:path>
                <a:path w="997584" h="740410">
                  <a:moveTo>
                    <a:pt x="307726" y="176723"/>
                  </a:moveTo>
                  <a:lnTo>
                    <a:pt x="151394" y="176723"/>
                  </a:lnTo>
                  <a:lnTo>
                    <a:pt x="151394" y="727661"/>
                  </a:lnTo>
                  <a:lnTo>
                    <a:pt x="307726" y="727661"/>
                  </a:lnTo>
                  <a:lnTo>
                    <a:pt x="307726" y="176723"/>
                  </a:lnTo>
                  <a:close/>
                </a:path>
                <a:path w="997584" h="740410">
                  <a:moveTo>
                    <a:pt x="307726" y="0"/>
                  </a:moveTo>
                  <a:lnTo>
                    <a:pt x="212841" y="0"/>
                  </a:lnTo>
                  <a:lnTo>
                    <a:pt x="190367" y="16314"/>
                  </a:lnTo>
                  <a:lnTo>
                    <a:pt x="166569" y="31925"/>
                  </a:lnTo>
                  <a:lnTo>
                    <a:pt x="115062" y="61091"/>
                  </a:lnTo>
                  <a:lnTo>
                    <a:pt x="59245" y="86392"/>
                  </a:lnTo>
                  <a:lnTo>
                    <a:pt x="0" y="106740"/>
                  </a:lnTo>
                  <a:lnTo>
                    <a:pt x="0" y="238768"/>
                  </a:lnTo>
                  <a:lnTo>
                    <a:pt x="42153" y="230575"/>
                  </a:lnTo>
                  <a:lnTo>
                    <a:pt x="83301" y="216670"/>
                  </a:lnTo>
                  <a:lnTo>
                    <a:pt x="120761" y="198308"/>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37" name="object 137"/>
            <p:cNvSpPr/>
            <p:nvPr/>
          </p:nvSpPr>
          <p:spPr>
            <a:xfrm>
              <a:off x="7377561" y="5522976"/>
              <a:ext cx="997585" cy="740410"/>
            </a:xfrm>
            <a:custGeom>
              <a:avLst/>
              <a:gdLst/>
              <a:ahLst/>
              <a:cxnLst/>
              <a:rect l="l" t="t" r="r" b="b"/>
              <a:pathLst>
                <a:path w="997584" h="740410">
                  <a:moveTo>
                    <a:pt x="588142" y="15870"/>
                  </a:moveTo>
                  <a:lnTo>
                    <a:pt x="964813" y="15870"/>
                  </a:lnTo>
                  <a:lnTo>
                    <a:pt x="964813" y="143969"/>
                  </a:lnTo>
                  <a:lnTo>
                    <a:pt x="707776" y="143969"/>
                  </a:lnTo>
                  <a:lnTo>
                    <a:pt x="697870" y="286405"/>
                  </a:lnTo>
                  <a:lnTo>
                    <a:pt x="716289" y="285107"/>
                  </a:lnTo>
                  <a:lnTo>
                    <a:pt x="733436" y="284180"/>
                  </a:lnTo>
                  <a:lnTo>
                    <a:pt x="749275" y="283624"/>
                  </a:lnTo>
                  <a:lnTo>
                    <a:pt x="763767" y="283439"/>
                  </a:lnTo>
                  <a:lnTo>
                    <a:pt x="815654" y="287038"/>
                  </a:lnTo>
                  <a:lnTo>
                    <a:pt x="861589" y="297834"/>
                  </a:lnTo>
                  <a:lnTo>
                    <a:pt x="901575" y="315828"/>
                  </a:lnTo>
                  <a:lnTo>
                    <a:pt x="935614" y="341019"/>
                  </a:lnTo>
                  <a:lnTo>
                    <a:pt x="962706" y="372289"/>
                  </a:lnTo>
                  <a:lnTo>
                    <a:pt x="982073" y="408520"/>
                  </a:lnTo>
                  <a:lnTo>
                    <a:pt x="993701" y="449713"/>
                  </a:lnTo>
                  <a:lnTo>
                    <a:pt x="997579" y="495869"/>
                  </a:lnTo>
                  <a:lnTo>
                    <a:pt x="992961" y="547258"/>
                  </a:lnTo>
                  <a:lnTo>
                    <a:pt x="979105" y="593714"/>
                  </a:lnTo>
                  <a:lnTo>
                    <a:pt x="956007" y="635239"/>
                  </a:lnTo>
                  <a:lnTo>
                    <a:pt x="923665" y="671834"/>
                  </a:lnTo>
                  <a:lnTo>
                    <a:pt x="883400" y="701683"/>
                  </a:lnTo>
                  <a:lnTo>
                    <a:pt x="836546" y="723007"/>
                  </a:lnTo>
                  <a:lnTo>
                    <a:pt x="783119" y="735803"/>
                  </a:lnTo>
                  <a:lnTo>
                    <a:pt x="723137" y="740069"/>
                  </a:lnTo>
                  <a:lnTo>
                    <a:pt x="673821" y="738146"/>
                  </a:lnTo>
                  <a:lnTo>
                    <a:pt x="628577" y="732377"/>
                  </a:lnTo>
                  <a:lnTo>
                    <a:pt x="587431" y="722759"/>
                  </a:lnTo>
                  <a:lnTo>
                    <a:pt x="550407" y="709290"/>
                  </a:lnTo>
                  <a:lnTo>
                    <a:pt x="550407" y="575285"/>
                  </a:lnTo>
                  <a:lnTo>
                    <a:pt x="587484" y="594828"/>
                  </a:lnTo>
                  <a:lnTo>
                    <a:pt x="625739" y="608788"/>
                  </a:lnTo>
                  <a:lnTo>
                    <a:pt x="665159" y="617164"/>
                  </a:lnTo>
                  <a:lnTo>
                    <a:pt x="705733" y="619957"/>
                  </a:lnTo>
                  <a:lnTo>
                    <a:pt x="735089" y="618111"/>
                  </a:lnTo>
                  <a:lnTo>
                    <a:pt x="783615" y="603342"/>
                  </a:lnTo>
                  <a:lnTo>
                    <a:pt x="818091" y="574338"/>
                  </a:lnTo>
                  <a:lnTo>
                    <a:pt x="835614" y="534261"/>
                  </a:lnTo>
                  <a:lnTo>
                    <a:pt x="837803" y="510265"/>
                  </a:lnTo>
                  <a:lnTo>
                    <a:pt x="831829" y="472209"/>
                  </a:lnTo>
                  <a:lnTo>
                    <a:pt x="813902" y="442610"/>
                  </a:lnTo>
                  <a:lnTo>
                    <a:pt x="784015" y="421466"/>
                  </a:lnTo>
                  <a:lnTo>
                    <a:pt x="742159" y="408780"/>
                  </a:lnTo>
                  <a:lnTo>
                    <a:pt x="688329" y="404551"/>
                  </a:lnTo>
                  <a:lnTo>
                    <a:pt x="659758" y="405077"/>
                  </a:lnTo>
                  <a:lnTo>
                    <a:pt x="629080" y="406654"/>
                  </a:lnTo>
                  <a:lnTo>
                    <a:pt x="596282" y="409287"/>
                  </a:lnTo>
                  <a:lnTo>
                    <a:pt x="561350" y="412979"/>
                  </a:lnTo>
                  <a:lnTo>
                    <a:pt x="588142" y="15870"/>
                  </a:lnTo>
                  <a:close/>
                </a:path>
                <a:path w="997584" h="740410">
                  <a:moveTo>
                    <a:pt x="212841" y="0"/>
                  </a:moveTo>
                  <a:lnTo>
                    <a:pt x="307726" y="0"/>
                  </a:lnTo>
                  <a:lnTo>
                    <a:pt x="307726" y="727661"/>
                  </a:lnTo>
                  <a:lnTo>
                    <a:pt x="151394" y="727661"/>
                  </a:lnTo>
                  <a:lnTo>
                    <a:pt x="151394" y="176723"/>
                  </a:lnTo>
                  <a:lnTo>
                    <a:pt x="144619" y="182356"/>
                  </a:lnTo>
                  <a:lnTo>
                    <a:pt x="111843" y="203281"/>
                  </a:lnTo>
                  <a:lnTo>
                    <a:pt x="73306" y="220612"/>
                  </a:lnTo>
                  <a:lnTo>
                    <a:pt x="31521" y="233226"/>
                  </a:lnTo>
                  <a:lnTo>
                    <a:pt x="0" y="238768"/>
                  </a:lnTo>
                  <a:lnTo>
                    <a:pt x="0" y="106740"/>
                  </a:lnTo>
                  <a:lnTo>
                    <a:pt x="30048" y="97187"/>
                  </a:lnTo>
                  <a:lnTo>
                    <a:pt x="59245" y="86392"/>
                  </a:lnTo>
                  <a:lnTo>
                    <a:pt x="115061" y="61091"/>
                  </a:lnTo>
                  <a:lnTo>
                    <a:pt x="166569" y="31925"/>
                  </a:lnTo>
                  <a:lnTo>
                    <a:pt x="190367" y="16314"/>
                  </a:lnTo>
                  <a:lnTo>
                    <a:pt x="212841" y="0"/>
                  </a:lnTo>
                  <a:close/>
                </a:path>
              </a:pathLst>
            </a:custGeom>
            <a:ln w="12191">
              <a:solidFill>
                <a:srgbClr val="000000"/>
              </a:solidFill>
            </a:ln>
          </p:spPr>
          <p:txBody>
            <a:bodyPr wrap="square" lIns="0" tIns="0" rIns="0" bIns="0" rtlCol="0"/>
            <a:lstStyle/>
            <a:p>
              <a:endParaRPr/>
            </a:p>
          </p:txBody>
        </p:sp>
        <p:sp>
          <p:nvSpPr>
            <p:cNvPr id="138" name="object 138"/>
            <p:cNvSpPr/>
            <p:nvPr/>
          </p:nvSpPr>
          <p:spPr>
            <a:xfrm>
              <a:off x="6739128" y="5209032"/>
              <a:ext cx="2218944" cy="1345692"/>
            </a:xfrm>
            <a:prstGeom prst="rect">
              <a:avLst/>
            </a:prstGeom>
            <a:blipFill>
              <a:blip r:embed="rId56" cstate="print"/>
              <a:stretch>
                <a:fillRect/>
              </a:stretch>
            </a:blipFill>
          </p:spPr>
          <p:txBody>
            <a:bodyPr wrap="square" lIns="0" tIns="0" rIns="0" bIns="0" rtlCol="0"/>
            <a:lstStyle/>
            <a:p>
              <a:endParaRPr/>
            </a:p>
          </p:txBody>
        </p:sp>
        <p:sp>
          <p:nvSpPr>
            <p:cNvPr id="139" name="object 139"/>
            <p:cNvSpPr/>
            <p:nvPr/>
          </p:nvSpPr>
          <p:spPr>
            <a:xfrm>
              <a:off x="6585204" y="4892039"/>
              <a:ext cx="2558795" cy="1965959"/>
            </a:xfrm>
            <a:prstGeom prst="rect">
              <a:avLst/>
            </a:prstGeom>
            <a:blipFill>
              <a:blip r:embed="rId57" cstate="print"/>
              <a:stretch>
                <a:fillRect/>
              </a:stretch>
            </a:blipFill>
          </p:spPr>
          <p:txBody>
            <a:bodyPr wrap="square" lIns="0" tIns="0" rIns="0" bIns="0" rtlCol="0"/>
            <a:lstStyle/>
            <a:p>
              <a:endParaRPr/>
            </a:p>
          </p:txBody>
        </p:sp>
        <p:sp>
          <p:nvSpPr>
            <p:cNvPr id="140" name="object 140"/>
            <p:cNvSpPr/>
            <p:nvPr/>
          </p:nvSpPr>
          <p:spPr>
            <a:xfrm>
              <a:off x="6819899" y="5269991"/>
              <a:ext cx="2057400" cy="1184275"/>
            </a:xfrm>
            <a:custGeom>
              <a:avLst/>
              <a:gdLst/>
              <a:ahLst/>
              <a:cxnLst/>
              <a:rect l="l" t="t" r="r" b="b"/>
              <a:pathLst>
                <a:path w="2057400" h="1184275">
                  <a:moveTo>
                    <a:pt x="1824868"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1"/>
                  </a:lnTo>
                  <a:lnTo>
                    <a:pt x="18279" y="1041965"/>
                  </a:lnTo>
                  <a:lnTo>
                    <a:pt x="39723" y="1081459"/>
                  </a:lnTo>
                  <a:lnTo>
                    <a:pt x="68122" y="1115869"/>
                  </a:lnTo>
                  <a:lnTo>
                    <a:pt x="102539" y="1144260"/>
                  </a:lnTo>
                  <a:lnTo>
                    <a:pt x="142037" y="1165696"/>
                  </a:lnTo>
                  <a:lnTo>
                    <a:pt x="185680" y="1179244"/>
                  </a:lnTo>
                  <a:lnTo>
                    <a:pt x="232531" y="1183968"/>
                  </a:lnTo>
                  <a:lnTo>
                    <a:pt x="1824868" y="1183968"/>
                  </a:lnTo>
                  <a:lnTo>
                    <a:pt x="1871719" y="1179244"/>
                  </a:lnTo>
                  <a:lnTo>
                    <a:pt x="1915362" y="1165696"/>
                  </a:lnTo>
                  <a:lnTo>
                    <a:pt x="1954860" y="1144260"/>
                  </a:lnTo>
                  <a:lnTo>
                    <a:pt x="1989277" y="1115869"/>
                  </a:lnTo>
                  <a:lnTo>
                    <a:pt x="2017676" y="1081459"/>
                  </a:lnTo>
                  <a:lnTo>
                    <a:pt x="2039120" y="1041965"/>
                  </a:lnTo>
                  <a:lnTo>
                    <a:pt x="2052674" y="998321"/>
                  </a:lnTo>
                  <a:lnTo>
                    <a:pt x="2057399" y="951463"/>
                  </a:lnTo>
                  <a:lnTo>
                    <a:pt x="2057399" y="232409"/>
                  </a:lnTo>
                  <a:lnTo>
                    <a:pt x="2052674" y="185559"/>
                  </a:lnTo>
                  <a:lnTo>
                    <a:pt x="2039120" y="141928"/>
                  </a:lnTo>
                  <a:lnTo>
                    <a:pt x="2017676" y="102449"/>
                  </a:lnTo>
                  <a:lnTo>
                    <a:pt x="1989277" y="68056"/>
                  </a:lnTo>
                  <a:lnTo>
                    <a:pt x="1954860" y="39681"/>
                  </a:lnTo>
                  <a:lnTo>
                    <a:pt x="1915362" y="18258"/>
                  </a:lnTo>
                  <a:lnTo>
                    <a:pt x="1871719" y="4720"/>
                  </a:lnTo>
                  <a:lnTo>
                    <a:pt x="1824868" y="0"/>
                  </a:lnTo>
                  <a:close/>
                </a:path>
              </a:pathLst>
            </a:custGeom>
            <a:solidFill>
              <a:srgbClr val="252525"/>
            </a:solidFill>
          </p:spPr>
          <p:txBody>
            <a:bodyPr wrap="square" lIns="0" tIns="0" rIns="0" bIns="0" rtlCol="0"/>
            <a:lstStyle/>
            <a:p>
              <a:endParaRPr/>
            </a:p>
          </p:txBody>
        </p:sp>
        <p:sp>
          <p:nvSpPr>
            <p:cNvPr id="141" name="object 141"/>
            <p:cNvSpPr/>
            <p:nvPr/>
          </p:nvSpPr>
          <p:spPr>
            <a:xfrm>
              <a:off x="6819899" y="5269991"/>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868" y="0"/>
                  </a:lnTo>
                  <a:lnTo>
                    <a:pt x="1871719" y="4720"/>
                  </a:lnTo>
                  <a:lnTo>
                    <a:pt x="1915362" y="18258"/>
                  </a:lnTo>
                  <a:lnTo>
                    <a:pt x="1954860" y="39681"/>
                  </a:lnTo>
                  <a:lnTo>
                    <a:pt x="1989277" y="68056"/>
                  </a:lnTo>
                  <a:lnTo>
                    <a:pt x="2017676" y="102449"/>
                  </a:lnTo>
                  <a:lnTo>
                    <a:pt x="2039120" y="141928"/>
                  </a:lnTo>
                  <a:lnTo>
                    <a:pt x="2052674" y="185559"/>
                  </a:lnTo>
                  <a:lnTo>
                    <a:pt x="2057399" y="232409"/>
                  </a:lnTo>
                  <a:lnTo>
                    <a:pt x="2057399" y="951463"/>
                  </a:lnTo>
                  <a:lnTo>
                    <a:pt x="2052674" y="998321"/>
                  </a:lnTo>
                  <a:lnTo>
                    <a:pt x="2039120" y="1041965"/>
                  </a:lnTo>
                  <a:lnTo>
                    <a:pt x="2017676" y="1081459"/>
                  </a:lnTo>
                  <a:lnTo>
                    <a:pt x="1989277" y="1115869"/>
                  </a:lnTo>
                  <a:lnTo>
                    <a:pt x="1954860" y="1144260"/>
                  </a:lnTo>
                  <a:lnTo>
                    <a:pt x="1915362" y="1165696"/>
                  </a:lnTo>
                  <a:lnTo>
                    <a:pt x="1871719" y="1179244"/>
                  </a:lnTo>
                  <a:lnTo>
                    <a:pt x="1824868" y="1183968"/>
                  </a:lnTo>
                  <a:lnTo>
                    <a:pt x="232531" y="1183968"/>
                  </a:lnTo>
                  <a:lnTo>
                    <a:pt x="185680" y="1179244"/>
                  </a:lnTo>
                  <a:lnTo>
                    <a:pt x="142037" y="1165696"/>
                  </a:lnTo>
                  <a:lnTo>
                    <a:pt x="102539" y="1144260"/>
                  </a:lnTo>
                  <a:lnTo>
                    <a:pt x="68122" y="1115869"/>
                  </a:lnTo>
                  <a:lnTo>
                    <a:pt x="39723" y="1081459"/>
                  </a:lnTo>
                  <a:lnTo>
                    <a:pt x="18279" y="1041965"/>
                  </a:lnTo>
                  <a:lnTo>
                    <a:pt x="4725"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42" name="object 142"/>
            <p:cNvSpPr/>
            <p:nvPr/>
          </p:nvSpPr>
          <p:spPr>
            <a:xfrm>
              <a:off x="6626352" y="4911850"/>
              <a:ext cx="2481072" cy="1946147"/>
            </a:xfrm>
            <a:prstGeom prst="rect">
              <a:avLst/>
            </a:prstGeom>
            <a:blipFill>
              <a:blip r:embed="rId58" cstate="print"/>
              <a:stretch>
                <a:fillRect/>
              </a:stretch>
            </a:blipFill>
          </p:spPr>
          <p:txBody>
            <a:bodyPr wrap="square" lIns="0" tIns="0" rIns="0" bIns="0" rtlCol="0"/>
            <a:lstStyle/>
            <a:p>
              <a:endParaRPr/>
            </a:p>
          </p:txBody>
        </p:sp>
        <p:sp>
          <p:nvSpPr>
            <p:cNvPr id="143" name="object 143"/>
            <p:cNvSpPr/>
            <p:nvPr/>
          </p:nvSpPr>
          <p:spPr>
            <a:xfrm>
              <a:off x="7368022" y="5506211"/>
              <a:ext cx="1031240" cy="740410"/>
            </a:xfrm>
            <a:custGeom>
              <a:avLst/>
              <a:gdLst/>
              <a:ahLst/>
              <a:cxnLst/>
              <a:rect l="l" t="t" r="r" b="b"/>
              <a:pathLst>
                <a:path w="1031240" h="740410">
                  <a:moveTo>
                    <a:pt x="852190" y="3941"/>
                  </a:moveTo>
                  <a:lnTo>
                    <a:pt x="781480" y="11191"/>
                  </a:lnTo>
                  <a:lnTo>
                    <a:pt x="718200" y="33015"/>
                  </a:lnTo>
                  <a:lnTo>
                    <a:pt x="663031" y="68048"/>
                  </a:lnTo>
                  <a:lnTo>
                    <a:pt x="616732" y="115110"/>
                  </a:lnTo>
                  <a:lnTo>
                    <a:pt x="579611" y="173612"/>
                  </a:lnTo>
                  <a:lnTo>
                    <a:pt x="552206" y="242910"/>
                  </a:lnTo>
                  <a:lnTo>
                    <a:pt x="542294" y="281332"/>
                  </a:lnTo>
                  <a:lnTo>
                    <a:pt x="535228" y="321893"/>
                  </a:lnTo>
                  <a:lnTo>
                    <a:pt x="530997" y="364593"/>
                  </a:lnTo>
                  <a:lnTo>
                    <a:pt x="529594" y="409591"/>
                  </a:lnTo>
                  <a:lnTo>
                    <a:pt x="530667" y="447374"/>
                  </a:lnTo>
                  <a:lnTo>
                    <a:pt x="539349" y="517107"/>
                  </a:lnTo>
                  <a:lnTo>
                    <a:pt x="556614" y="578486"/>
                  </a:lnTo>
                  <a:lnTo>
                    <a:pt x="581626" y="630479"/>
                  </a:lnTo>
                  <a:lnTo>
                    <a:pt x="614356" y="672857"/>
                  </a:lnTo>
                  <a:lnTo>
                    <a:pt x="654495" y="705241"/>
                  </a:lnTo>
                  <a:lnTo>
                    <a:pt x="701739" y="727436"/>
                  </a:lnTo>
                  <a:lnTo>
                    <a:pt x="755460" y="738611"/>
                  </a:lnTo>
                  <a:lnTo>
                    <a:pt x="784738" y="740008"/>
                  </a:lnTo>
                  <a:lnTo>
                    <a:pt x="810981" y="738812"/>
                  </a:lnTo>
                  <a:lnTo>
                    <a:pt x="860326" y="729249"/>
                  </a:lnTo>
                  <a:lnTo>
                    <a:pt x="905233" y="710433"/>
                  </a:lnTo>
                  <a:lnTo>
                    <a:pt x="944228" y="684126"/>
                  </a:lnTo>
                  <a:lnTo>
                    <a:pt x="976884" y="650768"/>
                  </a:lnTo>
                  <a:lnTo>
                    <a:pt x="997422" y="619887"/>
                  </a:lnTo>
                  <a:lnTo>
                    <a:pt x="784738" y="619887"/>
                  </a:lnTo>
                  <a:lnTo>
                    <a:pt x="774321" y="619266"/>
                  </a:lnTo>
                  <a:lnTo>
                    <a:pt x="737619" y="604542"/>
                  </a:lnTo>
                  <a:lnTo>
                    <a:pt x="709963" y="573992"/>
                  </a:lnTo>
                  <a:lnTo>
                    <a:pt x="693326" y="531318"/>
                  </a:lnTo>
                  <a:lnTo>
                    <a:pt x="689366" y="493812"/>
                  </a:lnTo>
                  <a:lnTo>
                    <a:pt x="689792" y="482170"/>
                  </a:lnTo>
                  <a:lnTo>
                    <a:pt x="699794" y="440906"/>
                  </a:lnTo>
                  <a:lnTo>
                    <a:pt x="721726" y="409591"/>
                  </a:lnTo>
                  <a:lnTo>
                    <a:pt x="763356" y="388098"/>
                  </a:lnTo>
                  <a:lnTo>
                    <a:pt x="783732" y="386108"/>
                  </a:lnTo>
                  <a:lnTo>
                    <a:pt x="1011404" y="386108"/>
                  </a:lnTo>
                  <a:lnTo>
                    <a:pt x="1009362" y="380880"/>
                  </a:lnTo>
                  <a:lnTo>
                    <a:pt x="1000269" y="362719"/>
                  </a:lnTo>
                  <a:lnTo>
                    <a:pt x="989748" y="346015"/>
                  </a:lnTo>
                  <a:lnTo>
                    <a:pt x="985001" y="339958"/>
                  </a:lnTo>
                  <a:lnTo>
                    <a:pt x="684428" y="339958"/>
                  </a:lnTo>
                  <a:lnTo>
                    <a:pt x="685674" y="315959"/>
                  </a:lnTo>
                  <a:lnTo>
                    <a:pt x="692808" y="271409"/>
                  </a:lnTo>
                  <a:lnTo>
                    <a:pt x="705833" y="231606"/>
                  </a:lnTo>
                  <a:lnTo>
                    <a:pt x="723938" y="197490"/>
                  </a:lnTo>
                  <a:lnTo>
                    <a:pt x="760186" y="157548"/>
                  </a:lnTo>
                  <a:lnTo>
                    <a:pt x="806778" y="132200"/>
                  </a:lnTo>
                  <a:lnTo>
                    <a:pt x="862096" y="123550"/>
                  </a:lnTo>
                  <a:lnTo>
                    <a:pt x="980206" y="123550"/>
                  </a:lnTo>
                  <a:lnTo>
                    <a:pt x="980206" y="23241"/>
                  </a:lnTo>
                  <a:lnTo>
                    <a:pt x="955128" y="14815"/>
                  </a:lnTo>
                  <a:lnTo>
                    <a:pt x="925433" y="8782"/>
                  </a:lnTo>
                  <a:lnTo>
                    <a:pt x="891120" y="5153"/>
                  </a:lnTo>
                  <a:lnTo>
                    <a:pt x="852190" y="3941"/>
                  </a:lnTo>
                  <a:close/>
                </a:path>
                <a:path w="1031240" h="740410">
                  <a:moveTo>
                    <a:pt x="1011404" y="386108"/>
                  </a:moveTo>
                  <a:lnTo>
                    <a:pt x="783732" y="386108"/>
                  </a:lnTo>
                  <a:lnTo>
                    <a:pt x="824737" y="393274"/>
                  </a:lnTo>
                  <a:lnTo>
                    <a:pt x="854026" y="414772"/>
                  </a:lnTo>
                  <a:lnTo>
                    <a:pt x="871600" y="450602"/>
                  </a:lnTo>
                  <a:lnTo>
                    <a:pt x="877458" y="500765"/>
                  </a:lnTo>
                  <a:lnTo>
                    <a:pt x="877072" y="513653"/>
                  </a:lnTo>
                  <a:lnTo>
                    <a:pt x="867517" y="559799"/>
                  </a:lnTo>
                  <a:lnTo>
                    <a:pt x="846028" y="594263"/>
                  </a:lnTo>
                  <a:lnTo>
                    <a:pt x="805037" y="617715"/>
                  </a:lnTo>
                  <a:lnTo>
                    <a:pt x="784738" y="619887"/>
                  </a:lnTo>
                  <a:lnTo>
                    <a:pt x="997422" y="619887"/>
                  </a:lnTo>
                  <a:lnTo>
                    <a:pt x="1020577" y="565847"/>
                  </a:lnTo>
                  <a:lnTo>
                    <a:pt x="1029721" y="516713"/>
                  </a:lnTo>
                  <a:lnTo>
                    <a:pt x="1030864" y="490846"/>
                  </a:lnTo>
                  <a:lnTo>
                    <a:pt x="1030004" y="466583"/>
                  </a:lnTo>
                  <a:lnTo>
                    <a:pt x="1027419" y="443438"/>
                  </a:lnTo>
                  <a:lnTo>
                    <a:pt x="1023097" y="421411"/>
                  </a:lnTo>
                  <a:lnTo>
                    <a:pt x="1017026" y="400501"/>
                  </a:lnTo>
                  <a:lnTo>
                    <a:pt x="1011404" y="386108"/>
                  </a:lnTo>
                  <a:close/>
                </a:path>
                <a:path w="1031240" h="740410">
                  <a:moveTo>
                    <a:pt x="836828" y="269961"/>
                  </a:moveTo>
                  <a:lnTo>
                    <a:pt x="790462" y="274337"/>
                  </a:lnTo>
                  <a:lnTo>
                    <a:pt x="750093" y="287462"/>
                  </a:lnTo>
                  <a:lnTo>
                    <a:pt x="715754" y="309337"/>
                  </a:lnTo>
                  <a:lnTo>
                    <a:pt x="687476" y="339958"/>
                  </a:lnTo>
                  <a:lnTo>
                    <a:pt x="985001" y="339958"/>
                  </a:lnTo>
                  <a:lnTo>
                    <a:pt x="949859" y="305026"/>
                  </a:lnTo>
                  <a:lnTo>
                    <a:pt x="916686" y="285856"/>
                  </a:lnTo>
                  <a:lnTo>
                    <a:pt x="878894" y="273935"/>
                  </a:lnTo>
                  <a:lnTo>
                    <a:pt x="836828" y="269961"/>
                  </a:lnTo>
                  <a:close/>
                </a:path>
                <a:path w="1031240" h="740410">
                  <a:moveTo>
                    <a:pt x="980206" y="123550"/>
                  </a:moveTo>
                  <a:lnTo>
                    <a:pt x="862096" y="123550"/>
                  </a:lnTo>
                  <a:lnTo>
                    <a:pt x="893478" y="125472"/>
                  </a:lnTo>
                  <a:lnTo>
                    <a:pt x="923620" y="131240"/>
                  </a:lnTo>
                  <a:lnTo>
                    <a:pt x="952527" y="140854"/>
                  </a:lnTo>
                  <a:lnTo>
                    <a:pt x="980206" y="154317"/>
                  </a:lnTo>
                  <a:lnTo>
                    <a:pt x="980206" y="123550"/>
                  </a:lnTo>
                  <a:close/>
                </a:path>
                <a:path w="1031240" h="740410">
                  <a:moveTo>
                    <a:pt x="307726" y="176652"/>
                  </a:moveTo>
                  <a:lnTo>
                    <a:pt x="151394" y="176652"/>
                  </a:lnTo>
                  <a:lnTo>
                    <a:pt x="151394" y="727591"/>
                  </a:lnTo>
                  <a:lnTo>
                    <a:pt x="307726" y="727591"/>
                  </a:lnTo>
                  <a:lnTo>
                    <a:pt x="307726" y="176652"/>
                  </a:lnTo>
                  <a:close/>
                </a:path>
                <a:path w="1031240" h="740410">
                  <a:moveTo>
                    <a:pt x="307726" y="0"/>
                  </a:moveTo>
                  <a:lnTo>
                    <a:pt x="212872" y="0"/>
                  </a:lnTo>
                  <a:lnTo>
                    <a:pt x="190397" y="16240"/>
                  </a:lnTo>
                  <a:lnTo>
                    <a:pt x="166596" y="31815"/>
                  </a:lnTo>
                  <a:lnTo>
                    <a:pt x="115062" y="60960"/>
                  </a:lnTo>
                  <a:lnTo>
                    <a:pt x="59256" y="86296"/>
                  </a:lnTo>
                  <a:lnTo>
                    <a:pt x="0" y="106667"/>
                  </a:lnTo>
                  <a:lnTo>
                    <a:pt x="0" y="238694"/>
                  </a:lnTo>
                  <a:lnTo>
                    <a:pt x="42184" y="230505"/>
                  </a:lnTo>
                  <a:lnTo>
                    <a:pt x="83332" y="216609"/>
                  </a:lnTo>
                  <a:lnTo>
                    <a:pt x="120792" y="198251"/>
                  </a:lnTo>
                  <a:lnTo>
                    <a:pt x="151394" y="176652"/>
                  </a:lnTo>
                  <a:lnTo>
                    <a:pt x="307726" y="176652"/>
                  </a:lnTo>
                  <a:lnTo>
                    <a:pt x="307726" y="0"/>
                  </a:lnTo>
                  <a:close/>
                </a:path>
              </a:pathLst>
            </a:custGeom>
            <a:solidFill>
              <a:srgbClr val="FFFF00"/>
            </a:solidFill>
          </p:spPr>
          <p:txBody>
            <a:bodyPr wrap="square" lIns="0" tIns="0" rIns="0" bIns="0" rtlCol="0"/>
            <a:lstStyle/>
            <a:p>
              <a:endParaRPr/>
            </a:p>
          </p:txBody>
        </p:sp>
        <p:sp>
          <p:nvSpPr>
            <p:cNvPr id="144" name="object 144"/>
            <p:cNvSpPr/>
            <p:nvPr/>
          </p:nvSpPr>
          <p:spPr>
            <a:xfrm>
              <a:off x="8051291" y="5886224"/>
              <a:ext cx="200284" cy="245970"/>
            </a:xfrm>
            <a:prstGeom prst="rect">
              <a:avLst/>
            </a:prstGeom>
            <a:blipFill>
              <a:blip r:embed="rId59" cstate="print"/>
              <a:stretch>
                <a:fillRect/>
              </a:stretch>
            </a:blipFill>
          </p:spPr>
          <p:txBody>
            <a:bodyPr wrap="square" lIns="0" tIns="0" rIns="0" bIns="0" rtlCol="0"/>
            <a:lstStyle/>
            <a:p>
              <a:endParaRPr/>
            </a:p>
          </p:txBody>
        </p:sp>
        <p:sp>
          <p:nvSpPr>
            <p:cNvPr id="145" name="object 145"/>
            <p:cNvSpPr/>
            <p:nvPr/>
          </p:nvSpPr>
          <p:spPr>
            <a:xfrm>
              <a:off x="7368021" y="5506211"/>
              <a:ext cx="1031240" cy="740410"/>
            </a:xfrm>
            <a:custGeom>
              <a:avLst/>
              <a:gdLst/>
              <a:ahLst/>
              <a:cxnLst/>
              <a:rect l="l" t="t" r="r" b="b"/>
              <a:pathLst>
                <a:path w="1031240" h="740410">
                  <a:moveTo>
                    <a:pt x="852190" y="3941"/>
                  </a:moveTo>
                  <a:lnTo>
                    <a:pt x="891120" y="5153"/>
                  </a:lnTo>
                  <a:lnTo>
                    <a:pt x="925433" y="8782"/>
                  </a:lnTo>
                  <a:lnTo>
                    <a:pt x="955128" y="14815"/>
                  </a:lnTo>
                  <a:lnTo>
                    <a:pt x="980206" y="23240"/>
                  </a:lnTo>
                  <a:lnTo>
                    <a:pt x="980206" y="154317"/>
                  </a:lnTo>
                  <a:lnTo>
                    <a:pt x="952527" y="140854"/>
                  </a:lnTo>
                  <a:lnTo>
                    <a:pt x="923620" y="131240"/>
                  </a:lnTo>
                  <a:lnTo>
                    <a:pt x="893478" y="125472"/>
                  </a:lnTo>
                  <a:lnTo>
                    <a:pt x="862096" y="123550"/>
                  </a:lnTo>
                  <a:lnTo>
                    <a:pt x="842734" y="124511"/>
                  </a:lnTo>
                  <a:lnTo>
                    <a:pt x="790193" y="138933"/>
                  </a:lnTo>
                  <a:lnTo>
                    <a:pt x="746937" y="169278"/>
                  </a:lnTo>
                  <a:lnTo>
                    <a:pt x="714268" y="213819"/>
                  </a:lnTo>
                  <a:lnTo>
                    <a:pt x="698632" y="250853"/>
                  </a:lnTo>
                  <a:lnTo>
                    <a:pt x="688478" y="293110"/>
                  </a:lnTo>
                  <a:lnTo>
                    <a:pt x="684428" y="339958"/>
                  </a:lnTo>
                  <a:lnTo>
                    <a:pt x="687476" y="339958"/>
                  </a:lnTo>
                  <a:lnTo>
                    <a:pt x="715754" y="309337"/>
                  </a:lnTo>
                  <a:lnTo>
                    <a:pt x="750093" y="287462"/>
                  </a:lnTo>
                  <a:lnTo>
                    <a:pt x="790462" y="274337"/>
                  </a:lnTo>
                  <a:lnTo>
                    <a:pt x="836828" y="269961"/>
                  </a:lnTo>
                  <a:lnTo>
                    <a:pt x="878894" y="273935"/>
                  </a:lnTo>
                  <a:lnTo>
                    <a:pt x="916685" y="285856"/>
                  </a:lnTo>
                  <a:lnTo>
                    <a:pt x="949859" y="305026"/>
                  </a:lnTo>
                  <a:lnTo>
                    <a:pt x="989748" y="346015"/>
                  </a:lnTo>
                  <a:lnTo>
                    <a:pt x="1009362" y="380880"/>
                  </a:lnTo>
                  <a:lnTo>
                    <a:pt x="1023097" y="421411"/>
                  </a:lnTo>
                  <a:lnTo>
                    <a:pt x="1030004" y="466583"/>
                  </a:lnTo>
                  <a:lnTo>
                    <a:pt x="1030864" y="490846"/>
                  </a:lnTo>
                  <a:lnTo>
                    <a:pt x="1029721" y="516713"/>
                  </a:lnTo>
                  <a:lnTo>
                    <a:pt x="1020577" y="565847"/>
                  </a:lnTo>
                  <a:lnTo>
                    <a:pt x="1002458" y="611183"/>
                  </a:lnTo>
                  <a:lnTo>
                    <a:pt x="976884" y="650768"/>
                  </a:lnTo>
                  <a:lnTo>
                    <a:pt x="944228" y="684126"/>
                  </a:lnTo>
                  <a:lnTo>
                    <a:pt x="905233" y="710433"/>
                  </a:lnTo>
                  <a:lnTo>
                    <a:pt x="860326" y="729249"/>
                  </a:lnTo>
                  <a:lnTo>
                    <a:pt x="810981" y="738812"/>
                  </a:lnTo>
                  <a:lnTo>
                    <a:pt x="784738" y="740008"/>
                  </a:lnTo>
                  <a:lnTo>
                    <a:pt x="755460" y="738611"/>
                  </a:lnTo>
                  <a:lnTo>
                    <a:pt x="701739" y="727436"/>
                  </a:lnTo>
                  <a:lnTo>
                    <a:pt x="654495" y="705241"/>
                  </a:lnTo>
                  <a:lnTo>
                    <a:pt x="614356" y="672857"/>
                  </a:lnTo>
                  <a:lnTo>
                    <a:pt x="581626" y="630479"/>
                  </a:lnTo>
                  <a:lnTo>
                    <a:pt x="556614" y="578486"/>
                  </a:lnTo>
                  <a:lnTo>
                    <a:pt x="539349" y="517107"/>
                  </a:lnTo>
                  <a:lnTo>
                    <a:pt x="530667" y="447374"/>
                  </a:lnTo>
                  <a:lnTo>
                    <a:pt x="529589" y="409431"/>
                  </a:lnTo>
                  <a:lnTo>
                    <a:pt x="530997" y="364593"/>
                  </a:lnTo>
                  <a:lnTo>
                    <a:pt x="535228" y="321893"/>
                  </a:lnTo>
                  <a:lnTo>
                    <a:pt x="542294" y="281332"/>
                  </a:lnTo>
                  <a:lnTo>
                    <a:pt x="552206" y="242910"/>
                  </a:lnTo>
                  <a:lnTo>
                    <a:pt x="579611" y="173612"/>
                  </a:lnTo>
                  <a:lnTo>
                    <a:pt x="616732" y="115110"/>
                  </a:lnTo>
                  <a:lnTo>
                    <a:pt x="663031" y="68048"/>
                  </a:lnTo>
                  <a:lnTo>
                    <a:pt x="718200" y="33015"/>
                  </a:lnTo>
                  <a:lnTo>
                    <a:pt x="781480" y="11191"/>
                  </a:lnTo>
                  <a:lnTo>
                    <a:pt x="815896" y="5751"/>
                  </a:lnTo>
                  <a:lnTo>
                    <a:pt x="852190" y="3941"/>
                  </a:lnTo>
                  <a:close/>
                </a:path>
                <a:path w="1031240" h="740410">
                  <a:moveTo>
                    <a:pt x="212872" y="0"/>
                  </a:moveTo>
                  <a:lnTo>
                    <a:pt x="307726" y="0"/>
                  </a:lnTo>
                  <a:lnTo>
                    <a:pt x="307726" y="727591"/>
                  </a:lnTo>
                  <a:lnTo>
                    <a:pt x="151394" y="727591"/>
                  </a:lnTo>
                  <a:lnTo>
                    <a:pt x="151394" y="176652"/>
                  </a:lnTo>
                  <a:lnTo>
                    <a:pt x="144632" y="182282"/>
                  </a:lnTo>
                  <a:lnTo>
                    <a:pt x="111870" y="203209"/>
                  </a:lnTo>
                  <a:lnTo>
                    <a:pt x="73319" y="220551"/>
                  </a:lnTo>
                  <a:lnTo>
                    <a:pt x="31538" y="233159"/>
                  </a:lnTo>
                  <a:lnTo>
                    <a:pt x="0" y="238694"/>
                  </a:lnTo>
                  <a:lnTo>
                    <a:pt x="0" y="106667"/>
                  </a:lnTo>
                  <a:lnTo>
                    <a:pt x="30061" y="97105"/>
                  </a:lnTo>
                  <a:lnTo>
                    <a:pt x="59256" y="86296"/>
                  </a:lnTo>
                  <a:lnTo>
                    <a:pt x="115061" y="60959"/>
                  </a:lnTo>
                  <a:lnTo>
                    <a:pt x="166596" y="31815"/>
                  </a:lnTo>
                  <a:lnTo>
                    <a:pt x="190397" y="16240"/>
                  </a:lnTo>
                  <a:lnTo>
                    <a:pt x="212872" y="0"/>
                  </a:lnTo>
                  <a:close/>
                </a:path>
              </a:pathLst>
            </a:custGeom>
            <a:ln w="12191">
              <a:solidFill>
                <a:srgbClr val="000000"/>
              </a:solidFill>
            </a:ln>
          </p:spPr>
          <p:txBody>
            <a:bodyPr wrap="square" lIns="0" tIns="0" rIns="0" bIns="0" rtlCol="0"/>
            <a:lstStyle/>
            <a:p>
              <a:endParaRPr/>
            </a:p>
          </p:txBody>
        </p:sp>
        <p:sp>
          <p:nvSpPr>
            <p:cNvPr id="146" name="object 146"/>
            <p:cNvSpPr/>
            <p:nvPr/>
          </p:nvSpPr>
          <p:spPr>
            <a:xfrm>
              <a:off x="6748272" y="5234939"/>
              <a:ext cx="2218944" cy="1345692"/>
            </a:xfrm>
            <a:prstGeom prst="rect">
              <a:avLst/>
            </a:prstGeom>
            <a:blipFill>
              <a:blip r:embed="rId60" cstate="print"/>
              <a:stretch>
                <a:fillRect/>
              </a:stretch>
            </a:blipFill>
          </p:spPr>
          <p:txBody>
            <a:bodyPr wrap="square" lIns="0" tIns="0" rIns="0" bIns="0" rtlCol="0"/>
            <a:lstStyle/>
            <a:p>
              <a:endParaRPr/>
            </a:p>
          </p:txBody>
        </p:sp>
        <p:sp>
          <p:nvSpPr>
            <p:cNvPr id="147" name="object 147"/>
            <p:cNvSpPr/>
            <p:nvPr/>
          </p:nvSpPr>
          <p:spPr>
            <a:xfrm>
              <a:off x="6594348" y="4916422"/>
              <a:ext cx="2549651" cy="1941576"/>
            </a:xfrm>
            <a:prstGeom prst="rect">
              <a:avLst/>
            </a:prstGeom>
            <a:blipFill>
              <a:blip r:embed="rId61" cstate="print"/>
              <a:stretch>
                <a:fillRect/>
              </a:stretch>
            </a:blipFill>
          </p:spPr>
          <p:txBody>
            <a:bodyPr wrap="square" lIns="0" tIns="0" rIns="0" bIns="0" rtlCol="0"/>
            <a:lstStyle/>
            <a:p>
              <a:endParaRPr/>
            </a:p>
          </p:txBody>
        </p:sp>
        <p:sp>
          <p:nvSpPr>
            <p:cNvPr id="148" name="object 148"/>
            <p:cNvSpPr/>
            <p:nvPr/>
          </p:nvSpPr>
          <p:spPr>
            <a:xfrm>
              <a:off x="6829440" y="5295388"/>
              <a:ext cx="2057400" cy="1184275"/>
            </a:xfrm>
            <a:custGeom>
              <a:avLst/>
              <a:gdLst/>
              <a:ahLst/>
              <a:cxnLst/>
              <a:rect l="l" t="t" r="r" b="b"/>
              <a:pathLst>
                <a:path w="2057400" h="1184275">
                  <a:moveTo>
                    <a:pt x="1824837" y="0"/>
                  </a:moveTo>
                  <a:lnTo>
                    <a:pt x="232531" y="0"/>
                  </a:lnTo>
                  <a:lnTo>
                    <a:pt x="185671" y="4720"/>
                  </a:lnTo>
                  <a:lnTo>
                    <a:pt x="142024" y="18258"/>
                  </a:lnTo>
                  <a:lnTo>
                    <a:pt x="102526" y="39681"/>
                  </a:lnTo>
                  <a:lnTo>
                    <a:pt x="68111" y="68056"/>
                  </a:lnTo>
                  <a:lnTo>
                    <a:pt x="39715" y="102449"/>
                  </a:lnTo>
                  <a:lnTo>
                    <a:pt x="18275" y="141928"/>
                  </a:lnTo>
                  <a:lnTo>
                    <a:pt x="4724" y="185559"/>
                  </a:lnTo>
                  <a:lnTo>
                    <a:pt x="0" y="232409"/>
                  </a:lnTo>
                  <a:lnTo>
                    <a:pt x="0" y="951463"/>
                  </a:lnTo>
                  <a:lnTo>
                    <a:pt x="4724" y="998321"/>
                  </a:lnTo>
                  <a:lnTo>
                    <a:pt x="18275" y="1041965"/>
                  </a:lnTo>
                  <a:lnTo>
                    <a:pt x="39715" y="1081459"/>
                  </a:lnTo>
                  <a:lnTo>
                    <a:pt x="68111" y="1115869"/>
                  </a:lnTo>
                  <a:lnTo>
                    <a:pt x="102526" y="1144260"/>
                  </a:lnTo>
                  <a:lnTo>
                    <a:pt x="142024" y="1165696"/>
                  </a:lnTo>
                  <a:lnTo>
                    <a:pt x="185671" y="1179244"/>
                  </a:lnTo>
                  <a:lnTo>
                    <a:pt x="232531" y="1183968"/>
                  </a:lnTo>
                  <a:lnTo>
                    <a:pt x="1824837" y="1183968"/>
                  </a:lnTo>
                  <a:lnTo>
                    <a:pt x="1871698" y="1179244"/>
                  </a:lnTo>
                  <a:lnTo>
                    <a:pt x="1915349" y="1165696"/>
                  </a:lnTo>
                  <a:lnTo>
                    <a:pt x="1954852" y="1144260"/>
                  </a:lnTo>
                  <a:lnTo>
                    <a:pt x="1989273" y="1115869"/>
                  </a:lnTo>
                  <a:lnTo>
                    <a:pt x="2017674" y="1081459"/>
                  </a:lnTo>
                  <a:lnTo>
                    <a:pt x="2039120" y="1041965"/>
                  </a:lnTo>
                  <a:lnTo>
                    <a:pt x="2052673" y="998321"/>
                  </a:lnTo>
                  <a:lnTo>
                    <a:pt x="2057399" y="951463"/>
                  </a:lnTo>
                  <a:lnTo>
                    <a:pt x="2057399" y="232409"/>
                  </a:lnTo>
                  <a:lnTo>
                    <a:pt x="2052673" y="185559"/>
                  </a:lnTo>
                  <a:lnTo>
                    <a:pt x="2039120" y="141928"/>
                  </a:lnTo>
                  <a:lnTo>
                    <a:pt x="2017674" y="102449"/>
                  </a:lnTo>
                  <a:lnTo>
                    <a:pt x="1989273" y="68056"/>
                  </a:lnTo>
                  <a:lnTo>
                    <a:pt x="1954852" y="39681"/>
                  </a:lnTo>
                  <a:lnTo>
                    <a:pt x="1915349" y="18258"/>
                  </a:lnTo>
                  <a:lnTo>
                    <a:pt x="1871698" y="4720"/>
                  </a:lnTo>
                  <a:lnTo>
                    <a:pt x="1824837" y="0"/>
                  </a:lnTo>
                  <a:close/>
                </a:path>
              </a:pathLst>
            </a:custGeom>
            <a:solidFill>
              <a:srgbClr val="252525"/>
            </a:solidFill>
          </p:spPr>
          <p:txBody>
            <a:bodyPr wrap="square" lIns="0" tIns="0" rIns="0" bIns="0" rtlCol="0"/>
            <a:lstStyle/>
            <a:p>
              <a:endParaRPr/>
            </a:p>
          </p:txBody>
        </p:sp>
        <p:sp>
          <p:nvSpPr>
            <p:cNvPr id="149" name="object 149"/>
            <p:cNvSpPr/>
            <p:nvPr/>
          </p:nvSpPr>
          <p:spPr>
            <a:xfrm>
              <a:off x="6829440" y="5295388"/>
              <a:ext cx="2057400" cy="1184275"/>
            </a:xfrm>
            <a:custGeom>
              <a:avLst/>
              <a:gdLst/>
              <a:ahLst/>
              <a:cxnLst/>
              <a:rect l="l" t="t" r="r" b="b"/>
              <a:pathLst>
                <a:path w="2057400" h="1184275">
                  <a:moveTo>
                    <a:pt x="0" y="232409"/>
                  </a:moveTo>
                  <a:lnTo>
                    <a:pt x="4724" y="185559"/>
                  </a:lnTo>
                  <a:lnTo>
                    <a:pt x="18275" y="141928"/>
                  </a:lnTo>
                  <a:lnTo>
                    <a:pt x="39715" y="102449"/>
                  </a:lnTo>
                  <a:lnTo>
                    <a:pt x="68111" y="68056"/>
                  </a:lnTo>
                  <a:lnTo>
                    <a:pt x="102526" y="39681"/>
                  </a:lnTo>
                  <a:lnTo>
                    <a:pt x="142024" y="18258"/>
                  </a:lnTo>
                  <a:lnTo>
                    <a:pt x="185671" y="4720"/>
                  </a:lnTo>
                  <a:lnTo>
                    <a:pt x="232531" y="0"/>
                  </a:lnTo>
                  <a:lnTo>
                    <a:pt x="1824837" y="0"/>
                  </a:lnTo>
                  <a:lnTo>
                    <a:pt x="1871698" y="4720"/>
                  </a:lnTo>
                  <a:lnTo>
                    <a:pt x="1915349" y="18258"/>
                  </a:lnTo>
                  <a:lnTo>
                    <a:pt x="1954852" y="39681"/>
                  </a:lnTo>
                  <a:lnTo>
                    <a:pt x="1989273" y="68056"/>
                  </a:lnTo>
                  <a:lnTo>
                    <a:pt x="2017674" y="102449"/>
                  </a:lnTo>
                  <a:lnTo>
                    <a:pt x="2039120" y="141928"/>
                  </a:lnTo>
                  <a:lnTo>
                    <a:pt x="2052673" y="185559"/>
                  </a:lnTo>
                  <a:lnTo>
                    <a:pt x="2057399" y="232409"/>
                  </a:lnTo>
                  <a:lnTo>
                    <a:pt x="2057399" y="951463"/>
                  </a:lnTo>
                  <a:lnTo>
                    <a:pt x="2052673" y="998321"/>
                  </a:lnTo>
                  <a:lnTo>
                    <a:pt x="2039120" y="1041965"/>
                  </a:lnTo>
                  <a:lnTo>
                    <a:pt x="2017674" y="1081459"/>
                  </a:lnTo>
                  <a:lnTo>
                    <a:pt x="1989273" y="1115869"/>
                  </a:lnTo>
                  <a:lnTo>
                    <a:pt x="1954852" y="1144260"/>
                  </a:lnTo>
                  <a:lnTo>
                    <a:pt x="1915349" y="1165696"/>
                  </a:lnTo>
                  <a:lnTo>
                    <a:pt x="1871698" y="1179244"/>
                  </a:lnTo>
                  <a:lnTo>
                    <a:pt x="1824837" y="1183968"/>
                  </a:lnTo>
                  <a:lnTo>
                    <a:pt x="232531" y="1183968"/>
                  </a:lnTo>
                  <a:lnTo>
                    <a:pt x="185671" y="1179244"/>
                  </a:lnTo>
                  <a:lnTo>
                    <a:pt x="142024" y="1165696"/>
                  </a:lnTo>
                  <a:lnTo>
                    <a:pt x="102526" y="1144260"/>
                  </a:lnTo>
                  <a:lnTo>
                    <a:pt x="68111" y="1115869"/>
                  </a:lnTo>
                  <a:lnTo>
                    <a:pt x="39715" y="1081459"/>
                  </a:lnTo>
                  <a:lnTo>
                    <a:pt x="18275" y="1041965"/>
                  </a:lnTo>
                  <a:lnTo>
                    <a:pt x="4724"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50" name="object 150"/>
            <p:cNvSpPr/>
            <p:nvPr/>
          </p:nvSpPr>
          <p:spPr>
            <a:xfrm>
              <a:off x="6635496" y="4937759"/>
              <a:ext cx="2481072" cy="1920239"/>
            </a:xfrm>
            <a:prstGeom prst="rect">
              <a:avLst/>
            </a:prstGeom>
            <a:blipFill>
              <a:blip r:embed="rId62" cstate="print"/>
              <a:stretch>
                <a:fillRect/>
              </a:stretch>
            </a:blipFill>
          </p:spPr>
          <p:txBody>
            <a:bodyPr wrap="square" lIns="0" tIns="0" rIns="0" bIns="0" rtlCol="0"/>
            <a:lstStyle/>
            <a:p>
              <a:endParaRPr/>
            </a:p>
          </p:txBody>
        </p:sp>
        <p:sp>
          <p:nvSpPr>
            <p:cNvPr id="151" name="object 151"/>
            <p:cNvSpPr/>
            <p:nvPr/>
          </p:nvSpPr>
          <p:spPr>
            <a:xfrm>
              <a:off x="7377562" y="5531607"/>
              <a:ext cx="1022985" cy="727710"/>
            </a:xfrm>
            <a:custGeom>
              <a:avLst/>
              <a:gdLst/>
              <a:ahLst/>
              <a:cxnLst/>
              <a:rect l="l" t="t" r="r" b="b"/>
              <a:pathLst>
                <a:path w="1022984" h="727710">
                  <a:moveTo>
                    <a:pt x="1022969" y="15883"/>
                  </a:moveTo>
                  <a:lnTo>
                    <a:pt x="527547" y="15883"/>
                  </a:lnTo>
                  <a:lnTo>
                    <a:pt x="527547" y="143899"/>
                  </a:lnTo>
                  <a:lnTo>
                    <a:pt x="858133" y="143899"/>
                  </a:lnTo>
                  <a:lnTo>
                    <a:pt x="838029" y="176845"/>
                  </a:lnTo>
                  <a:lnTo>
                    <a:pt x="818479" y="210159"/>
                  </a:lnTo>
                  <a:lnTo>
                    <a:pt x="799455" y="243845"/>
                  </a:lnTo>
                  <a:lnTo>
                    <a:pt x="780928" y="277904"/>
                  </a:lnTo>
                  <a:lnTo>
                    <a:pt x="763118" y="312388"/>
                  </a:lnTo>
                  <a:lnTo>
                    <a:pt x="746097" y="347335"/>
                  </a:lnTo>
                  <a:lnTo>
                    <a:pt x="729887" y="382746"/>
                  </a:lnTo>
                  <a:lnTo>
                    <a:pt x="714512" y="418624"/>
                  </a:lnTo>
                  <a:lnTo>
                    <a:pt x="699904" y="455030"/>
                  </a:lnTo>
                  <a:lnTo>
                    <a:pt x="686207" y="492024"/>
                  </a:lnTo>
                  <a:lnTo>
                    <a:pt x="673419" y="529605"/>
                  </a:lnTo>
                  <a:lnTo>
                    <a:pt x="661537" y="567772"/>
                  </a:lnTo>
                  <a:lnTo>
                    <a:pt x="650728" y="606614"/>
                  </a:lnTo>
                  <a:lnTo>
                    <a:pt x="640994" y="646200"/>
                  </a:lnTo>
                  <a:lnTo>
                    <a:pt x="632357" y="686531"/>
                  </a:lnTo>
                  <a:lnTo>
                    <a:pt x="624840" y="727603"/>
                  </a:lnTo>
                  <a:lnTo>
                    <a:pt x="788670" y="727603"/>
                  </a:lnTo>
                  <a:lnTo>
                    <a:pt x="795598" y="684649"/>
                  </a:lnTo>
                  <a:lnTo>
                    <a:pt x="803449" y="643158"/>
                  </a:lnTo>
                  <a:lnTo>
                    <a:pt x="812231" y="603125"/>
                  </a:lnTo>
                  <a:lnTo>
                    <a:pt x="821954" y="564547"/>
                  </a:lnTo>
                  <a:lnTo>
                    <a:pt x="832657" y="526857"/>
                  </a:lnTo>
                  <a:lnTo>
                    <a:pt x="844417" y="489476"/>
                  </a:lnTo>
                  <a:lnTo>
                    <a:pt x="857230" y="452405"/>
                  </a:lnTo>
                  <a:lnTo>
                    <a:pt x="871087" y="415646"/>
                  </a:lnTo>
                  <a:lnTo>
                    <a:pt x="886017" y="378916"/>
                  </a:lnTo>
                  <a:lnTo>
                    <a:pt x="902055" y="341936"/>
                  </a:lnTo>
                  <a:lnTo>
                    <a:pt x="919213" y="304708"/>
                  </a:lnTo>
                  <a:lnTo>
                    <a:pt x="937503" y="267236"/>
                  </a:lnTo>
                  <a:lnTo>
                    <a:pt x="956987" y="228973"/>
                  </a:lnTo>
                  <a:lnTo>
                    <a:pt x="977722" y="189377"/>
                  </a:lnTo>
                  <a:lnTo>
                    <a:pt x="999714" y="148446"/>
                  </a:lnTo>
                  <a:lnTo>
                    <a:pt x="1022969" y="106180"/>
                  </a:lnTo>
                  <a:lnTo>
                    <a:pt x="1022969" y="15883"/>
                  </a:lnTo>
                  <a:close/>
                </a:path>
                <a:path w="1022984" h="727710">
                  <a:moveTo>
                    <a:pt x="307726" y="176665"/>
                  </a:moveTo>
                  <a:lnTo>
                    <a:pt x="151394" y="176665"/>
                  </a:lnTo>
                  <a:lnTo>
                    <a:pt x="151394" y="727603"/>
                  </a:lnTo>
                  <a:lnTo>
                    <a:pt x="307726" y="727603"/>
                  </a:lnTo>
                  <a:lnTo>
                    <a:pt x="307726" y="176665"/>
                  </a:lnTo>
                  <a:close/>
                </a:path>
                <a:path w="1022984" h="727710">
                  <a:moveTo>
                    <a:pt x="307726" y="0"/>
                  </a:moveTo>
                  <a:lnTo>
                    <a:pt x="212841" y="0"/>
                  </a:lnTo>
                  <a:lnTo>
                    <a:pt x="190367" y="16241"/>
                  </a:lnTo>
                  <a:lnTo>
                    <a:pt x="166569" y="31822"/>
                  </a:lnTo>
                  <a:lnTo>
                    <a:pt x="115062" y="61020"/>
                  </a:lnTo>
                  <a:lnTo>
                    <a:pt x="59245" y="86326"/>
                  </a:lnTo>
                  <a:lnTo>
                    <a:pt x="0" y="106667"/>
                  </a:lnTo>
                  <a:lnTo>
                    <a:pt x="0" y="238698"/>
                  </a:lnTo>
                  <a:lnTo>
                    <a:pt x="42153" y="230505"/>
                  </a:lnTo>
                  <a:lnTo>
                    <a:pt x="83301" y="216609"/>
                  </a:lnTo>
                  <a:lnTo>
                    <a:pt x="120761" y="198251"/>
                  </a:lnTo>
                  <a:lnTo>
                    <a:pt x="151394" y="176665"/>
                  </a:lnTo>
                  <a:lnTo>
                    <a:pt x="307726" y="176665"/>
                  </a:lnTo>
                  <a:lnTo>
                    <a:pt x="307726" y="0"/>
                  </a:lnTo>
                  <a:close/>
                </a:path>
              </a:pathLst>
            </a:custGeom>
            <a:solidFill>
              <a:srgbClr val="FFFF00"/>
            </a:solidFill>
          </p:spPr>
          <p:txBody>
            <a:bodyPr wrap="square" lIns="0" tIns="0" rIns="0" bIns="0" rtlCol="0"/>
            <a:lstStyle/>
            <a:p>
              <a:endParaRPr/>
            </a:p>
          </p:txBody>
        </p:sp>
        <p:sp>
          <p:nvSpPr>
            <p:cNvPr id="152" name="object 152"/>
            <p:cNvSpPr/>
            <p:nvPr/>
          </p:nvSpPr>
          <p:spPr>
            <a:xfrm>
              <a:off x="7377561" y="5531607"/>
              <a:ext cx="1022985" cy="727710"/>
            </a:xfrm>
            <a:custGeom>
              <a:avLst/>
              <a:gdLst/>
              <a:ahLst/>
              <a:cxnLst/>
              <a:rect l="l" t="t" r="r" b="b"/>
              <a:pathLst>
                <a:path w="1022984" h="727710">
                  <a:moveTo>
                    <a:pt x="527547" y="15883"/>
                  </a:moveTo>
                  <a:lnTo>
                    <a:pt x="1022969" y="15883"/>
                  </a:lnTo>
                  <a:lnTo>
                    <a:pt x="1022969" y="106180"/>
                  </a:lnTo>
                  <a:lnTo>
                    <a:pt x="999714" y="148446"/>
                  </a:lnTo>
                  <a:lnTo>
                    <a:pt x="977722" y="189377"/>
                  </a:lnTo>
                  <a:lnTo>
                    <a:pt x="956987" y="228973"/>
                  </a:lnTo>
                  <a:lnTo>
                    <a:pt x="937503" y="267236"/>
                  </a:lnTo>
                  <a:lnTo>
                    <a:pt x="919213" y="304708"/>
                  </a:lnTo>
                  <a:lnTo>
                    <a:pt x="902055" y="341936"/>
                  </a:lnTo>
                  <a:lnTo>
                    <a:pt x="886017" y="378916"/>
                  </a:lnTo>
                  <a:lnTo>
                    <a:pt x="871087" y="415646"/>
                  </a:lnTo>
                  <a:lnTo>
                    <a:pt x="857229" y="452405"/>
                  </a:lnTo>
                  <a:lnTo>
                    <a:pt x="844417" y="489476"/>
                  </a:lnTo>
                  <a:lnTo>
                    <a:pt x="832657" y="526857"/>
                  </a:lnTo>
                  <a:lnTo>
                    <a:pt x="821954" y="564547"/>
                  </a:lnTo>
                  <a:lnTo>
                    <a:pt x="812231" y="603125"/>
                  </a:lnTo>
                  <a:lnTo>
                    <a:pt x="803448" y="643158"/>
                  </a:lnTo>
                  <a:lnTo>
                    <a:pt x="795597" y="684649"/>
                  </a:lnTo>
                  <a:lnTo>
                    <a:pt x="788669" y="727603"/>
                  </a:lnTo>
                  <a:lnTo>
                    <a:pt x="624839" y="727603"/>
                  </a:lnTo>
                  <a:lnTo>
                    <a:pt x="632357" y="686530"/>
                  </a:lnTo>
                  <a:lnTo>
                    <a:pt x="640994" y="646200"/>
                  </a:lnTo>
                  <a:lnTo>
                    <a:pt x="650728" y="606614"/>
                  </a:lnTo>
                  <a:lnTo>
                    <a:pt x="661537" y="567772"/>
                  </a:lnTo>
                  <a:lnTo>
                    <a:pt x="673419" y="529605"/>
                  </a:lnTo>
                  <a:lnTo>
                    <a:pt x="686207" y="492024"/>
                  </a:lnTo>
                  <a:lnTo>
                    <a:pt x="699904" y="455030"/>
                  </a:lnTo>
                  <a:lnTo>
                    <a:pt x="714512" y="418624"/>
                  </a:lnTo>
                  <a:lnTo>
                    <a:pt x="729887" y="382746"/>
                  </a:lnTo>
                  <a:lnTo>
                    <a:pt x="746097" y="347335"/>
                  </a:lnTo>
                  <a:lnTo>
                    <a:pt x="763118" y="312388"/>
                  </a:lnTo>
                  <a:lnTo>
                    <a:pt x="780928" y="277904"/>
                  </a:lnTo>
                  <a:lnTo>
                    <a:pt x="799455" y="243845"/>
                  </a:lnTo>
                  <a:lnTo>
                    <a:pt x="818479" y="210159"/>
                  </a:lnTo>
                  <a:lnTo>
                    <a:pt x="838029" y="176845"/>
                  </a:lnTo>
                  <a:lnTo>
                    <a:pt x="858133" y="143899"/>
                  </a:lnTo>
                  <a:lnTo>
                    <a:pt x="527547" y="143899"/>
                  </a:lnTo>
                  <a:lnTo>
                    <a:pt x="527547" y="15883"/>
                  </a:lnTo>
                  <a:close/>
                </a:path>
                <a:path w="1022984" h="727710">
                  <a:moveTo>
                    <a:pt x="212841" y="0"/>
                  </a:moveTo>
                  <a:lnTo>
                    <a:pt x="307726" y="0"/>
                  </a:lnTo>
                  <a:lnTo>
                    <a:pt x="307726" y="727603"/>
                  </a:lnTo>
                  <a:lnTo>
                    <a:pt x="151394" y="727603"/>
                  </a:lnTo>
                  <a:lnTo>
                    <a:pt x="151394" y="176665"/>
                  </a:lnTo>
                  <a:lnTo>
                    <a:pt x="144619" y="182292"/>
                  </a:lnTo>
                  <a:lnTo>
                    <a:pt x="111843" y="203216"/>
                  </a:lnTo>
                  <a:lnTo>
                    <a:pt x="73306" y="220551"/>
                  </a:lnTo>
                  <a:lnTo>
                    <a:pt x="31521" y="233161"/>
                  </a:lnTo>
                  <a:lnTo>
                    <a:pt x="0" y="238698"/>
                  </a:lnTo>
                  <a:lnTo>
                    <a:pt x="0" y="106667"/>
                  </a:lnTo>
                  <a:lnTo>
                    <a:pt x="30048" y="97118"/>
                  </a:lnTo>
                  <a:lnTo>
                    <a:pt x="59245" y="86326"/>
                  </a:lnTo>
                  <a:lnTo>
                    <a:pt x="115061" y="61020"/>
                  </a:lnTo>
                  <a:lnTo>
                    <a:pt x="166569" y="31822"/>
                  </a:lnTo>
                  <a:lnTo>
                    <a:pt x="190367" y="16241"/>
                  </a:lnTo>
                  <a:lnTo>
                    <a:pt x="212841" y="0"/>
                  </a:lnTo>
                  <a:close/>
                </a:path>
              </a:pathLst>
            </a:custGeom>
            <a:ln w="12191">
              <a:solidFill>
                <a:srgbClr val="000000"/>
              </a:solidFill>
            </a:ln>
          </p:spPr>
          <p:txBody>
            <a:bodyPr wrap="square" lIns="0" tIns="0" rIns="0" bIns="0" rtlCol="0"/>
            <a:lstStyle/>
            <a:p>
              <a:endParaRPr/>
            </a:p>
          </p:txBody>
        </p:sp>
        <p:sp>
          <p:nvSpPr>
            <p:cNvPr id="153" name="object 153"/>
            <p:cNvSpPr/>
            <p:nvPr/>
          </p:nvSpPr>
          <p:spPr>
            <a:xfrm>
              <a:off x="6751320" y="5213603"/>
              <a:ext cx="2218944" cy="1345692"/>
            </a:xfrm>
            <a:prstGeom prst="rect">
              <a:avLst/>
            </a:prstGeom>
            <a:blipFill>
              <a:blip r:embed="rId63" cstate="print"/>
              <a:stretch>
                <a:fillRect/>
              </a:stretch>
            </a:blipFill>
          </p:spPr>
          <p:txBody>
            <a:bodyPr wrap="square" lIns="0" tIns="0" rIns="0" bIns="0" rtlCol="0"/>
            <a:lstStyle/>
            <a:p>
              <a:endParaRPr/>
            </a:p>
          </p:txBody>
        </p:sp>
        <p:sp>
          <p:nvSpPr>
            <p:cNvPr id="154" name="object 154"/>
            <p:cNvSpPr/>
            <p:nvPr/>
          </p:nvSpPr>
          <p:spPr>
            <a:xfrm>
              <a:off x="6597396" y="4895086"/>
              <a:ext cx="2546603" cy="1962912"/>
            </a:xfrm>
            <a:prstGeom prst="rect">
              <a:avLst/>
            </a:prstGeom>
            <a:blipFill>
              <a:blip r:embed="rId64" cstate="print"/>
              <a:stretch>
                <a:fillRect/>
              </a:stretch>
            </a:blipFill>
          </p:spPr>
          <p:txBody>
            <a:bodyPr wrap="square" lIns="0" tIns="0" rIns="0" bIns="0" rtlCol="0"/>
            <a:lstStyle/>
            <a:p>
              <a:endParaRPr/>
            </a:p>
          </p:txBody>
        </p:sp>
        <p:sp>
          <p:nvSpPr>
            <p:cNvPr id="155" name="object 155"/>
            <p:cNvSpPr/>
            <p:nvPr/>
          </p:nvSpPr>
          <p:spPr>
            <a:xfrm>
              <a:off x="6832488" y="5274051"/>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7"/>
                  </a:lnTo>
                  <a:lnTo>
                    <a:pt x="18275" y="1042035"/>
                  </a:lnTo>
                  <a:lnTo>
                    <a:pt x="39715" y="1081533"/>
                  </a:lnTo>
                  <a:lnTo>
                    <a:pt x="68111" y="1115947"/>
                  </a:lnTo>
                  <a:lnTo>
                    <a:pt x="102526" y="1144341"/>
                  </a:lnTo>
                  <a:lnTo>
                    <a:pt x="142024" y="1165780"/>
                  </a:lnTo>
                  <a:lnTo>
                    <a:pt x="185671" y="1179329"/>
                  </a:lnTo>
                  <a:lnTo>
                    <a:pt x="232531" y="1184053"/>
                  </a:lnTo>
                  <a:lnTo>
                    <a:pt x="1824989" y="1184053"/>
                  </a:lnTo>
                  <a:lnTo>
                    <a:pt x="1871835" y="1179329"/>
                  </a:lnTo>
                  <a:lnTo>
                    <a:pt x="1915465" y="1165780"/>
                  </a:lnTo>
                  <a:lnTo>
                    <a:pt x="1954943" y="1144341"/>
                  </a:lnTo>
                  <a:lnTo>
                    <a:pt x="1989338" y="1115947"/>
                  </a:lnTo>
                  <a:lnTo>
                    <a:pt x="2017714" y="1081533"/>
                  </a:lnTo>
                  <a:lnTo>
                    <a:pt x="2039139" y="1042035"/>
                  </a:lnTo>
                  <a:lnTo>
                    <a:pt x="2052679" y="998387"/>
                  </a:lnTo>
                  <a:lnTo>
                    <a:pt x="2057399" y="951524"/>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56" name="object 156"/>
            <p:cNvSpPr/>
            <p:nvPr/>
          </p:nvSpPr>
          <p:spPr>
            <a:xfrm>
              <a:off x="6832488" y="5274051"/>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24"/>
                  </a:lnTo>
                  <a:lnTo>
                    <a:pt x="2052679" y="998387"/>
                  </a:lnTo>
                  <a:lnTo>
                    <a:pt x="2039139" y="1042035"/>
                  </a:lnTo>
                  <a:lnTo>
                    <a:pt x="2017714" y="1081533"/>
                  </a:lnTo>
                  <a:lnTo>
                    <a:pt x="1989338" y="1115947"/>
                  </a:lnTo>
                  <a:lnTo>
                    <a:pt x="1954943" y="1144341"/>
                  </a:lnTo>
                  <a:lnTo>
                    <a:pt x="1915465" y="1165780"/>
                  </a:lnTo>
                  <a:lnTo>
                    <a:pt x="1871835" y="1179329"/>
                  </a:lnTo>
                  <a:lnTo>
                    <a:pt x="1824989" y="1184053"/>
                  </a:lnTo>
                  <a:lnTo>
                    <a:pt x="232531" y="1184053"/>
                  </a:lnTo>
                  <a:lnTo>
                    <a:pt x="185671" y="1179329"/>
                  </a:lnTo>
                  <a:lnTo>
                    <a:pt x="142024" y="1165780"/>
                  </a:lnTo>
                  <a:lnTo>
                    <a:pt x="102526" y="1144341"/>
                  </a:lnTo>
                  <a:lnTo>
                    <a:pt x="68111" y="1115947"/>
                  </a:lnTo>
                  <a:lnTo>
                    <a:pt x="39715" y="1081533"/>
                  </a:lnTo>
                  <a:lnTo>
                    <a:pt x="18275" y="1042035"/>
                  </a:lnTo>
                  <a:lnTo>
                    <a:pt x="4724" y="998387"/>
                  </a:lnTo>
                  <a:lnTo>
                    <a:pt x="0" y="951524"/>
                  </a:lnTo>
                  <a:lnTo>
                    <a:pt x="0" y="232541"/>
                  </a:lnTo>
                  <a:close/>
                </a:path>
              </a:pathLst>
            </a:custGeom>
            <a:ln w="76199">
              <a:solidFill>
                <a:srgbClr val="00AF50"/>
              </a:solidFill>
            </a:ln>
          </p:spPr>
          <p:txBody>
            <a:bodyPr wrap="square" lIns="0" tIns="0" rIns="0" bIns="0" rtlCol="0"/>
            <a:lstStyle/>
            <a:p>
              <a:endParaRPr/>
            </a:p>
          </p:txBody>
        </p:sp>
        <p:sp>
          <p:nvSpPr>
            <p:cNvPr id="157" name="object 157"/>
            <p:cNvSpPr/>
            <p:nvPr/>
          </p:nvSpPr>
          <p:spPr>
            <a:xfrm>
              <a:off x="6638544" y="4916422"/>
              <a:ext cx="2481072" cy="1941576"/>
            </a:xfrm>
            <a:prstGeom prst="rect">
              <a:avLst/>
            </a:prstGeom>
            <a:blipFill>
              <a:blip r:embed="rId65" cstate="print"/>
              <a:stretch>
                <a:fillRect/>
              </a:stretch>
            </a:blipFill>
          </p:spPr>
          <p:txBody>
            <a:bodyPr wrap="square" lIns="0" tIns="0" rIns="0" bIns="0" rtlCol="0"/>
            <a:lstStyle/>
            <a:p>
              <a:endParaRPr/>
            </a:p>
          </p:txBody>
        </p:sp>
        <p:sp>
          <p:nvSpPr>
            <p:cNvPr id="158" name="object 158"/>
            <p:cNvSpPr/>
            <p:nvPr/>
          </p:nvSpPr>
          <p:spPr>
            <a:xfrm>
              <a:off x="7380610" y="5510271"/>
              <a:ext cx="1025525" cy="739140"/>
            </a:xfrm>
            <a:custGeom>
              <a:avLst/>
              <a:gdLst/>
              <a:ahLst/>
              <a:cxnLst/>
              <a:rect l="l" t="t" r="r" b="b"/>
              <a:pathLst>
                <a:path w="1025525" h="739139">
                  <a:moveTo>
                    <a:pt x="773795" y="3941"/>
                  </a:moveTo>
                  <a:lnTo>
                    <a:pt x="726117" y="7527"/>
                  </a:lnTo>
                  <a:lnTo>
                    <a:pt x="682233" y="18169"/>
                  </a:lnTo>
                  <a:lnTo>
                    <a:pt x="643208" y="35102"/>
                  </a:lnTo>
                  <a:lnTo>
                    <a:pt x="609965" y="57662"/>
                  </a:lnTo>
                  <a:lnTo>
                    <a:pt x="583002" y="85262"/>
                  </a:lnTo>
                  <a:lnTo>
                    <a:pt x="562599" y="117658"/>
                  </a:lnTo>
                  <a:lnTo>
                    <a:pt x="549748" y="153895"/>
                  </a:lnTo>
                  <a:lnTo>
                    <a:pt x="545470" y="193106"/>
                  </a:lnTo>
                  <a:lnTo>
                    <a:pt x="547329" y="218096"/>
                  </a:lnTo>
                  <a:lnTo>
                    <a:pt x="562237" y="264631"/>
                  </a:lnTo>
                  <a:lnTo>
                    <a:pt x="591694" y="306196"/>
                  </a:lnTo>
                  <a:lnTo>
                    <a:pt x="633607" y="340568"/>
                  </a:lnTo>
                  <a:lnTo>
                    <a:pt x="659130" y="354912"/>
                  </a:lnTo>
                  <a:lnTo>
                    <a:pt x="642078" y="361287"/>
                  </a:lnTo>
                  <a:lnTo>
                    <a:pt x="597926" y="385440"/>
                  </a:lnTo>
                  <a:lnTo>
                    <a:pt x="563704" y="416153"/>
                  </a:lnTo>
                  <a:lnTo>
                    <a:pt x="539206" y="452200"/>
                  </a:lnTo>
                  <a:lnTo>
                    <a:pt x="524557" y="492665"/>
                  </a:lnTo>
                  <a:lnTo>
                    <a:pt x="519684" y="536079"/>
                  </a:lnTo>
                  <a:lnTo>
                    <a:pt x="520871" y="558182"/>
                  </a:lnTo>
                  <a:lnTo>
                    <a:pt x="530343" y="599503"/>
                  </a:lnTo>
                  <a:lnTo>
                    <a:pt x="548940" y="636789"/>
                  </a:lnTo>
                  <a:lnTo>
                    <a:pt x="575083" y="668931"/>
                  </a:lnTo>
                  <a:lnTo>
                    <a:pt x="608498" y="695638"/>
                  </a:lnTo>
                  <a:lnTo>
                    <a:pt x="648454" y="716360"/>
                  </a:lnTo>
                  <a:lnTo>
                    <a:pt x="694574" y="730843"/>
                  </a:lnTo>
                  <a:lnTo>
                    <a:pt x="745294" y="738164"/>
                  </a:lnTo>
                  <a:lnTo>
                    <a:pt x="772271" y="739079"/>
                  </a:lnTo>
                  <a:lnTo>
                    <a:pt x="799762" y="738148"/>
                  </a:lnTo>
                  <a:lnTo>
                    <a:pt x="851005" y="730708"/>
                  </a:lnTo>
                  <a:lnTo>
                    <a:pt x="897213" y="715990"/>
                  </a:lnTo>
                  <a:lnTo>
                    <a:pt x="937218" y="695014"/>
                  </a:lnTo>
                  <a:lnTo>
                    <a:pt x="970541" y="668073"/>
                  </a:lnTo>
                  <a:lnTo>
                    <a:pt x="996486" y="635814"/>
                  </a:lnTo>
                  <a:lnTo>
                    <a:pt x="1001466" y="626912"/>
                  </a:lnTo>
                  <a:lnTo>
                    <a:pt x="772789" y="626912"/>
                  </a:lnTo>
                  <a:lnTo>
                    <a:pt x="761189" y="626463"/>
                  </a:lnTo>
                  <a:lnTo>
                    <a:pt x="720656" y="615722"/>
                  </a:lnTo>
                  <a:lnTo>
                    <a:pt x="690289" y="592041"/>
                  </a:lnTo>
                  <a:lnTo>
                    <a:pt x="672266" y="556372"/>
                  </a:lnTo>
                  <a:lnTo>
                    <a:pt x="668152" y="522671"/>
                  </a:lnTo>
                  <a:lnTo>
                    <a:pt x="668630" y="511475"/>
                  </a:lnTo>
                  <a:lnTo>
                    <a:pt x="680377" y="471134"/>
                  </a:lnTo>
                  <a:lnTo>
                    <a:pt x="705153" y="440315"/>
                  </a:lnTo>
                  <a:lnTo>
                    <a:pt x="741011" y="421781"/>
                  </a:lnTo>
                  <a:lnTo>
                    <a:pt x="772789" y="417457"/>
                  </a:lnTo>
                  <a:lnTo>
                    <a:pt x="983514" y="417457"/>
                  </a:lnTo>
                  <a:lnTo>
                    <a:pt x="979716" y="412818"/>
                  </a:lnTo>
                  <a:lnTo>
                    <a:pt x="945001" y="381963"/>
                  </a:lnTo>
                  <a:lnTo>
                    <a:pt x="900849" y="357812"/>
                  </a:lnTo>
                  <a:lnTo>
                    <a:pt x="884041" y="351437"/>
                  </a:lnTo>
                  <a:lnTo>
                    <a:pt x="910543" y="337121"/>
                  </a:lnTo>
                  <a:lnTo>
                    <a:pt x="934021" y="320975"/>
                  </a:lnTo>
                  <a:lnTo>
                    <a:pt x="954447" y="302999"/>
                  </a:lnTo>
                  <a:lnTo>
                    <a:pt x="958969" y="297835"/>
                  </a:lnTo>
                  <a:lnTo>
                    <a:pt x="774832" y="297835"/>
                  </a:lnTo>
                  <a:lnTo>
                    <a:pt x="766261" y="297401"/>
                  </a:lnTo>
                  <a:lnTo>
                    <a:pt x="727150" y="282569"/>
                  </a:lnTo>
                  <a:lnTo>
                    <a:pt x="700285" y="251027"/>
                  </a:lnTo>
                  <a:lnTo>
                    <a:pt x="689975" y="207501"/>
                  </a:lnTo>
                  <a:lnTo>
                    <a:pt x="690358" y="198210"/>
                  </a:lnTo>
                  <a:lnTo>
                    <a:pt x="703596" y="156502"/>
                  </a:lnTo>
                  <a:lnTo>
                    <a:pt x="732751" y="127782"/>
                  </a:lnTo>
                  <a:lnTo>
                    <a:pt x="774832" y="116668"/>
                  </a:lnTo>
                  <a:lnTo>
                    <a:pt x="986790" y="116668"/>
                  </a:lnTo>
                  <a:lnTo>
                    <a:pt x="977471" y="100119"/>
                  </a:lnTo>
                  <a:lnTo>
                    <a:pt x="939302" y="57412"/>
                  </a:lnTo>
                  <a:lnTo>
                    <a:pt x="905873" y="35026"/>
                  </a:lnTo>
                  <a:lnTo>
                    <a:pt x="866637" y="18169"/>
                  </a:lnTo>
                  <a:lnTo>
                    <a:pt x="822319" y="7527"/>
                  </a:lnTo>
                  <a:lnTo>
                    <a:pt x="798597" y="4841"/>
                  </a:lnTo>
                  <a:lnTo>
                    <a:pt x="773795" y="3941"/>
                  </a:lnTo>
                  <a:close/>
                </a:path>
                <a:path w="1025525" h="739139">
                  <a:moveTo>
                    <a:pt x="983514" y="417457"/>
                  </a:moveTo>
                  <a:lnTo>
                    <a:pt x="772789" y="417457"/>
                  </a:lnTo>
                  <a:lnTo>
                    <a:pt x="784411" y="417984"/>
                  </a:lnTo>
                  <a:lnTo>
                    <a:pt x="795448" y="419564"/>
                  </a:lnTo>
                  <a:lnTo>
                    <a:pt x="833563" y="435752"/>
                  </a:lnTo>
                  <a:lnTo>
                    <a:pt x="861025" y="463926"/>
                  </a:lnTo>
                  <a:lnTo>
                    <a:pt x="875682" y="501829"/>
                  </a:lnTo>
                  <a:lnTo>
                    <a:pt x="877580" y="522671"/>
                  </a:lnTo>
                  <a:lnTo>
                    <a:pt x="877077" y="534304"/>
                  </a:lnTo>
                  <a:lnTo>
                    <a:pt x="865257" y="575170"/>
                  </a:lnTo>
                  <a:lnTo>
                    <a:pt x="840447" y="604947"/>
                  </a:lnTo>
                  <a:lnTo>
                    <a:pt x="804932" y="622716"/>
                  </a:lnTo>
                  <a:lnTo>
                    <a:pt x="772789" y="626912"/>
                  </a:lnTo>
                  <a:lnTo>
                    <a:pt x="1001466" y="626912"/>
                  </a:lnTo>
                  <a:lnTo>
                    <a:pt x="1020378" y="578206"/>
                  </a:lnTo>
                  <a:lnTo>
                    <a:pt x="1024934" y="536079"/>
                  </a:lnTo>
                  <a:lnTo>
                    <a:pt x="1025001" y="534304"/>
                  </a:lnTo>
                  <a:lnTo>
                    <a:pt x="1024442" y="519594"/>
                  </a:lnTo>
                  <a:lnTo>
                    <a:pt x="1015989" y="476262"/>
                  </a:lnTo>
                  <a:lnTo>
                    <a:pt x="997584" y="436578"/>
                  </a:lnTo>
                  <a:lnTo>
                    <a:pt x="989197" y="424397"/>
                  </a:lnTo>
                  <a:lnTo>
                    <a:pt x="983514" y="417457"/>
                  </a:lnTo>
                  <a:close/>
                </a:path>
                <a:path w="1025525" h="739139">
                  <a:moveTo>
                    <a:pt x="986790" y="116668"/>
                  </a:moveTo>
                  <a:lnTo>
                    <a:pt x="774832" y="116668"/>
                  </a:lnTo>
                  <a:lnTo>
                    <a:pt x="783726" y="117117"/>
                  </a:lnTo>
                  <a:lnTo>
                    <a:pt x="792156" y="118407"/>
                  </a:lnTo>
                  <a:lnTo>
                    <a:pt x="829534" y="136976"/>
                  </a:lnTo>
                  <a:lnTo>
                    <a:pt x="853683" y="171520"/>
                  </a:lnTo>
                  <a:lnTo>
                    <a:pt x="860176" y="207501"/>
                  </a:lnTo>
                  <a:lnTo>
                    <a:pt x="859764" y="216793"/>
                  </a:lnTo>
                  <a:lnTo>
                    <a:pt x="845530" y="258130"/>
                  </a:lnTo>
                  <a:lnTo>
                    <a:pt x="815539" y="287084"/>
                  </a:lnTo>
                  <a:lnTo>
                    <a:pt x="774832" y="297835"/>
                  </a:lnTo>
                  <a:lnTo>
                    <a:pt x="958969" y="297835"/>
                  </a:lnTo>
                  <a:lnTo>
                    <a:pt x="985725" y="261897"/>
                  </a:lnTo>
                  <a:lnTo>
                    <a:pt x="1001677" y="215865"/>
                  </a:lnTo>
                  <a:lnTo>
                    <a:pt x="1003675" y="191130"/>
                  </a:lnTo>
                  <a:lnTo>
                    <a:pt x="1002610" y="171395"/>
                  </a:lnTo>
                  <a:lnTo>
                    <a:pt x="999427" y="152409"/>
                  </a:lnTo>
                  <a:lnTo>
                    <a:pt x="994147" y="134167"/>
                  </a:lnTo>
                  <a:lnTo>
                    <a:pt x="986790" y="116668"/>
                  </a:lnTo>
                  <a:close/>
                </a:path>
                <a:path w="1025525" h="739139">
                  <a:moveTo>
                    <a:pt x="307726" y="176723"/>
                  </a:moveTo>
                  <a:lnTo>
                    <a:pt x="151394" y="176723"/>
                  </a:lnTo>
                  <a:lnTo>
                    <a:pt x="151394" y="727661"/>
                  </a:lnTo>
                  <a:lnTo>
                    <a:pt x="307726" y="727661"/>
                  </a:lnTo>
                  <a:lnTo>
                    <a:pt x="307726" y="176723"/>
                  </a:lnTo>
                  <a:close/>
                </a:path>
                <a:path w="1025525" h="739139">
                  <a:moveTo>
                    <a:pt x="307726" y="0"/>
                  </a:moveTo>
                  <a:lnTo>
                    <a:pt x="212963" y="0"/>
                  </a:lnTo>
                  <a:lnTo>
                    <a:pt x="190437" y="16316"/>
                  </a:lnTo>
                  <a:lnTo>
                    <a:pt x="166645" y="31929"/>
                  </a:lnTo>
                  <a:lnTo>
                    <a:pt x="115183" y="61091"/>
                  </a:lnTo>
                  <a:lnTo>
                    <a:pt x="59306" y="86394"/>
                  </a:lnTo>
                  <a:lnTo>
                    <a:pt x="0" y="106750"/>
                  </a:lnTo>
                  <a:lnTo>
                    <a:pt x="0" y="238780"/>
                  </a:lnTo>
                  <a:lnTo>
                    <a:pt x="42153" y="230587"/>
                  </a:lnTo>
                  <a:lnTo>
                    <a:pt x="83423" y="216682"/>
                  </a:lnTo>
                  <a:lnTo>
                    <a:pt x="120914" y="198312"/>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59" name="object 159"/>
            <p:cNvSpPr/>
            <p:nvPr/>
          </p:nvSpPr>
          <p:spPr>
            <a:xfrm>
              <a:off x="8042666" y="5921633"/>
              <a:ext cx="221620" cy="221647"/>
            </a:xfrm>
            <a:prstGeom prst="rect">
              <a:avLst/>
            </a:prstGeom>
            <a:blipFill>
              <a:blip r:embed="rId66" cstate="print"/>
              <a:stretch>
                <a:fillRect/>
              </a:stretch>
            </a:blipFill>
          </p:spPr>
          <p:txBody>
            <a:bodyPr wrap="square" lIns="0" tIns="0" rIns="0" bIns="0" rtlCol="0"/>
            <a:lstStyle/>
            <a:p>
              <a:endParaRPr/>
            </a:p>
          </p:txBody>
        </p:sp>
        <p:sp>
          <p:nvSpPr>
            <p:cNvPr id="160" name="object 160"/>
            <p:cNvSpPr/>
            <p:nvPr/>
          </p:nvSpPr>
          <p:spPr>
            <a:xfrm>
              <a:off x="8064489" y="5620844"/>
              <a:ext cx="182392" cy="193359"/>
            </a:xfrm>
            <a:prstGeom prst="rect">
              <a:avLst/>
            </a:prstGeom>
            <a:blipFill>
              <a:blip r:embed="rId67" cstate="print"/>
              <a:stretch>
                <a:fillRect/>
              </a:stretch>
            </a:blipFill>
          </p:spPr>
          <p:txBody>
            <a:bodyPr wrap="square" lIns="0" tIns="0" rIns="0" bIns="0" rtlCol="0"/>
            <a:lstStyle/>
            <a:p>
              <a:endParaRPr/>
            </a:p>
          </p:txBody>
        </p:sp>
        <p:sp>
          <p:nvSpPr>
            <p:cNvPr id="161" name="object 161"/>
            <p:cNvSpPr/>
            <p:nvPr/>
          </p:nvSpPr>
          <p:spPr>
            <a:xfrm>
              <a:off x="7380609" y="5510271"/>
              <a:ext cx="1025525" cy="739140"/>
            </a:xfrm>
            <a:custGeom>
              <a:avLst/>
              <a:gdLst/>
              <a:ahLst/>
              <a:cxnLst/>
              <a:rect l="l" t="t" r="r" b="b"/>
              <a:pathLst>
                <a:path w="1025525" h="739139">
                  <a:moveTo>
                    <a:pt x="773795" y="3941"/>
                  </a:moveTo>
                  <a:lnTo>
                    <a:pt x="822319" y="7527"/>
                  </a:lnTo>
                  <a:lnTo>
                    <a:pt x="866637" y="18169"/>
                  </a:lnTo>
                  <a:lnTo>
                    <a:pt x="905873" y="35026"/>
                  </a:lnTo>
                  <a:lnTo>
                    <a:pt x="939302" y="57412"/>
                  </a:lnTo>
                  <a:lnTo>
                    <a:pt x="966463" y="84718"/>
                  </a:lnTo>
                  <a:lnTo>
                    <a:pt x="994147" y="134167"/>
                  </a:lnTo>
                  <a:lnTo>
                    <a:pt x="1002610" y="171395"/>
                  </a:lnTo>
                  <a:lnTo>
                    <a:pt x="1003675" y="191130"/>
                  </a:lnTo>
                  <a:lnTo>
                    <a:pt x="1001677" y="215865"/>
                  </a:lnTo>
                  <a:lnTo>
                    <a:pt x="985725" y="261897"/>
                  </a:lnTo>
                  <a:lnTo>
                    <a:pt x="954447" y="302999"/>
                  </a:lnTo>
                  <a:lnTo>
                    <a:pt x="910543" y="337120"/>
                  </a:lnTo>
                  <a:lnTo>
                    <a:pt x="884041" y="351437"/>
                  </a:lnTo>
                  <a:lnTo>
                    <a:pt x="900849" y="357812"/>
                  </a:lnTo>
                  <a:lnTo>
                    <a:pt x="945001" y="381963"/>
                  </a:lnTo>
                  <a:lnTo>
                    <a:pt x="979716" y="412818"/>
                  </a:lnTo>
                  <a:lnTo>
                    <a:pt x="1004834" y="449280"/>
                  </a:lnTo>
                  <a:lnTo>
                    <a:pt x="1019919" y="490429"/>
                  </a:lnTo>
                  <a:lnTo>
                    <a:pt x="1025011" y="534591"/>
                  </a:lnTo>
                  <a:lnTo>
                    <a:pt x="1023849" y="556908"/>
                  </a:lnTo>
                  <a:lnTo>
                    <a:pt x="1014622" y="598483"/>
                  </a:lnTo>
                  <a:lnTo>
                    <a:pt x="996486" y="635814"/>
                  </a:lnTo>
                  <a:lnTo>
                    <a:pt x="970541" y="668073"/>
                  </a:lnTo>
                  <a:lnTo>
                    <a:pt x="937218" y="695014"/>
                  </a:lnTo>
                  <a:lnTo>
                    <a:pt x="897213" y="715990"/>
                  </a:lnTo>
                  <a:lnTo>
                    <a:pt x="851005" y="730707"/>
                  </a:lnTo>
                  <a:lnTo>
                    <a:pt x="799762" y="738148"/>
                  </a:lnTo>
                  <a:lnTo>
                    <a:pt x="772271" y="739079"/>
                  </a:lnTo>
                  <a:lnTo>
                    <a:pt x="745294" y="738164"/>
                  </a:lnTo>
                  <a:lnTo>
                    <a:pt x="694574" y="730842"/>
                  </a:lnTo>
                  <a:lnTo>
                    <a:pt x="648454" y="716360"/>
                  </a:lnTo>
                  <a:lnTo>
                    <a:pt x="608498" y="695638"/>
                  </a:lnTo>
                  <a:lnTo>
                    <a:pt x="575083" y="668931"/>
                  </a:lnTo>
                  <a:lnTo>
                    <a:pt x="548940" y="636789"/>
                  </a:lnTo>
                  <a:lnTo>
                    <a:pt x="530343" y="599503"/>
                  </a:lnTo>
                  <a:lnTo>
                    <a:pt x="520871" y="558182"/>
                  </a:lnTo>
                  <a:lnTo>
                    <a:pt x="519683" y="536079"/>
                  </a:lnTo>
                  <a:lnTo>
                    <a:pt x="520230" y="521326"/>
                  </a:lnTo>
                  <a:lnTo>
                    <a:pt x="528309" y="478749"/>
                  </a:lnTo>
                  <a:lnTo>
                    <a:pt x="546286" y="439666"/>
                  </a:lnTo>
                  <a:lnTo>
                    <a:pt x="574014" y="405296"/>
                  </a:lnTo>
                  <a:lnTo>
                    <a:pt x="611462" y="376549"/>
                  </a:lnTo>
                  <a:lnTo>
                    <a:pt x="659129" y="354912"/>
                  </a:lnTo>
                  <a:lnTo>
                    <a:pt x="633607" y="340568"/>
                  </a:lnTo>
                  <a:lnTo>
                    <a:pt x="591694" y="306196"/>
                  </a:lnTo>
                  <a:lnTo>
                    <a:pt x="562237" y="264631"/>
                  </a:lnTo>
                  <a:lnTo>
                    <a:pt x="547329" y="218096"/>
                  </a:lnTo>
                  <a:lnTo>
                    <a:pt x="545470" y="193106"/>
                  </a:lnTo>
                  <a:lnTo>
                    <a:pt x="546539" y="173128"/>
                  </a:lnTo>
                  <a:lnTo>
                    <a:pt x="555101" y="135405"/>
                  </a:lnTo>
                  <a:lnTo>
                    <a:pt x="571985" y="100871"/>
                  </a:lnTo>
                  <a:lnTo>
                    <a:pt x="595659" y="70852"/>
                  </a:lnTo>
                  <a:lnTo>
                    <a:pt x="625856" y="45684"/>
                  </a:lnTo>
                  <a:lnTo>
                    <a:pt x="662005" y="25927"/>
                  </a:lnTo>
                  <a:lnTo>
                    <a:pt x="703689" y="11977"/>
                  </a:lnTo>
                  <a:lnTo>
                    <a:pt x="749493" y="4841"/>
                  </a:lnTo>
                  <a:lnTo>
                    <a:pt x="773795" y="3941"/>
                  </a:lnTo>
                  <a:close/>
                </a:path>
                <a:path w="1025525" h="739139">
                  <a:moveTo>
                    <a:pt x="212963" y="0"/>
                  </a:moveTo>
                  <a:lnTo>
                    <a:pt x="307726" y="0"/>
                  </a:lnTo>
                  <a:lnTo>
                    <a:pt x="307726" y="727661"/>
                  </a:lnTo>
                  <a:lnTo>
                    <a:pt x="151394" y="727661"/>
                  </a:lnTo>
                  <a:lnTo>
                    <a:pt x="151394" y="176723"/>
                  </a:lnTo>
                  <a:lnTo>
                    <a:pt x="144621" y="182358"/>
                  </a:lnTo>
                  <a:lnTo>
                    <a:pt x="111927" y="203276"/>
                  </a:lnTo>
                  <a:lnTo>
                    <a:pt x="73357" y="220619"/>
                  </a:lnTo>
                  <a:lnTo>
                    <a:pt x="31521" y="233235"/>
                  </a:lnTo>
                  <a:lnTo>
                    <a:pt x="0" y="238780"/>
                  </a:lnTo>
                  <a:lnTo>
                    <a:pt x="0" y="106750"/>
                  </a:lnTo>
                  <a:lnTo>
                    <a:pt x="30067" y="97191"/>
                  </a:lnTo>
                  <a:lnTo>
                    <a:pt x="59306" y="86394"/>
                  </a:lnTo>
                  <a:lnTo>
                    <a:pt x="115183" y="61091"/>
                  </a:lnTo>
                  <a:lnTo>
                    <a:pt x="166645" y="31929"/>
                  </a:lnTo>
                  <a:lnTo>
                    <a:pt x="190437" y="16316"/>
                  </a:lnTo>
                  <a:lnTo>
                    <a:pt x="212963" y="0"/>
                  </a:lnTo>
                  <a:close/>
                </a:path>
              </a:pathLst>
            </a:custGeom>
            <a:ln w="12191">
              <a:solidFill>
                <a:srgbClr val="000000"/>
              </a:solidFill>
            </a:ln>
          </p:spPr>
          <p:txBody>
            <a:bodyPr wrap="square" lIns="0" tIns="0" rIns="0" bIns="0" rtlCol="0"/>
            <a:lstStyle/>
            <a:p>
              <a:endParaRPr/>
            </a:p>
          </p:txBody>
        </p:sp>
        <p:sp>
          <p:nvSpPr>
            <p:cNvPr id="162" name="object 162"/>
            <p:cNvSpPr/>
            <p:nvPr/>
          </p:nvSpPr>
          <p:spPr>
            <a:xfrm>
              <a:off x="6768084" y="5218176"/>
              <a:ext cx="2218944" cy="1345692"/>
            </a:xfrm>
            <a:prstGeom prst="rect">
              <a:avLst/>
            </a:prstGeom>
            <a:blipFill>
              <a:blip r:embed="rId2" cstate="print"/>
              <a:stretch>
                <a:fillRect/>
              </a:stretch>
            </a:blipFill>
          </p:spPr>
          <p:txBody>
            <a:bodyPr wrap="square" lIns="0" tIns="0" rIns="0" bIns="0" rtlCol="0"/>
            <a:lstStyle/>
            <a:p>
              <a:endParaRPr/>
            </a:p>
          </p:txBody>
        </p:sp>
        <p:sp>
          <p:nvSpPr>
            <p:cNvPr id="163" name="object 163"/>
            <p:cNvSpPr/>
            <p:nvPr/>
          </p:nvSpPr>
          <p:spPr>
            <a:xfrm>
              <a:off x="6612636" y="4899658"/>
              <a:ext cx="2531363" cy="1958339"/>
            </a:xfrm>
            <a:prstGeom prst="rect">
              <a:avLst/>
            </a:prstGeom>
            <a:blipFill>
              <a:blip r:embed="rId68" cstate="print"/>
              <a:stretch>
                <a:fillRect/>
              </a:stretch>
            </a:blipFill>
          </p:spPr>
          <p:txBody>
            <a:bodyPr wrap="square" lIns="0" tIns="0" rIns="0" bIns="0" rtlCol="0"/>
            <a:lstStyle/>
            <a:p>
              <a:endParaRPr/>
            </a:p>
          </p:txBody>
        </p:sp>
        <p:sp>
          <p:nvSpPr>
            <p:cNvPr id="164" name="object 164"/>
            <p:cNvSpPr/>
            <p:nvPr/>
          </p:nvSpPr>
          <p:spPr>
            <a:xfrm>
              <a:off x="6848215" y="5278504"/>
              <a:ext cx="2057400" cy="1184275"/>
            </a:xfrm>
            <a:custGeom>
              <a:avLst/>
              <a:gdLst/>
              <a:ahLst/>
              <a:cxnLst/>
              <a:rect l="l" t="t" r="r" b="b"/>
              <a:pathLst>
                <a:path w="2057400" h="1184275">
                  <a:moveTo>
                    <a:pt x="1824868"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63" y="1179304"/>
                  </a:lnTo>
                  <a:lnTo>
                    <a:pt x="1915426" y="1165755"/>
                  </a:lnTo>
                  <a:lnTo>
                    <a:pt x="1954927" y="1144316"/>
                  </a:lnTo>
                  <a:lnTo>
                    <a:pt x="1989334" y="1115922"/>
                  </a:lnTo>
                  <a:lnTo>
                    <a:pt x="2017716" y="1081508"/>
                  </a:lnTo>
                  <a:lnTo>
                    <a:pt x="2039141" y="1042010"/>
                  </a:lnTo>
                  <a:lnTo>
                    <a:pt x="2052680" y="998362"/>
                  </a:lnTo>
                  <a:lnTo>
                    <a:pt x="2057399" y="951500"/>
                  </a:lnTo>
                  <a:lnTo>
                    <a:pt x="2057399" y="232528"/>
                  </a:lnTo>
                  <a:lnTo>
                    <a:pt x="2052680" y="185673"/>
                  </a:lnTo>
                  <a:lnTo>
                    <a:pt x="2039141" y="142028"/>
                  </a:lnTo>
                  <a:lnTo>
                    <a:pt x="2017716" y="102530"/>
                  </a:lnTo>
                  <a:lnTo>
                    <a:pt x="1989334" y="68115"/>
                  </a:lnTo>
                  <a:lnTo>
                    <a:pt x="1954927" y="39718"/>
                  </a:lnTo>
                  <a:lnTo>
                    <a:pt x="1915426" y="18276"/>
                  </a:lnTo>
                  <a:lnTo>
                    <a:pt x="1871763" y="4725"/>
                  </a:lnTo>
                  <a:lnTo>
                    <a:pt x="1824868" y="0"/>
                  </a:lnTo>
                  <a:close/>
                </a:path>
              </a:pathLst>
            </a:custGeom>
            <a:solidFill>
              <a:srgbClr val="252525"/>
            </a:solidFill>
          </p:spPr>
          <p:txBody>
            <a:bodyPr wrap="square" lIns="0" tIns="0" rIns="0" bIns="0" rtlCol="0"/>
            <a:lstStyle/>
            <a:p>
              <a:endParaRPr/>
            </a:p>
          </p:txBody>
        </p:sp>
        <p:sp>
          <p:nvSpPr>
            <p:cNvPr id="165" name="object 165"/>
            <p:cNvSpPr/>
            <p:nvPr/>
          </p:nvSpPr>
          <p:spPr>
            <a:xfrm>
              <a:off x="6848215" y="5278504"/>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868" y="0"/>
                  </a:lnTo>
                  <a:lnTo>
                    <a:pt x="1871763" y="4725"/>
                  </a:lnTo>
                  <a:lnTo>
                    <a:pt x="1915426" y="18276"/>
                  </a:lnTo>
                  <a:lnTo>
                    <a:pt x="1954927" y="39718"/>
                  </a:lnTo>
                  <a:lnTo>
                    <a:pt x="1989334" y="68115"/>
                  </a:lnTo>
                  <a:lnTo>
                    <a:pt x="2017716" y="102530"/>
                  </a:lnTo>
                  <a:lnTo>
                    <a:pt x="2039141" y="142028"/>
                  </a:lnTo>
                  <a:lnTo>
                    <a:pt x="2052680" y="185673"/>
                  </a:lnTo>
                  <a:lnTo>
                    <a:pt x="2057399" y="232528"/>
                  </a:lnTo>
                  <a:lnTo>
                    <a:pt x="2057399" y="951500"/>
                  </a:lnTo>
                  <a:lnTo>
                    <a:pt x="2052680" y="998362"/>
                  </a:lnTo>
                  <a:lnTo>
                    <a:pt x="2039141" y="1042010"/>
                  </a:lnTo>
                  <a:lnTo>
                    <a:pt x="2017716" y="1081508"/>
                  </a:lnTo>
                  <a:lnTo>
                    <a:pt x="1989334" y="1115922"/>
                  </a:lnTo>
                  <a:lnTo>
                    <a:pt x="1954927" y="1144316"/>
                  </a:lnTo>
                  <a:lnTo>
                    <a:pt x="1915426" y="1165755"/>
                  </a:lnTo>
                  <a:lnTo>
                    <a:pt x="1871763"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28"/>
                  </a:lnTo>
                  <a:close/>
                </a:path>
              </a:pathLst>
            </a:custGeom>
            <a:ln w="76199">
              <a:solidFill>
                <a:srgbClr val="00AF50"/>
              </a:solidFill>
            </a:ln>
          </p:spPr>
          <p:txBody>
            <a:bodyPr wrap="square" lIns="0" tIns="0" rIns="0" bIns="0" rtlCol="0"/>
            <a:lstStyle/>
            <a:p>
              <a:endParaRPr/>
            </a:p>
          </p:txBody>
        </p:sp>
        <p:sp>
          <p:nvSpPr>
            <p:cNvPr id="166" name="object 166"/>
            <p:cNvSpPr/>
            <p:nvPr/>
          </p:nvSpPr>
          <p:spPr>
            <a:xfrm>
              <a:off x="6653784" y="4920994"/>
              <a:ext cx="2481072" cy="1937003"/>
            </a:xfrm>
            <a:prstGeom prst="rect">
              <a:avLst/>
            </a:prstGeom>
            <a:blipFill>
              <a:blip r:embed="rId69" cstate="print"/>
              <a:stretch>
                <a:fillRect/>
              </a:stretch>
            </a:blipFill>
          </p:spPr>
          <p:txBody>
            <a:bodyPr wrap="square" lIns="0" tIns="0" rIns="0" bIns="0" rtlCol="0"/>
            <a:lstStyle/>
            <a:p>
              <a:endParaRPr/>
            </a:p>
          </p:txBody>
        </p:sp>
        <p:sp>
          <p:nvSpPr>
            <p:cNvPr id="167" name="object 167"/>
            <p:cNvSpPr/>
            <p:nvPr/>
          </p:nvSpPr>
          <p:spPr>
            <a:xfrm>
              <a:off x="7396368" y="5514725"/>
              <a:ext cx="1019810" cy="740410"/>
            </a:xfrm>
            <a:custGeom>
              <a:avLst/>
              <a:gdLst/>
              <a:ahLst/>
              <a:cxnLst/>
              <a:rect l="l" t="t" r="r" b="b"/>
              <a:pathLst>
                <a:path w="1019809" h="740410">
                  <a:moveTo>
                    <a:pt x="559429" y="583204"/>
                  </a:moveTo>
                  <a:lnTo>
                    <a:pt x="559429" y="712268"/>
                  </a:lnTo>
                  <a:lnTo>
                    <a:pt x="592408" y="724424"/>
                  </a:lnTo>
                  <a:lnTo>
                    <a:pt x="628470" y="733104"/>
                  </a:lnTo>
                  <a:lnTo>
                    <a:pt x="667602" y="738310"/>
                  </a:lnTo>
                  <a:lnTo>
                    <a:pt x="709787" y="740045"/>
                  </a:lnTo>
                  <a:lnTo>
                    <a:pt x="745387" y="738310"/>
                  </a:lnTo>
                  <a:lnTo>
                    <a:pt x="810548" y="724554"/>
                  </a:lnTo>
                  <a:lnTo>
                    <a:pt x="868012" y="697224"/>
                  </a:lnTo>
                  <a:lnTo>
                    <a:pt x="916774" y="657643"/>
                  </a:lnTo>
                  <a:lnTo>
                    <a:pt x="947088" y="619935"/>
                  </a:lnTo>
                  <a:lnTo>
                    <a:pt x="694425" y="619935"/>
                  </a:lnTo>
                  <a:lnTo>
                    <a:pt x="656350" y="617640"/>
                  </a:lnTo>
                  <a:lnTo>
                    <a:pt x="621167" y="610754"/>
                  </a:lnTo>
                  <a:lnTo>
                    <a:pt x="588864" y="599275"/>
                  </a:lnTo>
                  <a:lnTo>
                    <a:pt x="559429" y="583204"/>
                  </a:lnTo>
                  <a:close/>
                </a:path>
                <a:path w="1019809" h="740410">
                  <a:moveTo>
                    <a:pt x="1016256" y="404527"/>
                  </a:moveTo>
                  <a:lnTo>
                    <a:pt x="864108" y="404527"/>
                  </a:lnTo>
                  <a:lnTo>
                    <a:pt x="867156" y="405515"/>
                  </a:lnTo>
                  <a:lnTo>
                    <a:pt x="864050" y="454559"/>
                  </a:lnTo>
                  <a:lnTo>
                    <a:pt x="855318" y="497462"/>
                  </a:lnTo>
                  <a:lnTo>
                    <a:pt x="840945" y="534224"/>
                  </a:lnTo>
                  <a:lnTo>
                    <a:pt x="795868" y="588947"/>
                  </a:lnTo>
                  <a:lnTo>
                    <a:pt x="732625" y="616492"/>
                  </a:lnTo>
                  <a:lnTo>
                    <a:pt x="694425" y="619935"/>
                  </a:lnTo>
                  <a:lnTo>
                    <a:pt x="947088" y="619935"/>
                  </a:lnTo>
                  <a:lnTo>
                    <a:pt x="972994" y="575952"/>
                  </a:lnTo>
                  <a:lnTo>
                    <a:pt x="998585" y="507016"/>
                  </a:lnTo>
                  <a:lnTo>
                    <a:pt x="1007727" y="468413"/>
                  </a:lnTo>
                  <a:lnTo>
                    <a:pt x="1014229" y="427294"/>
                  </a:lnTo>
                  <a:lnTo>
                    <a:pt x="1016256" y="404527"/>
                  </a:lnTo>
                  <a:close/>
                </a:path>
                <a:path w="1019809" h="740410">
                  <a:moveTo>
                    <a:pt x="769863" y="3928"/>
                  </a:moveTo>
                  <a:lnTo>
                    <a:pt x="716222" y="8486"/>
                  </a:lnTo>
                  <a:lnTo>
                    <a:pt x="667633" y="22098"/>
                  </a:lnTo>
                  <a:lnTo>
                    <a:pt x="624672" y="43993"/>
                  </a:lnTo>
                  <a:lnTo>
                    <a:pt x="588385" y="73462"/>
                  </a:lnTo>
                  <a:lnTo>
                    <a:pt x="559052" y="109949"/>
                  </a:lnTo>
                  <a:lnTo>
                    <a:pt x="537057" y="152875"/>
                  </a:lnTo>
                  <a:lnTo>
                    <a:pt x="523234" y="201523"/>
                  </a:lnTo>
                  <a:lnTo>
                    <a:pt x="518652" y="255239"/>
                  </a:lnTo>
                  <a:lnTo>
                    <a:pt x="519599" y="278698"/>
                  </a:lnTo>
                  <a:lnTo>
                    <a:pt x="527173" y="322876"/>
                  </a:lnTo>
                  <a:lnTo>
                    <a:pt x="542101" y="362879"/>
                  </a:lnTo>
                  <a:lnTo>
                    <a:pt x="563160" y="397500"/>
                  </a:lnTo>
                  <a:lnTo>
                    <a:pt x="590089" y="426445"/>
                  </a:lnTo>
                  <a:lnTo>
                    <a:pt x="622189" y="449155"/>
                  </a:lnTo>
                  <a:lnTo>
                    <a:pt x="658960" y="465300"/>
                  </a:lnTo>
                  <a:lnTo>
                    <a:pt x="699247" y="473488"/>
                  </a:lnTo>
                  <a:lnTo>
                    <a:pt x="720699" y="474512"/>
                  </a:lnTo>
                  <a:lnTo>
                    <a:pt x="765760" y="470137"/>
                  </a:lnTo>
                  <a:lnTo>
                    <a:pt x="804691" y="457012"/>
                  </a:lnTo>
                  <a:lnTo>
                    <a:pt x="837478" y="435141"/>
                  </a:lnTo>
                  <a:lnTo>
                    <a:pt x="864108" y="404527"/>
                  </a:lnTo>
                  <a:lnTo>
                    <a:pt x="1016256" y="404527"/>
                  </a:lnTo>
                  <a:lnTo>
                    <a:pt x="1018113" y="383662"/>
                  </a:lnTo>
                  <a:lnTo>
                    <a:pt x="1018834" y="357865"/>
                  </a:lnTo>
                  <a:lnTo>
                    <a:pt x="768858" y="357865"/>
                  </a:lnTo>
                  <a:lnTo>
                    <a:pt x="758150" y="357385"/>
                  </a:lnTo>
                  <a:lnTo>
                    <a:pt x="720470" y="345877"/>
                  </a:lnTo>
                  <a:lnTo>
                    <a:pt x="692602" y="319724"/>
                  </a:lnTo>
                  <a:lnTo>
                    <a:pt x="675941" y="279925"/>
                  </a:lnTo>
                  <a:lnTo>
                    <a:pt x="672084" y="241733"/>
                  </a:lnTo>
                  <a:lnTo>
                    <a:pt x="672512" y="229286"/>
                  </a:lnTo>
                  <a:lnTo>
                    <a:pt x="682794" y="184043"/>
                  </a:lnTo>
                  <a:lnTo>
                    <a:pt x="704857" y="149701"/>
                  </a:lnTo>
                  <a:lnTo>
                    <a:pt x="736612" y="128618"/>
                  </a:lnTo>
                  <a:lnTo>
                    <a:pt x="765291" y="123587"/>
                  </a:lnTo>
                  <a:lnTo>
                    <a:pt x="972930" y="123587"/>
                  </a:lnTo>
                  <a:lnTo>
                    <a:pt x="967998" y="114383"/>
                  </a:lnTo>
                  <a:lnTo>
                    <a:pt x="935611" y="71745"/>
                  </a:lnTo>
                  <a:lnTo>
                    <a:pt x="896272" y="39111"/>
                  </a:lnTo>
                  <a:lnTo>
                    <a:pt x="850196" y="16682"/>
                  </a:lnTo>
                  <a:lnTo>
                    <a:pt x="798104" y="5353"/>
                  </a:lnTo>
                  <a:lnTo>
                    <a:pt x="769863" y="3928"/>
                  </a:lnTo>
                  <a:close/>
                </a:path>
                <a:path w="1019809" h="740410">
                  <a:moveTo>
                    <a:pt x="972930" y="123587"/>
                  </a:moveTo>
                  <a:lnTo>
                    <a:pt x="765291" y="123587"/>
                  </a:lnTo>
                  <a:lnTo>
                    <a:pt x="775750" y="124223"/>
                  </a:lnTo>
                  <a:lnTo>
                    <a:pt x="785774" y="126131"/>
                  </a:lnTo>
                  <a:lnTo>
                    <a:pt x="821035" y="145753"/>
                  </a:lnTo>
                  <a:lnTo>
                    <a:pt x="845922" y="180363"/>
                  </a:lnTo>
                  <a:lnTo>
                    <a:pt x="859452" y="227642"/>
                  </a:lnTo>
                  <a:lnTo>
                    <a:pt x="861181" y="254139"/>
                  </a:lnTo>
                  <a:lnTo>
                    <a:pt x="860755" y="264867"/>
                  </a:lnTo>
                  <a:lnTo>
                    <a:pt x="850755" y="303952"/>
                  </a:lnTo>
                  <a:lnTo>
                    <a:pt x="822239" y="340064"/>
                  </a:lnTo>
                  <a:lnTo>
                    <a:pt x="778996" y="357354"/>
                  </a:lnTo>
                  <a:lnTo>
                    <a:pt x="768858" y="357865"/>
                  </a:lnTo>
                  <a:lnTo>
                    <a:pt x="1018834" y="357865"/>
                  </a:lnTo>
                  <a:lnTo>
                    <a:pt x="1019332" y="340064"/>
                  </a:lnTo>
                  <a:lnTo>
                    <a:pt x="1019312" y="334185"/>
                  </a:lnTo>
                  <a:lnTo>
                    <a:pt x="1018353" y="299113"/>
                  </a:lnTo>
                  <a:lnTo>
                    <a:pt x="1009875" y="228631"/>
                  </a:lnTo>
                  <a:lnTo>
                    <a:pt x="992850" y="166737"/>
                  </a:lnTo>
                  <a:lnTo>
                    <a:pt x="981355" y="139312"/>
                  </a:lnTo>
                  <a:lnTo>
                    <a:pt x="972930" y="123587"/>
                  </a:lnTo>
                  <a:close/>
                </a:path>
                <a:path w="1019809" h="740410">
                  <a:moveTo>
                    <a:pt x="307695" y="176701"/>
                  </a:moveTo>
                  <a:lnTo>
                    <a:pt x="151363" y="176701"/>
                  </a:lnTo>
                  <a:lnTo>
                    <a:pt x="151363" y="727639"/>
                  </a:lnTo>
                  <a:lnTo>
                    <a:pt x="307695" y="727639"/>
                  </a:lnTo>
                  <a:lnTo>
                    <a:pt x="307695" y="176701"/>
                  </a:lnTo>
                  <a:close/>
                </a:path>
                <a:path w="1019809" h="740410">
                  <a:moveTo>
                    <a:pt x="307695" y="0"/>
                  </a:moveTo>
                  <a:lnTo>
                    <a:pt x="212841" y="0"/>
                  </a:lnTo>
                  <a:lnTo>
                    <a:pt x="190367" y="16309"/>
                  </a:lnTo>
                  <a:lnTo>
                    <a:pt x="166569" y="31919"/>
                  </a:lnTo>
                  <a:lnTo>
                    <a:pt x="115062" y="61078"/>
                  </a:lnTo>
                  <a:lnTo>
                    <a:pt x="59234" y="86370"/>
                  </a:lnTo>
                  <a:lnTo>
                    <a:pt x="0" y="106716"/>
                  </a:lnTo>
                  <a:lnTo>
                    <a:pt x="0" y="238743"/>
                  </a:lnTo>
                  <a:lnTo>
                    <a:pt x="42153" y="230553"/>
                  </a:lnTo>
                  <a:lnTo>
                    <a:pt x="83301" y="216657"/>
                  </a:lnTo>
                  <a:lnTo>
                    <a:pt x="120761" y="198299"/>
                  </a:lnTo>
                  <a:lnTo>
                    <a:pt x="151363" y="176701"/>
                  </a:lnTo>
                  <a:lnTo>
                    <a:pt x="307695" y="176701"/>
                  </a:lnTo>
                  <a:lnTo>
                    <a:pt x="307695" y="0"/>
                  </a:lnTo>
                  <a:close/>
                </a:path>
              </a:pathLst>
            </a:custGeom>
            <a:solidFill>
              <a:srgbClr val="FFFF00"/>
            </a:solidFill>
          </p:spPr>
          <p:txBody>
            <a:bodyPr wrap="square" lIns="0" tIns="0" rIns="0" bIns="0" rtlCol="0"/>
            <a:lstStyle/>
            <a:p>
              <a:endParaRPr/>
            </a:p>
          </p:txBody>
        </p:sp>
        <p:sp>
          <p:nvSpPr>
            <p:cNvPr id="168" name="object 168"/>
            <p:cNvSpPr/>
            <p:nvPr/>
          </p:nvSpPr>
          <p:spPr>
            <a:xfrm>
              <a:off x="8062356" y="5632216"/>
              <a:ext cx="201289" cy="246470"/>
            </a:xfrm>
            <a:prstGeom prst="rect">
              <a:avLst/>
            </a:prstGeom>
            <a:blipFill>
              <a:blip r:embed="rId70" cstate="print"/>
              <a:stretch>
                <a:fillRect/>
              </a:stretch>
            </a:blipFill>
          </p:spPr>
          <p:txBody>
            <a:bodyPr wrap="square" lIns="0" tIns="0" rIns="0" bIns="0" rtlCol="0"/>
            <a:lstStyle/>
            <a:p>
              <a:endParaRPr/>
            </a:p>
          </p:txBody>
        </p:sp>
        <p:sp>
          <p:nvSpPr>
            <p:cNvPr id="169" name="object 169"/>
            <p:cNvSpPr/>
            <p:nvPr/>
          </p:nvSpPr>
          <p:spPr>
            <a:xfrm>
              <a:off x="7396368" y="5514725"/>
              <a:ext cx="1019810" cy="740410"/>
            </a:xfrm>
            <a:custGeom>
              <a:avLst/>
              <a:gdLst/>
              <a:ahLst/>
              <a:cxnLst/>
              <a:rect l="l" t="t" r="r" b="b"/>
              <a:pathLst>
                <a:path w="1019809" h="740410">
                  <a:moveTo>
                    <a:pt x="769863" y="3928"/>
                  </a:moveTo>
                  <a:lnTo>
                    <a:pt x="824887" y="9612"/>
                  </a:lnTo>
                  <a:lnTo>
                    <a:pt x="874013" y="26538"/>
                  </a:lnTo>
                  <a:lnTo>
                    <a:pt x="916796" y="54176"/>
                  </a:lnTo>
                  <a:lnTo>
                    <a:pt x="952743" y="91833"/>
                  </a:lnTo>
                  <a:lnTo>
                    <a:pt x="981375" y="139350"/>
                  </a:lnTo>
                  <a:lnTo>
                    <a:pt x="1002395" y="196547"/>
                  </a:lnTo>
                  <a:lnTo>
                    <a:pt x="1015185" y="262819"/>
                  </a:lnTo>
                  <a:lnTo>
                    <a:pt x="1019403" y="337517"/>
                  </a:lnTo>
                  <a:lnTo>
                    <a:pt x="1018113" y="383662"/>
                  </a:lnTo>
                  <a:lnTo>
                    <a:pt x="1014229" y="427294"/>
                  </a:lnTo>
                  <a:lnTo>
                    <a:pt x="1007727" y="468413"/>
                  </a:lnTo>
                  <a:lnTo>
                    <a:pt x="998585" y="507016"/>
                  </a:lnTo>
                  <a:lnTo>
                    <a:pt x="972993" y="575951"/>
                  </a:lnTo>
                  <a:lnTo>
                    <a:pt x="937869" y="633340"/>
                  </a:lnTo>
                  <a:lnTo>
                    <a:pt x="893490" y="678937"/>
                  </a:lnTo>
                  <a:lnTo>
                    <a:pt x="840333" y="712506"/>
                  </a:lnTo>
                  <a:lnTo>
                    <a:pt x="778878" y="733160"/>
                  </a:lnTo>
                  <a:lnTo>
                    <a:pt x="709787" y="740045"/>
                  </a:lnTo>
                  <a:lnTo>
                    <a:pt x="667601" y="738310"/>
                  </a:lnTo>
                  <a:lnTo>
                    <a:pt x="628470" y="733104"/>
                  </a:lnTo>
                  <a:lnTo>
                    <a:pt x="592408" y="724424"/>
                  </a:lnTo>
                  <a:lnTo>
                    <a:pt x="559429" y="712268"/>
                  </a:lnTo>
                  <a:lnTo>
                    <a:pt x="559429" y="583204"/>
                  </a:lnTo>
                  <a:lnTo>
                    <a:pt x="588864" y="599275"/>
                  </a:lnTo>
                  <a:lnTo>
                    <a:pt x="621167" y="610754"/>
                  </a:lnTo>
                  <a:lnTo>
                    <a:pt x="656350" y="617640"/>
                  </a:lnTo>
                  <a:lnTo>
                    <a:pt x="694425" y="619935"/>
                  </a:lnTo>
                  <a:lnTo>
                    <a:pt x="732625" y="616492"/>
                  </a:lnTo>
                  <a:lnTo>
                    <a:pt x="795868" y="588947"/>
                  </a:lnTo>
                  <a:lnTo>
                    <a:pt x="840945" y="534224"/>
                  </a:lnTo>
                  <a:lnTo>
                    <a:pt x="855318" y="497462"/>
                  </a:lnTo>
                  <a:lnTo>
                    <a:pt x="864050" y="454559"/>
                  </a:lnTo>
                  <a:lnTo>
                    <a:pt x="867155" y="405515"/>
                  </a:lnTo>
                  <a:lnTo>
                    <a:pt x="864107" y="404527"/>
                  </a:lnTo>
                  <a:lnTo>
                    <a:pt x="837478" y="435141"/>
                  </a:lnTo>
                  <a:lnTo>
                    <a:pt x="804691" y="457012"/>
                  </a:lnTo>
                  <a:lnTo>
                    <a:pt x="765759" y="470137"/>
                  </a:lnTo>
                  <a:lnTo>
                    <a:pt x="720699" y="474512"/>
                  </a:lnTo>
                  <a:lnTo>
                    <a:pt x="699247" y="473488"/>
                  </a:lnTo>
                  <a:lnTo>
                    <a:pt x="658960" y="465300"/>
                  </a:lnTo>
                  <a:lnTo>
                    <a:pt x="622189" y="449155"/>
                  </a:lnTo>
                  <a:lnTo>
                    <a:pt x="590089" y="426445"/>
                  </a:lnTo>
                  <a:lnTo>
                    <a:pt x="563160" y="397500"/>
                  </a:lnTo>
                  <a:lnTo>
                    <a:pt x="542101" y="362879"/>
                  </a:lnTo>
                  <a:lnTo>
                    <a:pt x="527173" y="322876"/>
                  </a:lnTo>
                  <a:lnTo>
                    <a:pt x="519599" y="278698"/>
                  </a:lnTo>
                  <a:lnTo>
                    <a:pt x="518647" y="255126"/>
                  </a:lnTo>
                  <a:lnTo>
                    <a:pt x="519792" y="227705"/>
                  </a:lnTo>
                  <a:lnTo>
                    <a:pt x="528986" y="176579"/>
                  </a:lnTo>
                  <a:lnTo>
                    <a:pt x="547130" y="130606"/>
                  </a:lnTo>
                  <a:lnTo>
                    <a:pt x="572809" y="90901"/>
                  </a:lnTo>
                  <a:lnTo>
                    <a:pt x="605697" y="57784"/>
                  </a:lnTo>
                  <a:lnTo>
                    <a:pt x="645315" y="32095"/>
                  </a:lnTo>
                  <a:lnTo>
                    <a:pt x="691301" y="14165"/>
                  </a:lnTo>
                  <a:lnTo>
                    <a:pt x="742407" y="5070"/>
                  </a:lnTo>
                  <a:lnTo>
                    <a:pt x="769863" y="3928"/>
                  </a:lnTo>
                  <a:close/>
                </a:path>
                <a:path w="1019809" h="740410">
                  <a:moveTo>
                    <a:pt x="212841" y="0"/>
                  </a:moveTo>
                  <a:lnTo>
                    <a:pt x="307695" y="0"/>
                  </a:lnTo>
                  <a:lnTo>
                    <a:pt x="307695" y="727639"/>
                  </a:lnTo>
                  <a:lnTo>
                    <a:pt x="151363" y="727639"/>
                  </a:lnTo>
                  <a:lnTo>
                    <a:pt x="151363" y="176701"/>
                  </a:lnTo>
                  <a:lnTo>
                    <a:pt x="144606" y="182331"/>
                  </a:lnTo>
                  <a:lnTo>
                    <a:pt x="111856" y="203256"/>
                  </a:lnTo>
                  <a:lnTo>
                    <a:pt x="73306" y="220600"/>
                  </a:lnTo>
                  <a:lnTo>
                    <a:pt x="31508" y="233208"/>
                  </a:lnTo>
                  <a:lnTo>
                    <a:pt x="0" y="238743"/>
                  </a:lnTo>
                  <a:lnTo>
                    <a:pt x="0" y="106716"/>
                  </a:lnTo>
                  <a:lnTo>
                    <a:pt x="30044" y="97163"/>
                  </a:lnTo>
                  <a:lnTo>
                    <a:pt x="59234" y="86370"/>
                  </a:lnTo>
                  <a:lnTo>
                    <a:pt x="115061" y="61078"/>
                  </a:lnTo>
                  <a:lnTo>
                    <a:pt x="166569" y="31919"/>
                  </a:lnTo>
                  <a:lnTo>
                    <a:pt x="190367" y="16309"/>
                  </a:lnTo>
                  <a:lnTo>
                    <a:pt x="212841" y="0"/>
                  </a:lnTo>
                  <a:close/>
                </a:path>
              </a:pathLst>
            </a:custGeom>
            <a:ln w="12191">
              <a:solidFill>
                <a:srgbClr val="000000"/>
              </a:solidFill>
            </a:ln>
          </p:spPr>
          <p:txBody>
            <a:bodyPr wrap="square" lIns="0" tIns="0" rIns="0" bIns="0" rtlCol="0"/>
            <a:lstStyle/>
            <a:p>
              <a:endParaRPr/>
            </a:p>
          </p:txBody>
        </p:sp>
        <p:sp>
          <p:nvSpPr>
            <p:cNvPr id="170" name="object 170"/>
            <p:cNvSpPr/>
            <p:nvPr/>
          </p:nvSpPr>
          <p:spPr>
            <a:xfrm>
              <a:off x="6742176" y="5237988"/>
              <a:ext cx="2218944" cy="1345692"/>
            </a:xfrm>
            <a:prstGeom prst="rect">
              <a:avLst/>
            </a:prstGeom>
            <a:blipFill>
              <a:blip r:embed="rId71" cstate="print"/>
              <a:stretch>
                <a:fillRect/>
              </a:stretch>
            </a:blipFill>
          </p:spPr>
          <p:txBody>
            <a:bodyPr wrap="square" lIns="0" tIns="0" rIns="0" bIns="0" rtlCol="0"/>
            <a:lstStyle/>
            <a:p>
              <a:endParaRPr/>
            </a:p>
          </p:txBody>
        </p:sp>
        <p:sp>
          <p:nvSpPr>
            <p:cNvPr id="171" name="object 171"/>
            <p:cNvSpPr/>
            <p:nvPr/>
          </p:nvSpPr>
          <p:spPr>
            <a:xfrm>
              <a:off x="6588252" y="4920994"/>
              <a:ext cx="2555747" cy="1937003"/>
            </a:xfrm>
            <a:prstGeom prst="rect">
              <a:avLst/>
            </a:prstGeom>
            <a:blipFill>
              <a:blip r:embed="rId72" cstate="print"/>
              <a:stretch>
                <a:fillRect/>
              </a:stretch>
            </a:blipFill>
          </p:spPr>
          <p:txBody>
            <a:bodyPr wrap="square" lIns="0" tIns="0" rIns="0" bIns="0" rtlCol="0"/>
            <a:lstStyle/>
            <a:p>
              <a:endParaRPr/>
            </a:p>
          </p:txBody>
        </p:sp>
        <p:sp>
          <p:nvSpPr>
            <p:cNvPr id="172" name="object 172"/>
            <p:cNvSpPr/>
            <p:nvPr/>
          </p:nvSpPr>
          <p:spPr>
            <a:xfrm>
              <a:off x="6822947" y="5299197"/>
              <a:ext cx="2057400" cy="1184275"/>
            </a:xfrm>
            <a:custGeom>
              <a:avLst/>
              <a:gdLst/>
              <a:ahLst/>
              <a:cxnLst/>
              <a:rect l="l" t="t" r="r" b="b"/>
              <a:pathLst>
                <a:path w="2057400" h="1184275">
                  <a:moveTo>
                    <a:pt x="1824989"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5"/>
                  </a:lnTo>
                  <a:lnTo>
                    <a:pt x="18279" y="1041972"/>
                  </a:lnTo>
                  <a:lnTo>
                    <a:pt x="39723" y="1081468"/>
                  </a:lnTo>
                  <a:lnTo>
                    <a:pt x="68122" y="1115880"/>
                  </a:lnTo>
                  <a:lnTo>
                    <a:pt x="102539" y="1144271"/>
                  </a:lnTo>
                  <a:lnTo>
                    <a:pt x="142037" y="1165708"/>
                  </a:lnTo>
                  <a:lnTo>
                    <a:pt x="185680" y="1179256"/>
                  </a:lnTo>
                  <a:lnTo>
                    <a:pt x="232531" y="1183980"/>
                  </a:lnTo>
                  <a:lnTo>
                    <a:pt x="1824989" y="1183980"/>
                  </a:lnTo>
                  <a:lnTo>
                    <a:pt x="1871844" y="1179256"/>
                  </a:lnTo>
                  <a:lnTo>
                    <a:pt x="1915477" y="1165708"/>
                  </a:lnTo>
                  <a:lnTo>
                    <a:pt x="1954957" y="1144271"/>
                  </a:lnTo>
                  <a:lnTo>
                    <a:pt x="1989349" y="1115880"/>
                  </a:lnTo>
                  <a:lnTo>
                    <a:pt x="2017722" y="1081468"/>
                  </a:lnTo>
                  <a:lnTo>
                    <a:pt x="2039143" y="1041972"/>
                  </a:lnTo>
                  <a:lnTo>
                    <a:pt x="2052680" y="998325"/>
                  </a:lnTo>
                  <a:lnTo>
                    <a:pt x="2057399" y="951463"/>
                  </a:lnTo>
                  <a:lnTo>
                    <a:pt x="2057399" y="232409"/>
                  </a:lnTo>
                  <a:lnTo>
                    <a:pt x="2052680" y="185559"/>
                  </a:lnTo>
                  <a:lnTo>
                    <a:pt x="2039143" y="141928"/>
                  </a:lnTo>
                  <a:lnTo>
                    <a:pt x="2017722" y="102449"/>
                  </a:lnTo>
                  <a:lnTo>
                    <a:pt x="1989349" y="68056"/>
                  </a:lnTo>
                  <a:lnTo>
                    <a:pt x="1954957" y="39681"/>
                  </a:lnTo>
                  <a:lnTo>
                    <a:pt x="1915477" y="18258"/>
                  </a:lnTo>
                  <a:lnTo>
                    <a:pt x="1871844" y="4720"/>
                  </a:lnTo>
                  <a:lnTo>
                    <a:pt x="1824989" y="0"/>
                  </a:lnTo>
                  <a:close/>
                </a:path>
              </a:pathLst>
            </a:custGeom>
            <a:solidFill>
              <a:srgbClr val="252525"/>
            </a:solidFill>
          </p:spPr>
          <p:txBody>
            <a:bodyPr wrap="square" lIns="0" tIns="0" rIns="0" bIns="0" rtlCol="0"/>
            <a:lstStyle/>
            <a:p>
              <a:endParaRPr/>
            </a:p>
          </p:txBody>
        </p:sp>
        <p:sp>
          <p:nvSpPr>
            <p:cNvPr id="173" name="object 173"/>
            <p:cNvSpPr/>
            <p:nvPr/>
          </p:nvSpPr>
          <p:spPr>
            <a:xfrm>
              <a:off x="6822947" y="5299197"/>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989" y="0"/>
                  </a:lnTo>
                  <a:lnTo>
                    <a:pt x="1871844" y="4720"/>
                  </a:lnTo>
                  <a:lnTo>
                    <a:pt x="1915477" y="18258"/>
                  </a:lnTo>
                  <a:lnTo>
                    <a:pt x="1954957" y="39681"/>
                  </a:lnTo>
                  <a:lnTo>
                    <a:pt x="1989349" y="68056"/>
                  </a:lnTo>
                  <a:lnTo>
                    <a:pt x="2017722" y="102449"/>
                  </a:lnTo>
                  <a:lnTo>
                    <a:pt x="2039143" y="141928"/>
                  </a:lnTo>
                  <a:lnTo>
                    <a:pt x="2052680" y="185559"/>
                  </a:lnTo>
                  <a:lnTo>
                    <a:pt x="2057399" y="232409"/>
                  </a:lnTo>
                  <a:lnTo>
                    <a:pt x="2057399" y="951463"/>
                  </a:lnTo>
                  <a:lnTo>
                    <a:pt x="2052680" y="998325"/>
                  </a:lnTo>
                  <a:lnTo>
                    <a:pt x="2039143" y="1041972"/>
                  </a:lnTo>
                  <a:lnTo>
                    <a:pt x="2017722" y="1081468"/>
                  </a:lnTo>
                  <a:lnTo>
                    <a:pt x="1989349" y="1115880"/>
                  </a:lnTo>
                  <a:lnTo>
                    <a:pt x="1954957" y="1144271"/>
                  </a:lnTo>
                  <a:lnTo>
                    <a:pt x="1915477" y="1165708"/>
                  </a:lnTo>
                  <a:lnTo>
                    <a:pt x="1871844" y="1179256"/>
                  </a:lnTo>
                  <a:lnTo>
                    <a:pt x="1824989" y="1183980"/>
                  </a:lnTo>
                  <a:lnTo>
                    <a:pt x="232531" y="1183980"/>
                  </a:lnTo>
                  <a:lnTo>
                    <a:pt x="185680" y="1179256"/>
                  </a:lnTo>
                  <a:lnTo>
                    <a:pt x="142037" y="1165708"/>
                  </a:lnTo>
                  <a:lnTo>
                    <a:pt x="102539" y="1144271"/>
                  </a:lnTo>
                  <a:lnTo>
                    <a:pt x="68122" y="1115880"/>
                  </a:lnTo>
                  <a:lnTo>
                    <a:pt x="39723" y="1081468"/>
                  </a:lnTo>
                  <a:lnTo>
                    <a:pt x="18279" y="1041972"/>
                  </a:lnTo>
                  <a:lnTo>
                    <a:pt x="4725"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174" name="object 174"/>
            <p:cNvSpPr/>
            <p:nvPr/>
          </p:nvSpPr>
          <p:spPr>
            <a:xfrm>
              <a:off x="6629400" y="4942331"/>
              <a:ext cx="2481072" cy="1915668"/>
            </a:xfrm>
            <a:prstGeom prst="rect">
              <a:avLst/>
            </a:prstGeom>
            <a:blipFill>
              <a:blip r:embed="rId73" cstate="print"/>
              <a:stretch>
                <a:fillRect/>
              </a:stretch>
            </a:blipFill>
          </p:spPr>
          <p:txBody>
            <a:bodyPr wrap="square" lIns="0" tIns="0" rIns="0" bIns="0" rtlCol="0"/>
            <a:lstStyle/>
            <a:p>
              <a:endParaRPr/>
            </a:p>
          </p:txBody>
        </p:sp>
        <p:sp>
          <p:nvSpPr>
            <p:cNvPr id="175" name="object 175"/>
            <p:cNvSpPr/>
            <p:nvPr/>
          </p:nvSpPr>
          <p:spPr>
            <a:xfrm>
              <a:off x="7307062" y="5539358"/>
              <a:ext cx="1095375" cy="736600"/>
            </a:xfrm>
            <a:custGeom>
              <a:avLst/>
              <a:gdLst/>
              <a:ahLst/>
              <a:cxnLst/>
              <a:rect l="l" t="t" r="r" b="b"/>
              <a:pathLst>
                <a:path w="1095375" h="736600">
                  <a:moveTo>
                    <a:pt x="846734" y="0"/>
                  </a:moveTo>
                  <a:lnTo>
                    <a:pt x="796994" y="3885"/>
                  </a:lnTo>
                  <a:lnTo>
                    <a:pt x="752198" y="15536"/>
                  </a:lnTo>
                  <a:lnTo>
                    <a:pt x="712343" y="34947"/>
                  </a:lnTo>
                  <a:lnTo>
                    <a:pt x="677430" y="62112"/>
                  </a:lnTo>
                  <a:lnTo>
                    <a:pt x="647456" y="97023"/>
                  </a:lnTo>
                  <a:lnTo>
                    <a:pt x="626449" y="131820"/>
                  </a:lnTo>
                  <a:lnTo>
                    <a:pt x="609270" y="171510"/>
                  </a:lnTo>
                  <a:lnTo>
                    <a:pt x="595914" y="216092"/>
                  </a:lnTo>
                  <a:lnTo>
                    <a:pt x="586378" y="265569"/>
                  </a:lnTo>
                  <a:lnTo>
                    <a:pt x="580659" y="319938"/>
                  </a:lnTo>
                  <a:lnTo>
                    <a:pt x="578754" y="379201"/>
                  </a:lnTo>
                  <a:lnTo>
                    <a:pt x="580854" y="441137"/>
                  </a:lnTo>
                  <a:lnTo>
                    <a:pt x="587154" y="497174"/>
                  </a:lnTo>
                  <a:lnTo>
                    <a:pt x="597655" y="547312"/>
                  </a:lnTo>
                  <a:lnTo>
                    <a:pt x="612355" y="591552"/>
                  </a:lnTo>
                  <a:lnTo>
                    <a:pt x="631256" y="629893"/>
                  </a:lnTo>
                  <a:lnTo>
                    <a:pt x="654357" y="662335"/>
                  </a:lnTo>
                  <a:lnTo>
                    <a:pt x="713160" y="709524"/>
                  </a:lnTo>
                  <a:lnTo>
                    <a:pt x="748862" y="724270"/>
                  </a:lnTo>
                  <a:lnTo>
                    <a:pt x="788763" y="733118"/>
                  </a:lnTo>
                  <a:lnTo>
                    <a:pt x="832866" y="736067"/>
                  </a:lnTo>
                  <a:lnTo>
                    <a:pt x="881120" y="732215"/>
                  </a:lnTo>
                  <a:lnTo>
                    <a:pt x="924679" y="720660"/>
                  </a:lnTo>
                  <a:lnTo>
                    <a:pt x="963541" y="701400"/>
                  </a:lnTo>
                  <a:lnTo>
                    <a:pt x="997706" y="674436"/>
                  </a:lnTo>
                  <a:lnTo>
                    <a:pt x="1027176" y="639769"/>
                  </a:lnTo>
                  <a:lnTo>
                    <a:pt x="1041516" y="615945"/>
                  </a:lnTo>
                  <a:lnTo>
                    <a:pt x="837834" y="615945"/>
                  </a:lnTo>
                  <a:lnTo>
                    <a:pt x="807345" y="609259"/>
                  </a:lnTo>
                  <a:lnTo>
                    <a:pt x="763032" y="555768"/>
                  </a:lnTo>
                  <a:lnTo>
                    <a:pt x="749196" y="508964"/>
                  </a:lnTo>
                  <a:lnTo>
                    <a:pt x="740898" y="448786"/>
                  </a:lnTo>
                  <a:lnTo>
                    <a:pt x="738134" y="375236"/>
                  </a:lnTo>
                  <a:lnTo>
                    <a:pt x="740961" y="297129"/>
                  </a:lnTo>
                  <a:lnTo>
                    <a:pt x="749441" y="233223"/>
                  </a:lnTo>
                  <a:lnTo>
                    <a:pt x="763573" y="183517"/>
                  </a:lnTo>
                  <a:lnTo>
                    <a:pt x="783357" y="148013"/>
                  </a:lnTo>
                  <a:lnTo>
                    <a:pt x="839876" y="119609"/>
                  </a:lnTo>
                  <a:lnTo>
                    <a:pt x="1049214" y="119609"/>
                  </a:lnTo>
                  <a:lnTo>
                    <a:pt x="1043690" y="107950"/>
                  </a:lnTo>
                  <a:lnTo>
                    <a:pt x="1021119" y="74965"/>
                  </a:lnTo>
                  <a:lnTo>
                    <a:pt x="963669" y="26987"/>
                  </a:lnTo>
                  <a:lnTo>
                    <a:pt x="889813" y="2998"/>
                  </a:lnTo>
                  <a:lnTo>
                    <a:pt x="846734" y="0"/>
                  </a:lnTo>
                  <a:close/>
                </a:path>
                <a:path w="1095375" h="736600">
                  <a:moveTo>
                    <a:pt x="1049214" y="119609"/>
                  </a:moveTo>
                  <a:lnTo>
                    <a:pt x="839876" y="119609"/>
                  </a:lnTo>
                  <a:lnTo>
                    <a:pt x="868977" y="126503"/>
                  </a:lnTo>
                  <a:lnTo>
                    <a:pt x="892788" y="147184"/>
                  </a:lnTo>
                  <a:lnTo>
                    <a:pt x="911310" y="181653"/>
                  </a:lnTo>
                  <a:lnTo>
                    <a:pt x="924540" y="229909"/>
                  </a:lnTo>
                  <a:lnTo>
                    <a:pt x="932479" y="291953"/>
                  </a:lnTo>
                  <a:lnTo>
                    <a:pt x="935126" y="367783"/>
                  </a:lnTo>
                  <a:lnTo>
                    <a:pt x="932425" y="443613"/>
                  </a:lnTo>
                  <a:lnTo>
                    <a:pt x="924322" y="505654"/>
                  </a:lnTo>
                  <a:lnTo>
                    <a:pt x="910814" y="553908"/>
                  </a:lnTo>
                  <a:lnTo>
                    <a:pt x="891899" y="588373"/>
                  </a:lnTo>
                  <a:lnTo>
                    <a:pt x="837834" y="615945"/>
                  </a:lnTo>
                  <a:lnTo>
                    <a:pt x="1041516" y="615945"/>
                  </a:lnTo>
                  <a:lnTo>
                    <a:pt x="1064861" y="566209"/>
                  </a:lnTo>
                  <a:lnTo>
                    <a:pt x="1078047" y="522397"/>
                  </a:lnTo>
                  <a:lnTo>
                    <a:pt x="1087463" y="473897"/>
                  </a:lnTo>
                  <a:lnTo>
                    <a:pt x="1093111" y="420708"/>
                  </a:lnTo>
                  <a:lnTo>
                    <a:pt x="1094994" y="362830"/>
                  </a:lnTo>
                  <a:lnTo>
                    <a:pt x="1092941" y="299860"/>
                  </a:lnTo>
                  <a:lnTo>
                    <a:pt x="1086784" y="242887"/>
                  </a:lnTo>
                  <a:lnTo>
                    <a:pt x="1076523" y="191910"/>
                  </a:lnTo>
                  <a:lnTo>
                    <a:pt x="1062158" y="146931"/>
                  </a:lnTo>
                  <a:lnTo>
                    <a:pt x="1049214" y="119609"/>
                  </a:lnTo>
                  <a:close/>
                </a:path>
                <a:path w="1095375" h="736600">
                  <a:moveTo>
                    <a:pt x="461248" y="125074"/>
                  </a:moveTo>
                  <a:lnTo>
                    <a:pt x="209946" y="125074"/>
                  </a:lnTo>
                  <a:lnTo>
                    <a:pt x="234799" y="126532"/>
                  </a:lnTo>
                  <a:lnTo>
                    <a:pt x="256230" y="130905"/>
                  </a:lnTo>
                  <a:lnTo>
                    <a:pt x="300137" y="161463"/>
                  </a:lnTo>
                  <a:lnTo>
                    <a:pt x="314706" y="217395"/>
                  </a:lnTo>
                  <a:lnTo>
                    <a:pt x="314208" y="228888"/>
                  </a:lnTo>
                  <a:lnTo>
                    <a:pt x="302217" y="271589"/>
                  </a:lnTo>
                  <a:lnTo>
                    <a:pt x="274155" y="312083"/>
                  </a:lnTo>
                  <a:lnTo>
                    <a:pt x="242956" y="342470"/>
                  </a:lnTo>
                  <a:lnTo>
                    <a:pt x="203190" y="374156"/>
                  </a:lnTo>
                  <a:lnTo>
                    <a:pt x="173023" y="396156"/>
                  </a:lnTo>
                  <a:lnTo>
                    <a:pt x="157539" y="407805"/>
                  </a:lnTo>
                  <a:lnTo>
                    <a:pt x="125364" y="433053"/>
                  </a:lnTo>
                  <a:lnTo>
                    <a:pt x="93607" y="461594"/>
                  </a:lnTo>
                  <a:lnTo>
                    <a:pt x="64526" y="494108"/>
                  </a:lnTo>
                  <a:lnTo>
                    <a:pt x="39086" y="530835"/>
                  </a:lnTo>
                  <a:lnTo>
                    <a:pt x="18288" y="572036"/>
                  </a:lnTo>
                  <a:lnTo>
                    <a:pt x="4572" y="618252"/>
                  </a:lnTo>
                  <a:lnTo>
                    <a:pt x="0" y="670047"/>
                  </a:lnTo>
                  <a:lnTo>
                    <a:pt x="0" y="723662"/>
                  </a:lnTo>
                  <a:lnTo>
                    <a:pt x="473476" y="723662"/>
                  </a:lnTo>
                  <a:lnTo>
                    <a:pt x="473476" y="593622"/>
                  </a:lnTo>
                  <a:lnTo>
                    <a:pt x="171724" y="593622"/>
                  </a:lnTo>
                  <a:lnTo>
                    <a:pt x="172342" y="586576"/>
                  </a:lnTo>
                  <a:lnTo>
                    <a:pt x="193300" y="548761"/>
                  </a:lnTo>
                  <a:lnTo>
                    <a:pt x="226634" y="516559"/>
                  </a:lnTo>
                  <a:lnTo>
                    <a:pt x="258548" y="491733"/>
                  </a:lnTo>
                  <a:lnTo>
                    <a:pt x="310831" y="454288"/>
                  </a:lnTo>
                  <a:lnTo>
                    <a:pt x="327972" y="441803"/>
                  </a:lnTo>
                  <a:lnTo>
                    <a:pt x="361340" y="416183"/>
                  </a:lnTo>
                  <a:lnTo>
                    <a:pt x="392174" y="388813"/>
                  </a:lnTo>
                  <a:lnTo>
                    <a:pt x="419100" y="358853"/>
                  </a:lnTo>
                  <a:lnTo>
                    <a:pt x="441712" y="325847"/>
                  </a:lnTo>
                  <a:lnTo>
                    <a:pt x="459364" y="289358"/>
                  </a:lnTo>
                  <a:lnTo>
                    <a:pt x="470683" y="248407"/>
                  </a:lnTo>
                  <a:lnTo>
                    <a:pt x="474482" y="202000"/>
                  </a:lnTo>
                  <a:lnTo>
                    <a:pt x="473505" y="179469"/>
                  </a:lnTo>
                  <a:lnTo>
                    <a:pt x="470576" y="158021"/>
                  </a:lnTo>
                  <a:lnTo>
                    <a:pt x="465699" y="137655"/>
                  </a:lnTo>
                  <a:lnTo>
                    <a:pt x="461248" y="125074"/>
                  </a:lnTo>
                  <a:close/>
                </a:path>
                <a:path w="1095375" h="736600">
                  <a:moveTo>
                    <a:pt x="243718" y="0"/>
                  </a:moveTo>
                  <a:lnTo>
                    <a:pt x="186852" y="3759"/>
                  </a:lnTo>
                  <a:lnTo>
                    <a:pt x="132999" y="15030"/>
                  </a:lnTo>
                  <a:lnTo>
                    <a:pt x="82117" y="33799"/>
                  </a:lnTo>
                  <a:lnTo>
                    <a:pt x="34168" y="60054"/>
                  </a:lnTo>
                  <a:lnTo>
                    <a:pt x="34168" y="198037"/>
                  </a:lnTo>
                  <a:lnTo>
                    <a:pt x="76661" y="166113"/>
                  </a:lnTo>
                  <a:lnTo>
                    <a:pt x="120114" y="143312"/>
                  </a:lnTo>
                  <a:lnTo>
                    <a:pt x="164538" y="129633"/>
                  </a:lnTo>
                  <a:lnTo>
                    <a:pt x="209946" y="125074"/>
                  </a:lnTo>
                  <a:lnTo>
                    <a:pt x="461248" y="125074"/>
                  </a:lnTo>
                  <a:lnTo>
                    <a:pt x="458876" y="118372"/>
                  </a:lnTo>
                  <a:lnTo>
                    <a:pt x="439704" y="83696"/>
                  </a:lnTo>
                  <a:lnTo>
                    <a:pt x="413400" y="54601"/>
                  </a:lnTo>
                  <a:lnTo>
                    <a:pt x="380363" y="31353"/>
                  </a:lnTo>
                  <a:lnTo>
                    <a:pt x="340766" y="14097"/>
                  </a:lnTo>
                  <a:lnTo>
                    <a:pt x="295008" y="3525"/>
                  </a:lnTo>
                  <a:lnTo>
                    <a:pt x="270069" y="881"/>
                  </a:lnTo>
                  <a:lnTo>
                    <a:pt x="243718" y="0"/>
                  </a:lnTo>
                  <a:close/>
                </a:path>
              </a:pathLst>
            </a:custGeom>
            <a:solidFill>
              <a:srgbClr val="FFFF00"/>
            </a:solidFill>
          </p:spPr>
          <p:txBody>
            <a:bodyPr wrap="square" lIns="0" tIns="0" rIns="0" bIns="0" rtlCol="0"/>
            <a:lstStyle/>
            <a:p>
              <a:endParaRPr/>
            </a:p>
          </p:txBody>
        </p:sp>
        <p:sp>
          <p:nvSpPr>
            <p:cNvPr id="176" name="object 176"/>
            <p:cNvSpPr/>
            <p:nvPr/>
          </p:nvSpPr>
          <p:spPr>
            <a:xfrm>
              <a:off x="7307061" y="5539358"/>
              <a:ext cx="1095375" cy="736600"/>
            </a:xfrm>
            <a:custGeom>
              <a:avLst/>
              <a:gdLst/>
              <a:ahLst/>
              <a:cxnLst/>
              <a:rect l="l" t="t" r="r" b="b"/>
              <a:pathLst>
                <a:path w="1095375" h="736600">
                  <a:moveTo>
                    <a:pt x="839876" y="119609"/>
                  </a:moveTo>
                  <a:lnTo>
                    <a:pt x="783357" y="148013"/>
                  </a:lnTo>
                  <a:lnTo>
                    <a:pt x="763573" y="183517"/>
                  </a:lnTo>
                  <a:lnTo>
                    <a:pt x="749441" y="233223"/>
                  </a:lnTo>
                  <a:lnTo>
                    <a:pt x="740961" y="297129"/>
                  </a:lnTo>
                  <a:lnTo>
                    <a:pt x="738134" y="375236"/>
                  </a:lnTo>
                  <a:lnTo>
                    <a:pt x="740898" y="448786"/>
                  </a:lnTo>
                  <a:lnTo>
                    <a:pt x="749196" y="508964"/>
                  </a:lnTo>
                  <a:lnTo>
                    <a:pt x="763032" y="555768"/>
                  </a:lnTo>
                  <a:lnTo>
                    <a:pt x="782413" y="589200"/>
                  </a:lnTo>
                  <a:lnTo>
                    <a:pt x="837834" y="615945"/>
                  </a:lnTo>
                  <a:lnTo>
                    <a:pt x="867572" y="609053"/>
                  </a:lnTo>
                  <a:lnTo>
                    <a:pt x="910814" y="553908"/>
                  </a:lnTo>
                  <a:lnTo>
                    <a:pt x="924322" y="505654"/>
                  </a:lnTo>
                  <a:lnTo>
                    <a:pt x="932425" y="443613"/>
                  </a:lnTo>
                  <a:lnTo>
                    <a:pt x="935126" y="367783"/>
                  </a:lnTo>
                  <a:lnTo>
                    <a:pt x="932479" y="291953"/>
                  </a:lnTo>
                  <a:lnTo>
                    <a:pt x="924540" y="229909"/>
                  </a:lnTo>
                  <a:lnTo>
                    <a:pt x="911310" y="181653"/>
                  </a:lnTo>
                  <a:lnTo>
                    <a:pt x="892788" y="147184"/>
                  </a:lnTo>
                  <a:lnTo>
                    <a:pt x="839876" y="119609"/>
                  </a:lnTo>
                  <a:close/>
                </a:path>
                <a:path w="1095375" h="736600">
                  <a:moveTo>
                    <a:pt x="846734" y="0"/>
                  </a:moveTo>
                  <a:lnTo>
                    <a:pt x="889813" y="2998"/>
                  </a:lnTo>
                  <a:lnTo>
                    <a:pt x="928792" y="11994"/>
                  </a:lnTo>
                  <a:lnTo>
                    <a:pt x="994445" y="47977"/>
                  </a:lnTo>
                  <a:lnTo>
                    <a:pt x="1043690" y="107950"/>
                  </a:lnTo>
                  <a:lnTo>
                    <a:pt x="1062158" y="146931"/>
                  </a:lnTo>
                  <a:lnTo>
                    <a:pt x="1076523" y="191910"/>
                  </a:lnTo>
                  <a:lnTo>
                    <a:pt x="1086784" y="242887"/>
                  </a:lnTo>
                  <a:lnTo>
                    <a:pt x="1092941" y="299860"/>
                  </a:lnTo>
                  <a:lnTo>
                    <a:pt x="1094993" y="362830"/>
                  </a:lnTo>
                  <a:lnTo>
                    <a:pt x="1093111" y="420708"/>
                  </a:lnTo>
                  <a:lnTo>
                    <a:pt x="1087463" y="473897"/>
                  </a:lnTo>
                  <a:lnTo>
                    <a:pt x="1078047" y="522397"/>
                  </a:lnTo>
                  <a:lnTo>
                    <a:pt x="1064861" y="566209"/>
                  </a:lnTo>
                  <a:lnTo>
                    <a:pt x="1047905" y="605332"/>
                  </a:lnTo>
                  <a:lnTo>
                    <a:pt x="1027175" y="639769"/>
                  </a:lnTo>
                  <a:lnTo>
                    <a:pt x="997706" y="674436"/>
                  </a:lnTo>
                  <a:lnTo>
                    <a:pt x="963541" y="701400"/>
                  </a:lnTo>
                  <a:lnTo>
                    <a:pt x="924679" y="720660"/>
                  </a:lnTo>
                  <a:lnTo>
                    <a:pt x="881120" y="732215"/>
                  </a:lnTo>
                  <a:lnTo>
                    <a:pt x="832865" y="736067"/>
                  </a:lnTo>
                  <a:lnTo>
                    <a:pt x="788763" y="733118"/>
                  </a:lnTo>
                  <a:lnTo>
                    <a:pt x="748862" y="724270"/>
                  </a:lnTo>
                  <a:lnTo>
                    <a:pt x="713160" y="709524"/>
                  </a:lnTo>
                  <a:lnTo>
                    <a:pt x="654357" y="662335"/>
                  </a:lnTo>
                  <a:lnTo>
                    <a:pt x="631256" y="629893"/>
                  </a:lnTo>
                  <a:lnTo>
                    <a:pt x="612355" y="591552"/>
                  </a:lnTo>
                  <a:lnTo>
                    <a:pt x="597655" y="547312"/>
                  </a:lnTo>
                  <a:lnTo>
                    <a:pt x="587154" y="497174"/>
                  </a:lnTo>
                  <a:lnTo>
                    <a:pt x="580854" y="441137"/>
                  </a:lnTo>
                  <a:lnTo>
                    <a:pt x="578754" y="379201"/>
                  </a:lnTo>
                  <a:lnTo>
                    <a:pt x="580659" y="319938"/>
                  </a:lnTo>
                  <a:lnTo>
                    <a:pt x="586378" y="265569"/>
                  </a:lnTo>
                  <a:lnTo>
                    <a:pt x="595914" y="216092"/>
                  </a:lnTo>
                  <a:lnTo>
                    <a:pt x="609270" y="171510"/>
                  </a:lnTo>
                  <a:lnTo>
                    <a:pt x="626449" y="131820"/>
                  </a:lnTo>
                  <a:lnTo>
                    <a:pt x="647456" y="97023"/>
                  </a:lnTo>
                  <a:lnTo>
                    <a:pt x="677430" y="62112"/>
                  </a:lnTo>
                  <a:lnTo>
                    <a:pt x="712343" y="34947"/>
                  </a:lnTo>
                  <a:lnTo>
                    <a:pt x="752198" y="15536"/>
                  </a:lnTo>
                  <a:lnTo>
                    <a:pt x="796994" y="3885"/>
                  </a:lnTo>
                  <a:lnTo>
                    <a:pt x="846734" y="0"/>
                  </a:lnTo>
                  <a:close/>
                </a:path>
                <a:path w="1095375" h="736600">
                  <a:moveTo>
                    <a:pt x="243718" y="0"/>
                  </a:moveTo>
                  <a:lnTo>
                    <a:pt x="295008" y="3525"/>
                  </a:lnTo>
                  <a:lnTo>
                    <a:pt x="340766" y="14096"/>
                  </a:lnTo>
                  <a:lnTo>
                    <a:pt x="380363" y="31353"/>
                  </a:lnTo>
                  <a:lnTo>
                    <a:pt x="413400" y="54601"/>
                  </a:lnTo>
                  <a:lnTo>
                    <a:pt x="439704" y="83696"/>
                  </a:lnTo>
                  <a:lnTo>
                    <a:pt x="458876" y="118372"/>
                  </a:lnTo>
                  <a:lnTo>
                    <a:pt x="470576" y="158021"/>
                  </a:lnTo>
                  <a:lnTo>
                    <a:pt x="474482" y="202000"/>
                  </a:lnTo>
                  <a:lnTo>
                    <a:pt x="473530" y="225885"/>
                  </a:lnTo>
                  <a:lnTo>
                    <a:pt x="465956" y="269565"/>
                  </a:lnTo>
                  <a:lnTo>
                    <a:pt x="451148" y="308039"/>
                  </a:lnTo>
                  <a:lnTo>
                    <a:pt x="431036" y="342785"/>
                  </a:lnTo>
                  <a:lnTo>
                    <a:pt x="406135" y="374156"/>
                  </a:lnTo>
                  <a:lnTo>
                    <a:pt x="377236" y="402822"/>
                  </a:lnTo>
                  <a:lnTo>
                    <a:pt x="344804" y="429101"/>
                  </a:lnTo>
                  <a:lnTo>
                    <a:pt x="310831" y="454288"/>
                  </a:lnTo>
                  <a:lnTo>
                    <a:pt x="293369" y="466557"/>
                  </a:lnTo>
                  <a:lnTo>
                    <a:pt x="281507" y="474981"/>
                  </a:lnTo>
                  <a:lnTo>
                    <a:pt x="247406" y="500060"/>
                  </a:lnTo>
                  <a:lnTo>
                    <a:pt x="217213" y="524716"/>
                  </a:lnTo>
                  <a:lnTo>
                    <a:pt x="187020" y="556594"/>
                  </a:lnTo>
                  <a:lnTo>
                    <a:pt x="171724" y="593622"/>
                  </a:lnTo>
                  <a:lnTo>
                    <a:pt x="473476" y="593622"/>
                  </a:lnTo>
                  <a:lnTo>
                    <a:pt x="473476" y="723662"/>
                  </a:lnTo>
                  <a:lnTo>
                    <a:pt x="0" y="723662"/>
                  </a:lnTo>
                  <a:lnTo>
                    <a:pt x="0" y="670047"/>
                  </a:lnTo>
                  <a:lnTo>
                    <a:pt x="4571" y="618252"/>
                  </a:lnTo>
                  <a:lnTo>
                    <a:pt x="18287" y="572036"/>
                  </a:lnTo>
                  <a:lnTo>
                    <a:pt x="39086" y="530835"/>
                  </a:lnTo>
                  <a:lnTo>
                    <a:pt x="64526" y="494108"/>
                  </a:lnTo>
                  <a:lnTo>
                    <a:pt x="93607" y="461594"/>
                  </a:lnTo>
                  <a:lnTo>
                    <a:pt x="125364" y="433053"/>
                  </a:lnTo>
                  <a:lnTo>
                    <a:pt x="157539" y="407805"/>
                  </a:lnTo>
                  <a:lnTo>
                    <a:pt x="203248" y="374114"/>
                  </a:lnTo>
                  <a:lnTo>
                    <a:pt x="217444" y="363320"/>
                  </a:lnTo>
                  <a:lnTo>
                    <a:pt x="254297" y="332313"/>
                  </a:lnTo>
                  <a:lnTo>
                    <a:pt x="282701" y="302014"/>
                  </a:lnTo>
                  <a:lnTo>
                    <a:pt x="306720" y="261317"/>
                  </a:lnTo>
                  <a:lnTo>
                    <a:pt x="314705" y="217395"/>
                  </a:lnTo>
                  <a:lnTo>
                    <a:pt x="313088" y="195959"/>
                  </a:lnTo>
                  <a:lnTo>
                    <a:pt x="288797" y="148397"/>
                  </a:lnTo>
                  <a:lnTo>
                    <a:pt x="234799" y="126532"/>
                  </a:lnTo>
                  <a:lnTo>
                    <a:pt x="209946" y="125074"/>
                  </a:lnTo>
                  <a:lnTo>
                    <a:pt x="164538" y="129633"/>
                  </a:lnTo>
                  <a:lnTo>
                    <a:pt x="120114" y="143312"/>
                  </a:lnTo>
                  <a:lnTo>
                    <a:pt x="76661" y="166113"/>
                  </a:lnTo>
                  <a:lnTo>
                    <a:pt x="34168" y="198037"/>
                  </a:lnTo>
                  <a:lnTo>
                    <a:pt x="34168" y="60054"/>
                  </a:lnTo>
                  <a:lnTo>
                    <a:pt x="82117" y="33799"/>
                  </a:lnTo>
                  <a:lnTo>
                    <a:pt x="132999" y="15030"/>
                  </a:lnTo>
                  <a:lnTo>
                    <a:pt x="186852" y="3759"/>
                  </a:lnTo>
                  <a:lnTo>
                    <a:pt x="243718" y="0"/>
                  </a:lnTo>
                  <a:close/>
                </a:path>
              </a:pathLst>
            </a:custGeom>
            <a:ln w="12191">
              <a:solidFill>
                <a:srgbClr val="000000"/>
              </a:solidFill>
            </a:ln>
          </p:spPr>
          <p:txBody>
            <a:bodyPr wrap="square" lIns="0" tIns="0" rIns="0" bIns="0" rtlCol="0"/>
            <a:lstStyle/>
            <a:p>
              <a:endParaRPr/>
            </a:p>
          </p:txBody>
        </p:sp>
        <p:sp>
          <p:nvSpPr>
            <p:cNvPr id="177" name="object 177"/>
            <p:cNvSpPr/>
            <p:nvPr/>
          </p:nvSpPr>
          <p:spPr>
            <a:xfrm>
              <a:off x="6748272" y="5234939"/>
              <a:ext cx="2218944" cy="1345692"/>
            </a:xfrm>
            <a:prstGeom prst="rect">
              <a:avLst/>
            </a:prstGeom>
            <a:blipFill>
              <a:blip r:embed="rId74" cstate="print"/>
              <a:stretch>
                <a:fillRect/>
              </a:stretch>
            </a:blipFill>
          </p:spPr>
          <p:txBody>
            <a:bodyPr wrap="square" lIns="0" tIns="0" rIns="0" bIns="0" rtlCol="0"/>
            <a:lstStyle/>
            <a:p>
              <a:endParaRPr/>
            </a:p>
          </p:txBody>
        </p:sp>
        <p:sp>
          <p:nvSpPr>
            <p:cNvPr id="178" name="object 178"/>
            <p:cNvSpPr/>
            <p:nvPr/>
          </p:nvSpPr>
          <p:spPr>
            <a:xfrm>
              <a:off x="6594348" y="4917946"/>
              <a:ext cx="2549651" cy="1940052"/>
            </a:xfrm>
            <a:prstGeom prst="rect">
              <a:avLst/>
            </a:prstGeom>
            <a:blipFill>
              <a:blip r:embed="rId75" cstate="print"/>
              <a:stretch>
                <a:fillRect/>
              </a:stretch>
            </a:blipFill>
          </p:spPr>
          <p:txBody>
            <a:bodyPr wrap="square" lIns="0" tIns="0" rIns="0" bIns="0" rtlCol="0"/>
            <a:lstStyle/>
            <a:p>
              <a:endParaRPr/>
            </a:p>
          </p:txBody>
        </p:sp>
        <p:sp>
          <p:nvSpPr>
            <p:cNvPr id="179" name="object 179"/>
            <p:cNvSpPr/>
            <p:nvPr/>
          </p:nvSpPr>
          <p:spPr>
            <a:xfrm>
              <a:off x="6829440" y="5295900"/>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12"/>
                  </a:lnTo>
                  <a:lnTo>
                    <a:pt x="4724" y="998374"/>
                  </a:lnTo>
                  <a:lnTo>
                    <a:pt x="18275" y="1042020"/>
                  </a:lnTo>
                  <a:lnTo>
                    <a:pt x="39715" y="1081517"/>
                  </a:lnTo>
                  <a:lnTo>
                    <a:pt x="68111" y="1115928"/>
                  </a:lnTo>
                  <a:lnTo>
                    <a:pt x="102526" y="1144320"/>
                  </a:lnTo>
                  <a:lnTo>
                    <a:pt x="142024" y="1165757"/>
                  </a:lnTo>
                  <a:lnTo>
                    <a:pt x="185671" y="1179305"/>
                  </a:lnTo>
                  <a:lnTo>
                    <a:pt x="232531" y="1184029"/>
                  </a:lnTo>
                  <a:lnTo>
                    <a:pt x="1824837" y="1184029"/>
                  </a:lnTo>
                  <a:lnTo>
                    <a:pt x="1871698" y="1179305"/>
                  </a:lnTo>
                  <a:lnTo>
                    <a:pt x="1915349" y="1165757"/>
                  </a:lnTo>
                  <a:lnTo>
                    <a:pt x="1954852" y="1144320"/>
                  </a:lnTo>
                  <a:lnTo>
                    <a:pt x="1989273" y="1115928"/>
                  </a:lnTo>
                  <a:lnTo>
                    <a:pt x="2017674" y="1081517"/>
                  </a:lnTo>
                  <a:lnTo>
                    <a:pt x="2039120" y="1042020"/>
                  </a:lnTo>
                  <a:lnTo>
                    <a:pt x="2052673" y="998374"/>
                  </a:lnTo>
                  <a:lnTo>
                    <a:pt x="2057399" y="951512"/>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80" name="object 180"/>
            <p:cNvSpPr/>
            <p:nvPr/>
          </p:nvSpPr>
          <p:spPr>
            <a:xfrm>
              <a:off x="6829440" y="5295900"/>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12"/>
                  </a:lnTo>
                  <a:lnTo>
                    <a:pt x="2052673" y="998374"/>
                  </a:lnTo>
                  <a:lnTo>
                    <a:pt x="2039120" y="1042020"/>
                  </a:lnTo>
                  <a:lnTo>
                    <a:pt x="2017674" y="1081517"/>
                  </a:lnTo>
                  <a:lnTo>
                    <a:pt x="1989273" y="1115928"/>
                  </a:lnTo>
                  <a:lnTo>
                    <a:pt x="1954852" y="1144320"/>
                  </a:lnTo>
                  <a:lnTo>
                    <a:pt x="1915349" y="1165757"/>
                  </a:lnTo>
                  <a:lnTo>
                    <a:pt x="1871698" y="1179305"/>
                  </a:lnTo>
                  <a:lnTo>
                    <a:pt x="1824837" y="1184029"/>
                  </a:lnTo>
                  <a:lnTo>
                    <a:pt x="232531" y="1184029"/>
                  </a:lnTo>
                  <a:lnTo>
                    <a:pt x="185671" y="1179305"/>
                  </a:lnTo>
                  <a:lnTo>
                    <a:pt x="142024" y="1165757"/>
                  </a:lnTo>
                  <a:lnTo>
                    <a:pt x="102526" y="1144320"/>
                  </a:lnTo>
                  <a:lnTo>
                    <a:pt x="68111" y="1115928"/>
                  </a:lnTo>
                  <a:lnTo>
                    <a:pt x="39715" y="1081517"/>
                  </a:lnTo>
                  <a:lnTo>
                    <a:pt x="18275" y="1042020"/>
                  </a:lnTo>
                  <a:lnTo>
                    <a:pt x="4724" y="998374"/>
                  </a:lnTo>
                  <a:lnTo>
                    <a:pt x="0" y="951512"/>
                  </a:lnTo>
                  <a:lnTo>
                    <a:pt x="0" y="232541"/>
                  </a:lnTo>
                  <a:close/>
                </a:path>
              </a:pathLst>
            </a:custGeom>
            <a:ln w="76199">
              <a:solidFill>
                <a:srgbClr val="00AF50"/>
              </a:solidFill>
            </a:ln>
          </p:spPr>
          <p:txBody>
            <a:bodyPr wrap="square" lIns="0" tIns="0" rIns="0" bIns="0" rtlCol="0"/>
            <a:lstStyle/>
            <a:p>
              <a:endParaRPr/>
            </a:p>
          </p:txBody>
        </p:sp>
        <p:sp>
          <p:nvSpPr>
            <p:cNvPr id="181" name="object 181"/>
            <p:cNvSpPr/>
            <p:nvPr/>
          </p:nvSpPr>
          <p:spPr>
            <a:xfrm>
              <a:off x="6635496" y="4937759"/>
              <a:ext cx="2481072" cy="1920239"/>
            </a:xfrm>
            <a:prstGeom prst="rect">
              <a:avLst/>
            </a:prstGeom>
            <a:blipFill>
              <a:blip r:embed="rId76" cstate="print"/>
              <a:stretch>
                <a:fillRect/>
              </a:stretch>
            </a:blipFill>
          </p:spPr>
          <p:txBody>
            <a:bodyPr wrap="square" lIns="0" tIns="0" rIns="0" bIns="0" rtlCol="0"/>
            <a:lstStyle/>
            <a:p>
              <a:endParaRPr/>
            </a:p>
          </p:txBody>
        </p:sp>
        <p:sp>
          <p:nvSpPr>
            <p:cNvPr id="182" name="object 182"/>
            <p:cNvSpPr/>
            <p:nvPr/>
          </p:nvSpPr>
          <p:spPr>
            <a:xfrm>
              <a:off x="7313432" y="5532119"/>
              <a:ext cx="957580" cy="727710"/>
            </a:xfrm>
            <a:custGeom>
              <a:avLst/>
              <a:gdLst/>
              <a:ahLst/>
              <a:cxnLst/>
              <a:rect l="l" t="t" r="r" b="b"/>
              <a:pathLst>
                <a:path w="957579" h="727710">
                  <a:moveTo>
                    <a:pt x="461350" y="129076"/>
                  </a:moveTo>
                  <a:lnTo>
                    <a:pt x="210037" y="129076"/>
                  </a:lnTo>
                  <a:lnTo>
                    <a:pt x="234836" y="130532"/>
                  </a:lnTo>
                  <a:lnTo>
                    <a:pt x="256245" y="134901"/>
                  </a:lnTo>
                  <a:lnTo>
                    <a:pt x="300175" y="165453"/>
                  </a:lnTo>
                  <a:lnTo>
                    <a:pt x="314706" y="221385"/>
                  </a:lnTo>
                  <a:lnTo>
                    <a:pt x="314205" y="232877"/>
                  </a:lnTo>
                  <a:lnTo>
                    <a:pt x="302311" y="275584"/>
                  </a:lnTo>
                  <a:lnTo>
                    <a:pt x="274151" y="316071"/>
                  </a:lnTo>
                  <a:lnTo>
                    <a:pt x="242956" y="346460"/>
                  </a:lnTo>
                  <a:lnTo>
                    <a:pt x="203294" y="378151"/>
                  </a:lnTo>
                  <a:lnTo>
                    <a:pt x="173069" y="400146"/>
                  </a:lnTo>
                  <a:lnTo>
                    <a:pt x="157539" y="411791"/>
                  </a:lnTo>
                  <a:lnTo>
                    <a:pt x="125333" y="437043"/>
                  </a:lnTo>
                  <a:lnTo>
                    <a:pt x="93634" y="465583"/>
                  </a:lnTo>
                  <a:lnTo>
                    <a:pt x="64495" y="498098"/>
                  </a:lnTo>
                  <a:lnTo>
                    <a:pt x="39121" y="534823"/>
                  </a:lnTo>
                  <a:lnTo>
                    <a:pt x="18409" y="576023"/>
                  </a:lnTo>
                  <a:lnTo>
                    <a:pt x="4632" y="622245"/>
                  </a:lnTo>
                  <a:lnTo>
                    <a:pt x="0" y="674049"/>
                  </a:lnTo>
                  <a:lnTo>
                    <a:pt x="0" y="727649"/>
                  </a:lnTo>
                  <a:lnTo>
                    <a:pt x="473567" y="727649"/>
                  </a:lnTo>
                  <a:lnTo>
                    <a:pt x="473567" y="597609"/>
                  </a:lnTo>
                  <a:lnTo>
                    <a:pt x="171815" y="597609"/>
                  </a:lnTo>
                  <a:lnTo>
                    <a:pt x="172437" y="590563"/>
                  </a:lnTo>
                  <a:lnTo>
                    <a:pt x="193368" y="552746"/>
                  </a:lnTo>
                  <a:lnTo>
                    <a:pt x="226683" y="520553"/>
                  </a:lnTo>
                  <a:lnTo>
                    <a:pt x="258668" y="495721"/>
                  </a:lnTo>
                  <a:lnTo>
                    <a:pt x="293370" y="470547"/>
                  </a:lnTo>
                  <a:lnTo>
                    <a:pt x="310845" y="458278"/>
                  </a:lnTo>
                  <a:lnTo>
                    <a:pt x="328018" y="445793"/>
                  </a:lnTo>
                  <a:lnTo>
                    <a:pt x="361431" y="420172"/>
                  </a:lnTo>
                  <a:lnTo>
                    <a:pt x="392235" y="392806"/>
                  </a:lnTo>
                  <a:lnTo>
                    <a:pt x="419221" y="362843"/>
                  </a:lnTo>
                  <a:lnTo>
                    <a:pt x="441761" y="329836"/>
                  </a:lnTo>
                  <a:lnTo>
                    <a:pt x="459364" y="293357"/>
                  </a:lnTo>
                  <a:lnTo>
                    <a:pt x="470790" y="252402"/>
                  </a:lnTo>
                  <a:lnTo>
                    <a:pt x="474604" y="205989"/>
                  </a:lnTo>
                  <a:lnTo>
                    <a:pt x="473626" y="183456"/>
                  </a:lnTo>
                  <a:lnTo>
                    <a:pt x="470695" y="162005"/>
                  </a:lnTo>
                  <a:lnTo>
                    <a:pt x="465808" y="141640"/>
                  </a:lnTo>
                  <a:lnTo>
                    <a:pt x="461350" y="129076"/>
                  </a:lnTo>
                  <a:close/>
                </a:path>
                <a:path w="957579" h="727710">
                  <a:moveTo>
                    <a:pt x="243718" y="3941"/>
                  </a:moveTo>
                  <a:lnTo>
                    <a:pt x="186901" y="7701"/>
                  </a:lnTo>
                  <a:lnTo>
                    <a:pt x="133049" y="18977"/>
                  </a:lnTo>
                  <a:lnTo>
                    <a:pt x="82173" y="37760"/>
                  </a:lnTo>
                  <a:lnTo>
                    <a:pt x="34290" y="64044"/>
                  </a:lnTo>
                  <a:lnTo>
                    <a:pt x="34290" y="202036"/>
                  </a:lnTo>
                  <a:lnTo>
                    <a:pt x="76713" y="170112"/>
                  </a:lnTo>
                  <a:lnTo>
                    <a:pt x="120163" y="147313"/>
                  </a:lnTo>
                  <a:lnTo>
                    <a:pt x="164613" y="133635"/>
                  </a:lnTo>
                  <a:lnTo>
                    <a:pt x="210037" y="129076"/>
                  </a:lnTo>
                  <a:lnTo>
                    <a:pt x="461350" y="129076"/>
                  </a:lnTo>
                  <a:lnTo>
                    <a:pt x="458967" y="122361"/>
                  </a:lnTo>
                  <a:lnTo>
                    <a:pt x="439704" y="87685"/>
                  </a:lnTo>
                  <a:lnTo>
                    <a:pt x="413491" y="58591"/>
                  </a:lnTo>
                  <a:lnTo>
                    <a:pt x="380451" y="35311"/>
                  </a:lnTo>
                  <a:lnTo>
                    <a:pt x="340735" y="18156"/>
                  </a:lnTo>
                  <a:lnTo>
                    <a:pt x="295027" y="7526"/>
                  </a:lnTo>
                  <a:lnTo>
                    <a:pt x="270068" y="4841"/>
                  </a:lnTo>
                  <a:lnTo>
                    <a:pt x="243718" y="3941"/>
                  </a:lnTo>
                  <a:close/>
                </a:path>
                <a:path w="957579" h="727710">
                  <a:moveTo>
                    <a:pt x="957072" y="176713"/>
                  </a:moveTo>
                  <a:lnTo>
                    <a:pt x="800740" y="176713"/>
                  </a:lnTo>
                  <a:lnTo>
                    <a:pt x="800740" y="727649"/>
                  </a:lnTo>
                  <a:lnTo>
                    <a:pt x="957072" y="727649"/>
                  </a:lnTo>
                  <a:lnTo>
                    <a:pt x="957072" y="176713"/>
                  </a:lnTo>
                  <a:close/>
                </a:path>
                <a:path w="957579" h="727710">
                  <a:moveTo>
                    <a:pt x="957072" y="0"/>
                  </a:moveTo>
                  <a:lnTo>
                    <a:pt x="862187" y="0"/>
                  </a:lnTo>
                  <a:lnTo>
                    <a:pt x="839713" y="16314"/>
                  </a:lnTo>
                  <a:lnTo>
                    <a:pt x="815915" y="31922"/>
                  </a:lnTo>
                  <a:lnTo>
                    <a:pt x="764407" y="61066"/>
                  </a:lnTo>
                  <a:lnTo>
                    <a:pt x="708591" y="86379"/>
                  </a:lnTo>
                  <a:lnTo>
                    <a:pt x="649345" y="106728"/>
                  </a:lnTo>
                  <a:lnTo>
                    <a:pt x="649345" y="238755"/>
                  </a:lnTo>
                  <a:lnTo>
                    <a:pt x="691499" y="230565"/>
                  </a:lnTo>
                  <a:lnTo>
                    <a:pt x="732647" y="216657"/>
                  </a:lnTo>
                  <a:lnTo>
                    <a:pt x="770107" y="198299"/>
                  </a:lnTo>
                  <a:lnTo>
                    <a:pt x="800740" y="176713"/>
                  </a:lnTo>
                  <a:lnTo>
                    <a:pt x="957072" y="176713"/>
                  </a:lnTo>
                  <a:lnTo>
                    <a:pt x="957072" y="0"/>
                  </a:lnTo>
                  <a:close/>
                </a:path>
              </a:pathLst>
            </a:custGeom>
            <a:solidFill>
              <a:srgbClr val="FFFF00"/>
            </a:solidFill>
          </p:spPr>
          <p:txBody>
            <a:bodyPr wrap="square" lIns="0" tIns="0" rIns="0" bIns="0" rtlCol="0"/>
            <a:lstStyle/>
            <a:p>
              <a:endParaRPr/>
            </a:p>
          </p:txBody>
        </p:sp>
        <p:sp>
          <p:nvSpPr>
            <p:cNvPr id="183" name="object 183"/>
            <p:cNvSpPr/>
            <p:nvPr/>
          </p:nvSpPr>
          <p:spPr>
            <a:xfrm>
              <a:off x="7313432" y="5532120"/>
              <a:ext cx="957580" cy="727710"/>
            </a:xfrm>
            <a:custGeom>
              <a:avLst/>
              <a:gdLst/>
              <a:ahLst/>
              <a:cxnLst/>
              <a:rect l="l" t="t" r="r" b="b"/>
              <a:pathLst>
                <a:path w="957579" h="727710">
                  <a:moveTo>
                    <a:pt x="243718" y="3941"/>
                  </a:moveTo>
                  <a:lnTo>
                    <a:pt x="295027" y="7526"/>
                  </a:lnTo>
                  <a:lnTo>
                    <a:pt x="340735" y="18156"/>
                  </a:lnTo>
                  <a:lnTo>
                    <a:pt x="380451" y="35311"/>
                  </a:lnTo>
                  <a:lnTo>
                    <a:pt x="413491" y="58591"/>
                  </a:lnTo>
                  <a:lnTo>
                    <a:pt x="439704" y="87685"/>
                  </a:lnTo>
                  <a:lnTo>
                    <a:pt x="458967" y="122361"/>
                  </a:lnTo>
                  <a:lnTo>
                    <a:pt x="470695" y="162005"/>
                  </a:lnTo>
                  <a:lnTo>
                    <a:pt x="474604" y="205989"/>
                  </a:lnTo>
                  <a:lnTo>
                    <a:pt x="473650" y="229879"/>
                  </a:lnTo>
                  <a:lnTo>
                    <a:pt x="466027" y="273560"/>
                  </a:lnTo>
                  <a:lnTo>
                    <a:pt x="451188" y="312031"/>
                  </a:lnTo>
                  <a:lnTo>
                    <a:pt x="431100" y="346773"/>
                  </a:lnTo>
                  <a:lnTo>
                    <a:pt x="406193" y="378151"/>
                  </a:lnTo>
                  <a:lnTo>
                    <a:pt x="377323" y="406812"/>
                  </a:lnTo>
                  <a:lnTo>
                    <a:pt x="344882" y="433091"/>
                  </a:lnTo>
                  <a:lnTo>
                    <a:pt x="310845" y="458278"/>
                  </a:lnTo>
                  <a:lnTo>
                    <a:pt x="293369" y="470547"/>
                  </a:lnTo>
                  <a:lnTo>
                    <a:pt x="281578" y="478969"/>
                  </a:lnTo>
                  <a:lnTo>
                    <a:pt x="247528" y="504050"/>
                  </a:lnTo>
                  <a:lnTo>
                    <a:pt x="217254" y="528710"/>
                  </a:lnTo>
                  <a:lnTo>
                    <a:pt x="187112" y="560579"/>
                  </a:lnTo>
                  <a:lnTo>
                    <a:pt x="171815" y="597609"/>
                  </a:lnTo>
                  <a:lnTo>
                    <a:pt x="473567" y="597609"/>
                  </a:lnTo>
                  <a:lnTo>
                    <a:pt x="473567" y="727649"/>
                  </a:lnTo>
                  <a:lnTo>
                    <a:pt x="0" y="727649"/>
                  </a:lnTo>
                  <a:lnTo>
                    <a:pt x="0" y="674049"/>
                  </a:lnTo>
                  <a:lnTo>
                    <a:pt x="4632" y="622245"/>
                  </a:lnTo>
                  <a:lnTo>
                    <a:pt x="18409" y="576023"/>
                  </a:lnTo>
                  <a:lnTo>
                    <a:pt x="39121" y="534823"/>
                  </a:lnTo>
                  <a:lnTo>
                    <a:pt x="64495" y="498098"/>
                  </a:lnTo>
                  <a:lnTo>
                    <a:pt x="93634" y="465583"/>
                  </a:lnTo>
                  <a:lnTo>
                    <a:pt x="125333" y="437043"/>
                  </a:lnTo>
                  <a:lnTo>
                    <a:pt x="157539" y="411791"/>
                  </a:lnTo>
                  <a:lnTo>
                    <a:pt x="188213" y="389156"/>
                  </a:lnTo>
                  <a:lnTo>
                    <a:pt x="203351" y="378109"/>
                  </a:lnTo>
                  <a:lnTo>
                    <a:pt x="242956" y="346460"/>
                  </a:lnTo>
                  <a:lnTo>
                    <a:pt x="274151" y="316071"/>
                  </a:lnTo>
                  <a:lnTo>
                    <a:pt x="302311" y="275584"/>
                  </a:lnTo>
                  <a:lnTo>
                    <a:pt x="314205" y="232877"/>
                  </a:lnTo>
                  <a:lnTo>
                    <a:pt x="314705" y="221385"/>
                  </a:lnTo>
                  <a:lnTo>
                    <a:pt x="313085" y="199949"/>
                  </a:lnTo>
                  <a:lnTo>
                    <a:pt x="288919" y="152387"/>
                  </a:lnTo>
                  <a:lnTo>
                    <a:pt x="234836" y="130532"/>
                  </a:lnTo>
                  <a:lnTo>
                    <a:pt x="210037" y="129076"/>
                  </a:lnTo>
                  <a:lnTo>
                    <a:pt x="164613" y="133635"/>
                  </a:lnTo>
                  <a:lnTo>
                    <a:pt x="120163" y="147313"/>
                  </a:lnTo>
                  <a:lnTo>
                    <a:pt x="76713" y="170112"/>
                  </a:lnTo>
                  <a:lnTo>
                    <a:pt x="34289" y="202036"/>
                  </a:lnTo>
                  <a:lnTo>
                    <a:pt x="34289" y="64044"/>
                  </a:lnTo>
                  <a:lnTo>
                    <a:pt x="82173" y="37760"/>
                  </a:lnTo>
                  <a:lnTo>
                    <a:pt x="133049" y="18977"/>
                  </a:lnTo>
                  <a:lnTo>
                    <a:pt x="186901" y="7701"/>
                  </a:lnTo>
                  <a:lnTo>
                    <a:pt x="243718" y="3941"/>
                  </a:lnTo>
                  <a:close/>
                </a:path>
                <a:path w="957579" h="727710">
                  <a:moveTo>
                    <a:pt x="862187" y="0"/>
                  </a:moveTo>
                  <a:lnTo>
                    <a:pt x="957071" y="0"/>
                  </a:lnTo>
                  <a:lnTo>
                    <a:pt x="957071" y="727649"/>
                  </a:lnTo>
                  <a:lnTo>
                    <a:pt x="800740" y="727649"/>
                  </a:lnTo>
                  <a:lnTo>
                    <a:pt x="800740" y="176713"/>
                  </a:lnTo>
                  <a:lnTo>
                    <a:pt x="793964" y="182346"/>
                  </a:lnTo>
                  <a:lnTo>
                    <a:pt x="761189" y="203270"/>
                  </a:lnTo>
                  <a:lnTo>
                    <a:pt x="722652" y="220600"/>
                  </a:lnTo>
                  <a:lnTo>
                    <a:pt x="680866" y="233215"/>
                  </a:lnTo>
                  <a:lnTo>
                    <a:pt x="649345" y="238755"/>
                  </a:lnTo>
                  <a:lnTo>
                    <a:pt x="649345" y="106728"/>
                  </a:lnTo>
                  <a:lnTo>
                    <a:pt x="679394" y="97175"/>
                  </a:lnTo>
                  <a:lnTo>
                    <a:pt x="708591" y="86379"/>
                  </a:lnTo>
                  <a:lnTo>
                    <a:pt x="764407" y="61066"/>
                  </a:lnTo>
                  <a:lnTo>
                    <a:pt x="815915" y="31922"/>
                  </a:lnTo>
                  <a:lnTo>
                    <a:pt x="839713" y="16314"/>
                  </a:lnTo>
                  <a:lnTo>
                    <a:pt x="862187" y="0"/>
                  </a:lnTo>
                  <a:close/>
                </a:path>
              </a:pathLst>
            </a:custGeom>
            <a:ln w="12191">
              <a:solidFill>
                <a:srgbClr val="000000"/>
              </a:solidFill>
            </a:ln>
          </p:spPr>
          <p:txBody>
            <a:bodyPr wrap="square" lIns="0" tIns="0" rIns="0" bIns="0" rtlCol="0"/>
            <a:lstStyle/>
            <a:p>
              <a:endParaRPr/>
            </a:p>
          </p:txBody>
        </p:sp>
        <p:sp>
          <p:nvSpPr>
            <p:cNvPr id="184" name="object 184"/>
            <p:cNvSpPr/>
            <p:nvPr/>
          </p:nvSpPr>
          <p:spPr>
            <a:xfrm>
              <a:off x="6754368" y="5222747"/>
              <a:ext cx="2244852" cy="1351788"/>
            </a:xfrm>
            <a:prstGeom prst="rect">
              <a:avLst/>
            </a:prstGeom>
            <a:blipFill>
              <a:blip r:embed="rId77" cstate="print"/>
              <a:stretch>
                <a:fillRect/>
              </a:stretch>
            </a:blipFill>
          </p:spPr>
          <p:txBody>
            <a:bodyPr wrap="square" lIns="0" tIns="0" rIns="0" bIns="0" rtlCol="0"/>
            <a:lstStyle/>
            <a:p>
              <a:endParaRPr/>
            </a:p>
          </p:txBody>
        </p:sp>
        <p:sp>
          <p:nvSpPr>
            <p:cNvPr id="185" name="object 185"/>
            <p:cNvSpPr/>
            <p:nvPr/>
          </p:nvSpPr>
          <p:spPr>
            <a:xfrm>
              <a:off x="6614160" y="4907278"/>
              <a:ext cx="2529839" cy="1950720"/>
            </a:xfrm>
            <a:prstGeom prst="rect">
              <a:avLst/>
            </a:prstGeom>
            <a:blipFill>
              <a:blip r:embed="rId78" cstate="print"/>
              <a:stretch>
                <a:fillRect/>
              </a:stretch>
            </a:blipFill>
          </p:spPr>
          <p:txBody>
            <a:bodyPr wrap="square" lIns="0" tIns="0" rIns="0" bIns="0" rtlCol="0"/>
            <a:lstStyle/>
            <a:p>
              <a:endParaRPr/>
            </a:p>
          </p:txBody>
        </p:sp>
        <p:sp>
          <p:nvSpPr>
            <p:cNvPr id="186" name="object 186"/>
            <p:cNvSpPr/>
            <p:nvPr/>
          </p:nvSpPr>
          <p:spPr>
            <a:xfrm>
              <a:off x="6835261" y="5283195"/>
              <a:ext cx="2084070" cy="1191260"/>
            </a:xfrm>
            <a:custGeom>
              <a:avLst/>
              <a:gdLst/>
              <a:ahLst/>
              <a:cxnLst/>
              <a:rect l="l" t="t" r="r" b="b"/>
              <a:pathLst>
                <a:path w="2084070" h="1191260">
                  <a:moveTo>
                    <a:pt x="1849892" y="0"/>
                  </a:moveTo>
                  <a:lnTo>
                    <a:pt x="233933" y="0"/>
                  </a:lnTo>
                  <a:lnTo>
                    <a:pt x="186803" y="4749"/>
                  </a:lnTo>
                  <a:lnTo>
                    <a:pt x="142899" y="18370"/>
                  </a:lnTo>
                  <a:lnTo>
                    <a:pt x="103163" y="39924"/>
                  </a:lnTo>
                  <a:lnTo>
                    <a:pt x="68538" y="68472"/>
                  </a:lnTo>
                  <a:lnTo>
                    <a:pt x="39966" y="103075"/>
                  </a:lnTo>
                  <a:lnTo>
                    <a:pt x="18391" y="142792"/>
                  </a:lnTo>
                  <a:lnTo>
                    <a:pt x="4754" y="186685"/>
                  </a:lnTo>
                  <a:lnTo>
                    <a:pt x="0" y="233815"/>
                  </a:lnTo>
                  <a:lnTo>
                    <a:pt x="0" y="956989"/>
                  </a:lnTo>
                  <a:lnTo>
                    <a:pt x="4754" y="1004121"/>
                  </a:lnTo>
                  <a:lnTo>
                    <a:pt x="18391" y="1048021"/>
                  </a:lnTo>
                  <a:lnTo>
                    <a:pt x="39966" y="1087747"/>
                  </a:lnTo>
                  <a:lnTo>
                    <a:pt x="68538" y="1122360"/>
                  </a:lnTo>
                  <a:lnTo>
                    <a:pt x="103163" y="1150919"/>
                  </a:lnTo>
                  <a:lnTo>
                    <a:pt x="142899" y="1172483"/>
                  </a:lnTo>
                  <a:lnTo>
                    <a:pt x="186803" y="1186111"/>
                  </a:lnTo>
                  <a:lnTo>
                    <a:pt x="233933" y="1190862"/>
                  </a:lnTo>
                  <a:lnTo>
                    <a:pt x="1849892" y="1190862"/>
                  </a:lnTo>
                  <a:lnTo>
                    <a:pt x="1897022" y="1186111"/>
                  </a:lnTo>
                  <a:lnTo>
                    <a:pt x="1940926" y="1172483"/>
                  </a:lnTo>
                  <a:lnTo>
                    <a:pt x="1980662" y="1150919"/>
                  </a:lnTo>
                  <a:lnTo>
                    <a:pt x="2015288" y="1122360"/>
                  </a:lnTo>
                  <a:lnTo>
                    <a:pt x="2043859" y="1087747"/>
                  </a:lnTo>
                  <a:lnTo>
                    <a:pt x="2065434" y="1048021"/>
                  </a:lnTo>
                  <a:lnTo>
                    <a:pt x="2079071" y="1004121"/>
                  </a:lnTo>
                  <a:lnTo>
                    <a:pt x="2083826" y="956989"/>
                  </a:lnTo>
                  <a:lnTo>
                    <a:pt x="2083826" y="233815"/>
                  </a:lnTo>
                  <a:lnTo>
                    <a:pt x="2079071" y="186685"/>
                  </a:lnTo>
                  <a:lnTo>
                    <a:pt x="2065434" y="142792"/>
                  </a:lnTo>
                  <a:lnTo>
                    <a:pt x="2043859" y="103075"/>
                  </a:lnTo>
                  <a:lnTo>
                    <a:pt x="2015288" y="68472"/>
                  </a:lnTo>
                  <a:lnTo>
                    <a:pt x="1980662" y="39924"/>
                  </a:lnTo>
                  <a:lnTo>
                    <a:pt x="1940926" y="18370"/>
                  </a:lnTo>
                  <a:lnTo>
                    <a:pt x="1897022" y="4749"/>
                  </a:lnTo>
                  <a:lnTo>
                    <a:pt x="1849892" y="0"/>
                  </a:lnTo>
                  <a:close/>
                </a:path>
              </a:pathLst>
            </a:custGeom>
            <a:solidFill>
              <a:srgbClr val="252525"/>
            </a:solidFill>
          </p:spPr>
          <p:txBody>
            <a:bodyPr wrap="square" lIns="0" tIns="0" rIns="0" bIns="0" rtlCol="0"/>
            <a:lstStyle/>
            <a:p>
              <a:endParaRPr/>
            </a:p>
          </p:txBody>
        </p:sp>
        <p:sp>
          <p:nvSpPr>
            <p:cNvPr id="187" name="object 187"/>
            <p:cNvSpPr/>
            <p:nvPr/>
          </p:nvSpPr>
          <p:spPr>
            <a:xfrm>
              <a:off x="6835261" y="5283195"/>
              <a:ext cx="2084070" cy="1191260"/>
            </a:xfrm>
            <a:custGeom>
              <a:avLst/>
              <a:gdLst/>
              <a:ahLst/>
              <a:cxnLst/>
              <a:rect l="l" t="t" r="r" b="b"/>
              <a:pathLst>
                <a:path w="2084070" h="1191260">
                  <a:moveTo>
                    <a:pt x="0" y="233815"/>
                  </a:moveTo>
                  <a:lnTo>
                    <a:pt x="4754" y="186685"/>
                  </a:lnTo>
                  <a:lnTo>
                    <a:pt x="18391" y="142792"/>
                  </a:lnTo>
                  <a:lnTo>
                    <a:pt x="39966" y="103075"/>
                  </a:lnTo>
                  <a:lnTo>
                    <a:pt x="68538" y="68472"/>
                  </a:lnTo>
                  <a:lnTo>
                    <a:pt x="103163" y="39924"/>
                  </a:lnTo>
                  <a:lnTo>
                    <a:pt x="142899" y="18370"/>
                  </a:lnTo>
                  <a:lnTo>
                    <a:pt x="186803" y="4749"/>
                  </a:lnTo>
                  <a:lnTo>
                    <a:pt x="233933" y="0"/>
                  </a:lnTo>
                  <a:lnTo>
                    <a:pt x="1849892" y="0"/>
                  </a:lnTo>
                  <a:lnTo>
                    <a:pt x="1897022" y="4749"/>
                  </a:lnTo>
                  <a:lnTo>
                    <a:pt x="1940926" y="18370"/>
                  </a:lnTo>
                  <a:lnTo>
                    <a:pt x="1980662" y="39924"/>
                  </a:lnTo>
                  <a:lnTo>
                    <a:pt x="2015288" y="68472"/>
                  </a:lnTo>
                  <a:lnTo>
                    <a:pt x="2043859" y="103075"/>
                  </a:lnTo>
                  <a:lnTo>
                    <a:pt x="2065434" y="142792"/>
                  </a:lnTo>
                  <a:lnTo>
                    <a:pt x="2079071" y="186685"/>
                  </a:lnTo>
                  <a:lnTo>
                    <a:pt x="2083826" y="233815"/>
                  </a:lnTo>
                  <a:lnTo>
                    <a:pt x="2083826" y="956989"/>
                  </a:lnTo>
                  <a:lnTo>
                    <a:pt x="2079071" y="1004121"/>
                  </a:lnTo>
                  <a:lnTo>
                    <a:pt x="2065434" y="1048021"/>
                  </a:lnTo>
                  <a:lnTo>
                    <a:pt x="2043859" y="1087747"/>
                  </a:lnTo>
                  <a:lnTo>
                    <a:pt x="2015288" y="1122360"/>
                  </a:lnTo>
                  <a:lnTo>
                    <a:pt x="1980662" y="1150919"/>
                  </a:lnTo>
                  <a:lnTo>
                    <a:pt x="1940926" y="1172483"/>
                  </a:lnTo>
                  <a:lnTo>
                    <a:pt x="1897022" y="1186111"/>
                  </a:lnTo>
                  <a:lnTo>
                    <a:pt x="1849892" y="1190862"/>
                  </a:lnTo>
                  <a:lnTo>
                    <a:pt x="233933" y="1190862"/>
                  </a:lnTo>
                  <a:lnTo>
                    <a:pt x="186803" y="1186111"/>
                  </a:lnTo>
                  <a:lnTo>
                    <a:pt x="142899" y="1172483"/>
                  </a:lnTo>
                  <a:lnTo>
                    <a:pt x="103163" y="1150919"/>
                  </a:lnTo>
                  <a:lnTo>
                    <a:pt x="68538" y="1122360"/>
                  </a:lnTo>
                  <a:lnTo>
                    <a:pt x="39966" y="1087747"/>
                  </a:lnTo>
                  <a:lnTo>
                    <a:pt x="18391" y="1048021"/>
                  </a:lnTo>
                  <a:lnTo>
                    <a:pt x="4754" y="1004121"/>
                  </a:lnTo>
                  <a:lnTo>
                    <a:pt x="0" y="956989"/>
                  </a:lnTo>
                  <a:lnTo>
                    <a:pt x="0" y="233815"/>
                  </a:lnTo>
                  <a:close/>
                </a:path>
              </a:pathLst>
            </a:custGeom>
            <a:ln w="76199">
              <a:solidFill>
                <a:srgbClr val="00AF50"/>
              </a:solidFill>
            </a:ln>
          </p:spPr>
          <p:txBody>
            <a:bodyPr wrap="square" lIns="0" tIns="0" rIns="0" bIns="0" rtlCol="0"/>
            <a:lstStyle/>
            <a:p>
              <a:endParaRPr/>
            </a:p>
          </p:txBody>
        </p:sp>
        <p:sp>
          <p:nvSpPr>
            <p:cNvPr id="188" name="object 188"/>
            <p:cNvSpPr/>
            <p:nvPr/>
          </p:nvSpPr>
          <p:spPr>
            <a:xfrm>
              <a:off x="6655308" y="4928615"/>
              <a:ext cx="2481072" cy="1929383"/>
            </a:xfrm>
            <a:prstGeom prst="rect">
              <a:avLst/>
            </a:prstGeom>
            <a:blipFill>
              <a:blip r:embed="rId79" cstate="print"/>
              <a:stretch>
                <a:fillRect/>
              </a:stretch>
            </a:blipFill>
          </p:spPr>
          <p:txBody>
            <a:bodyPr wrap="square" lIns="0" tIns="0" rIns="0" bIns="0" rtlCol="0"/>
            <a:lstStyle/>
            <a:p>
              <a:endParaRPr/>
            </a:p>
          </p:txBody>
        </p:sp>
        <p:sp>
          <p:nvSpPr>
            <p:cNvPr id="189" name="object 189"/>
            <p:cNvSpPr/>
            <p:nvPr/>
          </p:nvSpPr>
          <p:spPr>
            <a:xfrm>
              <a:off x="7333488" y="5526785"/>
              <a:ext cx="1059815" cy="723900"/>
            </a:xfrm>
            <a:custGeom>
              <a:avLst/>
              <a:gdLst/>
              <a:ahLst/>
              <a:cxnLst/>
              <a:rect l="l" t="t" r="r" b="b"/>
              <a:pathLst>
                <a:path w="1059815" h="723900">
                  <a:moveTo>
                    <a:pt x="1046562" y="125111"/>
                  </a:moveTo>
                  <a:lnTo>
                    <a:pt x="795284" y="125111"/>
                  </a:lnTo>
                  <a:lnTo>
                    <a:pt x="820069" y="126569"/>
                  </a:lnTo>
                  <a:lnTo>
                    <a:pt x="841476" y="130942"/>
                  </a:lnTo>
                  <a:lnTo>
                    <a:pt x="885404" y="161494"/>
                  </a:lnTo>
                  <a:lnTo>
                    <a:pt x="899922" y="217419"/>
                  </a:lnTo>
                  <a:lnTo>
                    <a:pt x="899426" y="228918"/>
                  </a:lnTo>
                  <a:lnTo>
                    <a:pt x="887553" y="271618"/>
                  </a:lnTo>
                  <a:lnTo>
                    <a:pt x="859371" y="312125"/>
                  </a:lnTo>
                  <a:lnTo>
                    <a:pt x="828172" y="342506"/>
                  </a:lnTo>
                  <a:lnTo>
                    <a:pt x="788498" y="374194"/>
                  </a:lnTo>
                  <a:lnTo>
                    <a:pt x="758286" y="396185"/>
                  </a:lnTo>
                  <a:lnTo>
                    <a:pt x="742759" y="407830"/>
                  </a:lnTo>
                  <a:lnTo>
                    <a:pt x="710580" y="433078"/>
                  </a:lnTo>
                  <a:lnTo>
                    <a:pt x="678869" y="461623"/>
                  </a:lnTo>
                  <a:lnTo>
                    <a:pt x="649742" y="494132"/>
                  </a:lnTo>
                  <a:lnTo>
                    <a:pt x="624352" y="530864"/>
                  </a:lnTo>
                  <a:lnTo>
                    <a:pt x="603625" y="572060"/>
                  </a:lnTo>
                  <a:lnTo>
                    <a:pt x="589848" y="618283"/>
                  </a:lnTo>
                  <a:lnTo>
                    <a:pt x="585216" y="670096"/>
                  </a:lnTo>
                  <a:lnTo>
                    <a:pt x="585216" y="723698"/>
                  </a:lnTo>
                  <a:lnTo>
                    <a:pt x="1058814" y="723698"/>
                  </a:lnTo>
                  <a:lnTo>
                    <a:pt x="1058814" y="593646"/>
                  </a:lnTo>
                  <a:lnTo>
                    <a:pt x="757062" y="593646"/>
                  </a:lnTo>
                  <a:lnTo>
                    <a:pt x="757679" y="586609"/>
                  </a:lnTo>
                  <a:lnTo>
                    <a:pt x="778592" y="548802"/>
                  </a:lnTo>
                  <a:lnTo>
                    <a:pt x="811914" y="516594"/>
                  </a:lnTo>
                  <a:lnTo>
                    <a:pt x="843884" y="491761"/>
                  </a:lnTo>
                  <a:lnTo>
                    <a:pt x="878586" y="466581"/>
                  </a:lnTo>
                  <a:lnTo>
                    <a:pt x="896065" y="454317"/>
                  </a:lnTo>
                  <a:lnTo>
                    <a:pt x="913245" y="441832"/>
                  </a:lnTo>
                  <a:lnTo>
                    <a:pt x="946647" y="416207"/>
                  </a:lnTo>
                  <a:lnTo>
                    <a:pt x="977451" y="388851"/>
                  </a:lnTo>
                  <a:lnTo>
                    <a:pt x="1004437" y="358889"/>
                  </a:lnTo>
                  <a:lnTo>
                    <a:pt x="1026989" y="325873"/>
                  </a:lnTo>
                  <a:lnTo>
                    <a:pt x="1044580" y="289392"/>
                  </a:lnTo>
                  <a:lnTo>
                    <a:pt x="1056006" y="248448"/>
                  </a:lnTo>
                  <a:lnTo>
                    <a:pt x="1059820" y="202048"/>
                  </a:lnTo>
                  <a:lnTo>
                    <a:pt x="1058842" y="179502"/>
                  </a:lnTo>
                  <a:lnTo>
                    <a:pt x="1055911" y="158049"/>
                  </a:lnTo>
                  <a:lnTo>
                    <a:pt x="1051024" y="137685"/>
                  </a:lnTo>
                  <a:lnTo>
                    <a:pt x="1046562" y="125111"/>
                  </a:lnTo>
                  <a:close/>
                </a:path>
                <a:path w="1059815" h="723900">
                  <a:moveTo>
                    <a:pt x="828934" y="0"/>
                  </a:moveTo>
                  <a:lnTo>
                    <a:pt x="772117" y="3759"/>
                  </a:lnTo>
                  <a:lnTo>
                    <a:pt x="718265" y="15031"/>
                  </a:lnTo>
                  <a:lnTo>
                    <a:pt x="667389" y="33804"/>
                  </a:lnTo>
                  <a:lnTo>
                    <a:pt x="619506" y="60066"/>
                  </a:lnTo>
                  <a:lnTo>
                    <a:pt x="619506" y="198071"/>
                  </a:lnTo>
                  <a:lnTo>
                    <a:pt x="661930" y="166147"/>
                  </a:lnTo>
                  <a:lnTo>
                    <a:pt x="705383" y="143347"/>
                  </a:lnTo>
                  <a:lnTo>
                    <a:pt x="749842" y="129669"/>
                  </a:lnTo>
                  <a:lnTo>
                    <a:pt x="795284" y="125111"/>
                  </a:lnTo>
                  <a:lnTo>
                    <a:pt x="1046562" y="125111"/>
                  </a:lnTo>
                  <a:lnTo>
                    <a:pt x="1044183" y="118408"/>
                  </a:lnTo>
                  <a:lnTo>
                    <a:pt x="1024947" y="83720"/>
                  </a:lnTo>
                  <a:lnTo>
                    <a:pt x="998738" y="54614"/>
                  </a:lnTo>
                  <a:lnTo>
                    <a:pt x="965682" y="31371"/>
                  </a:lnTo>
                  <a:lnTo>
                    <a:pt x="925951" y="14228"/>
                  </a:lnTo>
                  <a:lnTo>
                    <a:pt x="880254" y="3542"/>
                  </a:lnTo>
                  <a:lnTo>
                    <a:pt x="855288" y="883"/>
                  </a:lnTo>
                  <a:lnTo>
                    <a:pt x="828934" y="0"/>
                  </a:lnTo>
                  <a:close/>
                </a:path>
                <a:path w="1059815" h="723900">
                  <a:moveTo>
                    <a:pt x="461346" y="125111"/>
                  </a:moveTo>
                  <a:lnTo>
                    <a:pt x="210068" y="125111"/>
                  </a:lnTo>
                  <a:lnTo>
                    <a:pt x="234853" y="126569"/>
                  </a:lnTo>
                  <a:lnTo>
                    <a:pt x="256260" y="130942"/>
                  </a:lnTo>
                  <a:lnTo>
                    <a:pt x="300188" y="161494"/>
                  </a:lnTo>
                  <a:lnTo>
                    <a:pt x="314706" y="217419"/>
                  </a:lnTo>
                  <a:lnTo>
                    <a:pt x="314210" y="228918"/>
                  </a:lnTo>
                  <a:lnTo>
                    <a:pt x="302337" y="271618"/>
                  </a:lnTo>
                  <a:lnTo>
                    <a:pt x="274155" y="312125"/>
                  </a:lnTo>
                  <a:lnTo>
                    <a:pt x="242956" y="342506"/>
                  </a:lnTo>
                  <a:lnTo>
                    <a:pt x="203282" y="374194"/>
                  </a:lnTo>
                  <a:lnTo>
                    <a:pt x="173070" y="396185"/>
                  </a:lnTo>
                  <a:lnTo>
                    <a:pt x="157543" y="407830"/>
                  </a:lnTo>
                  <a:lnTo>
                    <a:pt x="125364" y="433078"/>
                  </a:lnTo>
                  <a:lnTo>
                    <a:pt x="93653" y="461623"/>
                  </a:lnTo>
                  <a:lnTo>
                    <a:pt x="64526" y="494132"/>
                  </a:lnTo>
                  <a:lnTo>
                    <a:pt x="39136" y="530864"/>
                  </a:lnTo>
                  <a:lnTo>
                    <a:pt x="18409" y="572060"/>
                  </a:lnTo>
                  <a:lnTo>
                    <a:pt x="4632" y="618283"/>
                  </a:lnTo>
                  <a:lnTo>
                    <a:pt x="0" y="670096"/>
                  </a:lnTo>
                  <a:lnTo>
                    <a:pt x="0" y="723698"/>
                  </a:lnTo>
                  <a:lnTo>
                    <a:pt x="473598" y="723698"/>
                  </a:lnTo>
                  <a:lnTo>
                    <a:pt x="473598" y="593646"/>
                  </a:lnTo>
                  <a:lnTo>
                    <a:pt x="171846" y="593646"/>
                  </a:lnTo>
                  <a:lnTo>
                    <a:pt x="172463" y="586609"/>
                  </a:lnTo>
                  <a:lnTo>
                    <a:pt x="193376" y="548802"/>
                  </a:lnTo>
                  <a:lnTo>
                    <a:pt x="226698" y="516594"/>
                  </a:lnTo>
                  <a:lnTo>
                    <a:pt x="258668" y="491761"/>
                  </a:lnTo>
                  <a:lnTo>
                    <a:pt x="293370" y="466581"/>
                  </a:lnTo>
                  <a:lnTo>
                    <a:pt x="310849" y="454317"/>
                  </a:lnTo>
                  <a:lnTo>
                    <a:pt x="328029" y="441832"/>
                  </a:lnTo>
                  <a:lnTo>
                    <a:pt x="361431" y="416207"/>
                  </a:lnTo>
                  <a:lnTo>
                    <a:pt x="392235" y="388851"/>
                  </a:lnTo>
                  <a:lnTo>
                    <a:pt x="419221" y="358889"/>
                  </a:lnTo>
                  <a:lnTo>
                    <a:pt x="441773" y="325873"/>
                  </a:lnTo>
                  <a:lnTo>
                    <a:pt x="459364" y="289392"/>
                  </a:lnTo>
                  <a:lnTo>
                    <a:pt x="470790" y="248448"/>
                  </a:lnTo>
                  <a:lnTo>
                    <a:pt x="474604" y="202048"/>
                  </a:lnTo>
                  <a:lnTo>
                    <a:pt x="473626" y="179502"/>
                  </a:lnTo>
                  <a:lnTo>
                    <a:pt x="470695" y="158049"/>
                  </a:lnTo>
                  <a:lnTo>
                    <a:pt x="465808" y="137685"/>
                  </a:lnTo>
                  <a:lnTo>
                    <a:pt x="461346" y="125111"/>
                  </a:lnTo>
                  <a:close/>
                </a:path>
                <a:path w="1059815" h="723900">
                  <a:moveTo>
                    <a:pt x="243718" y="0"/>
                  </a:moveTo>
                  <a:lnTo>
                    <a:pt x="186901" y="3759"/>
                  </a:lnTo>
                  <a:lnTo>
                    <a:pt x="133049" y="15031"/>
                  </a:lnTo>
                  <a:lnTo>
                    <a:pt x="82173" y="33804"/>
                  </a:lnTo>
                  <a:lnTo>
                    <a:pt x="34290" y="60066"/>
                  </a:lnTo>
                  <a:lnTo>
                    <a:pt x="34290" y="198071"/>
                  </a:lnTo>
                  <a:lnTo>
                    <a:pt x="76714" y="166147"/>
                  </a:lnTo>
                  <a:lnTo>
                    <a:pt x="120167" y="143347"/>
                  </a:lnTo>
                  <a:lnTo>
                    <a:pt x="164626" y="129669"/>
                  </a:lnTo>
                  <a:lnTo>
                    <a:pt x="210068" y="125111"/>
                  </a:lnTo>
                  <a:lnTo>
                    <a:pt x="461346" y="125111"/>
                  </a:lnTo>
                  <a:lnTo>
                    <a:pt x="458967" y="118408"/>
                  </a:lnTo>
                  <a:lnTo>
                    <a:pt x="439731" y="83720"/>
                  </a:lnTo>
                  <a:lnTo>
                    <a:pt x="413522" y="54614"/>
                  </a:lnTo>
                  <a:lnTo>
                    <a:pt x="380466" y="31371"/>
                  </a:lnTo>
                  <a:lnTo>
                    <a:pt x="340735" y="14228"/>
                  </a:lnTo>
                  <a:lnTo>
                    <a:pt x="295038" y="3542"/>
                  </a:lnTo>
                  <a:lnTo>
                    <a:pt x="270072" y="883"/>
                  </a:lnTo>
                  <a:lnTo>
                    <a:pt x="243718" y="0"/>
                  </a:lnTo>
                  <a:close/>
                </a:path>
              </a:pathLst>
            </a:custGeom>
            <a:solidFill>
              <a:srgbClr val="FFFF00"/>
            </a:solidFill>
          </p:spPr>
          <p:txBody>
            <a:bodyPr wrap="square" lIns="0" tIns="0" rIns="0" bIns="0" rtlCol="0"/>
            <a:lstStyle/>
            <a:p>
              <a:endParaRPr/>
            </a:p>
          </p:txBody>
        </p:sp>
        <p:sp>
          <p:nvSpPr>
            <p:cNvPr id="190" name="object 190"/>
            <p:cNvSpPr/>
            <p:nvPr/>
          </p:nvSpPr>
          <p:spPr>
            <a:xfrm>
              <a:off x="7333487" y="5526785"/>
              <a:ext cx="1059815" cy="723900"/>
            </a:xfrm>
            <a:custGeom>
              <a:avLst/>
              <a:gdLst/>
              <a:ahLst/>
              <a:cxnLst/>
              <a:rect l="l" t="t" r="r" b="b"/>
              <a:pathLst>
                <a:path w="1059815" h="723900">
                  <a:moveTo>
                    <a:pt x="828934" y="0"/>
                  </a:moveTo>
                  <a:lnTo>
                    <a:pt x="880254" y="3542"/>
                  </a:lnTo>
                  <a:lnTo>
                    <a:pt x="925951" y="14228"/>
                  </a:lnTo>
                  <a:lnTo>
                    <a:pt x="965682" y="31371"/>
                  </a:lnTo>
                  <a:lnTo>
                    <a:pt x="998738" y="54614"/>
                  </a:lnTo>
                  <a:lnTo>
                    <a:pt x="1024947" y="83720"/>
                  </a:lnTo>
                  <a:lnTo>
                    <a:pt x="1044183" y="118408"/>
                  </a:lnTo>
                  <a:lnTo>
                    <a:pt x="1055910" y="158049"/>
                  </a:lnTo>
                  <a:lnTo>
                    <a:pt x="1059820" y="202048"/>
                  </a:lnTo>
                  <a:lnTo>
                    <a:pt x="1058866" y="225931"/>
                  </a:lnTo>
                  <a:lnTo>
                    <a:pt x="1051243" y="269602"/>
                  </a:lnTo>
                  <a:lnTo>
                    <a:pt x="1036417" y="308067"/>
                  </a:lnTo>
                  <a:lnTo>
                    <a:pt x="1016320" y="342813"/>
                  </a:lnTo>
                  <a:lnTo>
                    <a:pt x="991409" y="374194"/>
                  </a:lnTo>
                  <a:lnTo>
                    <a:pt x="962539" y="402857"/>
                  </a:lnTo>
                  <a:lnTo>
                    <a:pt x="930110" y="429128"/>
                  </a:lnTo>
                  <a:lnTo>
                    <a:pt x="896065" y="454317"/>
                  </a:lnTo>
                  <a:lnTo>
                    <a:pt x="878585" y="466581"/>
                  </a:lnTo>
                  <a:lnTo>
                    <a:pt x="866794" y="475006"/>
                  </a:lnTo>
                  <a:lnTo>
                    <a:pt x="832744" y="500085"/>
                  </a:lnTo>
                  <a:lnTo>
                    <a:pt x="802487" y="524755"/>
                  </a:lnTo>
                  <a:lnTo>
                    <a:pt x="772341" y="556632"/>
                  </a:lnTo>
                  <a:lnTo>
                    <a:pt x="757062" y="593646"/>
                  </a:lnTo>
                  <a:lnTo>
                    <a:pt x="1058814" y="593646"/>
                  </a:lnTo>
                  <a:lnTo>
                    <a:pt x="1058814" y="723698"/>
                  </a:lnTo>
                  <a:lnTo>
                    <a:pt x="585215" y="723698"/>
                  </a:lnTo>
                  <a:lnTo>
                    <a:pt x="585215" y="670096"/>
                  </a:lnTo>
                  <a:lnTo>
                    <a:pt x="589848" y="618282"/>
                  </a:lnTo>
                  <a:lnTo>
                    <a:pt x="603625" y="572060"/>
                  </a:lnTo>
                  <a:lnTo>
                    <a:pt x="624352" y="530864"/>
                  </a:lnTo>
                  <a:lnTo>
                    <a:pt x="649742" y="494132"/>
                  </a:lnTo>
                  <a:lnTo>
                    <a:pt x="678869" y="461623"/>
                  </a:lnTo>
                  <a:lnTo>
                    <a:pt x="710580" y="433078"/>
                  </a:lnTo>
                  <a:lnTo>
                    <a:pt x="742759" y="407830"/>
                  </a:lnTo>
                  <a:lnTo>
                    <a:pt x="773429" y="385190"/>
                  </a:lnTo>
                  <a:lnTo>
                    <a:pt x="788567" y="374144"/>
                  </a:lnTo>
                  <a:lnTo>
                    <a:pt x="828172" y="342506"/>
                  </a:lnTo>
                  <a:lnTo>
                    <a:pt x="859371" y="312125"/>
                  </a:lnTo>
                  <a:lnTo>
                    <a:pt x="887553" y="271618"/>
                  </a:lnTo>
                  <a:lnTo>
                    <a:pt x="899426" y="228918"/>
                  </a:lnTo>
                  <a:lnTo>
                    <a:pt x="899921" y="217419"/>
                  </a:lnTo>
                  <a:lnTo>
                    <a:pt x="898306" y="195989"/>
                  </a:lnTo>
                  <a:lnTo>
                    <a:pt x="874135" y="148434"/>
                  </a:lnTo>
                  <a:lnTo>
                    <a:pt x="820069" y="126569"/>
                  </a:lnTo>
                  <a:lnTo>
                    <a:pt x="795284" y="125111"/>
                  </a:lnTo>
                  <a:lnTo>
                    <a:pt x="749842" y="129669"/>
                  </a:lnTo>
                  <a:lnTo>
                    <a:pt x="705383" y="143347"/>
                  </a:lnTo>
                  <a:lnTo>
                    <a:pt x="661930" y="166147"/>
                  </a:lnTo>
                  <a:lnTo>
                    <a:pt x="619505" y="198071"/>
                  </a:lnTo>
                  <a:lnTo>
                    <a:pt x="619505" y="60066"/>
                  </a:lnTo>
                  <a:lnTo>
                    <a:pt x="667389" y="33804"/>
                  </a:lnTo>
                  <a:lnTo>
                    <a:pt x="718264" y="15031"/>
                  </a:lnTo>
                  <a:lnTo>
                    <a:pt x="772117" y="3759"/>
                  </a:lnTo>
                  <a:lnTo>
                    <a:pt x="828934" y="0"/>
                  </a:lnTo>
                  <a:close/>
                </a:path>
                <a:path w="1059815" h="723900">
                  <a:moveTo>
                    <a:pt x="243718" y="0"/>
                  </a:moveTo>
                  <a:lnTo>
                    <a:pt x="295038" y="3542"/>
                  </a:lnTo>
                  <a:lnTo>
                    <a:pt x="340735" y="14228"/>
                  </a:lnTo>
                  <a:lnTo>
                    <a:pt x="380466" y="31371"/>
                  </a:lnTo>
                  <a:lnTo>
                    <a:pt x="413522" y="54614"/>
                  </a:lnTo>
                  <a:lnTo>
                    <a:pt x="439731" y="83720"/>
                  </a:lnTo>
                  <a:lnTo>
                    <a:pt x="458967" y="118408"/>
                  </a:lnTo>
                  <a:lnTo>
                    <a:pt x="470695" y="158049"/>
                  </a:lnTo>
                  <a:lnTo>
                    <a:pt x="474604" y="202048"/>
                  </a:lnTo>
                  <a:lnTo>
                    <a:pt x="473650" y="225931"/>
                  </a:lnTo>
                  <a:lnTo>
                    <a:pt x="466027" y="269602"/>
                  </a:lnTo>
                  <a:lnTo>
                    <a:pt x="451201" y="308067"/>
                  </a:lnTo>
                  <a:lnTo>
                    <a:pt x="431104" y="342813"/>
                  </a:lnTo>
                  <a:lnTo>
                    <a:pt x="406193" y="374194"/>
                  </a:lnTo>
                  <a:lnTo>
                    <a:pt x="377323" y="402857"/>
                  </a:lnTo>
                  <a:lnTo>
                    <a:pt x="344895" y="429128"/>
                  </a:lnTo>
                  <a:lnTo>
                    <a:pt x="310849" y="454317"/>
                  </a:lnTo>
                  <a:lnTo>
                    <a:pt x="293369" y="466581"/>
                  </a:lnTo>
                  <a:lnTo>
                    <a:pt x="281578" y="475006"/>
                  </a:lnTo>
                  <a:lnTo>
                    <a:pt x="247528" y="500085"/>
                  </a:lnTo>
                  <a:lnTo>
                    <a:pt x="217271" y="524755"/>
                  </a:lnTo>
                  <a:lnTo>
                    <a:pt x="187125" y="556632"/>
                  </a:lnTo>
                  <a:lnTo>
                    <a:pt x="171846" y="593646"/>
                  </a:lnTo>
                  <a:lnTo>
                    <a:pt x="473598" y="593646"/>
                  </a:lnTo>
                  <a:lnTo>
                    <a:pt x="473598" y="723698"/>
                  </a:lnTo>
                  <a:lnTo>
                    <a:pt x="0" y="723698"/>
                  </a:lnTo>
                  <a:lnTo>
                    <a:pt x="0" y="670096"/>
                  </a:lnTo>
                  <a:lnTo>
                    <a:pt x="4632" y="618282"/>
                  </a:lnTo>
                  <a:lnTo>
                    <a:pt x="18409" y="572060"/>
                  </a:lnTo>
                  <a:lnTo>
                    <a:pt x="39136" y="530864"/>
                  </a:lnTo>
                  <a:lnTo>
                    <a:pt x="64526" y="494132"/>
                  </a:lnTo>
                  <a:lnTo>
                    <a:pt x="93653" y="461623"/>
                  </a:lnTo>
                  <a:lnTo>
                    <a:pt x="125364" y="433078"/>
                  </a:lnTo>
                  <a:lnTo>
                    <a:pt x="157543" y="407830"/>
                  </a:lnTo>
                  <a:lnTo>
                    <a:pt x="188213" y="385190"/>
                  </a:lnTo>
                  <a:lnTo>
                    <a:pt x="203351" y="374144"/>
                  </a:lnTo>
                  <a:lnTo>
                    <a:pt x="242956" y="342506"/>
                  </a:lnTo>
                  <a:lnTo>
                    <a:pt x="274155" y="312125"/>
                  </a:lnTo>
                  <a:lnTo>
                    <a:pt x="302337" y="271618"/>
                  </a:lnTo>
                  <a:lnTo>
                    <a:pt x="314210" y="228918"/>
                  </a:lnTo>
                  <a:lnTo>
                    <a:pt x="314705" y="217419"/>
                  </a:lnTo>
                  <a:lnTo>
                    <a:pt x="313090" y="195989"/>
                  </a:lnTo>
                  <a:lnTo>
                    <a:pt x="288919" y="148434"/>
                  </a:lnTo>
                  <a:lnTo>
                    <a:pt x="234853" y="126569"/>
                  </a:lnTo>
                  <a:lnTo>
                    <a:pt x="210068" y="125111"/>
                  </a:lnTo>
                  <a:lnTo>
                    <a:pt x="164626" y="129669"/>
                  </a:lnTo>
                  <a:lnTo>
                    <a:pt x="120167" y="143347"/>
                  </a:lnTo>
                  <a:lnTo>
                    <a:pt x="76714" y="166147"/>
                  </a:lnTo>
                  <a:lnTo>
                    <a:pt x="34289" y="198071"/>
                  </a:lnTo>
                  <a:lnTo>
                    <a:pt x="34289" y="60066"/>
                  </a:lnTo>
                  <a:lnTo>
                    <a:pt x="82173" y="33804"/>
                  </a:lnTo>
                  <a:lnTo>
                    <a:pt x="133049" y="15031"/>
                  </a:lnTo>
                  <a:lnTo>
                    <a:pt x="186901" y="3759"/>
                  </a:lnTo>
                  <a:lnTo>
                    <a:pt x="243718" y="0"/>
                  </a:lnTo>
                  <a:close/>
                </a:path>
              </a:pathLst>
            </a:custGeom>
            <a:ln w="12191">
              <a:solidFill>
                <a:srgbClr val="000000"/>
              </a:solidFill>
            </a:ln>
          </p:spPr>
          <p:txBody>
            <a:bodyPr wrap="square" lIns="0" tIns="0" rIns="0" bIns="0" rtlCol="0"/>
            <a:lstStyle/>
            <a:p>
              <a:endParaRPr/>
            </a:p>
          </p:txBody>
        </p:sp>
        <p:sp>
          <p:nvSpPr>
            <p:cNvPr id="191" name="object 191"/>
            <p:cNvSpPr/>
            <p:nvPr/>
          </p:nvSpPr>
          <p:spPr>
            <a:xfrm>
              <a:off x="6739128" y="5215127"/>
              <a:ext cx="2218944" cy="1345691"/>
            </a:xfrm>
            <a:prstGeom prst="rect">
              <a:avLst/>
            </a:prstGeom>
            <a:blipFill>
              <a:blip r:embed="rId80" cstate="print"/>
              <a:stretch>
                <a:fillRect/>
              </a:stretch>
            </a:blipFill>
          </p:spPr>
          <p:txBody>
            <a:bodyPr wrap="square" lIns="0" tIns="0" rIns="0" bIns="0" rtlCol="0"/>
            <a:lstStyle/>
            <a:p>
              <a:endParaRPr/>
            </a:p>
          </p:txBody>
        </p:sp>
        <p:sp>
          <p:nvSpPr>
            <p:cNvPr id="192" name="object 192"/>
            <p:cNvSpPr/>
            <p:nvPr/>
          </p:nvSpPr>
          <p:spPr>
            <a:xfrm>
              <a:off x="6585204" y="4896611"/>
              <a:ext cx="2558795" cy="1961388"/>
            </a:xfrm>
            <a:prstGeom prst="rect">
              <a:avLst/>
            </a:prstGeom>
            <a:blipFill>
              <a:blip r:embed="rId81" cstate="print"/>
              <a:stretch>
                <a:fillRect/>
              </a:stretch>
            </a:blipFill>
          </p:spPr>
          <p:txBody>
            <a:bodyPr wrap="square" lIns="0" tIns="0" rIns="0" bIns="0" rtlCol="0"/>
            <a:lstStyle/>
            <a:p>
              <a:endParaRPr/>
            </a:p>
          </p:txBody>
        </p:sp>
        <p:sp>
          <p:nvSpPr>
            <p:cNvPr id="193" name="object 193"/>
            <p:cNvSpPr/>
            <p:nvPr/>
          </p:nvSpPr>
          <p:spPr>
            <a:xfrm>
              <a:off x="6820296" y="5275326"/>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989" y="1184087"/>
                  </a:lnTo>
                  <a:lnTo>
                    <a:pt x="1871835" y="1179362"/>
                  </a:lnTo>
                  <a:lnTo>
                    <a:pt x="1915465" y="1165813"/>
                  </a:lnTo>
                  <a:lnTo>
                    <a:pt x="1954943" y="1144375"/>
                  </a:lnTo>
                  <a:lnTo>
                    <a:pt x="1989338" y="1115982"/>
                  </a:lnTo>
                  <a:lnTo>
                    <a:pt x="2017714" y="1081569"/>
                  </a:lnTo>
                  <a:lnTo>
                    <a:pt x="2039139" y="1042073"/>
                  </a:lnTo>
                  <a:lnTo>
                    <a:pt x="2052679" y="998428"/>
                  </a:lnTo>
                  <a:lnTo>
                    <a:pt x="2057399" y="951570"/>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94" name="object 194"/>
            <p:cNvSpPr/>
            <p:nvPr/>
          </p:nvSpPr>
          <p:spPr>
            <a:xfrm>
              <a:off x="6820296" y="52753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70"/>
                  </a:lnTo>
                  <a:lnTo>
                    <a:pt x="2052679" y="998428"/>
                  </a:lnTo>
                  <a:lnTo>
                    <a:pt x="2039139" y="1042073"/>
                  </a:lnTo>
                  <a:lnTo>
                    <a:pt x="2017714" y="1081569"/>
                  </a:lnTo>
                  <a:lnTo>
                    <a:pt x="1989338" y="1115982"/>
                  </a:lnTo>
                  <a:lnTo>
                    <a:pt x="1954943" y="1144375"/>
                  </a:lnTo>
                  <a:lnTo>
                    <a:pt x="1915465" y="1165813"/>
                  </a:lnTo>
                  <a:lnTo>
                    <a:pt x="1871835" y="1179362"/>
                  </a:lnTo>
                  <a:lnTo>
                    <a:pt x="1824989"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95" name="object 195"/>
            <p:cNvSpPr/>
            <p:nvPr/>
          </p:nvSpPr>
          <p:spPr>
            <a:xfrm>
              <a:off x="6626352" y="4917946"/>
              <a:ext cx="2481072" cy="1940052"/>
            </a:xfrm>
            <a:prstGeom prst="rect">
              <a:avLst/>
            </a:prstGeom>
            <a:blipFill>
              <a:blip r:embed="rId82" cstate="print"/>
              <a:stretch>
                <a:fillRect/>
              </a:stretch>
            </a:blipFill>
          </p:spPr>
          <p:txBody>
            <a:bodyPr wrap="square" lIns="0" tIns="0" rIns="0" bIns="0" rtlCol="0"/>
            <a:lstStyle/>
            <a:p>
              <a:endParaRPr/>
            </a:p>
          </p:txBody>
        </p:sp>
        <p:sp>
          <p:nvSpPr>
            <p:cNvPr id="196" name="object 196"/>
            <p:cNvSpPr/>
            <p:nvPr/>
          </p:nvSpPr>
          <p:spPr>
            <a:xfrm>
              <a:off x="7304410" y="5515605"/>
              <a:ext cx="1056005" cy="736600"/>
            </a:xfrm>
            <a:custGeom>
              <a:avLst/>
              <a:gdLst/>
              <a:ahLst/>
              <a:cxnLst/>
              <a:rect l="l" t="t" r="r" b="b"/>
              <a:pathLst>
                <a:path w="1056004" h="736600">
                  <a:moveTo>
                    <a:pt x="602101" y="563831"/>
                  </a:moveTo>
                  <a:lnTo>
                    <a:pt x="602101" y="700326"/>
                  </a:lnTo>
                  <a:lnTo>
                    <a:pt x="639153" y="715959"/>
                  </a:lnTo>
                  <a:lnTo>
                    <a:pt x="681365" y="727124"/>
                  </a:lnTo>
                  <a:lnTo>
                    <a:pt x="728743" y="733822"/>
                  </a:lnTo>
                  <a:lnTo>
                    <a:pt x="781293" y="736055"/>
                  </a:lnTo>
                  <a:lnTo>
                    <a:pt x="842048" y="732427"/>
                  </a:lnTo>
                  <a:lnTo>
                    <a:pt x="895879" y="721541"/>
                  </a:lnTo>
                  <a:lnTo>
                    <a:pt x="942778" y="703392"/>
                  </a:lnTo>
                  <a:lnTo>
                    <a:pt x="982736" y="677978"/>
                  </a:lnTo>
                  <a:lnTo>
                    <a:pt x="1014652" y="646340"/>
                  </a:lnTo>
                  <a:lnTo>
                    <a:pt x="1033468" y="615945"/>
                  </a:lnTo>
                  <a:lnTo>
                    <a:pt x="768858" y="615945"/>
                  </a:lnTo>
                  <a:lnTo>
                    <a:pt x="722717" y="612687"/>
                  </a:lnTo>
                  <a:lnTo>
                    <a:pt x="679536" y="602913"/>
                  </a:lnTo>
                  <a:lnTo>
                    <a:pt x="639327" y="586626"/>
                  </a:lnTo>
                  <a:lnTo>
                    <a:pt x="602101" y="563831"/>
                  </a:lnTo>
                  <a:close/>
                </a:path>
                <a:path w="1056004" h="736600">
                  <a:moveTo>
                    <a:pt x="1023927" y="119597"/>
                  </a:moveTo>
                  <a:lnTo>
                    <a:pt x="767852" y="119597"/>
                  </a:lnTo>
                  <a:lnTo>
                    <a:pt x="814520" y="125026"/>
                  </a:lnTo>
                  <a:lnTo>
                    <a:pt x="847858" y="141314"/>
                  </a:lnTo>
                  <a:lnTo>
                    <a:pt x="867863" y="168460"/>
                  </a:lnTo>
                  <a:lnTo>
                    <a:pt x="874532" y="206465"/>
                  </a:lnTo>
                  <a:lnTo>
                    <a:pt x="865858" y="246854"/>
                  </a:lnTo>
                  <a:lnTo>
                    <a:pt x="839823" y="275705"/>
                  </a:lnTo>
                  <a:lnTo>
                    <a:pt x="796402" y="293015"/>
                  </a:lnTo>
                  <a:lnTo>
                    <a:pt x="735573" y="298786"/>
                  </a:lnTo>
                  <a:lnTo>
                    <a:pt x="674491" y="298786"/>
                  </a:lnTo>
                  <a:lnTo>
                    <a:pt x="674491" y="418898"/>
                  </a:lnTo>
                  <a:lnTo>
                    <a:pt x="740542" y="418898"/>
                  </a:lnTo>
                  <a:lnTo>
                    <a:pt x="774871" y="420510"/>
                  </a:lnTo>
                  <a:lnTo>
                    <a:pt x="831826" y="433413"/>
                  </a:lnTo>
                  <a:lnTo>
                    <a:pt x="872606" y="458979"/>
                  </a:lnTo>
                  <a:lnTo>
                    <a:pt x="893292" y="495706"/>
                  </a:lnTo>
                  <a:lnTo>
                    <a:pt x="895868" y="518160"/>
                  </a:lnTo>
                  <a:lnTo>
                    <a:pt x="893773" y="539971"/>
                  </a:lnTo>
                  <a:lnTo>
                    <a:pt x="877055" y="575957"/>
                  </a:lnTo>
                  <a:lnTo>
                    <a:pt x="844021" y="601424"/>
                  </a:lnTo>
                  <a:lnTo>
                    <a:pt x="797208" y="614332"/>
                  </a:lnTo>
                  <a:lnTo>
                    <a:pt x="768858" y="615945"/>
                  </a:lnTo>
                  <a:lnTo>
                    <a:pt x="1033468" y="615945"/>
                  </a:lnTo>
                  <a:lnTo>
                    <a:pt x="1037466" y="609488"/>
                  </a:lnTo>
                  <a:lnTo>
                    <a:pt x="1051166" y="567424"/>
                  </a:lnTo>
                  <a:lnTo>
                    <a:pt x="1055735" y="520147"/>
                  </a:lnTo>
                  <a:lnTo>
                    <a:pt x="1053000" y="488429"/>
                  </a:lnTo>
                  <a:lnTo>
                    <a:pt x="1031149" y="432713"/>
                  </a:lnTo>
                  <a:lnTo>
                    <a:pt x="988251" y="388259"/>
                  </a:lnTo>
                  <a:lnTo>
                    <a:pt x="928681" y="360841"/>
                  </a:lnTo>
                  <a:lnTo>
                    <a:pt x="892942" y="353878"/>
                  </a:lnTo>
                  <a:lnTo>
                    <a:pt x="892942" y="351388"/>
                  </a:lnTo>
                  <a:lnTo>
                    <a:pt x="943890" y="333129"/>
                  </a:lnTo>
                  <a:lnTo>
                    <a:pt x="983501" y="306528"/>
                  </a:lnTo>
                  <a:lnTo>
                    <a:pt x="1011784" y="271587"/>
                  </a:lnTo>
                  <a:lnTo>
                    <a:pt x="1028747" y="228307"/>
                  </a:lnTo>
                  <a:lnTo>
                    <a:pt x="1034399" y="176689"/>
                  </a:lnTo>
                  <a:lnTo>
                    <a:pt x="1030595" y="139303"/>
                  </a:lnTo>
                  <a:lnTo>
                    <a:pt x="1023927" y="119597"/>
                  </a:lnTo>
                  <a:close/>
                </a:path>
                <a:path w="1056004" h="736600">
                  <a:moveTo>
                    <a:pt x="803513" y="0"/>
                  </a:moveTo>
                  <a:lnTo>
                    <a:pt x="755231" y="2357"/>
                  </a:lnTo>
                  <a:lnTo>
                    <a:pt x="710020" y="9429"/>
                  </a:lnTo>
                  <a:lnTo>
                    <a:pt x="667901" y="21216"/>
                  </a:lnTo>
                  <a:lnTo>
                    <a:pt x="628893" y="37719"/>
                  </a:lnTo>
                  <a:lnTo>
                    <a:pt x="628893" y="165759"/>
                  </a:lnTo>
                  <a:lnTo>
                    <a:pt x="662873" y="145566"/>
                  </a:lnTo>
                  <a:lnTo>
                    <a:pt x="697367" y="131140"/>
                  </a:lnTo>
                  <a:lnTo>
                    <a:pt x="732363" y="122483"/>
                  </a:lnTo>
                  <a:lnTo>
                    <a:pt x="767852" y="119597"/>
                  </a:lnTo>
                  <a:lnTo>
                    <a:pt x="1023927" y="119597"/>
                  </a:lnTo>
                  <a:lnTo>
                    <a:pt x="1019186" y="105583"/>
                  </a:lnTo>
                  <a:lnTo>
                    <a:pt x="973592" y="49149"/>
                  </a:lnTo>
                  <a:lnTo>
                    <a:pt x="940168" y="27646"/>
                  </a:lnTo>
                  <a:lnTo>
                    <a:pt x="900691" y="12287"/>
                  </a:lnTo>
                  <a:lnTo>
                    <a:pt x="855145" y="3071"/>
                  </a:lnTo>
                  <a:lnTo>
                    <a:pt x="803513" y="0"/>
                  </a:lnTo>
                  <a:close/>
                </a:path>
                <a:path w="1056004" h="736600">
                  <a:moveTo>
                    <a:pt x="461223" y="125062"/>
                  </a:moveTo>
                  <a:lnTo>
                    <a:pt x="209915" y="125062"/>
                  </a:lnTo>
                  <a:lnTo>
                    <a:pt x="234782" y="126520"/>
                  </a:lnTo>
                  <a:lnTo>
                    <a:pt x="256214" y="130894"/>
                  </a:lnTo>
                  <a:lnTo>
                    <a:pt x="300137" y="161447"/>
                  </a:lnTo>
                  <a:lnTo>
                    <a:pt x="314706" y="217371"/>
                  </a:lnTo>
                  <a:lnTo>
                    <a:pt x="314203" y="228871"/>
                  </a:lnTo>
                  <a:lnTo>
                    <a:pt x="302191" y="271572"/>
                  </a:lnTo>
                  <a:lnTo>
                    <a:pt x="274151" y="312076"/>
                  </a:lnTo>
                  <a:lnTo>
                    <a:pt x="242956" y="342458"/>
                  </a:lnTo>
                  <a:lnTo>
                    <a:pt x="203171" y="374146"/>
                  </a:lnTo>
                  <a:lnTo>
                    <a:pt x="173018" y="396141"/>
                  </a:lnTo>
                  <a:lnTo>
                    <a:pt x="157524" y="407791"/>
                  </a:lnTo>
                  <a:lnTo>
                    <a:pt x="125333" y="433029"/>
                  </a:lnTo>
                  <a:lnTo>
                    <a:pt x="93592" y="461577"/>
                  </a:lnTo>
                  <a:lnTo>
                    <a:pt x="64526" y="494096"/>
                  </a:lnTo>
                  <a:lnTo>
                    <a:pt x="39063" y="530821"/>
                  </a:lnTo>
                  <a:lnTo>
                    <a:pt x="18288" y="572012"/>
                  </a:lnTo>
                  <a:lnTo>
                    <a:pt x="4572" y="618239"/>
                  </a:lnTo>
                  <a:lnTo>
                    <a:pt x="0" y="670047"/>
                  </a:lnTo>
                  <a:lnTo>
                    <a:pt x="0" y="723650"/>
                  </a:lnTo>
                  <a:lnTo>
                    <a:pt x="473445" y="723650"/>
                  </a:lnTo>
                  <a:lnTo>
                    <a:pt x="473445" y="593598"/>
                  </a:lnTo>
                  <a:lnTo>
                    <a:pt x="171693" y="593598"/>
                  </a:lnTo>
                  <a:lnTo>
                    <a:pt x="172315" y="586562"/>
                  </a:lnTo>
                  <a:lnTo>
                    <a:pt x="193292" y="548755"/>
                  </a:lnTo>
                  <a:lnTo>
                    <a:pt x="226607" y="516547"/>
                  </a:lnTo>
                  <a:lnTo>
                    <a:pt x="258565" y="491720"/>
                  </a:lnTo>
                  <a:lnTo>
                    <a:pt x="310826" y="454276"/>
                  </a:lnTo>
                  <a:lnTo>
                    <a:pt x="327957" y="441791"/>
                  </a:lnTo>
                  <a:lnTo>
                    <a:pt x="361309" y="416170"/>
                  </a:lnTo>
                  <a:lnTo>
                    <a:pt x="392159" y="388805"/>
                  </a:lnTo>
                  <a:lnTo>
                    <a:pt x="419100" y="358841"/>
                  </a:lnTo>
                  <a:lnTo>
                    <a:pt x="441700" y="325831"/>
                  </a:lnTo>
                  <a:lnTo>
                    <a:pt x="459364" y="289346"/>
                  </a:lnTo>
                  <a:lnTo>
                    <a:pt x="470683" y="248401"/>
                  </a:lnTo>
                  <a:lnTo>
                    <a:pt x="474482" y="202000"/>
                  </a:lnTo>
                  <a:lnTo>
                    <a:pt x="473504" y="179462"/>
                  </a:lnTo>
                  <a:lnTo>
                    <a:pt x="470573" y="158010"/>
                  </a:lnTo>
                  <a:lnTo>
                    <a:pt x="465686" y="137643"/>
                  </a:lnTo>
                  <a:lnTo>
                    <a:pt x="461223" y="125062"/>
                  </a:lnTo>
                  <a:close/>
                </a:path>
                <a:path w="1056004" h="736600">
                  <a:moveTo>
                    <a:pt x="243718" y="0"/>
                  </a:moveTo>
                  <a:lnTo>
                    <a:pt x="186901" y="3743"/>
                  </a:lnTo>
                  <a:lnTo>
                    <a:pt x="133049" y="14988"/>
                  </a:lnTo>
                  <a:lnTo>
                    <a:pt x="82173" y="33759"/>
                  </a:lnTo>
                  <a:lnTo>
                    <a:pt x="34290" y="60079"/>
                  </a:lnTo>
                  <a:lnTo>
                    <a:pt x="34290" y="198025"/>
                  </a:lnTo>
                  <a:lnTo>
                    <a:pt x="76694" y="166101"/>
                  </a:lnTo>
                  <a:lnTo>
                    <a:pt x="120102" y="143300"/>
                  </a:lnTo>
                  <a:lnTo>
                    <a:pt x="164510" y="129621"/>
                  </a:lnTo>
                  <a:lnTo>
                    <a:pt x="209915" y="125062"/>
                  </a:lnTo>
                  <a:lnTo>
                    <a:pt x="461223" y="125062"/>
                  </a:lnTo>
                  <a:lnTo>
                    <a:pt x="458845" y="118359"/>
                  </a:lnTo>
                  <a:lnTo>
                    <a:pt x="439685" y="83687"/>
                  </a:lnTo>
                  <a:lnTo>
                    <a:pt x="413369" y="54614"/>
                  </a:lnTo>
                  <a:lnTo>
                    <a:pt x="380344" y="31310"/>
                  </a:lnTo>
                  <a:lnTo>
                    <a:pt x="340735" y="14097"/>
                  </a:lnTo>
                  <a:lnTo>
                    <a:pt x="294981" y="3525"/>
                  </a:lnTo>
                  <a:lnTo>
                    <a:pt x="270051" y="881"/>
                  </a:lnTo>
                  <a:lnTo>
                    <a:pt x="243718" y="0"/>
                  </a:lnTo>
                  <a:close/>
                </a:path>
              </a:pathLst>
            </a:custGeom>
            <a:solidFill>
              <a:srgbClr val="FFFF00"/>
            </a:solidFill>
          </p:spPr>
          <p:txBody>
            <a:bodyPr wrap="square" lIns="0" tIns="0" rIns="0" bIns="0" rtlCol="0"/>
            <a:lstStyle/>
            <a:p>
              <a:endParaRPr/>
            </a:p>
          </p:txBody>
        </p:sp>
        <p:sp>
          <p:nvSpPr>
            <p:cNvPr id="197" name="object 197"/>
            <p:cNvSpPr/>
            <p:nvPr/>
          </p:nvSpPr>
          <p:spPr>
            <a:xfrm>
              <a:off x="7304409" y="5515605"/>
              <a:ext cx="1056005" cy="736600"/>
            </a:xfrm>
            <a:custGeom>
              <a:avLst/>
              <a:gdLst/>
              <a:ahLst/>
              <a:cxnLst/>
              <a:rect l="l" t="t" r="r" b="b"/>
              <a:pathLst>
                <a:path w="1056004" h="736600">
                  <a:moveTo>
                    <a:pt x="803513" y="0"/>
                  </a:moveTo>
                  <a:lnTo>
                    <a:pt x="855145" y="3071"/>
                  </a:lnTo>
                  <a:lnTo>
                    <a:pt x="900691" y="12287"/>
                  </a:lnTo>
                  <a:lnTo>
                    <a:pt x="940167" y="27646"/>
                  </a:lnTo>
                  <a:lnTo>
                    <a:pt x="973592" y="49148"/>
                  </a:lnTo>
                  <a:lnTo>
                    <a:pt x="1019186" y="105583"/>
                  </a:lnTo>
                  <a:lnTo>
                    <a:pt x="1034399" y="176689"/>
                  </a:lnTo>
                  <a:lnTo>
                    <a:pt x="1028747" y="228307"/>
                  </a:lnTo>
                  <a:lnTo>
                    <a:pt x="1011784" y="271587"/>
                  </a:lnTo>
                  <a:lnTo>
                    <a:pt x="983501" y="306528"/>
                  </a:lnTo>
                  <a:lnTo>
                    <a:pt x="943890" y="333129"/>
                  </a:lnTo>
                  <a:lnTo>
                    <a:pt x="892942" y="351388"/>
                  </a:lnTo>
                  <a:lnTo>
                    <a:pt x="892942" y="353878"/>
                  </a:lnTo>
                  <a:lnTo>
                    <a:pt x="960455" y="372300"/>
                  </a:lnTo>
                  <a:lnTo>
                    <a:pt x="1012057" y="408718"/>
                  </a:lnTo>
                  <a:lnTo>
                    <a:pt x="1044801" y="459284"/>
                  </a:lnTo>
                  <a:lnTo>
                    <a:pt x="1055735" y="520147"/>
                  </a:lnTo>
                  <a:lnTo>
                    <a:pt x="1051166" y="567424"/>
                  </a:lnTo>
                  <a:lnTo>
                    <a:pt x="1037466" y="609488"/>
                  </a:lnTo>
                  <a:lnTo>
                    <a:pt x="1014652" y="646340"/>
                  </a:lnTo>
                  <a:lnTo>
                    <a:pt x="982736" y="677978"/>
                  </a:lnTo>
                  <a:lnTo>
                    <a:pt x="942778" y="703392"/>
                  </a:lnTo>
                  <a:lnTo>
                    <a:pt x="895879" y="721541"/>
                  </a:lnTo>
                  <a:lnTo>
                    <a:pt x="842048" y="732427"/>
                  </a:lnTo>
                  <a:lnTo>
                    <a:pt x="781293" y="736055"/>
                  </a:lnTo>
                  <a:lnTo>
                    <a:pt x="728743" y="733822"/>
                  </a:lnTo>
                  <a:lnTo>
                    <a:pt x="681365" y="727124"/>
                  </a:lnTo>
                  <a:lnTo>
                    <a:pt x="639153" y="715959"/>
                  </a:lnTo>
                  <a:lnTo>
                    <a:pt x="602101" y="700326"/>
                  </a:lnTo>
                  <a:lnTo>
                    <a:pt x="602101" y="563831"/>
                  </a:lnTo>
                  <a:lnTo>
                    <a:pt x="639327" y="586626"/>
                  </a:lnTo>
                  <a:lnTo>
                    <a:pt x="679536" y="602913"/>
                  </a:lnTo>
                  <a:lnTo>
                    <a:pt x="722716" y="612687"/>
                  </a:lnTo>
                  <a:lnTo>
                    <a:pt x="768857" y="615945"/>
                  </a:lnTo>
                  <a:lnTo>
                    <a:pt x="797208" y="614332"/>
                  </a:lnTo>
                  <a:lnTo>
                    <a:pt x="844021" y="601424"/>
                  </a:lnTo>
                  <a:lnTo>
                    <a:pt x="877055" y="575957"/>
                  </a:lnTo>
                  <a:lnTo>
                    <a:pt x="893773" y="539971"/>
                  </a:lnTo>
                  <a:lnTo>
                    <a:pt x="895868" y="518159"/>
                  </a:lnTo>
                  <a:lnTo>
                    <a:pt x="893292" y="495706"/>
                  </a:lnTo>
                  <a:lnTo>
                    <a:pt x="872606" y="458979"/>
                  </a:lnTo>
                  <a:lnTo>
                    <a:pt x="831826" y="433413"/>
                  </a:lnTo>
                  <a:lnTo>
                    <a:pt x="774871" y="420510"/>
                  </a:lnTo>
                  <a:lnTo>
                    <a:pt x="740542" y="418898"/>
                  </a:lnTo>
                  <a:lnTo>
                    <a:pt x="674491" y="418898"/>
                  </a:lnTo>
                  <a:lnTo>
                    <a:pt x="674491" y="298786"/>
                  </a:lnTo>
                  <a:lnTo>
                    <a:pt x="735573" y="298786"/>
                  </a:lnTo>
                  <a:lnTo>
                    <a:pt x="796402" y="293015"/>
                  </a:lnTo>
                  <a:lnTo>
                    <a:pt x="839823" y="275705"/>
                  </a:lnTo>
                  <a:lnTo>
                    <a:pt x="865858" y="246854"/>
                  </a:lnTo>
                  <a:lnTo>
                    <a:pt x="874532" y="206465"/>
                  </a:lnTo>
                  <a:lnTo>
                    <a:pt x="867863" y="168460"/>
                  </a:lnTo>
                  <a:lnTo>
                    <a:pt x="847858" y="141314"/>
                  </a:lnTo>
                  <a:lnTo>
                    <a:pt x="814520" y="125026"/>
                  </a:lnTo>
                  <a:lnTo>
                    <a:pt x="767852" y="119597"/>
                  </a:lnTo>
                  <a:lnTo>
                    <a:pt x="732363" y="122483"/>
                  </a:lnTo>
                  <a:lnTo>
                    <a:pt x="697367" y="131140"/>
                  </a:lnTo>
                  <a:lnTo>
                    <a:pt x="662873" y="145566"/>
                  </a:lnTo>
                  <a:lnTo>
                    <a:pt x="628893" y="165759"/>
                  </a:lnTo>
                  <a:lnTo>
                    <a:pt x="628893" y="37718"/>
                  </a:lnTo>
                  <a:lnTo>
                    <a:pt x="667901" y="21216"/>
                  </a:lnTo>
                  <a:lnTo>
                    <a:pt x="710020" y="9429"/>
                  </a:lnTo>
                  <a:lnTo>
                    <a:pt x="755231" y="2357"/>
                  </a:lnTo>
                  <a:lnTo>
                    <a:pt x="803513" y="0"/>
                  </a:lnTo>
                  <a:close/>
                </a:path>
                <a:path w="1056004" h="736600">
                  <a:moveTo>
                    <a:pt x="243718" y="0"/>
                  </a:moveTo>
                  <a:lnTo>
                    <a:pt x="294981" y="3525"/>
                  </a:lnTo>
                  <a:lnTo>
                    <a:pt x="340735" y="14096"/>
                  </a:lnTo>
                  <a:lnTo>
                    <a:pt x="380344" y="31310"/>
                  </a:lnTo>
                  <a:lnTo>
                    <a:pt x="413369" y="54614"/>
                  </a:lnTo>
                  <a:lnTo>
                    <a:pt x="439685" y="83687"/>
                  </a:lnTo>
                  <a:lnTo>
                    <a:pt x="458845" y="118359"/>
                  </a:lnTo>
                  <a:lnTo>
                    <a:pt x="470573" y="158010"/>
                  </a:lnTo>
                  <a:lnTo>
                    <a:pt x="474482" y="202000"/>
                  </a:lnTo>
                  <a:lnTo>
                    <a:pt x="473530" y="225883"/>
                  </a:lnTo>
                  <a:lnTo>
                    <a:pt x="465956" y="269555"/>
                  </a:lnTo>
                  <a:lnTo>
                    <a:pt x="451135" y="308022"/>
                  </a:lnTo>
                  <a:lnTo>
                    <a:pt x="431031" y="342771"/>
                  </a:lnTo>
                  <a:lnTo>
                    <a:pt x="406122" y="374146"/>
                  </a:lnTo>
                  <a:lnTo>
                    <a:pt x="377219" y="402814"/>
                  </a:lnTo>
                  <a:lnTo>
                    <a:pt x="344779" y="429089"/>
                  </a:lnTo>
                  <a:lnTo>
                    <a:pt x="310826" y="454276"/>
                  </a:lnTo>
                  <a:lnTo>
                    <a:pt x="293369" y="466545"/>
                  </a:lnTo>
                  <a:lnTo>
                    <a:pt x="281558" y="474963"/>
                  </a:lnTo>
                  <a:lnTo>
                    <a:pt x="247406" y="500051"/>
                  </a:lnTo>
                  <a:lnTo>
                    <a:pt x="217183" y="524708"/>
                  </a:lnTo>
                  <a:lnTo>
                    <a:pt x="187007" y="556589"/>
                  </a:lnTo>
                  <a:lnTo>
                    <a:pt x="171693" y="593597"/>
                  </a:lnTo>
                  <a:lnTo>
                    <a:pt x="473445" y="593597"/>
                  </a:lnTo>
                  <a:lnTo>
                    <a:pt x="473445" y="723650"/>
                  </a:lnTo>
                  <a:lnTo>
                    <a:pt x="0" y="723650"/>
                  </a:lnTo>
                  <a:lnTo>
                    <a:pt x="0" y="670047"/>
                  </a:lnTo>
                  <a:lnTo>
                    <a:pt x="4571" y="618239"/>
                  </a:lnTo>
                  <a:lnTo>
                    <a:pt x="18287" y="572012"/>
                  </a:lnTo>
                  <a:lnTo>
                    <a:pt x="39063" y="530821"/>
                  </a:lnTo>
                  <a:lnTo>
                    <a:pt x="64526" y="494096"/>
                  </a:lnTo>
                  <a:lnTo>
                    <a:pt x="93592" y="461577"/>
                  </a:lnTo>
                  <a:lnTo>
                    <a:pt x="125333" y="433029"/>
                  </a:lnTo>
                  <a:lnTo>
                    <a:pt x="157524" y="407791"/>
                  </a:lnTo>
                  <a:lnTo>
                    <a:pt x="203231" y="374102"/>
                  </a:lnTo>
                  <a:lnTo>
                    <a:pt x="217421" y="363306"/>
                  </a:lnTo>
                  <a:lnTo>
                    <a:pt x="254284" y="332301"/>
                  </a:lnTo>
                  <a:lnTo>
                    <a:pt x="282701" y="302014"/>
                  </a:lnTo>
                  <a:lnTo>
                    <a:pt x="306689" y="261305"/>
                  </a:lnTo>
                  <a:lnTo>
                    <a:pt x="314705" y="217371"/>
                  </a:lnTo>
                  <a:lnTo>
                    <a:pt x="313088" y="195940"/>
                  </a:lnTo>
                  <a:lnTo>
                    <a:pt x="288797" y="148388"/>
                  </a:lnTo>
                  <a:lnTo>
                    <a:pt x="234782" y="126520"/>
                  </a:lnTo>
                  <a:lnTo>
                    <a:pt x="209915" y="125062"/>
                  </a:lnTo>
                  <a:lnTo>
                    <a:pt x="164510" y="129621"/>
                  </a:lnTo>
                  <a:lnTo>
                    <a:pt x="120102" y="143300"/>
                  </a:lnTo>
                  <a:lnTo>
                    <a:pt x="76694" y="166101"/>
                  </a:lnTo>
                  <a:lnTo>
                    <a:pt x="34289" y="198025"/>
                  </a:lnTo>
                  <a:lnTo>
                    <a:pt x="34289" y="60079"/>
                  </a:lnTo>
                  <a:lnTo>
                    <a:pt x="82173" y="33759"/>
                  </a:lnTo>
                  <a:lnTo>
                    <a:pt x="133049" y="14988"/>
                  </a:lnTo>
                  <a:lnTo>
                    <a:pt x="186901" y="3743"/>
                  </a:lnTo>
                  <a:lnTo>
                    <a:pt x="243718" y="0"/>
                  </a:lnTo>
                  <a:close/>
                </a:path>
              </a:pathLst>
            </a:custGeom>
            <a:ln w="12191">
              <a:solidFill>
                <a:srgbClr val="000000"/>
              </a:solidFill>
            </a:ln>
          </p:spPr>
          <p:txBody>
            <a:bodyPr wrap="square" lIns="0" tIns="0" rIns="0" bIns="0" rtlCol="0"/>
            <a:lstStyle/>
            <a:p>
              <a:endParaRPr/>
            </a:p>
          </p:txBody>
        </p:sp>
        <p:sp>
          <p:nvSpPr>
            <p:cNvPr id="198" name="object 198"/>
            <p:cNvSpPr/>
            <p:nvPr/>
          </p:nvSpPr>
          <p:spPr>
            <a:xfrm>
              <a:off x="6780276" y="5244083"/>
              <a:ext cx="2218944" cy="1345691"/>
            </a:xfrm>
            <a:prstGeom prst="rect">
              <a:avLst/>
            </a:prstGeom>
            <a:blipFill>
              <a:blip r:embed="rId83" cstate="print"/>
              <a:stretch>
                <a:fillRect/>
              </a:stretch>
            </a:blipFill>
          </p:spPr>
          <p:txBody>
            <a:bodyPr wrap="square" lIns="0" tIns="0" rIns="0" bIns="0" rtlCol="0"/>
            <a:lstStyle/>
            <a:p>
              <a:endParaRPr/>
            </a:p>
          </p:txBody>
        </p:sp>
        <p:sp>
          <p:nvSpPr>
            <p:cNvPr id="199" name="object 199"/>
            <p:cNvSpPr/>
            <p:nvPr/>
          </p:nvSpPr>
          <p:spPr>
            <a:xfrm>
              <a:off x="6626352" y="4927090"/>
              <a:ext cx="2517647" cy="1930908"/>
            </a:xfrm>
            <a:prstGeom prst="rect">
              <a:avLst/>
            </a:prstGeom>
            <a:blipFill>
              <a:blip r:embed="rId84" cstate="print"/>
              <a:stretch>
                <a:fillRect/>
              </a:stretch>
            </a:blipFill>
          </p:spPr>
          <p:txBody>
            <a:bodyPr wrap="square" lIns="0" tIns="0" rIns="0" bIns="0" rtlCol="0"/>
            <a:lstStyle/>
            <a:p>
              <a:endParaRPr/>
            </a:p>
          </p:txBody>
        </p:sp>
        <p:sp>
          <p:nvSpPr>
            <p:cNvPr id="200" name="object 200"/>
            <p:cNvSpPr/>
            <p:nvPr/>
          </p:nvSpPr>
          <p:spPr>
            <a:xfrm>
              <a:off x="6861809" y="5305294"/>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58"/>
                  </a:lnTo>
                  <a:lnTo>
                    <a:pt x="4720" y="998424"/>
                  </a:lnTo>
                  <a:lnTo>
                    <a:pt x="18262" y="1042073"/>
                  </a:lnTo>
                  <a:lnTo>
                    <a:pt x="39691" y="1081572"/>
                  </a:lnTo>
                  <a:lnTo>
                    <a:pt x="68077" y="1115985"/>
                  </a:lnTo>
                  <a:lnTo>
                    <a:pt x="102486" y="1144377"/>
                  </a:lnTo>
                  <a:lnTo>
                    <a:pt x="141986" y="1165815"/>
                  </a:lnTo>
                  <a:lnTo>
                    <a:pt x="185645" y="1179363"/>
                  </a:lnTo>
                  <a:lnTo>
                    <a:pt x="232531"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1" name="object 201"/>
            <p:cNvSpPr/>
            <p:nvPr/>
          </p:nvSpPr>
          <p:spPr>
            <a:xfrm>
              <a:off x="6861809" y="5305294"/>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531" y="1184087"/>
                  </a:lnTo>
                  <a:lnTo>
                    <a:pt x="185645" y="1179363"/>
                  </a:lnTo>
                  <a:lnTo>
                    <a:pt x="141986" y="1165815"/>
                  </a:lnTo>
                  <a:lnTo>
                    <a:pt x="102486" y="1144377"/>
                  </a:lnTo>
                  <a:lnTo>
                    <a:pt x="68077" y="1115985"/>
                  </a:lnTo>
                  <a:lnTo>
                    <a:pt x="39691" y="1081572"/>
                  </a:lnTo>
                  <a:lnTo>
                    <a:pt x="18262" y="1042073"/>
                  </a:lnTo>
                  <a:lnTo>
                    <a:pt x="4720"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202" name="object 202"/>
            <p:cNvSpPr/>
            <p:nvPr/>
          </p:nvSpPr>
          <p:spPr>
            <a:xfrm>
              <a:off x="6667500" y="4948426"/>
              <a:ext cx="2476500" cy="1909571"/>
            </a:xfrm>
            <a:prstGeom prst="rect">
              <a:avLst/>
            </a:prstGeom>
            <a:blipFill>
              <a:blip r:embed="rId85" cstate="print"/>
              <a:stretch>
                <a:fillRect/>
              </a:stretch>
            </a:blipFill>
          </p:spPr>
          <p:txBody>
            <a:bodyPr wrap="square" lIns="0" tIns="0" rIns="0" bIns="0" rtlCol="0"/>
            <a:lstStyle/>
            <a:p>
              <a:endParaRPr/>
            </a:p>
          </p:txBody>
        </p:sp>
        <p:sp>
          <p:nvSpPr>
            <p:cNvPr id="203" name="object 203"/>
            <p:cNvSpPr/>
            <p:nvPr/>
          </p:nvSpPr>
          <p:spPr>
            <a:xfrm>
              <a:off x="7345802" y="5545585"/>
              <a:ext cx="1102360" cy="723900"/>
            </a:xfrm>
            <a:custGeom>
              <a:avLst/>
              <a:gdLst/>
              <a:ahLst/>
              <a:cxnLst/>
              <a:rect l="l" t="t" r="r" b="b"/>
              <a:pathLst>
                <a:path w="1102359" h="723900">
                  <a:moveTo>
                    <a:pt x="1016508" y="577714"/>
                  </a:moveTo>
                  <a:lnTo>
                    <a:pt x="873648" y="577714"/>
                  </a:lnTo>
                  <a:lnTo>
                    <a:pt x="873648" y="723637"/>
                  </a:lnTo>
                  <a:lnTo>
                    <a:pt x="1016508" y="723637"/>
                  </a:lnTo>
                  <a:lnTo>
                    <a:pt x="1016508" y="577714"/>
                  </a:lnTo>
                  <a:close/>
                </a:path>
                <a:path w="1102359" h="723900">
                  <a:moveTo>
                    <a:pt x="1016508" y="11929"/>
                  </a:moveTo>
                  <a:lnTo>
                    <a:pt x="871087" y="11929"/>
                  </a:lnTo>
                  <a:lnTo>
                    <a:pt x="858045" y="39033"/>
                  </a:lnTo>
                  <a:lnTo>
                    <a:pt x="843648" y="66798"/>
                  </a:lnTo>
                  <a:lnTo>
                    <a:pt x="810768" y="124300"/>
                  </a:lnTo>
                  <a:lnTo>
                    <a:pt x="773898" y="182936"/>
                  </a:lnTo>
                  <a:lnTo>
                    <a:pt x="734080" y="241197"/>
                  </a:lnTo>
                  <a:lnTo>
                    <a:pt x="692162" y="298460"/>
                  </a:lnTo>
                  <a:lnTo>
                    <a:pt x="648736" y="354116"/>
                  </a:lnTo>
                  <a:lnTo>
                    <a:pt x="605298" y="406781"/>
                  </a:lnTo>
                  <a:lnTo>
                    <a:pt x="563392" y="455115"/>
                  </a:lnTo>
                  <a:lnTo>
                    <a:pt x="563392" y="577714"/>
                  </a:lnTo>
                  <a:lnTo>
                    <a:pt x="1101852" y="577714"/>
                  </a:lnTo>
                  <a:lnTo>
                    <a:pt x="1101852" y="460568"/>
                  </a:lnTo>
                  <a:lnTo>
                    <a:pt x="703844" y="460568"/>
                  </a:lnTo>
                  <a:lnTo>
                    <a:pt x="714611" y="447185"/>
                  </a:lnTo>
                  <a:lnTo>
                    <a:pt x="748040" y="404241"/>
                  </a:lnTo>
                  <a:lnTo>
                    <a:pt x="782008" y="358082"/>
                  </a:lnTo>
                  <a:lnTo>
                    <a:pt x="804272" y="326129"/>
                  </a:lnTo>
                  <a:lnTo>
                    <a:pt x="825603" y="293617"/>
                  </a:lnTo>
                  <a:lnTo>
                    <a:pt x="845869" y="260721"/>
                  </a:lnTo>
                  <a:lnTo>
                    <a:pt x="873648" y="211906"/>
                  </a:lnTo>
                  <a:lnTo>
                    <a:pt x="1016508" y="211906"/>
                  </a:lnTo>
                  <a:lnTo>
                    <a:pt x="1016508" y="11929"/>
                  </a:lnTo>
                  <a:close/>
                </a:path>
                <a:path w="1102359" h="723900">
                  <a:moveTo>
                    <a:pt x="1016508" y="211906"/>
                  </a:moveTo>
                  <a:lnTo>
                    <a:pt x="873648" y="211906"/>
                  </a:lnTo>
                  <a:lnTo>
                    <a:pt x="873648" y="460568"/>
                  </a:lnTo>
                  <a:lnTo>
                    <a:pt x="1016508" y="460568"/>
                  </a:lnTo>
                  <a:lnTo>
                    <a:pt x="1016508" y="211906"/>
                  </a:lnTo>
                  <a:close/>
                </a:path>
                <a:path w="1102359" h="723900">
                  <a:moveTo>
                    <a:pt x="461224" y="125050"/>
                  </a:moveTo>
                  <a:lnTo>
                    <a:pt x="209946" y="125050"/>
                  </a:lnTo>
                  <a:lnTo>
                    <a:pt x="234801" y="126508"/>
                  </a:lnTo>
                  <a:lnTo>
                    <a:pt x="256245" y="130883"/>
                  </a:lnTo>
                  <a:lnTo>
                    <a:pt x="300188" y="161440"/>
                  </a:lnTo>
                  <a:lnTo>
                    <a:pt x="314706" y="217371"/>
                  </a:lnTo>
                  <a:lnTo>
                    <a:pt x="314208" y="228862"/>
                  </a:lnTo>
                  <a:lnTo>
                    <a:pt x="302268" y="271561"/>
                  </a:lnTo>
                  <a:lnTo>
                    <a:pt x="274155" y="312058"/>
                  </a:lnTo>
                  <a:lnTo>
                    <a:pt x="242956" y="342448"/>
                  </a:lnTo>
                  <a:lnTo>
                    <a:pt x="203167" y="374133"/>
                  </a:lnTo>
                  <a:lnTo>
                    <a:pt x="173023" y="396127"/>
                  </a:lnTo>
                  <a:lnTo>
                    <a:pt x="157539" y="407776"/>
                  </a:lnTo>
                  <a:lnTo>
                    <a:pt x="125364" y="433029"/>
                  </a:lnTo>
                  <a:lnTo>
                    <a:pt x="93653" y="461570"/>
                  </a:lnTo>
                  <a:lnTo>
                    <a:pt x="64526" y="494074"/>
                  </a:lnTo>
                  <a:lnTo>
                    <a:pt x="39090" y="530803"/>
                  </a:lnTo>
                  <a:lnTo>
                    <a:pt x="18409" y="571999"/>
                  </a:lnTo>
                  <a:lnTo>
                    <a:pt x="4587" y="618227"/>
                  </a:lnTo>
                  <a:lnTo>
                    <a:pt x="0" y="670035"/>
                  </a:lnTo>
                  <a:lnTo>
                    <a:pt x="0" y="723637"/>
                  </a:lnTo>
                  <a:lnTo>
                    <a:pt x="473476" y="723637"/>
                  </a:lnTo>
                  <a:lnTo>
                    <a:pt x="473476" y="593598"/>
                  </a:lnTo>
                  <a:lnTo>
                    <a:pt x="171724" y="593598"/>
                  </a:lnTo>
                  <a:lnTo>
                    <a:pt x="172342" y="586557"/>
                  </a:lnTo>
                  <a:lnTo>
                    <a:pt x="193346" y="548739"/>
                  </a:lnTo>
                  <a:lnTo>
                    <a:pt x="226634" y="516541"/>
                  </a:lnTo>
                  <a:lnTo>
                    <a:pt x="258565" y="491704"/>
                  </a:lnTo>
                  <a:lnTo>
                    <a:pt x="293370" y="466532"/>
                  </a:lnTo>
                  <a:lnTo>
                    <a:pt x="310830" y="454261"/>
                  </a:lnTo>
                  <a:lnTo>
                    <a:pt x="327968" y="441772"/>
                  </a:lnTo>
                  <a:lnTo>
                    <a:pt x="361309" y="416146"/>
                  </a:lnTo>
                  <a:lnTo>
                    <a:pt x="392174" y="388790"/>
                  </a:lnTo>
                  <a:lnTo>
                    <a:pt x="419221" y="358819"/>
                  </a:lnTo>
                  <a:lnTo>
                    <a:pt x="441773" y="325819"/>
                  </a:lnTo>
                  <a:lnTo>
                    <a:pt x="459364" y="289346"/>
                  </a:lnTo>
                  <a:lnTo>
                    <a:pt x="470729" y="248394"/>
                  </a:lnTo>
                  <a:lnTo>
                    <a:pt x="474482" y="201978"/>
                  </a:lnTo>
                  <a:lnTo>
                    <a:pt x="473504" y="179439"/>
                  </a:lnTo>
                  <a:lnTo>
                    <a:pt x="470573" y="157988"/>
                  </a:lnTo>
                  <a:lnTo>
                    <a:pt x="465686" y="137624"/>
                  </a:lnTo>
                  <a:lnTo>
                    <a:pt x="461224" y="125050"/>
                  </a:lnTo>
                  <a:close/>
                </a:path>
                <a:path w="1102359" h="723900">
                  <a:moveTo>
                    <a:pt x="243718" y="0"/>
                  </a:moveTo>
                  <a:lnTo>
                    <a:pt x="186901" y="3740"/>
                  </a:lnTo>
                  <a:lnTo>
                    <a:pt x="133049" y="14977"/>
                  </a:lnTo>
                  <a:lnTo>
                    <a:pt x="82173" y="33733"/>
                  </a:lnTo>
                  <a:lnTo>
                    <a:pt x="34290" y="60030"/>
                  </a:lnTo>
                  <a:lnTo>
                    <a:pt x="34290" y="198013"/>
                  </a:lnTo>
                  <a:lnTo>
                    <a:pt x="76708" y="166094"/>
                  </a:lnTo>
                  <a:lnTo>
                    <a:pt x="120117" y="143292"/>
                  </a:lnTo>
                  <a:lnTo>
                    <a:pt x="164527" y="129611"/>
                  </a:lnTo>
                  <a:lnTo>
                    <a:pt x="209946" y="125050"/>
                  </a:lnTo>
                  <a:lnTo>
                    <a:pt x="461224" y="125050"/>
                  </a:lnTo>
                  <a:lnTo>
                    <a:pt x="458845" y="118347"/>
                  </a:lnTo>
                  <a:lnTo>
                    <a:pt x="439715" y="83666"/>
                  </a:lnTo>
                  <a:lnTo>
                    <a:pt x="413522" y="54565"/>
                  </a:lnTo>
                  <a:lnTo>
                    <a:pt x="380375" y="3129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04" name="object 204"/>
            <p:cNvSpPr/>
            <p:nvPr/>
          </p:nvSpPr>
          <p:spPr>
            <a:xfrm>
              <a:off x="7345801" y="5545585"/>
              <a:ext cx="1102360" cy="723900"/>
            </a:xfrm>
            <a:custGeom>
              <a:avLst/>
              <a:gdLst/>
              <a:ahLst/>
              <a:cxnLst/>
              <a:rect l="l" t="t" r="r" b="b"/>
              <a:pathLst>
                <a:path w="1102359" h="723900">
                  <a:moveTo>
                    <a:pt x="873648" y="211906"/>
                  </a:moveTo>
                  <a:lnTo>
                    <a:pt x="845869" y="260721"/>
                  </a:lnTo>
                  <a:lnTo>
                    <a:pt x="825603" y="293617"/>
                  </a:lnTo>
                  <a:lnTo>
                    <a:pt x="804272" y="326129"/>
                  </a:lnTo>
                  <a:lnTo>
                    <a:pt x="782008" y="358082"/>
                  </a:lnTo>
                  <a:lnTo>
                    <a:pt x="759427" y="389105"/>
                  </a:lnTo>
                  <a:lnTo>
                    <a:pt x="725564" y="433338"/>
                  </a:lnTo>
                  <a:lnTo>
                    <a:pt x="703844" y="460568"/>
                  </a:lnTo>
                  <a:lnTo>
                    <a:pt x="873648" y="460568"/>
                  </a:lnTo>
                  <a:lnTo>
                    <a:pt x="873648" y="211906"/>
                  </a:lnTo>
                  <a:close/>
                </a:path>
                <a:path w="1102359" h="723900">
                  <a:moveTo>
                    <a:pt x="871087" y="11929"/>
                  </a:moveTo>
                  <a:lnTo>
                    <a:pt x="1016507" y="11929"/>
                  </a:lnTo>
                  <a:lnTo>
                    <a:pt x="1016507" y="460568"/>
                  </a:lnTo>
                  <a:lnTo>
                    <a:pt x="1101851" y="460568"/>
                  </a:lnTo>
                  <a:lnTo>
                    <a:pt x="1101851" y="577714"/>
                  </a:lnTo>
                  <a:lnTo>
                    <a:pt x="1016507" y="577714"/>
                  </a:lnTo>
                  <a:lnTo>
                    <a:pt x="1016507" y="723637"/>
                  </a:lnTo>
                  <a:lnTo>
                    <a:pt x="873648" y="723637"/>
                  </a:lnTo>
                  <a:lnTo>
                    <a:pt x="873648" y="577714"/>
                  </a:lnTo>
                  <a:lnTo>
                    <a:pt x="563392" y="577714"/>
                  </a:lnTo>
                  <a:lnTo>
                    <a:pt x="563392" y="455115"/>
                  </a:lnTo>
                  <a:lnTo>
                    <a:pt x="584155" y="431490"/>
                  </a:lnTo>
                  <a:lnTo>
                    <a:pt x="605298" y="406781"/>
                  </a:lnTo>
                  <a:lnTo>
                    <a:pt x="648736" y="354116"/>
                  </a:lnTo>
                  <a:lnTo>
                    <a:pt x="692162" y="298460"/>
                  </a:lnTo>
                  <a:lnTo>
                    <a:pt x="734080" y="241197"/>
                  </a:lnTo>
                  <a:lnTo>
                    <a:pt x="773898" y="182936"/>
                  </a:lnTo>
                  <a:lnTo>
                    <a:pt x="810767" y="124300"/>
                  </a:lnTo>
                  <a:lnTo>
                    <a:pt x="843648" y="66798"/>
                  </a:lnTo>
                  <a:lnTo>
                    <a:pt x="858045" y="39033"/>
                  </a:lnTo>
                  <a:lnTo>
                    <a:pt x="871087" y="11929"/>
                  </a:lnTo>
                  <a:close/>
                </a:path>
                <a:path w="1102359" h="723900">
                  <a:moveTo>
                    <a:pt x="243718" y="0"/>
                  </a:moveTo>
                  <a:lnTo>
                    <a:pt x="295038" y="3521"/>
                  </a:lnTo>
                  <a:lnTo>
                    <a:pt x="340735" y="14096"/>
                  </a:lnTo>
                  <a:lnTo>
                    <a:pt x="380375" y="31295"/>
                  </a:lnTo>
                  <a:lnTo>
                    <a:pt x="413522" y="54565"/>
                  </a:lnTo>
                  <a:lnTo>
                    <a:pt x="439715" y="83666"/>
                  </a:lnTo>
                  <a:lnTo>
                    <a:pt x="458845" y="118347"/>
                  </a:lnTo>
                  <a:lnTo>
                    <a:pt x="470573" y="157988"/>
                  </a:lnTo>
                  <a:lnTo>
                    <a:pt x="474482" y="201978"/>
                  </a:lnTo>
                  <a:lnTo>
                    <a:pt x="473547" y="225869"/>
                  </a:lnTo>
                  <a:lnTo>
                    <a:pt x="466008" y="269553"/>
                  </a:lnTo>
                  <a:lnTo>
                    <a:pt x="451201" y="308015"/>
                  </a:lnTo>
                  <a:lnTo>
                    <a:pt x="431104" y="342755"/>
                  </a:lnTo>
                  <a:lnTo>
                    <a:pt x="406174" y="374133"/>
                  </a:lnTo>
                  <a:lnTo>
                    <a:pt x="377220" y="402794"/>
                  </a:lnTo>
                  <a:lnTo>
                    <a:pt x="344792" y="429067"/>
                  </a:lnTo>
                  <a:lnTo>
                    <a:pt x="310830" y="454261"/>
                  </a:lnTo>
                  <a:lnTo>
                    <a:pt x="293369" y="466532"/>
                  </a:lnTo>
                  <a:lnTo>
                    <a:pt x="281558" y="474955"/>
                  </a:lnTo>
                  <a:lnTo>
                    <a:pt x="247406" y="500039"/>
                  </a:lnTo>
                  <a:lnTo>
                    <a:pt x="217213" y="524702"/>
                  </a:lnTo>
                  <a:lnTo>
                    <a:pt x="187072" y="556571"/>
                  </a:lnTo>
                  <a:lnTo>
                    <a:pt x="171724" y="593597"/>
                  </a:lnTo>
                  <a:lnTo>
                    <a:pt x="473476" y="593597"/>
                  </a:lnTo>
                  <a:lnTo>
                    <a:pt x="473476" y="723637"/>
                  </a:lnTo>
                  <a:lnTo>
                    <a:pt x="0" y="723637"/>
                  </a:lnTo>
                  <a:lnTo>
                    <a:pt x="0" y="670035"/>
                  </a:lnTo>
                  <a:lnTo>
                    <a:pt x="4587" y="618227"/>
                  </a:lnTo>
                  <a:lnTo>
                    <a:pt x="18409" y="571999"/>
                  </a:lnTo>
                  <a:lnTo>
                    <a:pt x="39090" y="530803"/>
                  </a:lnTo>
                  <a:lnTo>
                    <a:pt x="64526" y="494074"/>
                  </a:lnTo>
                  <a:lnTo>
                    <a:pt x="93653" y="461570"/>
                  </a:lnTo>
                  <a:lnTo>
                    <a:pt x="125364" y="433029"/>
                  </a:lnTo>
                  <a:lnTo>
                    <a:pt x="157539" y="407776"/>
                  </a:lnTo>
                  <a:lnTo>
                    <a:pt x="203231" y="374086"/>
                  </a:lnTo>
                  <a:lnTo>
                    <a:pt x="217421" y="363294"/>
                  </a:lnTo>
                  <a:lnTo>
                    <a:pt x="254297" y="332285"/>
                  </a:lnTo>
                  <a:lnTo>
                    <a:pt x="282701" y="301989"/>
                  </a:lnTo>
                  <a:lnTo>
                    <a:pt x="306720" y="261295"/>
                  </a:lnTo>
                  <a:lnTo>
                    <a:pt x="314705" y="217371"/>
                  </a:lnTo>
                  <a:lnTo>
                    <a:pt x="313090" y="195934"/>
                  </a:lnTo>
                  <a:lnTo>
                    <a:pt x="288919" y="148388"/>
                  </a:lnTo>
                  <a:lnTo>
                    <a:pt x="234801" y="126508"/>
                  </a:lnTo>
                  <a:lnTo>
                    <a:pt x="209946" y="125050"/>
                  </a:lnTo>
                  <a:lnTo>
                    <a:pt x="164527" y="129611"/>
                  </a:lnTo>
                  <a:lnTo>
                    <a:pt x="120117" y="143292"/>
                  </a:lnTo>
                  <a:lnTo>
                    <a:pt x="76708" y="166094"/>
                  </a:lnTo>
                  <a:lnTo>
                    <a:pt x="34289" y="198013"/>
                  </a:lnTo>
                  <a:lnTo>
                    <a:pt x="34289" y="60030"/>
                  </a:lnTo>
                  <a:lnTo>
                    <a:pt x="82173" y="33733"/>
                  </a:lnTo>
                  <a:lnTo>
                    <a:pt x="133049" y="14977"/>
                  </a:lnTo>
                  <a:lnTo>
                    <a:pt x="186901" y="3740"/>
                  </a:lnTo>
                  <a:lnTo>
                    <a:pt x="243718" y="0"/>
                  </a:lnTo>
                  <a:close/>
                </a:path>
              </a:pathLst>
            </a:custGeom>
            <a:ln w="12191">
              <a:solidFill>
                <a:srgbClr val="000000"/>
              </a:solidFill>
            </a:ln>
          </p:spPr>
          <p:txBody>
            <a:bodyPr wrap="square" lIns="0" tIns="0" rIns="0" bIns="0" rtlCol="0"/>
            <a:lstStyle/>
            <a:p>
              <a:endParaRPr/>
            </a:p>
          </p:txBody>
        </p:sp>
        <p:sp>
          <p:nvSpPr>
            <p:cNvPr id="205" name="object 205"/>
            <p:cNvSpPr/>
            <p:nvPr/>
          </p:nvSpPr>
          <p:spPr>
            <a:xfrm>
              <a:off x="6774180"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06" name="object 206"/>
            <p:cNvSpPr/>
            <p:nvPr/>
          </p:nvSpPr>
          <p:spPr>
            <a:xfrm>
              <a:off x="6620256" y="4905755"/>
              <a:ext cx="2523743" cy="1952244"/>
            </a:xfrm>
            <a:prstGeom prst="rect">
              <a:avLst/>
            </a:prstGeom>
            <a:blipFill>
              <a:blip r:embed="rId87" cstate="print"/>
              <a:stretch>
                <a:fillRect/>
              </a:stretch>
            </a:blipFill>
          </p:spPr>
          <p:txBody>
            <a:bodyPr wrap="square" lIns="0" tIns="0" rIns="0" bIns="0" rtlCol="0"/>
            <a:lstStyle/>
            <a:p>
              <a:endParaRPr/>
            </a:p>
          </p:txBody>
        </p:sp>
        <p:sp>
          <p:nvSpPr>
            <p:cNvPr id="207" name="object 207"/>
            <p:cNvSpPr/>
            <p:nvPr/>
          </p:nvSpPr>
          <p:spPr>
            <a:xfrm>
              <a:off x="6855592"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8" name="object 208"/>
            <p:cNvSpPr/>
            <p:nvPr/>
          </p:nvSpPr>
          <p:spPr>
            <a:xfrm>
              <a:off x="6855592"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09" name="object 209"/>
            <p:cNvSpPr/>
            <p:nvPr/>
          </p:nvSpPr>
          <p:spPr>
            <a:xfrm>
              <a:off x="6661404" y="4927090"/>
              <a:ext cx="2481072" cy="1930908"/>
            </a:xfrm>
            <a:prstGeom prst="rect">
              <a:avLst/>
            </a:prstGeom>
            <a:blipFill>
              <a:blip r:embed="rId88" cstate="print"/>
              <a:stretch>
                <a:fillRect/>
              </a:stretch>
            </a:blipFill>
          </p:spPr>
          <p:txBody>
            <a:bodyPr wrap="square" lIns="0" tIns="0" rIns="0" bIns="0" rtlCol="0"/>
            <a:lstStyle/>
            <a:p>
              <a:endParaRPr/>
            </a:p>
          </p:txBody>
        </p:sp>
        <p:sp>
          <p:nvSpPr>
            <p:cNvPr id="210" name="object 210"/>
            <p:cNvSpPr/>
            <p:nvPr/>
          </p:nvSpPr>
          <p:spPr>
            <a:xfrm>
              <a:off x="7339584" y="5524630"/>
              <a:ext cx="1061720" cy="736600"/>
            </a:xfrm>
            <a:custGeom>
              <a:avLst/>
              <a:gdLst/>
              <a:ahLst/>
              <a:cxnLst/>
              <a:rect l="l" t="t" r="r" b="b"/>
              <a:pathLst>
                <a:path w="1061720" h="736600">
                  <a:moveTo>
                    <a:pt x="614568" y="571237"/>
                  </a:moveTo>
                  <a:lnTo>
                    <a:pt x="614568" y="705255"/>
                  </a:lnTo>
                  <a:lnTo>
                    <a:pt x="651569" y="718721"/>
                  </a:lnTo>
                  <a:lnTo>
                    <a:pt x="692677" y="728335"/>
                  </a:lnTo>
                  <a:lnTo>
                    <a:pt x="737905" y="734101"/>
                  </a:lnTo>
                  <a:lnTo>
                    <a:pt x="787267" y="736021"/>
                  </a:lnTo>
                  <a:lnTo>
                    <a:pt x="847254" y="731757"/>
                  </a:lnTo>
                  <a:lnTo>
                    <a:pt x="900687" y="718964"/>
                  </a:lnTo>
                  <a:lnTo>
                    <a:pt x="947543" y="697641"/>
                  </a:lnTo>
                  <a:lnTo>
                    <a:pt x="987795" y="667786"/>
                  </a:lnTo>
                  <a:lnTo>
                    <a:pt x="1020137" y="631191"/>
                  </a:lnTo>
                  <a:lnTo>
                    <a:pt x="1028631" y="615921"/>
                  </a:lnTo>
                  <a:lnTo>
                    <a:pt x="769863" y="615921"/>
                  </a:lnTo>
                  <a:lnTo>
                    <a:pt x="729289" y="613128"/>
                  </a:lnTo>
                  <a:lnTo>
                    <a:pt x="689872" y="604750"/>
                  </a:lnTo>
                  <a:lnTo>
                    <a:pt x="651627" y="590786"/>
                  </a:lnTo>
                  <a:lnTo>
                    <a:pt x="614568" y="571237"/>
                  </a:lnTo>
                  <a:close/>
                </a:path>
                <a:path w="1061720" h="736600">
                  <a:moveTo>
                    <a:pt x="1044080" y="400501"/>
                  </a:moveTo>
                  <a:lnTo>
                    <a:pt x="752490" y="400501"/>
                  </a:lnTo>
                  <a:lnTo>
                    <a:pt x="806308" y="404730"/>
                  </a:lnTo>
                  <a:lnTo>
                    <a:pt x="848162" y="417418"/>
                  </a:lnTo>
                  <a:lnTo>
                    <a:pt x="878054" y="438564"/>
                  </a:lnTo>
                  <a:lnTo>
                    <a:pt x="895987" y="468168"/>
                  </a:lnTo>
                  <a:lnTo>
                    <a:pt x="901964" y="506230"/>
                  </a:lnTo>
                  <a:lnTo>
                    <a:pt x="899770" y="530219"/>
                  </a:lnTo>
                  <a:lnTo>
                    <a:pt x="882238" y="570296"/>
                  </a:lnTo>
                  <a:lnTo>
                    <a:pt x="847710" y="599306"/>
                  </a:lnTo>
                  <a:lnTo>
                    <a:pt x="799215" y="614075"/>
                  </a:lnTo>
                  <a:lnTo>
                    <a:pt x="769863" y="615921"/>
                  </a:lnTo>
                  <a:lnTo>
                    <a:pt x="1028631" y="615921"/>
                  </a:lnTo>
                  <a:lnTo>
                    <a:pt x="1043235" y="589667"/>
                  </a:lnTo>
                  <a:lnTo>
                    <a:pt x="1057091" y="543211"/>
                  </a:lnTo>
                  <a:lnTo>
                    <a:pt x="1061709" y="491822"/>
                  </a:lnTo>
                  <a:lnTo>
                    <a:pt x="1057831" y="445665"/>
                  </a:lnTo>
                  <a:lnTo>
                    <a:pt x="1046203" y="404472"/>
                  </a:lnTo>
                  <a:lnTo>
                    <a:pt x="1044080" y="400501"/>
                  </a:lnTo>
                  <a:close/>
                </a:path>
                <a:path w="1061720" h="736600">
                  <a:moveTo>
                    <a:pt x="1028943" y="11811"/>
                  </a:moveTo>
                  <a:lnTo>
                    <a:pt x="652272" y="11811"/>
                  </a:lnTo>
                  <a:lnTo>
                    <a:pt x="625480" y="408931"/>
                  </a:lnTo>
                  <a:lnTo>
                    <a:pt x="660413" y="405243"/>
                  </a:lnTo>
                  <a:lnTo>
                    <a:pt x="693214" y="402608"/>
                  </a:lnTo>
                  <a:lnTo>
                    <a:pt x="723900" y="401028"/>
                  </a:lnTo>
                  <a:lnTo>
                    <a:pt x="752490" y="400501"/>
                  </a:lnTo>
                  <a:lnTo>
                    <a:pt x="1044080" y="400501"/>
                  </a:lnTo>
                  <a:lnTo>
                    <a:pt x="1026836" y="368245"/>
                  </a:lnTo>
                  <a:lnTo>
                    <a:pt x="999744" y="336983"/>
                  </a:lnTo>
                  <a:lnTo>
                    <a:pt x="965722" y="311785"/>
                  </a:lnTo>
                  <a:lnTo>
                    <a:pt x="925746" y="293788"/>
                  </a:lnTo>
                  <a:lnTo>
                    <a:pt x="879814" y="282990"/>
                  </a:lnTo>
                  <a:lnTo>
                    <a:pt x="870993" y="282378"/>
                  </a:lnTo>
                  <a:lnTo>
                    <a:pt x="762000" y="282378"/>
                  </a:lnTo>
                  <a:lnTo>
                    <a:pt x="771906" y="139921"/>
                  </a:lnTo>
                  <a:lnTo>
                    <a:pt x="1028943" y="139921"/>
                  </a:lnTo>
                  <a:lnTo>
                    <a:pt x="1028943" y="11811"/>
                  </a:lnTo>
                  <a:close/>
                </a:path>
                <a:path w="1061720" h="736600">
                  <a:moveTo>
                    <a:pt x="827928" y="279391"/>
                  </a:moveTo>
                  <a:lnTo>
                    <a:pt x="813366" y="279579"/>
                  </a:lnTo>
                  <a:lnTo>
                    <a:pt x="797524" y="280140"/>
                  </a:lnTo>
                  <a:lnTo>
                    <a:pt x="780402" y="281073"/>
                  </a:lnTo>
                  <a:lnTo>
                    <a:pt x="762000" y="282378"/>
                  </a:lnTo>
                  <a:lnTo>
                    <a:pt x="870993" y="282378"/>
                  </a:lnTo>
                  <a:lnTo>
                    <a:pt x="827928" y="279391"/>
                  </a:lnTo>
                  <a:close/>
                </a:path>
                <a:path w="1061720" h="736600">
                  <a:moveTo>
                    <a:pt x="461220" y="125025"/>
                  </a:moveTo>
                  <a:lnTo>
                    <a:pt x="209946" y="125025"/>
                  </a:lnTo>
                  <a:lnTo>
                    <a:pt x="234801" y="126485"/>
                  </a:lnTo>
                  <a:lnTo>
                    <a:pt x="256245" y="130862"/>
                  </a:lnTo>
                  <a:lnTo>
                    <a:pt x="300188" y="161417"/>
                  </a:lnTo>
                  <a:lnTo>
                    <a:pt x="314706" y="217358"/>
                  </a:lnTo>
                  <a:lnTo>
                    <a:pt x="314208" y="228845"/>
                  </a:lnTo>
                  <a:lnTo>
                    <a:pt x="302285" y="271550"/>
                  </a:lnTo>
                  <a:lnTo>
                    <a:pt x="274155" y="312041"/>
                  </a:lnTo>
                  <a:lnTo>
                    <a:pt x="242956" y="342424"/>
                  </a:lnTo>
                  <a:lnTo>
                    <a:pt x="203210" y="374121"/>
                  </a:lnTo>
                  <a:lnTo>
                    <a:pt x="173018" y="396111"/>
                  </a:lnTo>
                  <a:lnTo>
                    <a:pt x="157528" y="407763"/>
                  </a:lnTo>
                  <a:lnTo>
                    <a:pt x="125364" y="433017"/>
                  </a:lnTo>
                  <a:lnTo>
                    <a:pt x="93653" y="461553"/>
                  </a:lnTo>
                  <a:lnTo>
                    <a:pt x="64526" y="494062"/>
                  </a:lnTo>
                  <a:lnTo>
                    <a:pt x="39079" y="530792"/>
                  </a:lnTo>
                  <a:lnTo>
                    <a:pt x="18409" y="571987"/>
                  </a:lnTo>
                  <a:lnTo>
                    <a:pt x="4587" y="618215"/>
                  </a:lnTo>
                  <a:lnTo>
                    <a:pt x="0" y="670023"/>
                  </a:lnTo>
                  <a:lnTo>
                    <a:pt x="0" y="723613"/>
                  </a:lnTo>
                  <a:lnTo>
                    <a:pt x="473598" y="723613"/>
                  </a:lnTo>
                  <a:lnTo>
                    <a:pt x="473598" y="593585"/>
                  </a:lnTo>
                  <a:lnTo>
                    <a:pt x="171693" y="593585"/>
                  </a:lnTo>
                  <a:lnTo>
                    <a:pt x="172318" y="586539"/>
                  </a:lnTo>
                  <a:lnTo>
                    <a:pt x="193376" y="548719"/>
                  </a:lnTo>
                  <a:lnTo>
                    <a:pt x="226626" y="516524"/>
                  </a:lnTo>
                  <a:lnTo>
                    <a:pt x="258565" y="491687"/>
                  </a:lnTo>
                  <a:lnTo>
                    <a:pt x="293370" y="466523"/>
                  </a:lnTo>
                  <a:lnTo>
                    <a:pt x="310830" y="454246"/>
                  </a:lnTo>
                  <a:lnTo>
                    <a:pt x="327968" y="441757"/>
                  </a:lnTo>
                  <a:lnTo>
                    <a:pt x="361309" y="416134"/>
                  </a:lnTo>
                  <a:lnTo>
                    <a:pt x="392174" y="388778"/>
                  </a:lnTo>
                  <a:lnTo>
                    <a:pt x="419221" y="358807"/>
                  </a:lnTo>
                  <a:lnTo>
                    <a:pt x="441773" y="325805"/>
                  </a:lnTo>
                  <a:lnTo>
                    <a:pt x="459364" y="289322"/>
                  </a:lnTo>
                  <a:lnTo>
                    <a:pt x="470729" y="248376"/>
                  </a:lnTo>
                  <a:lnTo>
                    <a:pt x="474482" y="201966"/>
                  </a:lnTo>
                  <a:lnTo>
                    <a:pt x="473504" y="179427"/>
                  </a:lnTo>
                  <a:lnTo>
                    <a:pt x="470573" y="157975"/>
                  </a:lnTo>
                  <a:lnTo>
                    <a:pt x="465686" y="137612"/>
                  </a:lnTo>
                  <a:lnTo>
                    <a:pt x="461220" y="125025"/>
                  </a:lnTo>
                  <a:close/>
                </a:path>
                <a:path w="1061720" h="736600">
                  <a:moveTo>
                    <a:pt x="243718" y="0"/>
                  </a:moveTo>
                  <a:lnTo>
                    <a:pt x="186901" y="3741"/>
                  </a:lnTo>
                  <a:lnTo>
                    <a:pt x="133049" y="14982"/>
                  </a:lnTo>
                  <a:lnTo>
                    <a:pt x="82173" y="33749"/>
                  </a:lnTo>
                  <a:lnTo>
                    <a:pt x="34290" y="60066"/>
                  </a:lnTo>
                  <a:lnTo>
                    <a:pt x="34290" y="198001"/>
                  </a:lnTo>
                  <a:lnTo>
                    <a:pt x="76695" y="166080"/>
                  </a:lnTo>
                  <a:lnTo>
                    <a:pt x="120106" y="143274"/>
                  </a:lnTo>
                  <a:lnTo>
                    <a:pt x="164523" y="129588"/>
                  </a:lnTo>
                  <a:lnTo>
                    <a:pt x="209946" y="125025"/>
                  </a:lnTo>
                  <a:lnTo>
                    <a:pt x="461220" y="125025"/>
                  </a:lnTo>
                  <a:lnTo>
                    <a:pt x="458845" y="118335"/>
                  </a:lnTo>
                  <a:lnTo>
                    <a:pt x="439715" y="83660"/>
                  </a:lnTo>
                  <a:lnTo>
                    <a:pt x="413522" y="54601"/>
                  </a:lnTo>
                  <a:lnTo>
                    <a:pt x="380420"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11" name="object 211"/>
            <p:cNvSpPr/>
            <p:nvPr/>
          </p:nvSpPr>
          <p:spPr>
            <a:xfrm>
              <a:off x="7339583" y="5524630"/>
              <a:ext cx="1061720" cy="736600"/>
            </a:xfrm>
            <a:custGeom>
              <a:avLst/>
              <a:gdLst/>
              <a:ahLst/>
              <a:cxnLst/>
              <a:rect l="l" t="t" r="r" b="b"/>
              <a:pathLst>
                <a:path w="1061720" h="736600">
                  <a:moveTo>
                    <a:pt x="652271" y="11810"/>
                  </a:moveTo>
                  <a:lnTo>
                    <a:pt x="1028943" y="11810"/>
                  </a:lnTo>
                  <a:lnTo>
                    <a:pt x="1028943" y="139921"/>
                  </a:lnTo>
                  <a:lnTo>
                    <a:pt x="771905" y="139921"/>
                  </a:lnTo>
                  <a:lnTo>
                    <a:pt x="761999" y="282378"/>
                  </a:lnTo>
                  <a:lnTo>
                    <a:pt x="780402" y="281073"/>
                  </a:lnTo>
                  <a:lnTo>
                    <a:pt x="797524" y="280140"/>
                  </a:lnTo>
                  <a:lnTo>
                    <a:pt x="813366" y="279579"/>
                  </a:lnTo>
                  <a:lnTo>
                    <a:pt x="827928" y="279391"/>
                  </a:lnTo>
                  <a:lnTo>
                    <a:pt x="879814" y="282990"/>
                  </a:lnTo>
                  <a:lnTo>
                    <a:pt x="925746" y="293788"/>
                  </a:lnTo>
                  <a:lnTo>
                    <a:pt x="965722" y="311785"/>
                  </a:lnTo>
                  <a:lnTo>
                    <a:pt x="999743" y="336983"/>
                  </a:lnTo>
                  <a:lnTo>
                    <a:pt x="1026836" y="368245"/>
                  </a:lnTo>
                  <a:lnTo>
                    <a:pt x="1046203" y="404472"/>
                  </a:lnTo>
                  <a:lnTo>
                    <a:pt x="1057831" y="445665"/>
                  </a:lnTo>
                  <a:lnTo>
                    <a:pt x="1061709" y="491822"/>
                  </a:lnTo>
                  <a:lnTo>
                    <a:pt x="1057091" y="543211"/>
                  </a:lnTo>
                  <a:lnTo>
                    <a:pt x="1043235" y="589667"/>
                  </a:lnTo>
                  <a:lnTo>
                    <a:pt x="1020137" y="631191"/>
                  </a:lnTo>
                  <a:lnTo>
                    <a:pt x="987795" y="667786"/>
                  </a:lnTo>
                  <a:lnTo>
                    <a:pt x="947543" y="697641"/>
                  </a:lnTo>
                  <a:lnTo>
                    <a:pt x="900687" y="718964"/>
                  </a:lnTo>
                  <a:lnTo>
                    <a:pt x="847253" y="731757"/>
                  </a:lnTo>
                  <a:lnTo>
                    <a:pt x="787267" y="736021"/>
                  </a:lnTo>
                  <a:lnTo>
                    <a:pt x="737905" y="734100"/>
                  </a:lnTo>
                  <a:lnTo>
                    <a:pt x="692677" y="728335"/>
                  </a:lnTo>
                  <a:lnTo>
                    <a:pt x="651569" y="718721"/>
                  </a:lnTo>
                  <a:lnTo>
                    <a:pt x="614568" y="705255"/>
                  </a:lnTo>
                  <a:lnTo>
                    <a:pt x="614568" y="571237"/>
                  </a:lnTo>
                  <a:lnTo>
                    <a:pt x="651627" y="590786"/>
                  </a:lnTo>
                  <a:lnTo>
                    <a:pt x="689872" y="604750"/>
                  </a:lnTo>
                  <a:lnTo>
                    <a:pt x="729289" y="613128"/>
                  </a:lnTo>
                  <a:lnTo>
                    <a:pt x="769863" y="615921"/>
                  </a:lnTo>
                  <a:lnTo>
                    <a:pt x="799215" y="614075"/>
                  </a:lnTo>
                  <a:lnTo>
                    <a:pt x="847710" y="599306"/>
                  </a:lnTo>
                  <a:lnTo>
                    <a:pt x="882238" y="570296"/>
                  </a:lnTo>
                  <a:lnTo>
                    <a:pt x="899770" y="530219"/>
                  </a:lnTo>
                  <a:lnTo>
                    <a:pt x="901964" y="506230"/>
                  </a:lnTo>
                  <a:lnTo>
                    <a:pt x="895987" y="468168"/>
                  </a:lnTo>
                  <a:lnTo>
                    <a:pt x="878054" y="438563"/>
                  </a:lnTo>
                  <a:lnTo>
                    <a:pt x="848162" y="417418"/>
                  </a:lnTo>
                  <a:lnTo>
                    <a:pt x="806308" y="404730"/>
                  </a:lnTo>
                  <a:lnTo>
                    <a:pt x="752490" y="400501"/>
                  </a:lnTo>
                  <a:lnTo>
                    <a:pt x="723900" y="401028"/>
                  </a:lnTo>
                  <a:lnTo>
                    <a:pt x="693214" y="402608"/>
                  </a:lnTo>
                  <a:lnTo>
                    <a:pt x="660413" y="405243"/>
                  </a:lnTo>
                  <a:lnTo>
                    <a:pt x="625480" y="408931"/>
                  </a:lnTo>
                  <a:lnTo>
                    <a:pt x="652271" y="11810"/>
                  </a:lnTo>
                  <a:close/>
                </a:path>
                <a:path w="1061720" h="736600">
                  <a:moveTo>
                    <a:pt x="243718" y="0"/>
                  </a:moveTo>
                  <a:lnTo>
                    <a:pt x="295038" y="3521"/>
                  </a:lnTo>
                  <a:lnTo>
                    <a:pt x="340735" y="14096"/>
                  </a:lnTo>
                  <a:lnTo>
                    <a:pt x="380420" y="31255"/>
                  </a:lnTo>
                  <a:lnTo>
                    <a:pt x="413522" y="54601"/>
                  </a:lnTo>
                  <a:lnTo>
                    <a:pt x="439715" y="83660"/>
                  </a:lnTo>
                  <a:lnTo>
                    <a:pt x="458845" y="118335"/>
                  </a:lnTo>
                  <a:lnTo>
                    <a:pt x="470573" y="157975"/>
                  </a:lnTo>
                  <a:lnTo>
                    <a:pt x="474482" y="201966"/>
                  </a:lnTo>
                  <a:lnTo>
                    <a:pt x="473547" y="225855"/>
                  </a:lnTo>
                  <a:lnTo>
                    <a:pt x="466008" y="269530"/>
                  </a:lnTo>
                  <a:lnTo>
                    <a:pt x="451201" y="307997"/>
                  </a:lnTo>
                  <a:lnTo>
                    <a:pt x="431104" y="342743"/>
                  </a:lnTo>
                  <a:lnTo>
                    <a:pt x="406174" y="374121"/>
                  </a:lnTo>
                  <a:lnTo>
                    <a:pt x="377220" y="402781"/>
                  </a:lnTo>
                  <a:lnTo>
                    <a:pt x="344792" y="429054"/>
                  </a:lnTo>
                  <a:lnTo>
                    <a:pt x="310830" y="454246"/>
                  </a:lnTo>
                  <a:lnTo>
                    <a:pt x="293369" y="466523"/>
                  </a:lnTo>
                  <a:lnTo>
                    <a:pt x="281558" y="474944"/>
                  </a:lnTo>
                  <a:lnTo>
                    <a:pt x="247406" y="500015"/>
                  </a:lnTo>
                  <a:lnTo>
                    <a:pt x="217248" y="524680"/>
                  </a:lnTo>
                  <a:lnTo>
                    <a:pt x="187125" y="556553"/>
                  </a:lnTo>
                  <a:lnTo>
                    <a:pt x="171693" y="593585"/>
                  </a:lnTo>
                  <a:lnTo>
                    <a:pt x="473598" y="593585"/>
                  </a:lnTo>
                  <a:lnTo>
                    <a:pt x="473598" y="723613"/>
                  </a:lnTo>
                  <a:lnTo>
                    <a:pt x="0" y="723613"/>
                  </a:lnTo>
                  <a:lnTo>
                    <a:pt x="0" y="670023"/>
                  </a:lnTo>
                  <a:lnTo>
                    <a:pt x="4587" y="618215"/>
                  </a:lnTo>
                  <a:lnTo>
                    <a:pt x="18409" y="571987"/>
                  </a:lnTo>
                  <a:lnTo>
                    <a:pt x="39079" y="530792"/>
                  </a:lnTo>
                  <a:lnTo>
                    <a:pt x="64526" y="494062"/>
                  </a:lnTo>
                  <a:lnTo>
                    <a:pt x="93653" y="461553"/>
                  </a:lnTo>
                  <a:lnTo>
                    <a:pt x="125364" y="433017"/>
                  </a:lnTo>
                  <a:lnTo>
                    <a:pt x="157528" y="407763"/>
                  </a:lnTo>
                  <a:lnTo>
                    <a:pt x="203282" y="374069"/>
                  </a:lnTo>
                  <a:lnTo>
                    <a:pt x="217467" y="363275"/>
                  </a:lnTo>
                  <a:lnTo>
                    <a:pt x="254297" y="332266"/>
                  </a:lnTo>
                  <a:lnTo>
                    <a:pt x="282701" y="301977"/>
                  </a:lnTo>
                  <a:lnTo>
                    <a:pt x="306720" y="261283"/>
                  </a:lnTo>
                  <a:lnTo>
                    <a:pt x="314705" y="217358"/>
                  </a:lnTo>
                  <a:lnTo>
                    <a:pt x="313090" y="195921"/>
                  </a:lnTo>
                  <a:lnTo>
                    <a:pt x="288919" y="148352"/>
                  </a:lnTo>
                  <a:lnTo>
                    <a:pt x="234801" y="126485"/>
                  </a:lnTo>
                  <a:lnTo>
                    <a:pt x="209946" y="125025"/>
                  </a:lnTo>
                  <a:lnTo>
                    <a:pt x="164523" y="129588"/>
                  </a:lnTo>
                  <a:lnTo>
                    <a:pt x="120106" y="143274"/>
                  </a:lnTo>
                  <a:lnTo>
                    <a:pt x="76695"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12" name="object 212"/>
            <p:cNvSpPr/>
            <p:nvPr/>
          </p:nvSpPr>
          <p:spPr>
            <a:xfrm>
              <a:off x="6778752" y="5230367"/>
              <a:ext cx="2218944" cy="1345692"/>
            </a:xfrm>
            <a:prstGeom prst="rect">
              <a:avLst/>
            </a:prstGeom>
            <a:blipFill>
              <a:blip r:embed="rId89" cstate="print"/>
              <a:stretch>
                <a:fillRect/>
              </a:stretch>
            </a:blipFill>
          </p:spPr>
          <p:txBody>
            <a:bodyPr wrap="square" lIns="0" tIns="0" rIns="0" bIns="0" rtlCol="0"/>
            <a:lstStyle/>
            <a:p>
              <a:endParaRPr/>
            </a:p>
          </p:txBody>
        </p:sp>
        <p:sp>
          <p:nvSpPr>
            <p:cNvPr id="213" name="object 213"/>
            <p:cNvSpPr/>
            <p:nvPr/>
          </p:nvSpPr>
          <p:spPr>
            <a:xfrm>
              <a:off x="6624828" y="4911850"/>
              <a:ext cx="2519171" cy="1946147"/>
            </a:xfrm>
            <a:prstGeom prst="rect">
              <a:avLst/>
            </a:prstGeom>
            <a:blipFill>
              <a:blip r:embed="rId90" cstate="print"/>
              <a:stretch>
                <a:fillRect/>
              </a:stretch>
            </a:blipFill>
          </p:spPr>
          <p:txBody>
            <a:bodyPr wrap="square" lIns="0" tIns="0" rIns="0" bIns="0" rtlCol="0"/>
            <a:lstStyle/>
            <a:p>
              <a:endParaRPr/>
            </a:p>
          </p:txBody>
        </p:sp>
        <p:sp>
          <p:nvSpPr>
            <p:cNvPr id="214" name="object 214"/>
            <p:cNvSpPr/>
            <p:nvPr/>
          </p:nvSpPr>
          <p:spPr>
            <a:xfrm>
              <a:off x="6860042" y="5290565"/>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36"/>
                  </a:lnTo>
                  <a:lnTo>
                    <a:pt x="4719" y="998393"/>
                  </a:lnTo>
                  <a:lnTo>
                    <a:pt x="18257" y="1042036"/>
                  </a:lnTo>
                  <a:lnTo>
                    <a:pt x="39683" y="1081531"/>
                  </a:lnTo>
                  <a:lnTo>
                    <a:pt x="68065" y="1115941"/>
                  </a:lnTo>
                  <a:lnTo>
                    <a:pt x="102472" y="1144332"/>
                  </a:lnTo>
                  <a:lnTo>
                    <a:pt x="141973" y="1165769"/>
                  </a:lnTo>
                  <a:lnTo>
                    <a:pt x="185636" y="1179317"/>
                  </a:lnTo>
                  <a:lnTo>
                    <a:pt x="232531" y="1184041"/>
                  </a:lnTo>
                  <a:lnTo>
                    <a:pt x="1824868" y="1184041"/>
                  </a:lnTo>
                  <a:lnTo>
                    <a:pt x="1871719" y="1179317"/>
                  </a:lnTo>
                  <a:lnTo>
                    <a:pt x="1915362" y="1165769"/>
                  </a:lnTo>
                  <a:lnTo>
                    <a:pt x="1954860" y="1144332"/>
                  </a:lnTo>
                  <a:lnTo>
                    <a:pt x="1989277" y="1115941"/>
                  </a:lnTo>
                  <a:lnTo>
                    <a:pt x="2017676" y="1081531"/>
                  </a:lnTo>
                  <a:lnTo>
                    <a:pt x="2039120" y="1042036"/>
                  </a:lnTo>
                  <a:lnTo>
                    <a:pt x="2052674" y="998393"/>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15" name="object 215"/>
            <p:cNvSpPr/>
            <p:nvPr/>
          </p:nvSpPr>
          <p:spPr>
            <a:xfrm>
              <a:off x="6860042" y="5290565"/>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3"/>
                  </a:lnTo>
                  <a:lnTo>
                    <a:pt x="2039120" y="1042036"/>
                  </a:lnTo>
                  <a:lnTo>
                    <a:pt x="2017676" y="1081531"/>
                  </a:lnTo>
                  <a:lnTo>
                    <a:pt x="1989277" y="1115941"/>
                  </a:lnTo>
                  <a:lnTo>
                    <a:pt x="1954860" y="1144332"/>
                  </a:lnTo>
                  <a:lnTo>
                    <a:pt x="1915362" y="1165769"/>
                  </a:lnTo>
                  <a:lnTo>
                    <a:pt x="1871719" y="1179317"/>
                  </a:lnTo>
                  <a:lnTo>
                    <a:pt x="1824868" y="1184041"/>
                  </a:lnTo>
                  <a:lnTo>
                    <a:pt x="232531" y="1184041"/>
                  </a:lnTo>
                  <a:lnTo>
                    <a:pt x="185636" y="1179317"/>
                  </a:lnTo>
                  <a:lnTo>
                    <a:pt x="141973" y="1165769"/>
                  </a:lnTo>
                  <a:lnTo>
                    <a:pt x="102472" y="1144332"/>
                  </a:lnTo>
                  <a:lnTo>
                    <a:pt x="68065" y="1115941"/>
                  </a:lnTo>
                  <a:lnTo>
                    <a:pt x="39683" y="1081531"/>
                  </a:lnTo>
                  <a:lnTo>
                    <a:pt x="18257" y="1042036"/>
                  </a:lnTo>
                  <a:lnTo>
                    <a:pt x="4719" y="998393"/>
                  </a:lnTo>
                  <a:lnTo>
                    <a:pt x="0" y="951536"/>
                  </a:lnTo>
                  <a:lnTo>
                    <a:pt x="0" y="232541"/>
                  </a:lnTo>
                  <a:close/>
                </a:path>
              </a:pathLst>
            </a:custGeom>
            <a:ln w="76199">
              <a:solidFill>
                <a:srgbClr val="00AF50"/>
              </a:solidFill>
            </a:ln>
          </p:spPr>
          <p:txBody>
            <a:bodyPr wrap="square" lIns="0" tIns="0" rIns="0" bIns="0" rtlCol="0"/>
            <a:lstStyle/>
            <a:p>
              <a:endParaRPr/>
            </a:p>
          </p:txBody>
        </p:sp>
        <p:sp>
          <p:nvSpPr>
            <p:cNvPr id="216" name="object 216"/>
            <p:cNvSpPr/>
            <p:nvPr/>
          </p:nvSpPr>
          <p:spPr>
            <a:xfrm>
              <a:off x="6665976" y="4933187"/>
              <a:ext cx="2478024" cy="1924811"/>
            </a:xfrm>
            <a:prstGeom prst="rect">
              <a:avLst/>
            </a:prstGeom>
            <a:blipFill>
              <a:blip r:embed="rId91" cstate="print"/>
              <a:stretch>
                <a:fillRect/>
              </a:stretch>
            </a:blipFill>
          </p:spPr>
          <p:txBody>
            <a:bodyPr wrap="square" lIns="0" tIns="0" rIns="0" bIns="0" rtlCol="0"/>
            <a:lstStyle/>
            <a:p>
              <a:endParaRPr/>
            </a:p>
          </p:txBody>
        </p:sp>
        <p:sp>
          <p:nvSpPr>
            <p:cNvPr id="217" name="object 217"/>
            <p:cNvSpPr/>
            <p:nvPr/>
          </p:nvSpPr>
          <p:spPr>
            <a:xfrm>
              <a:off x="7344034" y="5530845"/>
              <a:ext cx="1095375" cy="736600"/>
            </a:xfrm>
            <a:custGeom>
              <a:avLst/>
              <a:gdLst/>
              <a:ahLst/>
              <a:cxnLst/>
              <a:rect l="l" t="t" r="r" b="b"/>
              <a:pathLst>
                <a:path w="1095375" h="736600">
                  <a:moveTo>
                    <a:pt x="916289" y="0"/>
                  </a:moveTo>
                  <a:lnTo>
                    <a:pt x="845549" y="7240"/>
                  </a:lnTo>
                  <a:lnTo>
                    <a:pt x="782330" y="28956"/>
                  </a:lnTo>
                  <a:lnTo>
                    <a:pt x="727130" y="64052"/>
                  </a:lnTo>
                  <a:lnTo>
                    <a:pt x="680709" y="111133"/>
                  </a:lnTo>
                  <a:lnTo>
                    <a:pt x="643649" y="169636"/>
                  </a:lnTo>
                  <a:lnTo>
                    <a:pt x="616214" y="238935"/>
                  </a:lnTo>
                  <a:lnTo>
                    <a:pt x="606372" y="277351"/>
                  </a:lnTo>
                  <a:lnTo>
                    <a:pt x="599343" y="317909"/>
                  </a:lnTo>
                  <a:lnTo>
                    <a:pt x="595125" y="360610"/>
                  </a:lnTo>
                  <a:lnTo>
                    <a:pt x="593724" y="405610"/>
                  </a:lnTo>
                  <a:lnTo>
                    <a:pt x="594795" y="443391"/>
                  </a:lnTo>
                  <a:lnTo>
                    <a:pt x="603428" y="513128"/>
                  </a:lnTo>
                  <a:lnTo>
                    <a:pt x="620641" y="574502"/>
                  </a:lnTo>
                  <a:lnTo>
                    <a:pt x="645737" y="626495"/>
                  </a:lnTo>
                  <a:lnTo>
                    <a:pt x="678450" y="668876"/>
                  </a:lnTo>
                  <a:lnTo>
                    <a:pt x="718505" y="701263"/>
                  </a:lnTo>
                  <a:lnTo>
                    <a:pt x="765798" y="723457"/>
                  </a:lnTo>
                  <a:lnTo>
                    <a:pt x="819519" y="734626"/>
                  </a:lnTo>
                  <a:lnTo>
                    <a:pt x="848746" y="736021"/>
                  </a:lnTo>
                  <a:lnTo>
                    <a:pt x="875059" y="734825"/>
                  </a:lnTo>
                  <a:lnTo>
                    <a:pt x="924441" y="725266"/>
                  </a:lnTo>
                  <a:lnTo>
                    <a:pt x="969350" y="706455"/>
                  </a:lnTo>
                  <a:lnTo>
                    <a:pt x="1008357" y="680148"/>
                  </a:lnTo>
                  <a:lnTo>
                    <a:pt x="1040999" y="646785"/>
                  </a:lnTo>
                  <a:lnTo>
                    <a:pt x="1061514" y="615897"/>
                  </a:lnTo>
                  <a:lnTo>
                    <a:pt x="848746" y="615897"/>
                  </a:lnTo>
                  <a:lnTo>
                    <a:pt x="838329" y="615278"/>
                  </a:lnTo>
                  <a:lnTo>
                    <a:pt x="801629" y="600560"/>
                  </a:lnTo>
                  <a:lnTo>
                    <a:pt x="774093" y="570003"/>
                  </a:lnTo>
                  <a:lnTo>
                    <a:pt x="757405" y="527341"/>
                  </a:lnTo>
                  <a:lnTo>
                    <a:pt x="753496" y="489834"/>
                  </a:lnTo>
                  <a:lnTo>
                    <a:pt x="753922" y="478186"/>
                  </a:lnTo>
                  <a:lnTo>
                    <a:pt x="763911" y="436928"/>
                  </a:lnTo>
                  <a:lnTo>
                    <a:pt x="785770" y="405610"/>
                  </a:lnTo>
                  <a:lnTo>
                    <a:pt x="827440" y="384108"/>
                  </a:lnTo>
                  <a:lnTo>
                    <a:pt x="847862" y="382118"/>
                  </a:lnTo>
                  <a:lnTo>
                    <a:pt x="1075409" y="382118"/>
                  </a:lnTo>
                  <a:lnTo>
                    <a:pt x="1073371" y="376899"/>
                  </a:lnTo>
                  <a:lnTo>
                    <a:pt x="1064312" y="358735"/>
                  </a:lnTo>
                  <a:lnTo>
                    <a:pt x="1053829" y="342032"/>
                  </a:lnTo>
                  <a:lnTo>
                    <a:pt x="1049084" y="335971"/>
                  </a:lnTo>
                  <a:lnTo>
                    <a:pt x="748527" y="335971"/>
                  </a:lnTo>
                  <a:lnTo>
                    <a:pt x="749768" y="311972"/>
                  </a:lnTo>
                  <a:lnTo>
                    <a:pt x="756821" y="267425"/>
                  </a:lnTo>
                  <a:lnTo>
                    <a:pt x="769825" y="227623"/>
                  </a:lnTo>
                  <a:lnTo>
                    <a:pt x="787967" y="193501"/>
                  </a:lnTo>
                  <a:lnTo>
                    <a:pt x="824297" y="153565"/>
                  </a:lnTo>
                  <a:lnTo>
                    <a:pt x="870843" y="128221"/>
                  </a:lnTo>
                  <a:lnTo>
                    <a:pt x="926195" y="119563"/>
                  </a:lnTo>
                  <a:lnTo>
                    <a:pt x="1044305" y="119563"/>
                  </a:lnTo>
                  <a:lnTo>
                    <a:pt x="1044305" y="19312"/>
                  </a:lnTo>
                  <a:lnTo>
                    <a:pt x="1019159" y="10829"/>
                  </a:lnTo>
                  <a:lnTo>
                    <a:pt x="989441" y="4798"/>
                  </a:lnTo>
                  <a:lnTo>
                    <a:pt x="955151" y="1195"/>
                  </a:lnTo>
                  <a:lnTo>
                    <a:pt x="916289" y="0"/>
                  </a:lnTo>
                  <a:close/>
                </a:path>
                <a:path w="1095375" h="736600">
                  <a:moveTo>
                    <a:pt x="1075409" y="382118"/>
                  </a:moveTo>
                  <a:lnTo>
                    <a:pt x="847862" y="382118"/>
                  </a:lnTo>
                  <a:lnTo>
                    <a:pt x="888867" y="389286"/>
                  </a:lnTo>
                  <a:lnTo>
                    <a:pt x="918156" y="410787"/>
                  </a:lnTo>
                  <a:lnTo>
                    <a:pt x="935730" y="446618"/>
                  </a:lnTo>
                  <a:lnTo>
                    <a:pt x="941588" y="496775"/>
                  </a:lnTo>
                  <a:lnTo>
                    <a:pt x="941182" y="509665"/>
                  </a:lnTo>
                  <a:lnTo>
                    <a:pt x="931514" y="555809"/>
                  </a:lnTo>
                  <a:lnTo>
                    <a:pt x="910151" y="590278"/>
                  </a:lnTo>
                  <a:lnTo>
                    <a:pt x="869019" y="613727"/>
                  </a:lnTo>
                  <a:lnTo>
                    <a:pt x="848746" y="615897"/>
                  </a:lnTo>
                  <a:lnTo>
                    <a:pt x="1061514" y="615897"/>
                  </a:lnTo>
                  <a:lnTo>
                    <a:pt x="1084655" y="561866"/>
                  </a:lnTo>
                  <a:lnTo>
                    <a:pt x="1093849" y="512729"/>
                  </a:lnTo>
                  <a:lnTo>
                    <a:pt x="1094994" y="486857"/>
                  </a:lnTo>
                  <a:lnTo>
                    <a:pt x="1094115" y="462593"/>
                  </a:lnTo>
                  <a:lnTo>
                    <a:pt x="1091488" y="439450"/>
                  </a:lnTo>
                  <a:lnTo>
                    <a:pt x="1087124" y="417427"/>
                  </a:lnTo>
                  <a:lnTo>
                    <a:pt x="1081034" y="396526"/>
                  </a:lnTo>
                  <a:lnTo>
                    <a:pt x="1075409" y="382118"/>
                  </a:lnTo>
                  <a:close/>
                </a:path>
                <a:path w="1095375" h="736600">
                  <a:moveTo>
                    <a:pt x="900927" y="265986"/>
                  </a:moveTo>
                  <a:lnTo>
                    <a:pt x="854521" y="270360"/>
                  </a:lnTo>
                  <a:lnTo>
                    <a:pt x="814143" y="283481"/>
                  </a:lnTo>
                  <a:lnTo>
                    <a:pt x="779789" y="305351"/>
                  </a:lnTo>
                  <a:lnTo>
                    <a:pt x="751453" y="335971"/>
                  </a:lnTo>
                  <a:lnTo>
                    <a:pt x="1049084" y="335971"/>
                  </a:lnTo>
                  <a:lnTo>
                    <a:pt x="1013974" y="301043"/>
                  </a:lnTo>
                  <a:lnTo>
                    <a:pt x="980815" y="281869"/>
                  </a:lnTo>
                  <a:lnTo>
                    <a:pt x="942975" y="269954"/>
                  </a:lnTo>
                  <a:lnTo>
                    <a:pt x="900927" y="265986"/>
                  </a:lnTo>
                  <a:close/>
                </a:path>
                <a:path w="1095375" h="736600">
                  <a:moveTo>
                    <a:pt x="1044305" y="119563"/>
                  </a:moveTo>
                  <a:lnTo>
                    <a:pt x="926195" y="119563"/>
                  </a:lnTo>
                  <a:lnTo>
                    <a:pt x="957582" y="121487"/>
                  </a:lnTo>
                  <a:lnTo>
                    <a:pt x="987731" y="127257"/>
                  </a:lnTo>
                  <a:lnTo>
                    <a:pt x="1016639" y="136871"/>
                  </a:lnTo>
                  <a:lnTo>
                    <a:pt x="1044305" y="150327"/>
                  </a:lnTo>
                  <a:lnTo>
                    <a:pt x="1044305" y="119563"/>
                  </a:lnTo>
                  <a:close/>
                </a:path>
                <a:path w="1095375" h="736600">
                  <a:moveTo>
                    <a:pt x="461228" y="125028"/>
                  </a:moveTo>
                  <a:lnTo>
                    <a:pt x="209915" y="125028"/>
                  </a:lnTo>
                  <a:lnTo>
                    <a:pt x="234784" y="126484"/>
                  </a:lnTo>
                  <a:lnTo>
                    <a:pt x="256230" y="130854"/>
                  </a:lnTo>
                  <a:lnTo>
                    <a:pt x="300188" y="161408"/>
                  </a:lnTo>
                  <a:lnTo>
                    <a:pt x="314706" y="217337"/>
                  </a:lnTo>
                  <a:lnTo>
                    <a:pt x="314203" y="228836"/>
                  </a:lnTo>
                  <a:lnTo>
                    <a:pt x="302255" y="271536"/>
                  </a:lnTo>
                  <a:lnTo>
                    <a:pt x="274151" y="312036"/>
                  </a:lnTo>
                  <a:lnTo>
                    <a:pt x="242956" y="342424"/>
                  </a:lnTo>
                  <a:lnTo>
                    <a:pt x="203162" y="374112"/>
                  </a:lnTo>
                  <a:lnTo>
                    <a:pt x="173018" y="396103"/>
                  </a:lnTo>
                  <a:lnTo>
                    <a:pt x="157524" y="407748"/>
                  </a:lnTo>
                  <a:lnTo>
                    <a:pt x="125333" y="432995"/>
                  </a:lnTo>
                  <a:lnTo>
                    <a:pt x="93649" y="461539"/>
                  </a:lnTo>
                  <a:lnTo>
                    <a:pt x="64526" y="494050"/>
                  </a:lnTo>
                  <a:lnTo>
                    <a:pt x="39079" y="530780"/>
                  </a:lnTo>
                  <a:lnTo>
                    <a:pt x="18409" y="571975"/>
                  </a:lnTo>
                  <a:lnTo>
                    <a:pt x="4587" y="618197"/>
                  </a:lnTo>
                  <a:lnTo>
                    <a:pt x="0" y="669999"/>
                  </a:lnTo>
                  <a:lnTo>
                    <a:pt x="0" y="723613"/>
                  </a:lnTo>
                  <a:lnTo>
                    <a:pt x="473567" y="723613"/>
                  </a:lnTo>
                  <a:lnTo>
                    <a:pt x="473567" y="593561"/>
                  </a:lnTo>
                  <a:lnTo>
                    <a:pt x="171693" y="593561"/>
                  </a:lnTo>
                  <a:lnTo>
                    <a:pt x="172315" y="586525"/>
                  </a:lnTo>
                  <a:lnTo>
                    <a:pt x="193357" y="548714"/>
                  </a:lnTo>
                  <a:lnTo>
                    <a:pt x="226626" y="516511"/>
                  </a:lnTo>
                  <a:lnTo>
                    <a:pt x="258565" y="491678"/>
                  </a:lnTo>
                  <a:lnTo>
                    <a:pt x="293370" y="466499"/>
                  </a:lnTo>
                  <a:lnTo>
                    <a:pt x="310826" y="454234"/>
                  </a:lnTo>
                  <a:lnTo>
                    <a:pt x="327957" y="441750"/>
                  </a:lnTo>
                  <a:lnTo>
                    <a:pt x="361309" y="416134"/>
                  </a:lnTo>
                  <a:lnTo>
                    <a:pt x="392174" y="388770"/>
                  </a:lnTo>
                  <a:lnTo>
                    <a:pt x="419221" y="358807"/>
                  </a:lnTo>
                  <a:lnTo>
                    <a:pt x="441773" y="325790"/>
                  </a:lnTo>
                  <a:lnTo>
                    <a:pt x="459364" y="289310"/>
                  </a:lnTo>
                  <a:lnTo>
                    <a:pt x="470729" y="248360"/>
                  </a:lnTo>
                  <a:lnTo>
                    <a:pt x="474482" y="201954"/>
                  </a:lnTo>
                  <a:lnTo>
                    <a:pt x="473504" y="179420"/>
                  </a:lnTo>
                  <a:lnTo>
                    <a:pt x="470573" y="157967"/>
                  </a:lnTo>
                  <a:lnTo>
                    <a:pt x="465686" y="137598"/>
                  </a:lnTo>
                  <a:lnTo>
                    <a:pt x="461228" y="125028"/>
                  </a:lnTo>
                  <a:close/>
                </a:path>
                <a:path w="1095375" h="736600">
                  <a:moveTo>
                    <a:pt x="243718" y="0"/>
                  </a:moveTo>
                  <a:lnTo>
                    <a:pt x="186901" y="3741"/>
                  </a:lnTo>
                  <a:lnTo>
                    <a:pt x="133049" y="14978"/>
                  </a:lnTo>
                  <a:lnTo>
                    <a:pt x="82173" y="33724"/>
                  </a:lnTo>
                  <a:lnTo>
                    <a:pt x="34290" y="59996"/>
                  </a:lnTo>
                  <a:lnTo>
                    <a:pt x="34290" y="197988"/>
                  </a:lnTo>
                  <a:lnTo>
                    <a:pt x="76694" y="166065"/>
                  </a:lnTo>
                  <a:lnTo>
                    <a:pt x="120102" y="143265"/>
                  </a:lnTo>
                  <a:lnTo>
                    <a:pt x="164510" y="129587"/>
                  </a:lnTo>
                  <a:lnTo>
                    <a:pt x="209915" y="125028"/>
                  </a:lnTo>
                  <a:lnTo>
                    <a:pt x="461228" y="125028"/>
                  </a:lnTo>
                  <a:lnTo>
                    <a:pt x="458845" y="118311"/>
                  </a:lnTo>
                  <a:lnTo>
                    <a:pt x="439704" y="83628"/>
                  </a:lnTo>
                  <a:lnTo>
                    <a:pt x="413522" y="54483"/>
                  </a:lnTo>
                  <a:lnTo>
                    <a:pt x="380363" y="31245"/>
                  </a:lnTo>
                  <a:lnTo>
                    <a:pt x="340735" y="14097"/>
                  </a:lnTo>
                  <a:lnTo>
                    <a:pt x="295038" y="3525"/>
                  </a:lnTo>
                  <a:lnTo>
                    <a:pt x="270072" y="881"/>
                  </a:lnTo>
                  <a:lnTo>
                    <a:pt x="243718" y="0"/>
                  </a:lnTo>
                  <a:close/>
                </a:path>
              </a:pathLst>
            </a:custGeom>
            <a:solidFill>
              <a:srgbClr val="FFFF00"/>
            </a:solidFill>
          </p:spPr>
          <p:txBody>
            <a:bodyPr wrap="square" lIns="0" tIns="0" rIns="0" bIns="0" rtlCol="0"/>
            <a:lstStyle/>
            <a:p>
              <a:endParaRPr/>
            </a:p>
          </p:txBody>
        </p:sp>
        <p:sp>
          <p:nvSpPr>
            <p:cNvPr id="218" name="object 218"/>
            <p:cNvSpPr/>
            <p:nvPr/>
          </p:nvSpPr>
          <p:spPr>
            <a:xfrm>
              <a:off x="8091434" y="5906868"/>
              <a:ext cx="200284" cy="245970"/>
            </a:xfrm>
            <a:prstGeom prst="rect">
              <a:avLst/>
            </a:prstGeom>
            <a:blipFill>
              <a:blip r:embed="rId92" cstate="print"/>
              <a:stretch>
                <a:fillRect/>
              </a:stretch>
            </a:blipFill>
          </p:spPr>
          <p:txBody>
            <a:bodyPr wrap="square" lIns="0" tIns="0" rIns="0" bIns="0" rtlCol="0"/>
            <a:lstStyle/>
            <a:p>
              <a:endParaRPr/>
            </a:p>
          </p:txBody>
        </p:sp>
        <p:sp>
          <p:nvSpPr>
            <p:cNvPr id="219" name="object 219"/>
            <p:cNvSpPr/>
            <p:nvPr/>
          </p:nvSpPr>
          <p:spPr>
            <a:xfrm>
              <a:off x="7344033" y="5530845"/>
              <a:ext cx="1095375" cy="736600"/>
            </a:xfrm>
            <a:custGeom>
              <a:avLst/>
              <a:gdLst/>
              <a:ahLst/>
              <a:cxnLst/>
              <a:rect l="l" t="t" r="r" b="b"/>
              <a:pathLst>
                <a:path w="1095375" h="736600">
                  <a:moveTo>
                    <a:pt x="916289" y="0"/>
                  </a:moveTo>
                  <a:lnTo>
                    <a:pt x="955151" y="1195"/>
                  </a:lnTo>
                  <a:lnTo>
                    <a:pt x="989441" y="4798"/>
                  </a:lnTo>
                  <a:lnTo>
                    <a:pt x="1019159" y="10829"/>
                  </a:lnTo>
                  <a:lnTo>
                    <a:pt x="1044305" y="19312"/>
                  </a:lnTo>
                  <a:lnTo>
                    <a:pt x="1044305" y="150327"/>
                  </a:lnTo>
                  <a:lnTo>
                    <a:pt x="1016639" y="136871"/>
                  </a:lnTo>
                  <a:lnTo>
                    <a:pt x="987731" y="127257"/>
                  </a:lnTo>
                  <a:lnTo>
                    <a:pt x="957582" y="121487"/>
                  </a:lnTo>
                  <a:lnTo>
                    <a:pt x="926195" y="119563"/>
                  </a:lnTo>
                  <a:lnTo>
                    <a:pt x="906845" y="120525"/>
                  </a:lnTo>
                  <a:lnTo>
                    <a:pt x="854201" y="134956"/>
                  </a:lnTo>
                  <a:lnTo>
                    <a:pt x="811052" y="165290"/>
                  </a:lnTo>
                  <a:lnTo>
                    <a:pt x="778264" y="209832"/>
                  </a:lnTo>
                  <a:lnTo>
                    <a:pt x="762640" y="246875"/>
                  </a:lnTo>
                  <a:lnTo>
                    <a:pt x="752532" y="289124"/>
                  </a:lnTo>
                  <a:lnTo>
                    <a:pt x="748527" y="335971"/>
                  </a:lnTo>
                  <a:lnTo>
                    <a:pt x="751453" y="335971"/>
                  </a:lnTo>
                  <a:lnTo>
                    <a:pt x="779789" y="305351"/>
                  </a:lnTo>
                  <a:lnTo>
                    <a:pt x="814143" y="283481"/>
                  </a:lnTo>
                  <a:lnTo>
                    <a:pt x="854521" y="270360"/>
                  </a:lnTo>
                  <a:lnTo>
                    <a:pt x="900927" y="265986"/>
                  </a:lnTo>
                  <a:lnTo>
                    <a:pt x="942974" y="269954"/>
                  </a:lnTo>
                  <a:lnTo>
                    <a:pt x="980815" y="281869"/>
                  </a:lnTo>
                  <a:lnTo>
                    <a:pt x="1013974" y="301043"/>
                  </a:lnTo>
                  <a:lnTo>
                    <a:pt x="1053829" y="342032"/>
                  </a:lnTo>
                  <a:lnTo>
                    <a:pt x="1073371" y="376899"/>
                  </a:lnTo>
                  <a:lnTo>
                    <a:pt x="1087124" y="417427"/>
                  </a:lnTo>
                  <a:lnTo>
                    <a:pt x="1094115" y="462593"/>
                  </a:lnTo>
                  <a:lnTo>
                    <a:pt x="1094993" y="486857"/>
                  </a:lnTo>
                  <a:lnTo>
                    <a:pt x="1093849" y="512729"/>
                  </a:lnTo>
                  <a:lnTo>
                    <a:pt x="1084655" y="561865"/>
                  </a:lnTo>
                  <a:lnTo>
                    <a:pt x="1066532" y="607205"/>
                  </a:lnTo>
                  <a:lnTo>
                    <a:pt x="1040999" y="646785"/>
                  </a:lnTo>
                  <a:lnTo>
                    <a:pt x="1008357" y="680148"/>
                  </a:lnTo>
                  <a:lnTo>
                    <a:pt x="969350" y="706455"/>
                  </a:lnTo>
                  <a:lnTo>
                    <a:pt x="924441" y="725266"/>
                  </a:lnTo>
                  <a:lnTo>
                    <a:pt x="875059" y="734825"/>
                  </a:lnTo>
                  <a:lnTo>
                    <a:pt x="848746" y="736021"/>
                  </a:lnTo>
                  <a:lnTo>
                    <a:pt x="819519" y="734626"/>
                  </a:lnTo>
                  <a:lnTo>
                    <a:pt x="765798" y="723457"/>
                  </a:lnTo>
                  <a:lnTo>
                    <a:pt x="718505" y="701263"/>
                  </a:lnTo>
                  <a:lnTo>
                    <a:pt x="678450" y="668876"/>
                  </a:lnTo>
                  <a:lnTo>
                    <a:pt x="645737" y="626495"/>
                  </a:lnTo>
                  <a:lnTo>
                    <a:pt x="620641" y="574502"/>
                  </a:lnTo>
                  <a:lnTo>
                    <a:pt x="603428" y="513128"/>
                  </a:lnTo>
                  <a:lnTo>
                    <a:pt x="594795" y="443391"/>
                  </a:lnTo>
                  <a:lnTo>
                    <a:pt x="593719" y="405454"/>
                  </a:lnTo>
                  <a:lnTo>
                    <a:pt x="595125" y="360610"/>
                  </a:lnTo>
                  <a:lnTo>
                    <a:pt x="599343" y="317909"/>
                  </a:lnTo>
                  <a:lnTo>
                    <a:pt x="606372" y="277351"/>
                  </a:lnTo>
                  <a:lnTo>
                    <a:pt x="616214" y="238935"/>
                  </a:lnTo>
                  <a:lnTo>
                    <a:pt x="628730" y="202934"/>
                  </a:lnTo>
                  <a:lnTo>
                    <a:pt x="660975" y="139036"/>
                  </a:lnTo>
                  <a:lnTo>
                    <a:pt x="702837" y="86087"/>
                  </a:lnTo>
                  <a:lnTo>
                    <a:pt x="753618" y="45014"/>
                  </a:lnTo>
                  <a:lnTo>
                    <a:pt x="812995" y="16289"/>
                  </a:lnTo>
                  <a:lnTo>
                    <a:pt x="879983" y="1810"/>
                  </a:lnTo>
                  <a:lnTo>
                    <a:pt x="916289" y="0"/>
                  </a:lnTo>
                  <a:close/>
                </a:path>
                <a:path w="1095375" h="736600">
                  <a:moveTo>
                    <a:pt x="243718" y="0"/>
                  </a:moveTo>
                  <a:lnTo>
                    <a:pt x="295038" y="3525"/>
                  </a:lnTo>
                  <a:lnTo>
                    <a:pt x="340735" y="14096"/>
                  </a:lnTo>
                  <a:lnTo>
                    <a:pt x="380363" y="31245"/>
                  </a:lnTo>
                  <a:lnTo>
                    <a:pt x="413522" y="54482"/>
                  </a:lnTo>
                  <a:lnTo>
                    <a:pt x="439704" y="83628"/>
                  </a:lnTo>
                  <a:lnTo>
                    <a:pt x="458845" y="118311"/>
                  </a:lnTo>
                  <a:lnTo>
                    <a:pt x="470573" y="157967"/>
                  </a:lnTo>
                  <a:lnTo>
                    <a:pt x="474482" y="201954"/>
                  </a:lnTo>
                  <a:lnTo>
                    <a:pt x="473547" y="225838"/>
                  </a:lnTo>
                  <a:lnTo>
                    <a:pt x="466008" y="269518"/>
                  </a:lnTo>
                  <a:lnTo>
                    <a:pt x="451201" y="307984"/>
                  </a:lnTo>
                  <a:lnTo>
                    <a:pt x="431104" y="342730"/>
                  </a:lnTo>
                  <a:lnTo>
                    <a:pt x="406174" y="374112"/>
                  </a:lnTo>
                  <a:lnTo>
                    <a:pt x="377220" y="402778"/>
                  </a:lnTo>
                  <a:lnTo>
                    <a:pt x="344779" y="429049"/>
                  </a:lnTo>
                  <a:lnTo>
                    <a:pt x="310826" y="454234"/>
                  </a:lnTo>
                  <a:lnTo>
                    <a:pt x="293369" y="466499"/>
                  </a:lnTo>
                  <a:lnTo>
                    <a:pt x="281558" y="474923"/>
                  </a:lnTo>
                  <a:lnTo>
                    <a:pt x="247406" y="500003"/>
                  </a:lnTo>
                  <a:lnTo>
                    <a:pt x="217248" y="524672"/>
                  </a:lnTo>
                  <a:lnTo>
                    <a:pt x="187061" y="556548"/>
                  </a:lnTo>
                  <a:lnTo>
                    <a:pt x="171693" y="593561"/>
                  </a:lnTo>
                  <a:lnTo>
                    <a:pt x="473567" y="593561"/>
                  </a:lnTo>
                  <a:lnTo>
                    <a:pt x="473567" y="723613"/>
                  </a:lnTo>
                  <a:lnTo>
                    <a:pt x="0" y="723613"/>
                  </a:lnTo>
                  <a:lnTo>
                    <a:pt x="0" y="669999"/>
                  </a:lnTo>
                  <a:lnTo>
                    <a:pt x="4587" y="618197"/>
                  </a:lnTo>
                  <a:lnTo>
                    <a:pt x="18409" y="571975"/>
                  </a:lnTo>
                  <a:lnTo>
                    <a:pt x="39079" y="530780"/>
                  </a:lnTo>
                  <a:lnTo>
                    <a:pt x="64526" y="494050"/>
                  </a:lnTo>
                  <a:lnTo>
                    <a:pt x="93649" y="461539"/>
                  </a:lnTo>
                  <a:lnTo>
                    <a:pt x="125333" y="432995"/>
                  </a:lnTo>
                  <a:lnTo>
                    <a:pt x="157524" y="407748"/>
                  </a:lnTo>
                  <a:lnTo>
                    <a:pt x="188092" y="385108"/>
                  </a:lnTo>
                  <a:lnTo>
                    <a:pt x="203231" y="374062"/>
                  </a:lnTo>
                  <a:lnTo>
                    <a:pt x="242956" y="342424"/>
                  </a:lnTo>
                  <a:lnTo>
                    <a:pt x="274151" y="312036"/>
                  </a:lnTo>
                  <a:lnTo>
                    <a:pt x="302255" y="271536"/>
                  </a:lnTo>
                  <a:lnTo>
                    <a:pt x="314203" y="228836"/>
                  </a:lnTo>
                  <a:lnTo>
                    <a:pt x="314705" y="217337"/>
                  </a:lnTo>
                  <a:lnTo>
                    <a:pt x="313090" y="195900"/>
                  </a:lnTo>
                  <a:lnTo>
                    <a:pt x="288919" y="148352"/>
                  </a:lnTo>
                  <a:lnTo>
                    <a:pt x="234784" y="126484"/>
                  </a:lnTo>
                  <a:lnTo>
                    <a:pt x="209915" y="125028"/>
                  </a:lnTo>
                  <a:lnTo>
                    <a:pt x="164510" y="129587"/>
                  </a:lnTo>
                  <a:lnTo>
                    <a:pt x="120102" y="143265"/>
                  </a:lnTo>
                  <a:lnTo>
                    <a:pt x="76694" y="166065"/>
                  </a:lnTo>
                  <a:lnTo>
                    <a:pt x="34289" y="197988"/>
                  </a:lnTo>
                  <a:lnTo>
                    <a:pt x="34289" y="59996"/>
                  </a:lnTo>
                  <a:lnTo>
                    <a:pt x="82173" y="33724"/>
                  </a:lnTo>
                  <a:lnTo>
                    <a:pt x="133049" y="14978"/>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0" name="object 220"/>
            <p:cNvSpPr/>
            <p:nvPr/>
          </p:nvSpPr>
          <p:spPr>
            <a:xfrm>
              <a:off x="6749796" y="5224271"/>
              <a:ext cx="2218944" cy="1344167"/>
            </a:xfrm>
            <a:prstGeom prst="rect">
              <a:avLst/>
            </a:prstGeom>
            <a:blipFill>
              <a:blip r:embed="rId86" cstate="print"/>
              <a:stretch>
                <a:fillRect/>
              </a:stretch>
            </a:blipFill>
          </p:spPr>
          <p:txBody>
            <a:bodyPr wrap="square" lIns="0" tIns="0" rIns="0" bIns="0" rtlCol="0"/>
            <a:lstStyle/>
            <a:p>
              <a:endParaRPr/>
            </a:p>
          </p:txBody>
        </p:sp>
        <p:sp>
          <p:nvSpPr>
            <p:cNvPr id="221" name="object 221"/>
            <p:cNvSpPr/>
            <p:nvPr/>
          </p:nvSpPr>
          <p:spPr>
            <a:xfrm>
              <a:off x="6595872" y="4905755"/>
              <a:ext cx="2548127" cy="1952244"/>
            </a:xfrm>
            <a:prstGeom prst="rect">
              <a:avLst/>
            </a:prstGeom>
            <a:blipFill>
              <a:blip r:embed="rId93" cstate="print"/>
              <a:stretch>
                <a:fillRect/>
              </a:stretch>
            </a:blipFill>
          </p:spPr>
          <p:txBody>
            <a:bodyPr wrap="square" lIns="0" tIns="0" rIns="0" bIns="0" rtlCol="0"/>
            <a:lstStyle/>
            <a:p>
              <a:endParaRPr/>
            </a:p>
          </p:txBody>
        </p:sp>
        <p:sp>
          <p:nvSpPr>
            <p:cNvPr id="222" name="object 222"/>
            <p:cNvSpPr/>
            <p:nvPr/>
          </p:nvSpPr>
          <p:spPr>
            <a:xfrm>
              <a:off x="6831208"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23" name="object 223"/>
            <p:cNvSpPr/>
            <p:nvPr/>
          </p:nvSpPr>
          <p:spPr>
            <a:xfrm>
              <a:off x="6831208"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24" name="object 224"/>
            <p:cNvSpPr/>
            <p:nvPr/>
          </p:nvSpPr>
          <p:spPr>
            <a:xfrm>
              <a:off x="6637020" y="4927090"/>
              <a:ext cx="2481072" cy="1930908"/>
            </a:xfrm>
            <a:prstGeom prst="rect">
              <a:avLst/>
            </a:prstGeom>
            <a:blipFill>
              <a:blip r:embed="rId94" cstate="print"/>
              <a:stretch>
                <a:fillRect/>
              </a:stretch>
            </a:blipFill>
          </p:spPr>
          <p:txBody>
            <a:bodyPr wrap="square" lIns="0" tIns="0" rIns="0" bIns="0" rtlCol="0"/>
            <a:lstStyle/>
            <a:p>
              <a:endParaRPr/>
            </a:p>
          </p:txBody>
        </p:sp>
        <p:sp>
          <p:nvSpPr>
            <p:cNvPr id="225" name="object 225"/>
            <p:cNvSpPr/>
            <p:nvPr/>
          </p:nvSpPr>
          <p:spPr>
            <a:xfrm>
              <a:off x="7315200" y="5524630"/>
              <a:ext cx="1087755" cy="723900"/>
            </a:xfrm>
            <a:custGeom>
              <a:avLst/>
              <a:gdLst/>
              <a:ahLst/>
              <a:cxnLst/>
              <a:rect l="l" t="t" r="r" b="b"/>
              <a:pathLst>
                <a:path w="1087754" h="723900">
                  <a:moveTo>
                    <a:pt x="1087130" y="11811"/>
                  </a:moveTo>
                  <a:lnTo>
                    <a:pt x="591708" y="11811"/>
                  </a:lnTo>
                  <a:lnTo>
                    <a:pt x="591708" y="139921"/>
                  </a:lnTo>
                  <a:lnTo>
                    <a:pt x="922263" y="139921"/>
                  </a:lnTo>
                  <a:lnTo>
                    <a:pt x="902172" y="172864"/>
                  </a:lnTo>
                  <a:lnTo>
                    <a:pt x="882620" y="206183"/>
                  </a:lnTo>
                  <a:lnTo>
                    <a:pt x="863589" y="239876"/>
                  </a:lnTo>
                  <a:lnTo>
                    <a:pt x="845058" y="273939"/>
                  </a:lnTo>
                  <a:lnTo>
                    <a:pt x="827248" y="308417"/>
                  </a:lnTo>
                  <a:lnTo>
                    <a:pt x="810227" y="343363"/>
                  </a:lnTo>
                  <a:lnTo>
                    <a:pt x="794017" y="378774"/>
                  </a:lnTo>
                  <a:lnTo>
                    <a:pt x="778642" y="414646"/>
                  </a:lnTo>
                  <a:lnTo>
                    <a:pt x="764046" y="451053"/>
                  </a:lnTo>
                  <a:lnTo>
                    <a:pt x="750349" y="488047"/>
                  </a:lnTo>
                  <a:lnTo>
                    <a:pt x="737554" y="525629"/>
                  </a:lnTo>
                  <a:lnTo>
                    <a:pt x="725667" y="563797"/>
                  </a:lnTo>
                  <a:lnTo>
                    <a:pt x="714871" y="602642"/>
                  </a:lnTo>
                  <a:lnTo>
                    <a:pt x="705135" y="642223"/>
                  </a:lnTo>
                  <a:lnTo>
                    <a:pt x="696491" y="682545"/>
                  </a:lnTo>
                  <a:lnTo>
                    <a:pt x="688969" y="723613"/>
                  </a:lnTo>
                  <a:lnTo>
                    <a:pt x="852799" y="723613"/>
                  </a:lnTo>
                  <a:lnTo>
                    <a:pt x="859740" y="680672"/>
                  </a:lnTo>
                  <a:lnTo>
                    <a:pt x="867590" y="639181"/>
                  </a:lnTo>
                  <a:lnTo>
                    <a:pt x="876365" y="599145"/>
                  </a:lnTo>
                  <a:lnTo>
                    <a:pt x="886084" y="560569"/>
                  </a:lnTo>
                  <a:lnTo>
                    <a:pt x="896800" y="522879"/>
                  </a:lnTo>
                  <a:lnTo>
                    <a:pt x="908559" y="485498"/>
                  </a:lnTo>
                  <a:lnTo>
                    <a:pt x="921364" y="448428"/>
                  </a:lnTo>
                  <a:lnTo>
                    <a:pt x="935217" y="411668"/>
                  </a:lnTo>
                  <a:lnTo>
                    <a:pt x="950164" y="374937"/>
                  </a:lnTo>
                  <a:lnTo>
                    <a:pt x="966212" y="337961"/>
                  </a:lnTo>
                  <a:lnTo>
                    <a:pt x="983373" y="300739"/>
                  </a:lnTo>
                  <a:lnTo>
                    <a:pt x="1001664" y="263271"/>
                  </a:lnTo>
                  <a:lnTo>
                    <a:pt x="1021143" y="225007"/>
                  </a:lnTo>
                  <a:lnTo>
                    <a:pt x="1041871" y="185406"/>
                  </a:lnTo>
                  <a:lnTo>
                    <a:pt x="1063862" y="144470"/>
                  </a:lnTo>
                  <a:lnTo>
                    <a:pt x="1087130" y="102202"/>
                  </a:lnTo>
                  <a:lnTo>
                    <a:pt x="1087130" y="11811"/>
                  </a:lnTo>
                  <a:close/>
                </a:path>
                <a:path w="1087754" h="723900">
                  <a:moveTo>
                    <a:pt x="461244" y="125025"/>
                  </a:moveTo>
                  <a:lnTo>
                    <a:pt x="210068" y="125025"/>
                  </a:lnTo>
                  <a:lnTo>
                    <a:pt x="234853" y="126485"/>
                  </a:lnTo>
                  <a:lnTo>
                    <a:pt x="256260" y="130862"/>
                  </a:lnTo>
                  <a:lnTo>
                    <a:pt x="300188" y="161417"/>
                  </a:lnTo>
                  <a:lnTo>
                    <a:pt x="314706" y="217358"/>
                  </a:lnTo>
                  <a:lnTo>
                    <a:pt x="314210" y="228845"/>
                  </a:lnTo>
                  <a:lnTo>
                    <a:pt x="302337" y="271550"/>
                  </a:lnTo>
                  <a:lnTo>
                    <a:pt x="274155" y="312041"/>
                  </a:lnTo>
                  <a:lnTo>
                    <a:pt x="242956" y="342424"/>
                  </a:lnTo>
                  <a:lnTo>
                    <a:pt x="203279" y="374121"/>
                  </a:lnTo>
                  <a:lnTo>
                    <a:pt x="173070" y="396111"/>
                  </a:lnTo>
                  <a:lnTo>
                    <a:pt x="157543" y="407763"/>
                  </a:lnTo>
                  <a:lnTo>
                    <a:pt x="125364" y="433017"/>
                  </a:lnTo>
                  <a:lnTo>
                    <a:pt x="93653" y="461553"/>
                  </a:lnTo>
                  <a:lnTo>
                    <a:pt x="64526" y="494062"/>
                  </a:lnTo>
                  <a:lnTo>
                    <a:pt x="39079" y="530792"/>
                  </a:lnTo>
                  <a:lnTo>
                    <a:pt x="18409" y="571987"/>
                  </a:lnTo>
                  <a:lnTo>
                    <a:pt x="4632" y="618215"/>
                  </a:lnTo>
                  <a:lnTo>
                    <a:pt x="0" y="670023"/>
                  </a:lnTo>
                  <a:lnTo>
                    <a:pt x="0" y="723613"/>
                  </a:lnTo>
                  <a:lnTo>
                    <a:pt x="473598" y="723613"/>
                  </a:lnTo>
                  <a:lnTo>
                    <a:pt x="473598" y="593585"/>
                  </a:lnTo>
                  <a:lnTo>
                    <a:pt x="171846" y="593585"/>
                  </a:lnTo>
                  <a:lnTo>
                    <a:pt x="172463" y="586539"/>
                  </a:lnTo>
                  <a:lnTo>
                    <a:pt x="193376" y="548719"/>
                  </a:lnTo>
                  <a:lnTo>
                    <a:pt x="226698" y="516524"/>
                  </a:lnTo>
                  <a:lnTo>
                    <a:pt x="258668" y="491687"/>
                  </a:lnTo>
                  <a:lnTo>
                    <a:pt x="293370" y="466523"/>
                  </a:lnTo>
                  <a:lnTo>
                    <a:pt x="310849" y="454246"/>
                  </a:lnTo>
                  <a:lnTo>
                    <a:pt x="328029" y="441757"/>
                  </a:lnTo>
                  <a:lnTo>
                    <a:pt x="361431" y="416134"/>
                  </a:lnTo>
                  <a:lnTo>
                    <a:pt x="392189" y="388778"/>
                  </a:lnTo>
                  <a:lnTo>
                    <a:pt x="419221" y="358807"/>
                  </a:lnTo>
                  <a:lnTo>
                    <a:pt x="441773" y="325805"/>
                  </a:lnTo>
                  <a:lnTo>
                    <a:pt x="459364" y="289322"/>
                  </a:lnTo>
                  <a:lnTo>
                    <a:pt x="470790" y="248376"/>
                  </a:lnTo>
                  <a:lnTo>
                    <a:pt x="474604" y="201966"/>
                  </a:lnTo>
                  <a:lnTo>
                    <a:pt x="473624" y="179427"/>
                  </a:lnTo>
                  <a:lnTo>
                    <a:pt x="470679" y="157975"/>
                  </a:lnTo>
                  <a:lnTo>
                    <a:pt x="465757" y="137612"/>
                  </a:lnTo>
                  <a:lnTo>
                    <a:pt x="461244" y="125025"/>
                  </a:lnTo>
                  <a:close/>
                </a:path>
                <a:path w="1087754" h="723900">
                  <a:moveTo>
                    <a:pt x="243718" y="0"/>
                  </a:moveTo>
                  <a:lnTo>
                    <a:pt x="186901" y="3741"/>
                  </a:lnTo>
                  <a:lnTo>
                    <a:pt x="133049" y="14982"/>
                  </a:lnTo>
                  <a:lnTo>
                    <a:pt x="82173" y="33749"/>
                  </a:lnTo>
                  <a:lnTo>
                    <a:pt x="34290" y="60066"/>
                  </a:lnTo>
                  <a:lnTo>
                    <a:pt x="34290" y="198001"/>
                  </a:lnTo>
                  <a:lnTo>
                    <a:pt x="76697" y="166080"/>
                  </a:lnTo>
                  <a:lnTo>
                    <a:pt x="120121" y="143274"/>
                  </a:lnTo>
                  <a:lnTo>
                    <a:pt x="164574" y="129588"/>
                  </a:lnTo>
                  <a:lnTo>
                    <a:pt x="210068" y="125025"/>
                  </a:lnTo>
                  <a:lnTo>
                    <a:pt x="461244" y="125025"/>
                  </a:lnTo>
                  <a:lnTo>
                    <a:pt x="458845" y="118335"/>
                  </a:lnTo>
                  <a:lnTo>
                    <a:pt x="439715" y="83660"/>
                  </a:lnTo>
                  <a:lnTo>
                    <a:pt x="413522" y="54601"/>
                  </a:lnTo>
                  <a:lnTo>
                    <a:pt x="380466"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26" name="object 226"/>
            <p:cNvSpPr/>
            <p:nvPr/>
          </p:nvSpPr>
          <p:spPr>
            <a:xfrm>
              <a:off x="7315199" y="5524630"/>
              <a:ext cx="1087755" cy="723900"/>
            </a:xfrm>
            <a:custGeom>
              <a:avLst/>
              <a:gdLst/>
              <a:ahLst/>
              <a:cxnLst/>
              <a:rect l="l" t="t" r="r" b="b"/>
              <a:pathLst>
                <a:path w="1087754" h="723900">
                  <a:moveTo>
                    <a:pt x="591708" y="11810"/>
                  </a:moveTo>
                  <a:lnTo>
                    <a:pt x="1087130" y="11810"/>
                  </a:lnTo>
                  <a:lnTo>
                    <a:pt x="1087130" y="102202"/>
                  </a:lnTo>
                  <a:lnTo>
                    <a:pt x="1063861" y="144470"/>
                  </a:lnTo>
                  <a:lnTo>
                    <a:pt x="1041871" y="185406"/>
                  </a:lnTo>
                  <a:lnTo>
                    <a:pt x="1021143" y="225007"/>
                  </a:lnTo>
                  <a:lnTo>
                    <a:pt x="1001664" y="263270"/>
                  </a:lnTo>
                  <a:lnTo>
                    <a:pt x="983373" y="300739"/>
                  </a:lnTo>
                  <a:lnTo>
                    <a:pt x="966212" y="337961"/>
                  </a:lnTo>
                  <a:lnTo>
                    <a:pt x="950164" y="374937"/>
                  </a:lnTo>
                  <a:lnTo>
                    <a:pt x="935217" y="411668"/>
                  </a:lnTo>
                  <a:lnTo>
                    <a:pt x="921364" y="448428"/>
                  </a:lnTo>
                  <a:lnTo>
                    <a:pt x="908559" y="485498"/>
                  </a:lnTo>
                  <a:lnTo>
                    <a:pt x="896800" y="522879"/>
                  </a:lnTo>
                  <a:lnTo>
                    <a:pt x="886084" y="560569"/>
                  </a:lnTo>
                  <a:lnTo>
                    <a:pt x="876365" y="599145"/>
                  </a:lnTo>
                  <a:lnTo>
                    <a:pt x="867590" y="639181"/>
                  </a:lnTo>
                  <a:lnTo>
                    <a:pt x="859740" y="680672"/>
                  </a:lnTo>
                  <a:lnTo>
                    <a:pt x="852799" y="723613"/>
                  </a:lnTo>
                  <a:lnTo>
                    <a:pt x="688969" y="723613"/>
                  </a:lnTo>
                  <a:lnTo>
                    <a:pt x="696491" y="682545"/>
                  </a:lnTo>
                  <a:lnTo>
                    <a:pt x="705135" y="642223"/>
                  </a:lnTo>
                  <a:lnTo>
                    <a:pt x="714871" y="602642"/>
                  </a:lnTo>
                  <a:lnTo>
                    <a:pt x="725667" y="563797"/>
                  </a:lnTo>
                  <a:lnTo>
                    <a:pt x="737554" y="525629"/>
                  </a:lnTo>
                  <a:lnTo>
                    <a:pt x="750349" y="488047"/>
                  </a:lnTo>
                  <a:lnTo>
                    <a:pt x="764046" y="451053"/>
                  </a:lnTo>
                  <a:lnTo>
                    <a:pt x="778642" y="414646"/>
                  </a:lnTo>
                  <a:lnTo>
                    <a:pt x="794017" y="378774"/>
                  </a:lnTo>
                  <a:lnTo>
                    <a:pt x="810226" y="343363"/>
                  </a:lnTo>
                  <a:lnTo>
                    <a:pt x="827248" y="308417"/>
                  </a:lnTo>
                  <a:lnTo>
                    <a:pt x="845057" y="273938"/>
                  </a:lnTo>
                  <a:lnTo>
                    <a:pt x="863589" y="239876"/>
                  </a:lnTo>
                  <a:lnTo>
                    <a:pt x="882620" y="206183"/>
                  </a:lnTo>
                  <a:lnTo>
                    <a:pt x="902172" y="172864"/>
                  </a:lnTo>
                  <a:lnTo>
                    <a:pt x="922263" y="139921"/>
                  </a:lnTo>
                  <a:lnTo>
                    <a:pt x="591708" y="139921"/>
                  </a:lnTo>
                  <a:lnTo>
                    <a:pt x="591708" y="11810"/>
                  </a:lnTo>
                  <a:close/>
                </a:path>
                <a:path w="1087754" h="723900">
                  <a:moveTo>
                    <a:pt x="243718" y="0"/>
                  </a:moveTo>
                  <a:lnTo>
                    <a:pt x="295038" y="3521"/>
                  </a:lnTo>
                  <a:lnTo>
                    <a:pt x="340735" y="14096"/>
                  </a:lnTo>
                  <a:lnTo>
                    <a:pt x="380466" y="31255"/>
                  </a:lnTo>
                  <a:lnTo>
                    <a:pt x="413522" y="54601"/>
                  </a:lnTo>
                  <a:lnTo>
                    <a:pt x="439715" y="83660"/>
                  </a:lnTo>
                  <a:lnTo>
                    <a:pt x="458845" y="118335"/>
                  </a:lnTo>
                  <a:lnTo>
                    <a:pt x="470679" y="157975"/>
                  </a:lnTo>
                  <a:lnTo>
                    <a:pt x="474604" y="201966"/>
                  </a:lnTo>
                  <a:lnTo>
                    <a:pt x="473650" y="225855"/>
                  </a:lnTo>
                  <a:lnTo>
                    <a:pt x="466027" y="269530"/>
                  </a:lnTo>
                  <a:lnTo>
                    <a:pt x="451201" y="307997"/>
                  </a:lnTo>
                  <a:lnTo>
                    <a:pt x="431104" y="342743"/>
                  </a:lnTo>
                  <a:lnTo>
                    <a:pt x="406175" y="374121"/>
                  </a:lnTo>
                  <a:lnTo>
                    <a:pt x="377272" y="402781"/>
                  </a:lnTo>
                  <a:lnTo>
                    <a:pt x="344895" y="429054"/>
                  </a:lnTo>
                  <a:lnTo>
                    <a:pt x="310849" y="454246"/>
                  </a:lnTo>
                  <a:lnTo>
                    <a:pt x="293369" y="466523"/>
                  </a:lnTo>
                  <a:lnTo>
                    <a:pt x="281578" y="474944"/>
                  </a:lnTo>
                  <a:lnTo>
                    <a:pt x="247528" y="500015"/>
                  </a:lnTo>
                  <a:lnTo>
                    <a:pt x="217271" y="524680"/>
                  </a:lnTo>
                  <a:lnTo>
                    <a:pt x="187125" y="556553"/>
                  </a:lnTo>
                  <a:lnTo>
                    <a:pt x="171846" y="593585"/>
                  </a:lnTo>
                  <a:lnTo>
                    <a:pt x="473598" y="593585"/>
                  </a:lnTo>
                  <a:lnTo>
                    <a:pt x="473598" y="723613"/>
                  </a:lnTo>
                  <a:lnTo>
                    <a:pt x="0" y="723613"/>
                  </a:lnTo>
                  <a:lnTo>
                    <a:pt x="0" y="670023"/>
                  </a:lnTo>
                  <a:lnTo>
                    <a:pt x="4632" y="618215"/>
                  </a:lnTo>
                  <a:lnTo>
                    <a:pt x="18409" y="571987"/>
                  </a:lnTo>
                  <a:lnTo>
                    <a:pt x="39079" y="530792"/>
                  </a:lnTo>
                  <a:lnTo>
                    <a:pt x="64526" y="494062"/>
                  </a:lnTo>
                  <a:lnTo>
                    <a:pt x="93653" y="461553"/>
                  </a:lnTo>
                  <a:lnTo>
                    <a:pt x="125364" y="433017"/>
                  </a:lnTo>
                  <a:lnTo>
                    <a:pt x="157543" y="407763"/>
                  </a:lnTo>
                  <a:lnTo>
                    <a:pt x="188213" y="385108"/>
                  </a:lnTo>
                  <a:lnTo>
                    <a:pt x="203351" y="374069"/>
                  </a:lnTo>
                  <a:lnTo>
                    <a:pt x="242956" y="342424"/>
                  </a:lnTo>
                  <a:lnTo>
                    <a:pt x="274155" y="312041"/>
                  </a:lnTo>
                  <a:lnTo>
                    <a:pt x="302337" y="271550"/>
                  </a:lnTo>
                  <a:lnTo>
                    <a:pt x="314210" y="228845"/>
                  </a:lnTo>
                  <a:lnTo>
                    <a:pt x="314705" y="217358"/>
                  </a:lnTo>
                  <a:lnTo>
                    <a:pt x="313090" y="195921"/>
                  </a:lnTo>
                  <a:lnTo>
                    <a:pt x="288919" y="148352"/>
                  </a:lnTo>
                  <a:lnTo>
                    <a:pt x="234853" y="126485"/>
                  </a:lnTo>
                  <a:lnTo>
                    <a:pt x="210068" y="125025"/>
                  </a:lnTo>
                  <a:lnTo>
                    <a:pt x="164574" y="129588"/>
                  </a:lnTo>
                  <a:lnTo>
                    <a:pt x="120121" y="143274"/>
                  </a:lnTo>
                  <a:lnTo>
                    <a:pt x="76697"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7" name="object 227"/>
            <p:cNvSpPr/>
            <p:nvPr/>
          </p:nvSpPr>
          <p:spPr>
            <a:xfrm>
              <a:off x="6781800" y="5227320"/>
              <a:ext cx="2218944" cy="1345691"/>
            </a:xfrm>
            <a:prstGeom prst="rect">
              <a:avLst/>
            </a:prstGeom>
            <a:blipFill>
              <a:blip r:embed="rId10" cstate="print"/>
              <a:stretch>
                <a:fillRect/>
              </a:stretch>
            </a:blipFill>
          </p:spPr>
          <p:txBody>
            <a:bodyPr wrap="square" lIns="0" tIns="0" rIns="0" bIns="0" rtlCol="0"/>
            <a:lstStyle/>
            <a:p>
              <a:endParaRPr/>
            </a:p>
          </p:txBody>
        </p:sp>
        <p:sp>
          <p:nvSpPr>
            <p:cNvPr id="228" name="object 228"/>
            <p:cNvSpPr/>
            <p:nvPr/>
          </p:nvSpPr>
          <p:spPr>
            <a:xfrm>
              <a:off x="6627876" y="4910327"/>
              <a:ext cx="2516123" cy="1947671"/>
            </a:xfrm>
            <a:prstGeom prst="rect">
              <a:avLst/>
            </a:prstGeom>
            <a:blipFill>
              <a:blip r:embed="rId95" cstate="print"/>
              <a:stretch>
                <a:fillRect/>
              </a:stretch>
            </a:blipFill>
          </p:spPr>
          <p:txBody>
            <a:bodyPr wrap="square" lIns="0" tIns="0" rIns="0" bIns="0" rtlCol="0"/>
            <a:lstStyle/>
            <a:p>
              <a:endParaRPr/>
            </a:p>
          </p:txBody>
        </p:sp>
        <p:sp>
          <p:nvSpPr>
            <p:cNvPr id="229" name="object 229"/>
            <p:cNvSpPr/>
            <p:nvPr/>
          </p:nvSpPr>
          <p:spPr>
            <a:xfrm>
              <a:off x="6862815" y="5288529"/>
              <a:ext cx="2057400" cy="1184275"/>
            </a:xfrm>
            <a:custGeom>
              <a:avLst/>
              <a:gdLst/>
              <a:ahLst/>
              <a:cxnLst/>
              <a:rect l="l" t="t" r="r" b="b"/>
              <a:pathLst>
                <a:path w="2057400" h="1184275">
                  <a:moveTo>
                    <a:pt x="1824989" y="0"/>
                  </a:moveTo>
                  <a:lnTo>
                    <a:pt x="232562" y="0"/>
                  </a:lnTo>
                  <a:lnTo>
                    <a:pt x="185701" y="4725"/>
                  </a:lnTo>
                  <a:lnTo>
                    <a:pt x="142050" y="18278"/>
                  </a:lnTo>
                  <a:lnTo>
                    <a:pt x="102547" y="39722"/>
                  </a:lnTo>
                  <a:lnTo>
                    <a:pt x="68126" y="68121"/>
                  </a:lnTo>
                  <a:lnTo>
                    <a:pt x="39725" y="102539"/>
                  </a:lnTo>
                  <a:lnTo>
                    <a:pt x="18279" y="142039"/>
                  </a:lnTo>
                  <a:lnTo>
                    <a:pt x="4726" y="185685"/>
                  </a:lnTo>
                  <a:lnTo>
                    <a:pt x="0" y="232541"/>
                  </a:lnTo>
                  <a:lnTo>
                    <a:pt x="0" y="951500"/>
                  </a:lnTo>
                  <a:lnTo>
                    <a:pt x="4726" y="998359"/>
                  </a:lnTo>
                  <a:lnTo>
                    <a:pt x="18279" y="1042005"/>
                  </a:lnTo>
                  <a:lnTo>
                    <a:pt x="39725" y="1081503"/>
                  </a:lnTo>
                  <a:lnTo>
                    <a:pt x="68126" y="1115918"/>
                  </a:lnTo>
                  <a:lnTo>
                    <a:pt x="102547" y="1144313"/>
                  </a:lnTo>
                  <a:lnTo>
                    <a:pt x="142050" y="1165754"/>
                  </a:lnTo>
                  <a:lnTo>
                    <a:pt x="185701" y="1179304"/>
                  </a:lnTo>
                  <a:lnTo>
                    <a:pt x="232562" y="1184029"/>
                  </a:lnTo>
                  <a:lnTo>
                    <a:pt x="1824989" y="1184029"/>
                  </a:lnTo>
                  <a:lnTo>
                    <a:pt x="1871844" y="1179304"/>
                  </a:lnTo>
                  <a:lnTo>
                    <a:pt x="1915477" y="1165754"/>
                  </a:lnTo>
                  <a:lnTo>
                    <a:pt x="1954957" y="1144313"/>
                  </a:lnTo>
                  <a:lnTo>
                    <a:pt x="1989349" y="1115918"/>
                  </a:lnTo>
                  <a:lnTo>
                    <a:pt x="2017722" y="1081503"/>
                  </a:lnTo>
                  <a:lnTo>
                    <a:pt x="2039143" y="1042005"/>
                  </a:lnTo>
                  <a:lnTo>
                    <a:pt x="2052680" y="998359"/>
                  </a:lnTo>
                  <a:lnTo>
                    <a:pt x="2057399" y="951500"/>
                  </a:lnTo>
                  <a:lnTo>
                    <a:pt x="2057399" y="232541"/>
                  </a:lnTo>
                  <a:lnTo>
                    <a:pt x="2052680" y="185685"/>
                  </a:lnTo>
                  <a:lnTo>
                    <a:pt x="2039143" y="142039"/>
                  </a:lnTo>
                  <a:lnTo>
                    <a:pt x="2017722" y="102539"/>
                  </a:lnTo>
                  <a:lnTo>
                    <a:pt x="1989349" y="68121"/>
                  </a:lnTo>
                  <a:lnTo>
                    <a:pt x="1954957" y="39722"/>
                  </a:lnTo>
                  <a:lnTo>
                    <a:pt x="1915477" y="18278"/>
                  </a:lnTo>
                  <a:lnTo>
                    <a:pt x="1871844" y="4725"/>
                  </a:lnTo>
                  <a:lnTo>
                    <a:pt x="1824989" y="0"/>
                  </a:lnTo>
                  <a:close/>
                </a:path>
              </a:pathLst>
            </a:custGeom>
            <a:solidFill>
              <a:srgbClr val="252525"/>
            </a:solidFill>
          </p:spPr>
          <p:txBody>
            <a:bodyPr wrap="square" lIns="0" tIns="0" rIns="0" bIns="0" rtlCol="0"/>
            <a:lstStyle/>
            <a:p>
              <a:endParaRPr/>
            </a:p>
          </p:txBody>
        </p:sp>
        <p:sp>
          <p:nvSpPr>
            <p:cNvPr id="230" name="object 230"/>
            <p:cNvSpPr/>
            <p:nvPr/>
          </p:nvSpPr>
          <p:spPr>
            <a:xfrm>
              <a:off x="6862815" y="5288529"/>
              <a:ext cx="2057400" cy="1184275"/>
            </a:xfrm>
            <a:custGeom>
              <a:avLst/>
              <a:gdLst/>
              <a:ahLst/>
              <a:cxnLst/>
              <a:rect l="l" t="t" r="r" b="b"/>
              <a:pathLst>
                <a:path w="2057400" h="1184275">
                  <a:moveTo>
                    <a:pt x="0" y="232541"/>
                  </a:moveTo>
                  <a:lnTo>
                    <a:pt x="4726" y="185685"/>
                  </a:lnTo>
                  <a:lnTo>
                    <a:pt x="18279" y="142039"/>
                  </a:lnTo>
                  <a:lnTo>
                    <a:pt x="39725" y="102539"/>
                  </a:lnTo>
                  <a:lnTo>
                    <a:pt x="68126" y="68121"/>
                  </a:lnTo>
                  <a:lnTo>
                    <a:pt x="102547" y="39722"/>
                  </a:lnTo>
                  <a:lnTo>
                    <a:pt x="142050" y="18278"/>
                  </a:lnTo>
                  <a:lnTo>
                    <a:pt x="185701" y="4725"/>
                  </a:lnTo>
                  <a:lnTo>
                    <a:pt x="232562" y="0"/>
                  </a:lnTo>
                  <a:lnTo>
                    <a:pt x="1824989" y="0"/>
                  </a:lnTo>
                  <a:lnTo>
                    <a:pt x="1871844" y="4725"/>
                  </a:lnTo>
                  <a:lnTo>
                    <a:pt x="1915477" y="18278"/>
                  </a:lnTo>
                  <a:lnTo>
                    <a:pt x="1954957" y="39722"/>
                  </a:lnTo>
                  <a:lnTo>
                    <a:pt x="1989349" y="68121"/>
                  </a:lnTo>
                  <a:lnTo>
                    <a:pt x="2017722" y="102539"/>
                  </a:lnTo>
                  <a:lnTo>
                    <a:pt x="2039143" y="142039"/>
                  </a:lnTo>
                  <a:lnTo>
                    <a:pt x="2052680" y="185685"/>
                  </a:lnTo>
                  <a:lnTo>
                    <a:pt x="2057399" y="232541"/>
                  </a:lnTo>
                  <a:lnTo>
                    <a:pt x="2057399" y="951500"/>
                  </a:lnTo>
                  <a:lnTo>
                    <a:pt x="2052680" y="998359"/>
                  </a:lnTo>
                  <a:lnTo>
                    <a:pt x="2039143" y="1042005"/>
                  </a:lnTo>
                  <a:lnTo>
                    <a:pt x="2017722" y="1081503"/>
                  </a:lnTo>
                  <a:lnTo>
                    <a:pt x="1989349" y="1115918"/>
                  </a:lnTo>
                  <a:lnTo>
                    <a:pt x="1954957" y="1144313"/>
                  </a:lnTo>
                  <a:lnTo>
                    <a:pt x="1915477" y="1165754"/>
                  </a:lnTo>
                  <a:lnTo>
                    <a:pt x="1871844" y="1179304"/>
                  </a:lnTo>
                  <a:lnTo>
                    <a:pt x="1824989" y="1184029"/>
                  </a:lnTo>
                  <a:lnTo>
                    <a:pt x="232562" y="1184029"/>
                  </a:lnTo>
                  <a:lnTo>
                    <a:pt x="185701" y="1179304"/>
                  </a:lnTo>
                  <a:lnTo>
                    <a:pt x="142050" y="1165754"/>
                  </a:lnTo>
                  <a:lnTo>
                    <a:pt x="102547" y="1144313"/>
                  </a:lnTo>
                  <a:lnTo>
                    <a:pt x="68126" y="1115918"/>
                  </a:lnTo>
                  <a:lnTo>
                    <a:pt x="39725" y="1081503"/>
                  </a:lnTo>
                  <a:lnTo>
                    <a:pt x="18279" y="1042005"/>
                  </a:lnTo>
                  <a:lnTo>
                    <a:pt x="4726" y="998359"/>
                  </a:lnTo>
                  <a:lnTo>
                    <a:pt x="0" y="951500"/>
                  </a:lnTo>
                  <a:lnTo>
                    <a:pt x="0" y="232541"/>
                  </a:lnTo>
                  <a:close/>
                </a:path>
              </a:pathLst>
            </a:custGeom>
            <a:ln w="76199">
              <a:solidFill>
                <a:srgbClr val="00AF50"/>
              </a:solidFill>
            </a:ln>
          </p:spPr>
          <p:txBody>
            <a:bodyPr wrap="square" lIns="0" tIns="0" rIns="0" bIns="0" rtlCol="0"/>
            <a:lstStyle/>
            <a:p>
              <a:endParaRPr/>
            </a:p>
          </p:txBody>
        </p:sp>
        <p:sp>
          <p:nvSpPr>
            <p:cNvPr id="231" name="object 231"/>
            <p:cNvSpPr/>
            <p:nvPr/>
          </p:nvSpPr>
          <p:spPr>
            <a:xfrm>
              <a:off x="6669024" y="4931662"/>
              <a:ext cx="2474976" cy="1926336"/>
            </a:xfrm>
            <a:prstGeom prst="rect">
              <a:avLst/>
            </a:prstGeom>
            <a:blipFill>
              <a:blip r:embed="rId96" cstate="print"/>
              <a:stretch>
                <a:fillRect/>
              </a:stretch>
            </a:blipFill>
          </p:spPr>
          <p:txBody>
            <a:bodyPr wrap="square" lIns="0" tIns="0" rIns="0" bIns="0" rtlCol="0"/>
            <a:lstStyle/>
            <a:p>
              <a:endParaRPr/>
            </a:p>
          </p:txBody>
        </p:sp>
        <p:sp>
          <p:nvSpPr>
            <p:cNvPr id="232" name="object 232"/>
            <p:cNvSpPr/>
            <p:nvPr/>
          </p:nvSpPr>
          <p:spPr>
            <a:xfrm>
              <a:off x="7340864" y="5522595"/>
              <a:ext cx="1101211" cy="747308"/>
            </a:xfrm>
            <a:prstGeom prst="rect">
              <a:avLst/>
            </a:prstGeom>
            <a:blipFill>
              <a:blip r:embed="rId97" cstate="print"/>
              <a:stretch>
                <a:fillRect/>
              </a:stretch>
            </a:blipFill>
          </p:spPr>
          <p:txBody>
            <a:bodyPr wrap="square" lIns="0" tIns="0" rIns="0" bIns="0" rtlCol="0"/>
            <a:lstStyle/>
            <a:p>
              <a:endParaRPr/>
            </a:p>
          </p:txBody>
        </p:sp>
        <p:sp>
          <p:nvSpPr>
            <p:cNvPr id="233" name="object 233"/>
            <p:cNvSpPr/>
            <p:nvPr/>
          </p:nvSpPr>
          <p:spPr>
            <a:xfrm>
              <a:off x="6777228" y="5245608"/>
              <a:ext cx="2218944" cy="1345692"/>
            </a:xfrm>
            <a:prstGeom prst="rect">
              <a:avLst/>
            </a:prstGeom>
            <a:blipFill>
              <a:blip r:embed="rId71" cstate="print"/>
              <a:stretch>
                <a:fillRect/>
              </a:stretch>
            </a:blipFill>
          </p:spPr>
          <p:txBody>
            <a:bodyPr wrap="square" lIns="0" tIns="0" rIns="0" bIns="0" rtlCol="0"/>
            <a:lstStyle/>
            <a:p>
              <a:endParaRPr/>
            </a:p>
          </p:txBody>
        </p:sp>
        <p:sp>
          <p:nvSpPr>
            <p:cNvPr id="234" name="object 234"/>
            <p:cNvSpPr/>
            <p:nvPr/>
          </p:nvSpPr>
          <p:spPr>
            <a:xfrm>
              <a:off x="6623304" y="4928615"/>
              <a:ext cx="2520695" cy="1929383"/>
            </a:xfrm>
            <a:prstGeom prst="rect">
              <a:avLst/>
            </a:prstGeom>
            <a:blipFill>
              <a:blip r:embed="rId98" cstate="print"/>
              <a:stretch>
                <a:fillRect/>
              </a:stretch>
            </a:blipFill>
          </p:spPr>
          <p:txBody>
            <a:bodyPr wrap="square" lIns="0" tIns="0" rIns="0" bIns="0" rtlCol="0"/>
            <a:lstStyle/>
            <a:p>
              <a:endParaRPr/>
            </a:p>
          </p:txBody>
        </p:sp>
        <p:sp>
          <p:nvSpPr>
            <p:cNvPr id="235" name="object 235"/>
            <p:cNvSpPr/>
            <p:nvPr/>
          </p:nvSpPr>
          <p:spPr>
            <a:xfrm>
              <a:off x="6857999" y="530681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24"/>
                  </a:lnTo>
                  <a:lnTo>
                    <a:pt x="4725" y="998383"/>
                  </a:lnTo>
                  <a:lnTo>
                    <a:pt x="18279" y="1042027"/>
                  </a:lnTo>
                  <a:lnTo>
                    <a:pt x="39723" y="1081524"/>
                  </a:lnTo>
                  <a:lnTo>
                    <a:pt x="68122" y="1115936"/>
                  </a:lnTo>
                  <a:lnTo>
                    <a:pt x="102539" y="1144329"/>
                  </a:lnTo>
                  <a:lnTo>
                    <a:pt x="142037" y="1165768"/>
                  </a:lnTo>
                  <a:lnTo>
                    <a:pt x="185680" y="1179317"/>
                  </a:lnTo>
                  <a:lnTo>
                    <a:pt x="232531" y="1184041"/>
                  </a:lnTo>
                  <a:lnTo>
                    <a:pt x="1824868" y="1184041"/>
                  </a:lnTo>
                  <a:lnTo>
                    <a:pt x="1871719" y="1179317"/>
                  </a:lnTo>
                  <a:lnTo>
                    <a:pt x="1915362" y="1165768"/>
                  </a:lnTo>
                  <a:lnTo>
                    <a:pt x="1954860" y="1144329"/>
                  </a:lnTo>
                  <a:lnTo>
                    <a:pt x="1989277" y="1115936"/>
                  </a:lnTo>
                  <a:lnTo>
                    <a:pt x="2017676" y="1081524"/>
                  </a:lnTo>
                  <a:lnTo>
                    <a:pt x="2039120" y="1042027"/>
                  </a:lnTo>
                  <a:lnTo>
                    <a:pt x="2052674" y="998383"/>
                  </a:lnTo>
                  <a:lnTo>
                    <a:pt x="2057399" y="951524"/>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36" name="object 236"/>
            <p:cNvSpPr/>
            <p:nvPr/>
          </p:nvSpPr>
          <p:spPr>
            <a:xfrm>
              <a:off x="6857999" y="530681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24"/>
                  </a:lnTo>
                  <a:lnTo>
                    <a:pt x="2052674" y="998383"/>
                  </a:lnTo>
                  <a:lnTo>
                    <a:pt x="2039120" y="1042027"/>
                  </a:lnTo>
                  <a:lnTo>
                    <a:pt x="2017676" y="1081524"/>
                  </a:lnTo>
                  <a:lnTo>
                    <a:pt x="1989277" y="1115936"/>
                  </a:lnTo>
                  <a:lnTo>
                    <a:pt x="1954860" y="1144329"/>
                  </a:lnTo>
                  <a:lnTo>
                    <a:pt x="1915362" y="1165768"/>
                  </a:lnTo>
                  <a:lnTo>
                    <a:pt x="1871719" y="1179317"/>
                  </a:lnTo>
                  <a:lnTo>
                    <a:pt x="1824868" y="1184041"/>
                  </a:lnTo>
                  <a:lnTo>
                    <a:pt x="232531" y="1184041"/>
                  </a:lnTo>
                  <a:lnTo>
                    <a:pt x="185680" y="1179317"/>
                  </a:lnTo>
                  <a:lnTo>
                    <a:pt x="142037" y="1165768"/>
                  </a:lnTo>
                  <a:lnTo>
                    <a:pt x="102539" y="1144329"/>
                  </a:lnTo>
                  <a:lnTo>
                    <a:pt x="68122" y="1115936"/>
                  </a:lnTo>
                  <a:lnTo>
                    <a:pt x="39723" y="1081524"/>
                  </a:lnTo>
                  <a:lnTo>
                    <a:pt x="18279" y="1042027"/>
                  </a:lnTo>
                  <a:lnTo>
                    <a:pt x="4725" y="998383"/>
                  </a:lnTo>
                  <a:lnTo>
                    <a:pt x="0" y="951524"/>
                  </a:lnTo>
                  <a:lnTo>
                    <a:pt x="0" y="232541"/>
                  </a:lnTo>
                  <a:close/>
                </a:path>
              </a:pathLst>
            </a:custGeom>
            <a:ln w="76199">
              <a:solidFill>
                <a:srgbClr val="00AF50"/>
              </a:solidFill>
            </a:ln>
          </p:spPr>
          <p:txBody>
            <a:bodyPr wrap="square" lIns="0" tIns="0" rIns="0" bIns="0" rtlCol="0"/>
            <a:lstStyle/>
            <a:p>
              <a:endParaRPr/>
            </a:p>
          </p:txBody>
        </p:sp>
        <p:sp>
          <p:nvSpPr>
            <p:cNvPr id="237" name="object 237"/>
            <p:cNvSpPr/>
            <p:nvPr/>
          </p:nvSpPr>
          <p:spPr>
            <a:xfrm>
              <a:off x="6664452" y="4949950"/>
              <a:ext cx="2479548" cy="1908047"/>
            </a:xfrm>
            <a:prstGeom prst="rect">
              <a:avLst/>
            </a:prstGeom>
            <a:blipFill>
              <a:blip r:embed="rId99" cstate="print"/>
              <a:stretch>
                <a:fillRect/>
              </a:stretch>
            </a:blipFill>
          </p:spPr>
          <p:txBody>
            <a:bodyPr wrap="square" lIns="0" tIns="0" rIns="0" bIns="0" rtlCol="0"/>
            <a:lstStyle/>
            <a:p>
              <a:endParaRPr/>
            </a:p>
          </p:txBody>
        </p:sp>
        <p:sp>
          <p:nvSpPr>
            <p:cNvPr id="238" name="object 238"/>
            <p:cNvSpPr/>
            <p:nvPr/>
          </p:nvSpPr>
          <p:spPr>
            <a:xfrm>
              <a:off x="7341992" y="5546978"/>
              <a:ext cx="1083945" cy="736600"/>
            </a:xfrm>
            <a:custGeom>
              <a:avLst/>
              <a:gdLst/>
              <a:ahLst/>
              <a:cxnLst/>
              <a:rect l="l" t="t" r="r" b="b"/>
              <a:pathLst>
                <a:path w="1083945" h="736600">
                  <a:moveTo>
                    <a:pt x="623437" y="579287"/>
                  </a:moveTo>
                  <a:lnTo>
                    <a:pt x="623437" y="708327"/>
                  </a:lnTo>
                  <a:lnTo>
                    <a:pt x="656498" y="720492"/>
                  </a:lnTo>
                  <a:lnTo>
                    <a:pt x="692585" y="729179"/>
                  </a:lnTo>
                  <a:lnTo>
                    <a:pt x="731695" y="734391"/>
                  </a:lnTo>
                  <a:lnTo>
                    <a:pt x="773826" y="736128"/>
                  </a:lnTo>
                  <a:lnTo>
                    <a:pt x="809456" y="734391"/>
                  </a:lnTo>
                  <a:lnTo>
                    <a:pt x="874638" y="720637"/>
                  </a:lnTo>
                  <a:lnTo>
                    <a:pt x="932119" y="693307"/>
                  </a:lnTo>
                  <a:lnTo>
                    <a:pt x="980881" y="653721"/>
                  </a:lnTo>
                  <a:lnTo>
                    <a:pt x="1011155" y="616016"/>
                  </a:lnTo>
                  <a:lnTo>
                    <a:pt x="758464" y="616016"/>
                  </a:lnTo>
                  <a:lnTo>
                    <a:pt x="720457" y="613719"/>
                  </a:lnTo>
                  <a:lnTo>
                    <a:pt x="685293" y="606831"/>
                  </a:lnTo>
                  <a:lnTo>
                    <a:pt x="652958" y="595353"/>
                  </a:lnTo>
                  <a:lnTo>
                    <a:pt x="623437" y="579287"/>
                  </a:lnTo>
                  <a:close/>
                </a:path>
                <a:path w="1083945" h="736600">
                  <a:moveTo>
                    <a:pt x="1080386" y="400598"/>
                  </a:moveTo>
                  <a:lnTo>
                    <a:pt x="928237" y="400598"/>
                  </a:lnTo>
                  <a:lnTo>
                    <a:pt x="931164" y="401598"/>
                  </a:lnTo>
                  <a:lnTo>
                    <a:pt x="928146" y="450641"/>
                  </a:lnTo>
                  <a:lnTo>
                    <a:pt x="919459" y="493543"/>
                  </a:lnTo>
                  <a:lnTo>
                    <a:pt x="905103" y="530301"/>
                  </a:lnTo>
                  <a:lnTo>
                    <a:pt x="860022" y="585020"/>
                  </a:lnTo>
                  <a:lnTo>
                    <a:pt x="796721" y="612571"/>
                  </a:lnTo>
                  <a:lnTo>
                    <a:pt x="758464" y="616016"/>
                  </a:lnTo>
                  <a:lnTo>
                    <a:pt x="1011155" y="616016"/>
                  </a:lnTo>
                  <a:lnTo>
                    <a:pt x="1037139" y="572024"/>
                  </a:lnTo>
                  <a:lnTo>
                    <a:pt x="1062746" y="503099"/>
                  </a:lnTo>
                  <a:lnTo>
                    <a:pt x="1071836" y="464496"/>
                  </a:lnTo>
                  <a:lnTo>
                    <a:pt x="1078344" y="423376"/>
                  </a:lnTo>
                  <a:lnTo>
                    <a:pt x="1080386" y="400598"/>
                  </a:lnTo>
                  <a:close/>
                </a:path>
                <a:path w="1083945" h="736600">
                  <a:moveTo>
                    <a:pt x="833902" y="0"/>
                  </a:moveTo>
                  <a:lnTo>
                    <a:pt x="780348" y="4555"/>
                  </a:lnTo>
                  <a:lnTo>
                    <a:pt x="731641" y="18156"/>
                  </a:lnTo>
                  <a:lnTo>
                    <a:pt x="688802" y="40064"/>
                  </a:lnTo>
                  <a:lnTo>
                    <a:pt x="652546" y="69543"/>
                  </a:lnTo>
                  <a:lnTo>
                    <a:pt x="623197" y="106018"/>
                  </a:lnTo>
                  <a:lnTo>
                    <a:pt x="601096" y="148958"/>
                  </a:lnTo>
                  <a:lnTo>
                    <a:pt x="587380" y="197597"/>
                  </a:lnTo>
                  <a:lnTo>
                    <a:pt x="582812" y="251317"/>
                  </a:lnTo>
                  <a:lnTo>
                    <a:pt x="583760" y="274781"/>
                  </a:lnTo>
                  <a:lnTo>
                    <a:pt x="591333" y="318949"/>
                  </a:lnTo>
                  <a:lnTo>
                    <a:pt x="606210" y="358950"/>
                  </a:lnTo>
                  <a:lnTo>
                    <a:pt x="627304" y="393572"/>
                  </a:lnTo>
                  <a:lnTo>
                    <a:pt x="654230" y="422521"/>
                  </a:lnTo>
                  <a:lnTo>
                    <a:pt x="686234" y="445223"/>
                  </a:lnTo>
                  <a:lnTo>
                    <a:pt x="723003" y="461371"/>
                  </a:lnTo>
                  <a:lnTo>
                    <a:pt x="763336" y="469560"/>
                  </a:lnTo>
                  <a:lnTo>
                    <a:pt x="784738" y="470583"/>
                  </a:lnTo>
                  <a:lnTo>
                    <a:pt x="829838" y="466209"/>
                  </a:lnTo>
                  <a:lnTo>
                    <a:pt x="868775" y="453088"/>
                  </a:lnTo>
                  <a:lnTo>
                    <a:pt x="901568" y="431218"/>
                  </a:lnTo>
                  <a:lnTo>
                    <a:pt x="928237" y="400598"/>
                  </a:lnTo>
                  <a:lnTo>
                    <a:pt x="1080386" y="400598"/>
                  </a:lnTo>
                  <a:lnTo>
                    <a:pt x="1082257" y="379740"/>
                  </a:lnTo>
                  <a:lnTo>
                    <a:pt x="1082987" y="353949"/>
                  </a:lnTo>
                  <a:lnTo>
                    <a:pt x="832987" y="353949"/>
                  </a:lnTo>
                  <a:lnTo>
                    <a:pt x="822298" y="353468"/>
                  </a:lnTo>
                  <a:lnTo>
                    <a:pt x="784630" y="341958"/>
                  </a:lnTo>
                  <a:lnTo>
                    <a:pt x="756762" y="315806"/>
                  </a:lnTo>
                  <a:lnTo>
                    <a:pt x="740052" y="276008"/>
                  </a:lnTo>
                  <a:lnTo>
                    <a:pt x="736092" y="237804"/>
                  </a:lnTo>
                  <a:lnTo>
                    <a:pt x="736539" y="225365"/>
                  </a:lnTo>
                  <a:lnTo>
                    <a:pt x="746924" y="180117"/>
                  </a:lnTo>
                  <a:lnTo>
                    <a:pt x="769000" y="145771"/>
                  </a:lnTo>
                  <a:lnTo>
                    <a:pt x="800755" y="124702"/>
                  </a:lnTo>
                  <a:lnTo>
                    <a:pt x="829452" y="119670"/>
                  </a:lnTo>
                  <a:lnTo>
                    <a:pt x="1037060" y="119670"/>
                  </a:lnTo>
                  <a:lnTo>
                    <a:pt x="1032139" y="110456"/>
                  </a:lnTo>
                  <a:lnTo>
                    <a:pt x="999754" y="67821"/>
                  </a:lnTo>
                  <a:lnTo>
                    <a:pt x="960368" y="35184"/>
                  </a:lnTo>
                  <a:lnTo>
                    <a:pt x="914338" y="12753"/>
                  </a:lnTo>
                  <a:lnTo>
                    <a:pt x="862200" y="1424"/>
                  </a:lnTo>
                  <a:lnTo>
                    <a:pt x="833902" y="0"/>
                  </a:lnTo>
                  <a:close/>
                </a:path>
                <a:path w="1083945" h="736600">
                  <a:moveTo>
                    <a:pt x="1037060" y="119670"/>
                  </a:moveTo>
                  <a:lnTo>
                    <a:pt x="829452" y="119670"/>
                  </a:lnTo>
                  <a:lnTo>
                    <a:pt x="839897" y="120306"/>
                  </a:lnTo>
                  <a:lnTo>
                    <a:pt x="849923" y="122215"/>
                  </a:lnTo>
                  <a:lnTo>
                    <a:pt x="885181" y="141815"/>
                  </a:lnTo>
                  <a:lnTo>
                    <a:pt x="909961" y="176443"/>
                  </a:lnTo>
                  <a:lnTo>
                    <a:pt x="923475" y="223719"/>
                  </a:lnTo>
                  <a:lnTo>
                    <a:pt x="925189" y="250210"/>
                  </a:lnTo>
                  <a:lnTo>
                    <a:pt x="924787" y="260943"/>
                  </a:lnTo>
                  <a:lnTo>
                    <a:pt x="914915" y="300023"/>
                  </a:lnTo>
                  <a:lnTo>
                    <a:pt x="886343" y="336138"/>
                  </a:lnTo>
                  <a:lnTo>
                    <a:pt x="843144" y="353437"/>
                  </a:lnTo>
                  <a:lnTo>
                    <a:pt x="832987" y="353949"/>
                  </a:lnTo>
                  <a:lnTo>
                    <a:pt x="1082987" y="353949"/>
                  </a:lnTo>
                  <a:lnTo>
                    <a:pt x="1083491" y="336138"/>
                  </a:lnTo>
                  <a:lnTo>
                    <a:pt x="1083471" y="330260"/>
                  </a:lnTo>
                  <a:lnTo>
                    <a:pt x="1082494" y="295188"/>
                  </a:lnTo>
                  <a:lnTo>
                    <a:pt x="1073932" y="224708"/>
                  </a:lnTo>
                  <a:lnTo>
                    <a:pt x="1056907" y="162819"/>
                  </a:lnTo>
                  <a:lnTo>
                    <a:pt x="1045450" y="135381"/>
                  </a:lnTo>
                  <a:lnTo>
                    <a:pt x="1037060" y="119670"/>
                  </a:lnTo>
                  <a:close/>
                </a:path>
                <a:path w="1083945" h="736600">
                  <a:moveTo>
                    <a:pt x="461371" y="125135"/>
                  </a:moveTo>
                  <a:lnTo>
                    <a:pt x="210068" y="125135"/>
                  </a:lnTo>
                  <a:lnTo>
                    <a:pt x="234853" y="126593"/>
                  </a:lnTo>
                  <a:lnTo>
                    <a:pt x="256260" y="130965"/>
                  </a:lnTo>
                  <a:lnTo>
                    <a:pt x="300188" y="161518"/>
                  </a:lnTo>
                  <a:lnTo>
                    <a:pt x="314706" y="217444"/>
                  </a:lnTo>
                  <a:lnTo>
                    <a:pt x="314210" y="228942"/>
                  </a:lnTo>
                  <a:lnTo>
                    <a:pt x="302337" y="271643"/>
                  </a:lnTo>
                  <a:lnTo>
                    <a:pt x="274155" y="312148"/>
                  </a:lnTo>
                  <a:lnTo>
                    <a:pt x="242956" y="342531"/>
                  </a:lnTo>
                  <a:lnTo>
                    <a:pt x="203299" y="374219"/>
                  </a:lnTo>
                  <a:lnTo>
                    <a:pt x="173074" y="396212"/>
                  </a:lnTo>
                  <a:lnTo>
                    <a:pt x="157554" y="407860"/>
                  </a:lnTo>
                  <a:lnTo>
                    <a:pt x="125364" y="433114"/>
                  </a:lnTo>
                  <a:lnTo>
                    <a:pt x="93653" y="461648"/>
                  </a:lnTo>
                  <a:lnTo>
                    <a:pt x="64526" y="494157"/>
                  </a:lnTo>
                  <a:lnTo>
                    <a:pt x="39136" y="530887"/>
                  </a:lnTo>
                  <a:lnTo>
                    <a:pt x="18409" y="572082"/>
                  </a:lnTo>
                  <a:lnTo>
                    <a:pt x="4632" y="618310"/>
                  </a:lnTo>
                  <a:lnTo>
                    <a:pt x="0" y="670118"/>
                  </a:lnTo>
                  <a:lnTo>
                    <a:pt x="0" y="723720"/>
                  </a:lnTo>
                  <a:lnTo>
                    <a:pt x="473598" y="723720"/>
                  </a:lnTo>
                  <a:lnTo>
                    <a:pt x="473598" y="593668"/>
                  </a:lnTo>
                  <a:lnTo>
                    <a:pt x="171846" y="593668"/>
                  </a:lnTo>
                  <a:lnTo>
                    <a:pt x="172463" y="586634"/>
                  </a:lnTo>
                  <a:lnTo>
                    <a:pt x="193376" y="548827"/>
                  </a:lnTo>
                  <a:lnTo>
                    <a:pt x="226710" y="516618"/>
                  </a:lnTo>
                  <a:lnTo>
                    <a:pt x="258668" y="491785"/>
                  </a:lnTo>
                  <a:lnTo>
                    <a:pt x="293370" y="466606"/>
                  </a:lnTo>
                  <a:lnTo>
                    <a:pt x="310850" y="454342"/>
                  </a:lnTo>
                  <a:lnTo>
                    <a:pt x="328033" y="441857"/>
                  </a:lnTo>
                  <a:lnTo>
                    <a:pt x="361462" y="416240"/>
                  </a:lnTo>
                  <a:lnTo>
                    <a:pt x="392193" y="388877"/>
                  </a:lnTo>
                  <a:lnTo>
                    <a:pt x="419221" y="358914"/>
                  </a:lnTo>
                  <a:lnTo>
                    <a:pt x="441773" y="325901"/>
                  </a:lnTo>
                  <a:lnTo>
                    <a:pt x="459364" y="289416"/>
                  </a:lnTo>
                  <a:lnTo>
                    <a:pt x="470790" y="248477"/>
                  </a:lnTo>
                  <a:lnTo>
                    <a:pt x="474604" y="202073"/>
                  </a:lnTo>
                  <a:lnTo>
                    <a:pt x="473627" y="179532"/>
                  </a:lnTo>
                  <a:lnTo>
                    <a:pt x="470698" y="158077"/>
                  </a:lnTo>
                  <a:lnTo>
                    <a:pt x="465821" y="137710"/>
                  </a:lnTo>
                  <a:lnTo>
                    <a:pt x="461371" y="125135"/>
                  </a:lnTo>
                  <a:close/>
                </a:path>
                <a:path w="1083945" h="736600">
                  <a:moveTo>
                    <a:pt x="243718" y="0"/>
                  </a:moveTo>
                  <a:lnTo>
                    <a:pt x="186901" y="3760"/>
                  </a:lnTo>
                  <a:lnTo>
                    <a:pt x="133049" y="15037"/>
                  </a:lnTo>
                  <a:lnTo>
                    <a:pt x="82173" y="33824"/>
                  </a:lnTo>
                  <a:lnTo>
                    <a:pt x="34290" y="60115"/>
                  </a:lnTo>
                  <a:lnTo>
                    <a:pt x="34290" y="198095"/>
                  </a:lnTo>
                  <a:lnTo>
                    <a:pt x="76731" y="166176"/>
                  </a:lnTo>
                  <a:lnTo>
                    <a:pt x="120190" y="143376"/>
                  </a:lnTo>
                  <a:lnTo>
                    <a:pt x="164643" y="129696"/>
                  </a:lnTo>
                  <a:lnTo>
                    <a:pt x="210068" y="125135"/>
                  </a:lnTo>
                  <a:lnTo>
                    <a:pt x="461371" y="125135"/>
                  </a:lnTo>
                  <a:lnTo>
                    <a:pt x="458998" y="118430"/>
                  </a:lnTo>
                  <a:lnTo>
                    <a:pt x="439734" y="83750"/>
                  </a:lnTo>
                  <a:lnTo>
                    <a:pt x="413522" y="54650"/>
                  </a:lnTo>
                  <a:lnTo>
                    <a:pt x="380466" y="31376"/>
                  </a:lnTo>
                  <a:lnTo>
                    <a:pt x="340735" y="14228"/>
                  </a:lnTo>
                  <a:lnTo>
                    <a:pt x="295038" y="3586"/>
                  </a:lnTo>
                  <a:lnTo>
                    <a:pt x="270072" y="900"/>
                  </a:lnTo>
                  <a:lnTo>
                    <a:pt x="243718" y="0"/>
                  </a:lnTo>
                  <a:close/>
                </a:path>
              </a:pathLst>
            </a:custGeom>
            <a:solidFill>
              <a:srgbClr val="FFFF00"/>
            </a:solidFill>
          </p:spPr>
          <p:txBody>
            <a:bodyPr wrap="square" lIns="0" tIns="0" rIns="0" bIns="0" rtlCol="0"/>
            <a:lstStyle/>
            <a:p>
              <a:endParaRPr/>
            </a:p>
          </p:txBody>
        </p:sp>
        <p:sp>
          <p:nvSpPr>
            <p:cNvPr id="239" name="object 239"/>
            <p:cNvSpPr/>
            <p:nvPr/>
          </p:nvSpPr>
          <p:spPr>
            <a:xfrm>
              <a:off x="8071987" y="5660553"/>
              <a:ext cx="201289" cy="246470"/>
            </a:xfrm>
            <a:prstGeom prst="rect">
              <a:avLst/>
            </a:prstGeom>
            <a:blipFill>
              <a:blip r:embed="rId100" cstate="print"/>
              <a:stretch>
                <a:fillRect/>
              </a:stretch>
            </a:blipFill>
          </p:spPr>
          <p:txBody>
            <a:bodyPr wrap="square" lIns="0" tIns="0" rIns="0" bIns="0" rtlCol="0"/>
            <a:lstStyle/>
            <a:p>
              <a:endParaRPr/>
            </a:p>
          </p:txBody>
        </p:sp>
        <p:sp>
          <p:nvSpPr>
            <p:cNvPr id="240" name="object 240"/>
            <p:cNvSpPr/>
            <p:nvPr/>
          </p:nvSpPr>
          <p:spPr>
            <a:xfrm>
              <a:off x="7341991" y="5546978"/>
              <a:ext cx="1083945" cy="736600"/>
            </a:xfrm>
            <a:custGeom>
              <a:avLst/>
              <a:gdLst/>
              <a:ahLst/>
              <a:cxnLst/>
              <a:rect l="l" t="t" r="r" b="b"/>
              <a:pathLst>
                <a:path w="1083945" h="736600">
                  <a:moveTo>
                    <a:pt x="833902" y="0"/>
                  </a:moveTo>
                  <a:lnTo>
                    <a:pt x="889017" y="5683"/>
                  </a:lnTo>
                  <a:lnTo>
                    <a:pt x="938143" y="22610"/>
                  </a:lnTo>
                  <a:lnTo>
                    <a:pt x="980907" y="50251"/>
                  </a:lnTo>
                  <a:lnTo>
                    <a:pt x="1016904" y="87904"/>
                  </a:lnTo>
                  <a:lnTo>
                    <a:pt x="1045475" y="135427"/>
                  </a:lnTo>
                  <a:lnTo>
                    <a:pt x="1066434" y="192630"/>
                  </a:lnTo>
                  <a:lnTo>
                    <a:pt x="1079285" y="258895"/>
                  </a:lnTo>
                  <a:lnTo>
                    <a:pt x="1083563" y="333588"/>
                  </a:lnTo>
                  <a:lnTo>
                    <a:pt x="1082257" y="379740"/>
                  </a:lnTo>
                  <a:lnTo>
                    <a:pt x="1078344" y="423376"/>
                  </a:lnTo>
                  <a:lnTo>
                    <a:pt x="1071836" y="464496"/>
                  </a:lnTo>
                  <a:lnTo>
                    <a:pt x="1062746" y="503099"/>
                  </a:lnTo>
                  <a:lnTo>
                    <a:pt x="1037139" y="572024"/>
                  </a:lnTo>
                  <a:lnTo>
                    <a:pt x="1001908" y="629411"/>
                  </a:lnTo>
                  <a:lnTo>
                    <a:pt x="957620" y="675018"/>
                  </a:lnTo>
                  <a:lnTo>
                    <a:pt x="904372" y="708589"/>
                  </a:lnTo>
                  <a:lnTo>
                    <a:pt x="842962" y="729243"/>
                  </a:lnTo>
                  <a:lnTo>
                    <a:pt x="773826" y="736128"/>
                  </a:lnTo>
                  <a:lnTo>
                    <a:pt x="731695" y="734391"/>
                  </a:lnTo>
                  <a:lnTo>
                    <a:pt x="692585" y="729179"/>
                  </a:lnTo>
                  <a:lnTo>
                    <a:pt x="656498" y="720492"/>
                  </a:lnTo>
                  <a:lnTo>
                    <a:pt x="623437" y="708327"/>
                  </a:lnTo>
                  <a:lnTo>
                    <a:pt x="623437" y="579287"/>
                  </a:lnTo>
                  <a:lnTo>
                    <a:pt x="652958" y="595353"/>
                  </a:lnTo>
                  <a:lnTo>
                    <a:pt x="685293" y="606831"/>
                  </a:lnTo>
                  <a:lnTo>
                    <a:pt x="720457" y="613719"/>
                  </a:lnTo>
                  <a:lnTo>
                    <a:pt x="758464" y="616016"/>
                  </a:lnTo>
                  <a:lnTo>
                    <a:pt x="796721" y="612571"/>
                  </a:lnTo>
                  <a:lnTo>
                    <a:pt x="860022" y="585020"/>
                  </a:lnTo>
                  <a:lnTo>
                    <a:pt x="905103" y="530301"/>
                  </a:lnTo>
                  <a:lnTo>
                    <a:pt x="919459" y="493543"/>
                  </a:lnTo>
                  <a:lnTo>
                    <a:pt x="928146" y="450641"/>
                  </a:lnTo>
                  <a:lnTo>
                    <a:pt x="931163" y="401598"/>
                  </a:lnTo>
                  <a:lnTo>
                    <a:pt x="928237" y="400598"/>
                  </a:lnTo>
                  <a:lnTo>
                    <a:pt x="901568" y="431217"/>
                  </a:lnTo>
                  <a:lnTo>
                    <a:pt x="868775" y="453088"/>
                  </a:lnTo>
                  <a:lnTo>
                    <a:pt x="829838" y="466209"/>
                  </a:lnTo>
                  <a:lnTo>
                    <a:pt x="784738" y="470583"/>
                  </a:lnTo>
                  <a:lnTo>
                    <a:pt x="763336" y="469560"/>
                  </a:lnTo>
                  <a:lnTo>
                    <a:pt x="723003" y="461371"/>
                  </a:lnTo>
                  <a:lnTo>
                    <a:pt x="686234" y="445223"/>
                  </a:lnTo>
                  <a:lnTo>
                    <a:pt x="654230" y="422521"/>
                  </a:lnTo>
                  <a:lnTo>
                    <a:pt x="627304" y="393572"/>
                  </a:lnTo>
                  <a:lnTo>
                    <a:pt x="606210" y="358950"/>
                  </a:lnTo>
                  <a:lnTo>
                    <a:pt x="591333" y="318949"/>
                  </a:lnTo>
                  <a:lnTo>
                    <a:pt x="583760" y="274781"/>
                  </a:lnTo>
                  <a:lnTo>
                    <a:pt x="582808" y="251210"/>
                  </a:lnTo>
                  <a:lnTo>
                    <a:pt x="583951" y="223782"/>
                  </a:lnTo>
                  <a:lnTo>
                    <a:pt x="593095" y="172655"/>
                  </a:lnTo>
                  <a:lnTo>
                    <a:pt x="611239" y="126681"/>
                  </a:lnTo>
                  <a:lnTo>
                    <a:pt x="636967" y="86971"/>
                  </a:lnTo>
                  <a:lnTo>
                    <a:pt x="669842" y="53859"/>
                  </a:lnTo>
                  <a:lnTo>
                    <a:pt x="709407" y="28161"/>
                  </a:lnTo>
                  <a:lnTo>
                    <a:pt x="755395" y="10231"/>
                  </a:lnTo>
                  <a:lnTo>
                    <a:pt x="806514" y="1140"/>
                  </a:lnTo>
                  <a:lnTo>
                    <a:pt x="833902" y="0"/>
                  </a:lnTo>
                  <a:close/>
                </a:path>
                <a:path w="1083945" h="736600">
                  <a:moveTo>
                    <a:pt x="243718" y="0"/>
                  </a:moveTo>
                  <a:lnTo>
                    <a:pt x="295038" y="3586"/>
                  </a:lnTo>
                  <a:lnTo>
                    <a:pt x="340735" y="14228"/>
                  </a:lnTo>
                  <a:lnTo>
                    <a:pt x="380466" y="31376"/>
                  </a:lnTo>
                  <a:lnTo>
                    <a:pt x="413522" y="54650"/>
                  </a:lnTo>
                  <a:lnTo>
                    <a:pt x="439734" y="83750"/>
                  </a:lnTo>
                  <a:lnTo>
                    <a:pt x="458998" y="118430"/>
                  </a:lnTo>
                  <a:lnTo>
                    <a:pt x="470698" y="158077"/>
                  </a:lnTo>
                  <a:lnTo>
                    <a:pt x="474604" y="202073"/>
                  </a:lnTo>
                  <a:lnTo>
                    <a:pt x="473650" y="225957"/>
                  </a:lnTo>
                  <a:lnTo>
                    <a:pt x="466027" y="269631"/>
                  </a:lnTo>
                  <a:lnTo>
                    <a:pt x="451201" y="308092"/>
                  </a:lnTo>
                  <a:lnTo>
                    <a:pt x="431104" y="342842"/>
                  </a:lnTo>
                  <a:lnTo>
                    <a:pt x="406176" y="374219"/>
                  </a:lnTo>
                  <a:lnTo>
                    <a:pt x="377285" y="402885"/>
                  </a:lnTo>
                  <a:lnTo>
                    <a:pt x="344907" y="429156"/>
                  </a:lnTo>
                  <a:lnTo>
                    <a:pt x="310850" y="454342"/>
                  </a:lnTo>
                  <a:lnTo>
                    <a:pt x="293369" y="466606"/>
                  </a:lnTo>
                  <a:lnTo>
                    <a:pt x="281578" y="475030"/>
                  </a:lnTo>
                  <a:lnTo>
                    <a:pt x="247528" y="500109"/>
                  </a:lnTo>
                  <a:lnTo>
                    <a:pt x="217284" y="524779"/>
                  </a:lnTo>
                  <a:lnTo>
                    <a:pt x="187125" y="556661"/>
                  </a:lnTo>
                  <a:lnTo>
                    <a:pt x="171846" y="593668"/>
                  </a:lnTo>
                  <a:lnTo>
                    <a:pt x="473598" y="593668"/>
                  </a:lnTo>
                  <a:lnTo>
                    <a:pt x="473598" y="723720"/>
                  </a:lnTo>
                  <a:lnTo>
                    <a:pt x="0" y="723720"/>
                  </a:lnTo>
                  <a:lnTo>
                    <a:pt x="0" y="670118"/>
                  </a:lnTo>
                  <a:lnTo>
                    <a:pt x="4632" y="618310"/>
                  </a:lnTo>
                  <a:lnTo>
                    <a:pt x="18409" y="572082"/>
                  </a:lnTo>
                  <a:lnTo>
                    <a:pt x="39136" y="530887"/>
                  </a:lnTo>
                  <a:lnTo>
                    <a:pt x="64526" y="494156"/>
                  </a:lnTo>
                  <a:lnTo>
                    <a:pt x="93653" y="461648"/>
                  </a:lnTo>
                  <a:lnTo>
                    <a:pt x="125364" y="433114"/>
                  </a:lnTo>
                  <a:lnTo>
                    <a:pt x="157554" y="407860"/>
                  </a:lnTo>
                  <a:lnTo>
                    <a:pt x="188213" y="385215"/>
                  </a:lnTo>
                  <a:lnTo>
                    <a:pt x="203368" y="374168"/>
                  </a:lnTo>
                  <a:lnTo>
                    <a:pt x="242956" y="342531"/>
                  </a:lnTo>
                  <a:lnTo>
                    <a:pt x="274155" y="312148"/>
                  </a:lnTo>
                  <a:lnTo>
                    <a:pt x="302337" y="271643"/>
                  </a:lnTo>
                  <a:lnTo>
                    <a:pt x="314210" y="228942"/>
                  </a:lnTo>
                  <a:lnTo>
                    <a:pt x="314705" y="217444"/>
                  </a:lnTo>
                  <a:lnTo>
                    <a:pt x="313090" y="196012"/>
                  </a:lnTo>
                  <a:lnTo>
                    <a:pt x="288919" y="148458"/>
                  </a:lnTo>
                  <a:lnTo>
                    <a:pt x="234853" y="126593"/>
                  </a:lnTo>
                  <a:lnTo>
                    <a:pt x="210068" y="125135"/>
                  </a:lnTo>
                  <a:lnTo>
                    <a:pt x="164643" y="129696"/>
                  </a:lnTo>
                  <a:lnTo>
                    <a:pt x="120190" y="143376"/>
                  </a:lnTo>
                  <a:lnTo>
                    <a:pt x="76731" y="166176"/>
                  </a:lnTo>
                  <a:lnTo>
                    <a:pt x="34289" y="198095"/>
                  </a:lnTo>
                  <a:lnTo>
                    <a:pt x="34289" y="60115"/>
                  </a:lnTo>
                  <a:lnTo>
                    <a:pt x="82173" y="33824"/>
                  </a:lnTo>
                  <a:lnTo>
                    <a:pt x="133049" y="15037"/>
                  </a:lnTo>
                  <a:lnTo>
                    <a:pt x="186901" y="3760"/>
                  </a:lnTo>
                  <a:lnTo>
                    <a:pt x="243718" y="0"/>
                  </a:lnTo>
                  <a:close/>
                </a:path>
              </a:pathLst>
            </a:custGeom>
            <a:ln w="12191">
              <a:solidFill>
                <a:srgbClr val="000000"/>
              </a:solidFill>
            </a:ln>
          </p:spPr>
          <p:txBody>
            <a:bodyPr wrap="square" lIns="0" tIns="0" rIns="0" bIns="0" rtlCol="0"/>
            <a:lstStyle/>
            <a:p>
              <a:endParaRPr/>
            </a:p>
          </p:txBody>
        </p:sp>
        <p:sp>
          <p:nvSpPr>
            <p:cNvPr id="241" name="object 241"/>
            <p:cNvSpPr/>
            <p:nvPr/>
          </p:nvSpPr>
          <p:spPr>
            <a:xfrm>
              <a:off x="6758940" y="5198364"/>
              <a:ext cx="2218944" cy="1345692"/>
            </a:xfrm>
            <a:prstGeom prst="rect">
              <a:avLst/>
            </a:prstGeom>
            <a:blipFill>
              <a:blip r:embed="rId101" cstate="print"/>
              <a:stretch>
                <a:fillRect/>
              </a:stretch>
            </a:blipFill>
          </p:spPr>
          <p:txBody>
            <a:bodyPr wrap="square" lIns="0" tIns="0" rIns="0" bIns="0" rtlCol="0"/>
            <a:lstStyle/>
            <a:p>
              <a:endParaRPr/>
            </a:p>
          </p:txBody>
        </p:sp>
        <p:sp>
          <p:nvSpPr>
            <p:cNvPr id="242" name="object 242"/>
            <p:cNvSpPr/>
            <p:nvPr/>
          </p:nvSpPr>
          <p:spPr>
            <a:xfrm>
              <a:off x="6605016" y="4881370"/>
              <a:ext cx="2538983" cy="1976627"/>
            </a:xfrm>
            <a:prstGeom prst="rect">
              <a:avLst/>
            </a:prstGeom>
            <a:blipFill>
              <a:blip r:embed="rId102" cstate="print"/>
              <a:stretch>
                <a:fillRect/>
              </a:stretch>
            </a:blipFill>
          </p:spPr>
          <p:txBody>
            <a:bodyPr wrap="square" lIns="0" tIns="0" rIns="0" bIns="0" rtlCol="0"/>
            <a:lstStyle/>
            <a:p>
              <a:endParaRPr/>
            </a:p>
          </p:txBody>
        </p:sp>
        <p:sp>
          <p:nvSpPr>
            <p:cNvPr id="243" name="object 243"/>
            <p:cNvSpPr/>
            <p:nvPr/>
          </p:nvSpPr>
          <p:spPr>
            <a:xfrm>
              <a:off x="6839955" y="5259323"/>
              <a:ext cx="2057400" cy="1184275"/>
            </a:xfrm>
            <a:custGeom>
              <a:avLst/>
              <a:gdLst/>
              <a:ahLst/>
              <a:cxnLst/>
              <a:rect l="l" t="t" r="r" b="b"/>
              <a:pathLst>
                <a:path w="2057400" h="1184275">
                  <a:moveTo>
                    <a:pt x="1824868" y="0"/>
                  </a:moveTo>
                  <a:lnTo>
                    <a:pt x="232562" y="0"/>
                  </a:lnTo>
                  <a:lnTo>
                    <a:pt x="185701" y="4720"/>
                  </a:lnTo>
                  <a:lnTo>
                    <a:pt x="142050" y="18258"/>
                  </a:lnTo>
                  <a:lnTo>
                    <a:pt x="102547" y="39681"/>
                  </a:lnTo>
                  <a:lnTo>
                    <a:pt x="68126" y="68056"/>
                  </a:lnTo>
                  <a:lnTo>
                    <a:pt x="39725" y="102449"/>
                  </a:lnTo>
                  <a:lnTo>
                    <a:pt x="18279" y="141928"/>
                  </a:lnTo>
                  <a:lnTo>
                    <a:pt x="4726" y="185559"/>
                  </a:lnTo>
                  <a:lnTo>
                    <a:pt x="0" y="232409"/>
                  </a:lnTo>
                  <a:lnTo>
                    <a:pt x="0" y="951463"/>
                  </a:lnTo>
                  <a:lnTo>
                    <a:pt x="4726" y="998325"/>
                  </a:lnTo>
                  <a:lnTo>
                    <a:pt x="18279" y="1041972"/>
                  </a:lnTo>
                  <a:lnTo>
                    <a:pt x="39725" y="1081468"/>
                  </a:lnTo>
                  <a:lnTo>
                    <a:pt x="68126" y="1115880"/>
                  </a:lnTo>
                  <a:lnTo>
                    <a:pt x="102547" y="1144271"/>
                  </a:lnTo>
                  <a:lnTo>
                    <a:pt x="142050" y="1165708"/>
                  </a:lnTo>
                  <a:lnTo>
                    <a:pt x="185701" y="1179256"/>
                  </a:lnTo>
                  <a:lnTo>
                    <a:pt x="232562" y="1183980"/>
                  </a:lnTo>
                  <a:lnTo>
                    <a:pt x="1824868" y="1183980"/>
                  </a:lnTo>
                  <a:lnTo>
                    <a:pt x="1871763" y="1179256"/>
                  </a:lnTo>
                  <a:lnTo>
                    <a:pt x="1915426" y="1165708"/>
                  </a:lnTo>
                  <a:lnTo>
                    <a:pt x="1954927" y="1144271"/>
                  </a:lnTo>
                  <a:lnTo>
                    <a:pt x="1989334" y="1115880"/>
                  </a:lnTo>
                  <a:lnTo>
                    <a:pt x="2017716" y="1081468"/>
                  </a:lnTo>
                  <a:lnTo>
                    <a:pt x="2039141" y="1041972"/>
                  </a:lnTo>
                  <a:lnTo>
                    <a:pt x="2052680" y="998325"/>
                  </a:lnTo>
                  <a:lnTo>
                    <a:pt x="2057399" y="951463"/>
                  </a:lnTo>
                  <a:lnTo>
                    <a:pt x="2057399" y="232409"/>
                  </a:lnTo>
                  <a:lnTo>
                    <a:pt x="2052680" y="185559"/>
                  </a:lnTo>
                  <a:lnTo>
                    <a:pt x="2039141" y="141928"/>
                  </a:lnTo>
                  <a:lnTo>
                    <a:pt x="2017716" y="102449"/>
                  </a:lnTo>
                  <a:lnTo>
                    <a:pt x="1989334" y="68056"/>
                  </a:lnTo>
                  <a:lnTo>
                    <a:pt x="1954927" y="39681"/>
                  </a:lnTo>
                  <a:lnTo>
                    <a:pt x="1915426" y="18258"/>
                  </a:lnTo>
                  <a:lnTo>
                    <a:pt x="1871763" y="4720"/>
                  </a:lnTo>
                  <a:lnTo>
                    <a:pt x="1824868" y="0"/>
                  </a:lnTo>
                  <a:close/>
                </a:path>
              </a:pathLst>
            </a:custGeom>
            <a:solidFill>
              <a:srgbClr val="252525"/>
            </a:solidFill>
          </p:spPr>
          <p:txBody>
            <a:bodyPr wrap="square" lIns="0" tIns="0" rIns="0" bIns="0" rtlCol="0"/>
            <a:lstStyle/>
            <a:p>
              <a:endParaRPr/>
            </a:p>
          </p:txBody>
        </p:sp>
        <p:sp>
          <p:nvSpPr>
            <p:cNvPr id="244" name="object 244"/>
            <p:cNvSpPr/>
            <p:nvPr/>
          </p:nvSpPr>
          <p:spPr>
            <a:xfrm>
              <a:off x="6839955" y="5259323"/>
              <a:ext cx="2057400" cy="1184275"/>
            </a:xfrm>
            <a:custGeom>
              <a:avLst/>
              <a:gdLst/>
              <a:ahLst/>
              <a:cxnLst/>
              <a:rect l="l" t="t" r="r" b="b"/>
              <a:pathLst>
                <a:path w="2057400" h="1184275">
                  <a:moveTo>
                    <a:pt x="0" y="232409"/>
                  </a:moveTo>
                  <a:lnTo>
                    <a:pt x="4726" y="185559"/>
                  </a:lnTo>
                  <a:lnTo>
                    <a:pt x="18279" y="141928"/>
                  </a:lnTo>
                  <a:lnTo>
                    <a:pt x="39725" y="102449"/>
                  </a:lnTo>
                  <a:lnTo>
                    <a:pt x="68126" y="68056"/>
                  </a:lnTo>
                  <a:lnTo>
                    <a:pt x="102547" y="39681"/>
                  </a:lnTo>
                  <a:lnTo>
                    <a:pt x="142050" y="18258"/>
                  </a:lnTo>
                  <a:lnTo>
                    <a:pt x="185701" y="4720"/>
                  </a:lnTo>
                  <a:lnTo>
                    <a:pt x="232562" y="0"/>
                  </a:lnTo>
                  <a:lnTo>
                    <a:pt x="1824868" y="0"/>
                  </a:lnTo>
                  <a:lnTo>
                    <a:pt x="1871763" y="4720"/>
                  </a:lnTo>
                  <a:lnTo>
                    <a:pt x="1915426" y="18258"/>
                  </a:lnTo>
                  <a:lnTo>
                    <a:pt x="1954927" y="39681"/>
                  </a:lnTo>
                  <a:lnTo>
                    <a:pt x="1989334" y="68056"/>
                  </a:lnTo>
                  <a:lnTo>
                    <a:pt x="2017716" y="102449"/>
                  </a:lnTo>
                  <a:lnTo>
                    <a:pt x="2039141" y="141928"/>
                  </a:lnTo>
                  <a:lnTo>
                    <a:pt x="2052680" y="185559"/>
                  </a:lnTo>
                  <a:lnTo>
                    <a:pt x="2057399" y="232409"/>
                  </a:lnTo>
                  <a:lnTo>
                    <a:pt x="2057399" y="951463"/>
                  </a:lnTo>
                  <a:lnTo>
                    <a:pt x="2052680" y="998325"/>
                  </a:lnTo>
                  <a:lnTo>
                    <a:pt x="2039141" y="1041972"/>
                  </a:lnTo>
                  <a:lnTo>
                    <a:pt x="2017716" y="1081468"/>
                  </a:lnTo>
                  <a:lnTo>
                    <a:pt x="1989334" y="1115880"/>
                  </a:lnTo>
                  <a:lnTo>
                    <a:pt x="1954927" y="1144271"/>
                  </a:lnTo>
                  <a:lnTo>
                    <a:pt x="1915426" y="1165708"/>
                  </a:lnTo>
                  <a:lnTo>
                    <a:pt x="1871763" y="1179256"/>
                  </a:lnTo>
                  <a:lnTo>
                    <a:pt x="1824868" y="1183980"/>
                  </a:lnTo>
                  <a:lnTo>
                    <a:pt x="232562" y="1183980"/>
                  </a:lnTo>
                  <a:lnTo>
                    <a:pt x="185701" y="1179256"/>
                  </a:lnTo>
                  <a:lnTo>
                    <a:pt x="142050" y="1165708"/>
                  </a:lnTo>
                  <a:lnTo>
                    <a:pt x="102547" y="1144271"/>
                  </a:lnTo>
                  <a:lnTo>
                    <a:pt x="68126" y="1115880"/>
                  </a:lnTo>
                  <a:lnTo>
                    <a:pt x="39725" y="1081468"/>
                  </a:lnTo>
                  <a:lnTo>
                    <a:pt x="18279" y="1041972"/>
                  </a:lnTo>
                  <a:lnTo>
                    <a:pt x="4726"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245" name="object 245"/>
            <p:cNvSpPr/>
            <p:nvPr/>
          </p:nvSpPr>
          <p:spPr>
            <a:xfrm>
              <a:off x="6646164" y="4901183"/>
              <a:ext cx="2481072" cy="1956815"/>
            </a:xfrm>
            <a:prstGeom prst="rect">
              <a:avLst/>
            </a:prstGeom>
            <a:blipFill>
              <a:blip r:embed="rId103" cstate="print"/>
              <a:stretch>
                <a:fillRect/>
              </a:stretch>
            </a:blipFill>
          </p:spPr>
          <p:txBody>
            <a:bodyPr wrap="square" lIns="0" tIns="0" rIns="0" bIns="0" rtlCol="0"/>
            <a:lstStyle/>
            <a:p>
              <a:endParaRPr/>
            </a:p>
          </p:txBody>
        </p:sp>
        <p:sp>
          <p:nvSpPr>
            <p:cNvPr id="246" name="object 246"/>
            <p:cNvSpPr/>
            <p:nvPr/>
          </p:nvSpPr>
          <p:spPr>
            <a:xfrm>
              <a:off x="7340986" y="5499484"/>
              <a:ext cx="1078230" cy="736600"/>
            </a:xfrm>
            <a:custGeom>
              <a:avLst/>
              <a:gdLst/>
              <a:ahLst/>
              <a:cxnLst/>
              <a:rect l="l" t="t" r="r" b="b"/>
              <a:pathLst>
                <a:path w="1078229" h="736600">
                  <a:moveTo>
                    <a:pt x="829818" y="0"/>
                  </a:moveTo>
                  <a:lnTo>
                    <a:pt x="780092" y="3885"/>
                  </a:lnTo>
                  <a:lnTo>
                    <a:pt x="735303" y="15537"/>
                  </a:lnTo>
                  <a:lnTo>
                    <a:pt x="695449" y="34950"/>
                  </a:lnTo>
                  <a:lnTo>
                    <a:pt x="660528" y="62118"/>
                  </a:lnTo>
                  <a:lnTo>
                    <a:pt x="630539" y="97036"/>
                  </a:lnTo>
                  <a:lnTo>
                    <a:pt x="609533" y="131826"/>
                  </a:lnTo>
                  <a:lnTo>
                    <a:pt x="592353" y="171510"/>
                  </a:lnTo>
                  <a:lnTo>
                    <a:pt x="578998" y="216089"/>
                  </a:lnTo>
                  <a:lnTo>
                    <a:pt x="569462" y="265564"/>
                  </a:lnTo>
                  <a:lnTo>
                    <a:pt x="563743" y="319934"/>
                  </a:lnTo>
                  <a:lnTo>
                    <a:pt x="561837" y="379201"/>
                  </a:lnTo>
                  <a:lnTo>
                    <a:pt x="563937" y="441137"/>
                  </a:lnTo>
                  <a:lnTo>
                    <a:pt x="570238" y="497175"/>
                  </a:lnTo>
                  <a:lnTo>
                    <a:pt x="580739" y="547314"/>
                  </a:lnTo>
                  <a:lnTo>
                    <a:pt x="595440" y="591555"/>
                  </a:lnTo>
                  <a:lnTo>
                    <a:pt x="614343" y="629898"/>
                  </a:lnTo>
                  <a:lnTo>
                    <a:pt x="637446" y="662342"/>
                  </a:lnTo>
                  <a:lnTo>
                    <a:pt x="696255" y="709534"/>
                  </a:lnTo>
                  <a:lnTo>
                    <a:pt x="731962" y="724281"/>
                  </a:lnTo>
                  <a:lnTo>
                    <a:pt x="771870" y="733130"/>
                  </a:lnTo>
                  <a:lnTo>
                    <a:pt x="815980" y="736079"/>
                  </a:lnTo>
                  <a:lnTo>
                    <a:pt x="864220" y="732226"/>
                  </a:lnTo>
                  <a:lnTo>
                    <a:pt x="907771" y="720668"/>
                  </a:lnTo>
                  <a:lnTo>
                    <a:pt x="946633" y="701407"/>
                  </a:lnTo>
                  <a:lnTo>
                    <a:pt x="980806" y="674444"/>
                  </a:lnTo>
                  <a:lnTo>
                    <a:pt x="1010290" y="639781"/>
                  </a:lnTo>
                  <a:lnTo>
                    <a:pt x="1024615" y="615958"/>
                  </a:lnTo>
                  <a:lnTo>
                    <a:pt x="820917" y="615958"/>
                  </a:lnTo>
                  <a:lnTo>
                    <a:pt x="790420" y="609271"/>
                  </a:lnTo>
                  <a:lnTo>
                    <a:pt x="746055" y="555778"/>
                  </a:lnTo>
                  <a:lnTo>
                    <a:pt x="732189" y="508969"/>
                  </a:lnTo>
                  <a:lnTo>
                    <a:pt x="723869" y="448784"/>
                  </a:lnTo>
                  <a:lnTo>
                    <a:pt x="721095" y="375224"/>
                  </a:lnTo>
                  <a:lnTo>
                    <a:pt x="723923" y="297123"/>
                  </a:lnTo>
                  <a:lnTo>
                    <a:pt x="732407" y="233222"/>
                  </a:lnTo>
                  <a:lnTo>
                    <a:pt x="746550" y="183522"/>
                  </a:lnTo>
                  <a:lnTo>
                    <a:pt x="766355" y="148022"/>
                  </a:lnTo>
                  <a:lnTo>
                    <a:pt x="822960" y="119621"/>
                  </a:lnTo>
                  <a:lnTo>
                    <a:pt x="1032249" y="119621"/>
                  </a:lnTo>
                  <a:lnTo>
                    <a:pt x="1026722" y="107948"/>
                  </a:lnTo>
                  <a:lnTo>
                    <a:pt x="1004163" y="74964"/>
                  </a:lnTo>
                  <a:lnTo>
                    <a:pt x="946736" y="26987"/>
                  </a:lnTo>
                  <a:lnTo>
                    <a:pt x="872895" y="2998"/>
                  </a:lnTo>
                  <a:lnTo>
                    <a:pt x="829818" y="0"/>
                  </a:lnTo>
                  <a:close/>
                </a:path>
                <a:path w="1078229" h="736600">
                  <a:moveTo>
                    <a:pt x="1032249" y="119621"/>
                  </a:moveTo>
                  <a:lnTo>
                    <a:pt x="822960" y="119621"/>
                  </a:lnTo>
                  <a:lnTo>
                    <a:pt x="852060" y="126515"/>
                  </a:lnTo>
                  <a:lnTo>
                    <a:pt x="875872" y="147196"/>
                  </a:lnTo>
                  <a:lnTo>
                    <a:pt x="894393" y="181664"/>
                  </a:lnTo>
                  <a:lnTo>
                    <a:pt x="907624" y="229918"/>
                  </a:lnTo>
                  <a:lnTo>
                    <a:pt x="915563" y="291958"/>
                  </a:lnTo>
                  <a:lnTo>
                    <a:pt x="918210" y="367783"/>
                  </a:lnTo>
                  <a:lnTo>
                    <a:pt x="915509" y="443614"/>
                  </a:lnTo>
                  <a:lnTo>
                    <a:pt x="907406" y="505658"/>
                  </a:lnTo>
                  <a:lnTo>
                    <a:pt x="893898" y="553914"/>
                  </a:lnTo>
                  <a:lnTo>
                    <a:pt x="874982" y="588383"/>
                  </a:lnTo>
                  <a:lnTo>
                    <a:pt x="820917" y="615958"/>
                  </a:lnTo>
                  <a:lnTo>
                    <a:pt x="1024615" y="615958"/>
                  </a:lnTo>
                  <a:lnTo>
                    <a:pt x="1047930" y="566212"/>
                  </a:lnTo>
                  <a:lnTo>
                    <a:pt x="1061088" y="522397"/>
                  </a:lnTo>
                  <a:lnTo>
                    <a:pt x="1070480" y="473894"/>
                  </a:lnTo>
                  <a:lnTo>
                    <a:pt x="1076110" y="420701"/>
                  </a:lnTo>
                  <a:lnTo>
                    <a:pt x="1077986" y="362818"/>
                  </a:lnTo>
                  <a:lnTo>
                    <a:pt x="1075935" y="299851"/>
                  </a:lnTo>
                  <a:lnTo>
                    <a:pt x="1069784" y="242880"/>
                  </a:lnTo>
                  <a:lnTo>
                    <a:pt x="1059532" y="191906"/>
                  </a:lnTo>
                  <a:lnTo>
                    <a:pt x="1045178" y="146928"/>
                  </a:lnTo>
                  <a:lnTo>
                    <a:pt x="1032249" y="119621"/>
                  </a:lnTo>
                  <a:close/>
                </a:path>
                <a:path w="1078229" h="736600">
                  <a:moveTo>
                    <a:pt x="0" y="563831"/>
                  </a:moveTo>
                  <a:lnTo>
                    <a:pt x="0" y="700335"/>
                  </a:lnTo>
                  <a:lnTo>
                    <a:pt x="37049" y="715972"/>
                  </a:lnTo>
                  <a:lnTo>
                    <a:pt x="79248" y="727142"/>
                  </a:lnTo>
                  <a:lnTo>
                    <a:pt x="126590" y="733845"/>
                  </a:lnTo>
                  <a:lnTo>
                    <a:pt x="179070" y="736079"/>
                  </a:lnTo>
                  <a:lnTo>
                    <a:pt x="239881" y="732449"/>
                  </a:lnTo>
                  <a:lnTo>
                    <a:pt x="293747" y="721559"/>
                  </a:lnTo>
                  <a:lnTo>
                    <a:pt x="340657" y="703409"/>
                  </a:lnTo>
                  <a:lnTo>
                    <a:pt x="380603" y="678000"/>
                  </a:lnTo>
                  <a:lnTo>
                    <a:pt x="412537" y="646361"/>
                  </a:lnTo>
                  <a:lnTo>
                    <a:pt x="431365" y="615958"/>
                  </a:lnTo>
                  <a:lnTo>
                    <a:pt x="166756" y="615958"/>
                  </a:lnTo>
                  <a:lnTo>
                    <a:pt x="120546" y="612700"/>
                  </a:lnTo>
                  <a:lnTo>
                    <a:pt x="77365" y="602928"/>
                  </a:lnTo>
                  <a:lnTo>
                    <a:pt x="37191" y="586638"/>
                  </a:lnTo>
                  <a:lnTo>
                    <a:pt x="0" y="563831"/>
                  </a:lnTo>
                  <a:close/>
                </a:path>
                <a:path w="1078229" h="736600">
                  <a:moveTo>
                    <a:pt x="421825" y="119621"/>
                  </a:moveTo>
                  <a:lnTo>
                    <a:pt x="165719" y="119621"/>
                  </a:lnTo>
                  <a:lnTo>
                    <a:pt x="212400" y="125050"/>
                  </a:lnTo>
                  <a:lnTo>
                    <a:pt x="245737" y="141337"/>
                  </a:lnTo>
                  <a:lnTo>
                    <a:pt x="265735" y="168479"/>
                  </a:lnTo>
                  <a:lnTo>
                    <a:pt x="272399" y="206477"/>
                  </a:lnTo>
                  <a:lnTo>
                    <a:pt x="263713" y="246867"/>
                  </a:lnTo>
                  <a:lnTo>
                    <a:pt x="237660" y="275717"/>
                  </a:lnTo>
                  <a:lnTo>
                    <a:pt x="194244" y="293028"/>
                  </a:lnTo>
                  <a:lnTo>
                    <a:pt x="133471" y="298798"/>
                  </a:lnTo>
                  <a:lnTo>
                    <a:pt x="72390" y="298798"/>
                  </a:lnTo>
                  <a:lnTo>
                    <a:pt x="72390" y="418907"/>
                  </a:lnTo>
                  <a:lnTo>
                    <a:pt x="138440" y="418907"/>
                  </a:lnTo>
                  <a:lnTo>
                    <a:pt x="172701" y="420522"/>
                  </a:lnTo>
                  <a:lnTo>
                    <a:pt x="229655" y="433430"/>
                  </a:lnTo>
                  <a:lnTo>
                    <a:pt x="270435" y="458986"/>
                  </a:lnTo>
                  <a:lnTo>
                    <a:pt x="291143" y="495722"/>
                  </a:lnTo>
                  <a:lnTo>
                    <a:pt x="293735" y="518184"/>
                  </a:lnTo>
                  <a:lnTo>
                    <a:pt x="291643" y="539988"/>
                  </a:lnTo>
                  <a:lnTo>
                    <a:pt x="274884" y="575975"/>
                  </a:lnTo>
                  <a:lnTo>
                    <a:pt x="241855" y="601447"/>
                  </a:lnTo>
                  <a:lnTo>
                    <a:pt x="195103" y="614346"/>
                  </a:lnTo>
                  <a:lnTo>
                    <a:pt x="166756" y="615958"/>
                  </a:lnTo>
                  <a:lnTo>
                    <a:pt x="431365" y="615958"/>
                  </a:lnTo>
                  <a:lnTo>
                    <a:pt x="435361" y="609506"/>
                  </a:lnTo>
                  <a:lnTo>
                    <a:pt x="449063" y="567438"/>
                  </a:lnTo>
                  <a:lnTo>
                    <a:pt x="453633" y="520159"/>
                  </a:lnTo>
                  <a:lnTo>
                    <a:pt x="450898" y="488442"/>
                  </a:lnTo>
                  <a:lnTo>
                    <a:pt x="429047" y="432726"/>
                  </a:lnTo>
                  <a:lnTo>
                    <a:pt x="386097" y="388271"/>
                  </a:lnTo>
                  <a:lnTo>
                    <a:pt x="326562" y="360852"/>
                  </a:lnTo>
                  <a:lnTo>
                    <a:pt x="290840" y="353888"/>
                  </a:lnTo>
                  <a:lnTo>
                    <a:pt x="290840" y="351400"/>
                  </a:lnTo>
                  <a:lnTo>
                    <a:pt x="341729" y="333137"/>
                  </a:lnTo>
                  <a:lnTo>
                    <a:pt x="381333" y="306535"/>
                  </a:lnTo>
                  <a:lnTo>
                    <a:pt x="409638" y="271593"/>
                  </a:lnTo>
                  <a:lnTo>
                    <a:pt x="426630" y="228311"/>
                  </a:lnTo>
                  <a:lnTo>
                    <a:pt x="432297" y="176689"/>
                  </a:lnTo>
                  <a:lnTo>
                    <a:pt x="428492" y="139317"/>
                  </a:lnTo>
                  <a:lnTo>
                    <a:pt x="421825" y="119621"/>
                  </a:lnTo>
                  <a:close/>
                </a:path>
                <a:path w="1078229" h="736600">
                  <a:moveTo>
                    <a:pt x="201411" y="0"/>
                  </a:moveTo>
                  <a:lnTo>
                    <a:pt x="153129" y="2357"/>
                  </a:lnTo>
                  <a:lnTo>
                    <a:pt x="107918" y="9429"/>
                  </a:lnTo>
                  <a:lnTo>
                    <a:pt x="65799" y="21216"/>
                  </a:lnTo>
                  <a:lnTo>
                    <a:pt x="26791" y="37719"/>
                  </a:lnTo>
                  <a:lnTo>
                    <a:pt x="26791" y="165783"/>
                  </a:lnTo>
                  <a:lnTo>
                    <a:pt x="60770" y="145581"/>
                  </a:lnTo>
                  <a:lnTo>
                    <a:pt x="95261" y="131156"/>
                  </a:lnTo>
                  <a:lnTo>
                    <a:pt x="130249" y="122504"/>
                  </a:lnTo>
                  <a:lnTo>
                    <a:pt x="165719" y="119621"/>
                  </a:lnTo>
                  <a:lnTo>
                    <a:pt x="421825" y="119621"/>
                  </a:lnTo>
                  <a:lnTo>
                    <a:pt x="417080" y="105605"/>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247" name="object 247"/>
            <p:cNvSpPr/>
            <p:nvPr/>
          </p:nvSpPr>
          <p:spPr>
            <a:xfrm>
              <a:off x="7340986" y="5499484"/>
              <a:ext cx="1078230" cy="736600"/>
            </a:xfrm>
            <a:custGeom>
              <a:avLst/>
              <a:gdLst/>
              <a:ahLst/>
              <a:cxnLst/>
              <a:rect l="l" t="t" r="r" b="b"/>
              <a:pathLst>
                <a:path w="1078229" h="736600">
                  <a:moveTo>
                    <a:pt x="822959" y="119621"/>
                  </a:moveTo>
                  <a:lnTo>
                    <a:pt x="766355" y="148022"/>
                  </a:lnTo>
                  <a:lnTo>
                    <a:pt x="746550" y="183522"/>
                  </a:lnTo>
                  <a:lnTo>
                    <a:pt x="732407" y="233222"/>
                  </a:lnTo>
                  <a:lnTo>
                    <a:pt x="723923" y="297123"/>
                  </a:lnTo>
                  <a:lnTo>
                    <a:pt x="721095" y="375224"/>
                  </a:lnTo>
                  <a:lnTo>
                    <a:pt x="723869" y="448784"/>
                  </a:lnTo>
                  <a:lnTo>
                    <a:pt x="732189" y="508969"/>
                  </a:lnTo>
                  <a:lnTo>
                    <a:pt x="746055" y="555778"/>
                  </a:lnTo>
                  <a:lnTo>
                    <a:pt x="765465" y="589211"/>
                  </a:lnTo>
                  <a:lnTo>
                    <a:pt x="820917" y="615958"/>
                  </a:lnTo>
                  <a:lnTo>
                    <a:pt x="850656" y="609064"/>
                  </a:lnTo>
                  <a:lnTo>
                    <a:pt x="893898" y="553914"/>
                  </a:lnTo>
                  <a:lnTo>
                    <a:pt x="907406" y="505657"/>
                  </a:lnTo>
                  <a:lnTo>
                    <a:pt x="915509" y="443614"/>
                  </a:lnTo>
                  <a:lnTo>
                    <a:pt x="918209" y="367783"/>
                  </a:lnTo>
                  <a:lnTo>
                    <a:pt x="915563" y="291958"/>
                  </a:lnTo>
                  <a:lnTo>
                    <a:pt x="907624" y="229918"/>
                  </a:lnTo>
                  <a:lnTo>
                    <a:pt x="894393" y="181664"/>
                  </a:lnTo>
                  <a:lnTo>
                    <a:pt x="875872" y="147196"/>
                  </a:lnTo>
                  <a:lnTo>
                    <a:pt x="822959" y="119621"/>
                  </a:lnTo>
                  <a:close/>
                </a:path>
                <a:path w="1078229" h="736600">
                  <a:moveTo>
                    <a:pt x="829817" y="0"/>
                  </a:moveTo>
                  <a:lnTo>
                    <a:pt x="872895" y="2998"/>
                  </a:lnTo>
                  <a:lnTo>
                    <a:pt x="911868" y="11994"/>
                  </a:lnTo>
                  <a:lnTo>
                    <a:pt x="977501" y="47977"/>
                  </a:lnTo>
                  <a:lnTo>
                    <a:pt x="1026722" y="107948"/>
                  </a:lnTo>
                  <a:lnTo>
                    <a:pt x="1045178" y="146928"/>
                  </a:lnTo>
                  <a:lnTo>
                    <a:pt x="1059532" y="191906"/>
                  </a:lnTo>
                  <a:lnTo>
                    <a:pt x="1069784" y="242880"/>
                  </a:lnTo>
                  <a:lnTo>
                    <a:pt x="1075935" y="299851"/>
                  </a:lnTo>
                  <a:lnTo>
                    <a:pt x="1077986" y="362818"/>
                  </a:lnTo>
                  <a:lnTo>
                    <a:pt x="1076110" y="420701"/>
                  </a:lnTo>
                  <a:lnTo>
                    <a:pt x="1070480" y="473894"/>
                  </a:lnTo>
                  <a:lnTo>
                    <a:pt x="1061088" y="522397"/>
                  </a:lnTo>
                  <a:lnTo>
                    <a:pt x="1047930" y="566212"/>
                  </a:lnTo>
                  <a:lnTo>
                    <a:pt x="1030999" y="605339"/>
                  </a:lnTo>
                  <a:lnTo>
                    <a:pt x="1010290" y="639781"/>
                  </a:lnTo>
                  <a:lnTo>
                    <a:pt x="980806" y="674444"/>
                  </a:lnTo>
                  <a:lnTo>
                    <a:pt x="946633" y="701407"/>
                  </a:lnTo>
                  <a:lnTo>
                    <a:pt x="907771" y="720668"/>
                  </a:lnTo>
                  <a:lnTo>
                    <a:pt x="864220" y="732226"/>
                  </a:lnTo>
                  <a:lnTo>
                    <a:pt x="815980" y="736079"/>
                  </a:lnTo>
                  <a:lnTo>
                    <a:pt x="771870" y="733130"/>
                  </a:lnTo>
                  <a:lnTo>
                    <a:pt x="731962" y="724281"/>
                  </a:lnTo>
                  <a:lnTo>
                    <a:pt x="696255" y="709533"/>
                  </a:lnTo>
                  <a:lnTo>
                    <a:pt x="637446" y="662342"/>
                  </a:lnTo>
                  <a:lnTo>
                    <a:pt x="614343" y="629898"/>
                  </a:lnTo>
                  <a:lnTo>
                    <a:pt x="595440" y="591555"/>
                  </a:lnTo>
                  <a:lnTo>
                    <a:pt x="580739" y="547314"/>
                  </a:lnTo>
                  <a:lnTo>
                    <a:pt x="570238" y="497175"/>
                  </a:lnTo>
                  <a:lnTo>
                    <a:pt x="563937" y="441137"/>
                  </a:lnTo>
                  <a:lnTo>
                    <a:pt x="561837" y="379201"/>
                  </a:lnTo>
                  <a:lnTo>
                    <a:pt x="563743" y="319934"/>
                  </a:lnTo>
                  <a:lnTo>
                    <a:pt x="569462" y="265564"/>
                  </a:lnTo>
                  <a:lnTo>
                    <a:pt x="578998" y="216089"/>
                  </a:lnTo>
                  <a:lnTo>
                    <a:pt x="592353" y="171510"/>
                  </a:lnTo>
                  <a:lnTo>
                    <a:pt x="609533" y="131826"/>
                  </a:lnTo>
                  <a:lnTo>
                    <a:pt x="630539" y="97036"/>
                  </a:lnTo>
                  <a:lnTo>
                    <a:pt x="660528" y="62118"/>
                  </a:lnTo>
                  <a:lnTo>
                    <a:pt x="695449" y="34950"/>
                  </a:lnTo>
                  <a:lnTo>
                    <a:pt x="735303" y="15537"/>
                  </a:lnTo>
                  <a:lnTo>
                    <a:pt x="780092" y="3885"/>
                  </a:lnTo>
                  <a:lnTo>
                    <a:pt x="829817" y="0"/>
                  </a:lnTo>
                  <a:close/>
                </a:path>
                <a:path w="1078229" h="736600">
                  <a:moveTo>
                    <a:pt x="201411" y="0"/>
                  </a:moveTo>
                  <a:lnTo>
                    <a:pt x="253043" y="3071"/>
                  </a:lnTo>
                  <a:lnTo>
                    <a:pt x="298585" y="12287"/>
                  </a:lnTo>
                  <a:lnTo>
                    <a:pt x="338053" y="27646"/>
                  </a:lnTo>
                  <a:lnTo>
                    <a:pt x="371459" y="49148"/>
                  </a:lnTo>
                  <a:lnTo>
                    <a:pt x="417080" y="105605"/>
                  </a:lnTo>
                  <a:lnTo>
                    <a:pt x="432297" y="176689"/>
                  </a:lnTo>
                  <a:lnTo>
                    <a:pt x="426630" y="228311"/>
                  </a:lnTo>
                  <a:lnTo>
                    <a:pt x="409638" y="271593"/>
                  </a:lnTo>
                  <a:lnTo>
                    <a:pt x="381333" y="306535"/>
                  </a:lnTo>
                  <a:lnTo>
                    <a:pt x="341729" y="333137"/>
                  </a:lnTo>
                  <a:lnTo>
                    <a:pt x="290840" y="351400"/>
                  </a:lnTo>
                  <a:lnTo>
                    <a:pt x="290840" y="353888"/>
                  </a:lnTo>
                  <a:lnTo>
                    <a:pt x="358307" y="372312"/>
                  </a:lnTo>
                  <a:lnTo>
                    <a:pt x="409955" y="408730"/>
                  </a:lnTo>
                  <a:lnTo>
                    <a:pt x="442699" y="459297"/>
                  </a:lnTo>
                  <a:lnTo>
                    <a:pt x="453633" y="520159"/>
                  </a:lnTo>
                  <a:lnTo>
                    <a:pt x="449063" y="567438"/>
                  </a:lnTo>
                  <a:lnTo>
                    <a:pt x="435361" y="609506"/>
                  </a:lnTo>
                  <a:lnTo>
                    <a:pt x="412537" y="646361"/>
                  </a:lnTo>
                  <a:lnTo>
                    <a:pt x="380603" y="678000"/>
                  </a:lnTo>
                  <a:lnTo>
                    <a:pt x="340657" y="703409"/>
                  </a:lnTo>
                  <a:lnTo>
                    <a:pt x="293747" y="721559"/>
                  </a:lnTo>
                  <a:lnTo>
                    <a:pt x="239881" y="732449"/>
                  </a:lnTo>
                  <a:lnTo>
                    <a:pt x="179069" y="736079"/>
                  </a:lnTo>
                  <a:lnTo>
                    <a:pt x="126590" y="733845"/>
                  </a:lnTo>
                  <a:lnTo>
                    <a:pt x="79247" y="727142"/>
                  </a:lnTo>
                  <a:lnTo>
                    <a:pt x="37049" y="715972"/>
                  </a:lnTo>
                  <a:lnTo>
                    <a:pt x="0" y="700335"/>
                  </a:lnTo>
                  <a:lnTo>
                    <a:pt x="0" y="563831"/>
                  </a:lnTo>
                  <a:lnTo>
                    <a:pt x="37191" y="586638"/>
                  </a:lnTo>
                  <a:lnTo>
                    <a:pt x="77365" y="602928"/>
                  </a:lnTo>
                  <a:lnTo>
                    <a:pt x="120546" y="612700"/>
                  </a:lnTo>
                  <a:lnTo>
                    <a:pt x="166756" y="615958"/>
                  </a:lnTo>
                  <a:lnTo>
                    <a:pt x="195103" y="614346"/>
                  </a:lnTo>
                  <a:lnTo>
                    <a:pt x="241855" y="601447"/>
                  </a:lnTo>
                  <a:lnTo>
                    <a:pt x="274884" y="575975"/>
                  </a:lnTo>
                  <a:lnTo>
                    <a:pt x="291643" y="539988"/>
                  </a:lnTo>
                  <a:lnTo>
                    <a:pt x="293735" y="518184"/>
                  </a:lnTo>
                  <a:lnTo>
                    <a:pt x="291143" y="495722"/>
                  </a:lnTo>
                  <a:lnTo>
                    <a:pt x="270435" y="458986"/>
                  </a:lnTo>
                  <a:lnTo>
                    <a:pt x="229655" y="433430"/>
                  </a:lnTo>
                  <a:lnTo>
                    <a:pt x="172701" y="420522"/>
                  </a:lnTo>
                  <a:lnTo>
                    <a:pt x="138440" y="418907"/>
                  </a:lnTo>
                  <a:lnTo>
                    <a:pt x="72389" y="418907"/>
                  </a:lnTo>
                  <a:lnTo>
                    <a:pt x="72389" y="298798"/>
                  </a:lnTo>
                  <a:lnTo>
                    <a:pt x="133471" y="298798"/>
                  </a:lnTo>
                  <a:lnTo>
                    <a:pt x="194244" y="293028"/>
                  </a:lnTo>
                  <a:lnTo>
                    <a:pt x="237660" y="275717"/>
                  </a:lnTo>
                  <a:lnTo>
                    <a:pt x="263713" y="246867"/>
                  </a:lnTo>
                  <a:lnTo>
                    <a:pt x="272399" y="206477"/>
                  </a:lnTo>
                  <a:lnTo>
                    <a:pt x="265735" y="168479"/>
                  </a:lnTo>
                  <a:lnTo>
                    <a:pt x="245737" y="141337"/>
                  </a:lnTo>
                  <a:lnTo>
                    <a:pt x="212400" y="125050"/>
                  </a:lnTo>
                  <a:lnTo>
                    <a:pt x="165719" y="119621"/>
                  </a:lnTo>
                  <a:lnTo>
                    <a:pt x="130249" y="122504"/>
                  </a:lnTo>
                  <a:lnTo>
                    <a:pt x="95261" y="131156"/>
                  </a:lnTo>
                  <a:lnTo>
                    <a:pt x="60770" y="145581"/>
                  </a:lnTo>
                  <a:lnTo>
                    <a:pt x="26791" y="165783"/>
                  </a:lnTo>
                  <a:lnTo>
                    <a:pt x="26791" y="37718"/>
                  </a:lnTo>
                  <a:lnTo>
                    <a:pt x="65799" y="21216"/>
                  </a:lnTo>
                  <a:lnTo>
                    <a:pt x="107918" y="9429"/>
                  </a:lnTo>
                  <a:lnTo>
                    <a:pt x="153129" y="2357"/>
                  </a:lnTo>
                  <a:lnTo>
                    <a:pt x="201411" y="0"/>
                  </a:lnTo>
                  <a:close/>
                </a:path>
              </a:pathLst>
            </a:custGeom>
            <a:ln w="12191">
              <a:solidFill>
                <a:srgbClr val="000000"/>
              </a:solidFill>
            </a:ln>
          </p:spPr>
          <p:txBody>
            <a:bodyPr wrap="square" lIns="0" tIns="0" rIns="0" bIns="0" rtlCol="0"/>
            <a:lstStyle/>
            <a:p>
              <a:endParaRPr/>
            </a:p>
          </p:txBody>
        </p:sp>
        <p:sp>
          <p:nvSpPr>
            <p:cNvPr id="248" name="object 248"/>
            <p:cNvSpPr/>
            <p:nvPr/>
          </p:nvSpPr>
          <p:spPr>
            <a:xfrm>
              <a:off x="6743700" y="5029200"/>
              <a:ext cx="2209800" cy="1658620"/>
            </a:xfrm>
            <a:custGeom>
              <a:avLst/>
              <a:gdLst/>
              <a:ahLst/>
              <a:cxnLst/>
              <a:rect l="l" t="t" r="r" b="b"/>
              <a:pathLst>
                <a:path w="2209800" h="1658620">
                  <a:moveTo>
                    <a:pt x="2209800" y="0"/>
                  </a:moveTo>
                  <a:lnTo>
                    <a:pt x="0" y="0"/>
                  </a:lnTo>
                  <a:lnTo>
                    <a:pt x="0" y="236220"/>
                  </a:lnTo>
                  <a:lnTo>
                    <a:pt x="0" y="1423670"/>
                  </a:lnTo>
                  <a:lnTo>
                    <a:pt x="0" y="1658620"/>
                  </a:lnTo>
                  <a:lnTo>
                    <a:pt x="2209800" y="1658620"/>
                  </a:lnTo>
                  <a:lnTo>
                    <a:pt x="2209800" y="1423670"/>
                  </a:lnTo>
                  <a:lnTo>
                    <a:pt x="235699" y="1423670"/>
                  </a:lnTo>
                  <a:lnTo>
                    <a:pt x="235699" y="236220"/>
                  </a:lnTo>
                  <a:lnTo>
                    <a:pt x="1974075" y="236220"/>
                  </a:lnTo>
                  <a:lnTo>
                    <a:pt x="1974075" y="1423225"/>
                  </a:lnTo>
                  <a:lnTo>
                    <a:pt x="2209800" y="1423225"/>
                  </a:lnTo>
                  <a:lnTo>
                    <a:pt x="2209800" y="236220"/>
                  </a:lnTo>
                  <a:lnTo>
                    <a:pt x="2209800" y="235712"/>
                  </a:lnTo>
                  <a:lnTo>
                    <a:pt x="2209800" y="0"/>
                  </a:lnTo>
                  <a:close/>
                </a:path>
              </a:pathLst>
            </a:custGeom>
            <a:solidFill>
              <a:srgbClr val="BAE0E3"/>
            </a:solidFill>
          </p:spPr>
          <p:txBody>
            <a:bodyPr wrap="square" lIns="0" tIns="0" rIns="0" bIns="0" rtlCol="0"/>
            <a:lstStyle/>
            <a:p>
              <a:endParaRPr/>
            </a:p>
          </p:txBody>
        </p:sp>
        <p:sp>
          <p:nvSpPr>
            <p:cNvPr id="249" name="object 249"/>
            <p:cNvSpPr/>
            <p:nvPr/>
          </p:nvSpPr>
          <p:spPr>
            <a:xfrm>
              <a:off x="6743699" y="5029200"/>
              <a:ext cx="2209800" cy="1659255"/>
            </a:xfrm>
            <a:custGeom>
              <a:avLst/>
              <a:gdLst/>
              <a:ahLst/>
              <a:cxnLst/>
              <a:rect l="l" t="t" r="r" b="b"/>
              <a:pathLst>
                <a:path w="2209800" h="1659254">
                  <a:moveTo>
                    <a:pt x="0" y="0"/>
                  </a:moveTo>
                  <a:lnTo>
                    <a:pt x="2209799" y="0"/>
                  </a:lnTo>
                  <a:lnTo>
                    <a:pt x="2209799" y="1658934"/>
                  </a:lnTo>
                  <a:lnTo>
                    <a:pt x="0" y="1658934"/>
                  </a:lnTo>
                  <a:lnTo>
                    <a:pt x="0" y="0"/>
                  </a:lnTo>
                  <a:close/>
                </a:path>
                <a:path w="2209800" h="1659254">
                  <a:moveTo>
                    <a:pt x="235701" y="1423214"/>
                  </a:moveTo>
                  <a:lnTo>
                    <a:pt x="1974085" y="1423214"/>
                  </a:lnTo>
                  <a:lnTo>
                    <a:pt x="1974085" y="235707"/>
                  </a:lnTo>
                  <a:lnTo>
                    <a:pt x="235701" y="235707"/>
                  </a:lnTo>
                  <a:lnTo>
                    <a:pt x="235701" y="1423214"/>
                  </a:lnTo>
                  <a:close/>
                </a:path>
              </a:pathLst>
            </a:custGeom>
            <a:ln w="57149">
              <a:solidFill>
                <a:srgbClr val="88A3A6"/>
              </a:solidFill>
            </a:ln>
          </p:spPr>
          <p:txBody>
            <a:bodyPr wrap="square" lIns="0" tIns="0" rIns="0" bIns="0" rtlCol="0"/>
            <a:lstStyle/>
            <a:p>
              <a:endParaRPr/>
            </a:p>
          </p:txBody>
        </p:sp>
        <p:sp>
          <p:nvSpPr>
            <p:cNvPr id="250" name="object 250"/>
            <p:cNvSpPr/>
            <p:nvPr/>
          </p:nvSpPr>
          <p:spPr>
            <a:xfrm>
              <a:off x="5637276" y="1700274"/>
              <a:ext cx="3362340" cy="2592324"/>
            </a:xfrm>
            <a:prstGeom prst="rect">
              <a:avLst/>
            </a:prstGeom>
            <a:blipFill>
              <a:blip r:embed="rId104" cstate="print"/>
              <a:stretch>
                <a:fillRect/>
              </a:stretch>
            </a:blip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6716268" y="5367528"/>
              <a:ext cx="2218944" cy="134569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560819" y="5049010"/>
              <a:ext cx="2583179" cy="180898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6796399" y="5427726"/>
              <a:ext cx="2057400" cy="1184275"/>
            </a:xfrm>
            <a:custGeom>
              <a:avLst/>
              <a:gdLst/>
              <a:ahLst/>
              <a:cxnLst/>
              <a:rect l="l" t="t" r="r" b="b"/>
              <a:pathLst>
                <a:path w="2057400" h="1184275">
                  <a:moveTo>
                    <a:pt x="0" y="232577"/>
                  </a:moveTo>
                  <a:lnTo>
                    <a:pt x="4725" y="185709"/>
                  </a:lnTo>
                  <a:lnTo>
                    <a:pt x="18279" y="142054"/>
                  </a:lnTo>
                  <a:lnTo>
                    <a:pt x="39723" y="102548"/>
                  </a:lnTo>
                  <a:lnTo>
                    <a:pt x="68122" y="68126"/>
                  </a:lnTo>
                  <a:lnTo>
                    <a:pt x="102539" y="39724"/>
                  </a:lnTo>
                  <a:lnTo>
                    <a:pt x="142037" y="18279"/>
                  </a:lnTo>
                  <a:lnTo>
                    <a:pt x="185680" y="4725"/>
                  </a:lnTo>
                  <a:lnTo>
                    <a:pt x="232531" y="0"/>
                  </a:lnTo>
                  <a:lnTo>
                    <a:pt x="1824989" y="0"/>
                  </a:lnTo>
                  <a:lnTo>
                    <a:pt x="1871844" y="4725"/>
                  </a:lnTo>
                  <a:lnTo>
                    <a:pt x="1915477" y="18279"/>
                  </a:lnTo>
                  <a:lnTo>
                    <a:pt x="1954957" y="39724"/>
                  </a:lnTo>
                  <a:lnTo>
                    <a:pt x="1989349" y="68126"/>
                  </a:lnTo>
                  <a:lnTo>
                    <a:pt x="2017722" y="102548"/>
                  </a:lnTo>
                  <a:lnTo>
                    <a:pt x="2039143" y="142054"/>
                  </a:lnTo>
                  <a:lnTo>
                    <a:pt x="2052680" y="185709"/>
                  </a:lnTo>
                  <a:lnTo>
                    <a:pt x="2057399" y="232577"/>
                  </a:lnTo>
                  <a:lnTo>
                    <a:pt x="2057399" y="951570"/>
                  </a:lnTo>
                  <a:lnTo>
                    <a:pt x="2052680" y="998428"/>
                  </a:lnTo>
                  <a:lnTo>
                    <a:pt x="2039143" y="1042073"/>
                  </a:lnTo>
                  <a:lnTo>
                    <a:pt x="2017722" y="1081570"/>
                  </a:lnTo>
                  <a:lnTo>
                    <a:pt x="1989349" y="1115982"/>
                  </a:lnTo>
                  <a:lnTo>
                    <a:pt x="1954957" y="1144376"/>
                  </a:lnTo>
                  <a:lnTo>
                    <a:pt x="1915477" y="1165815"/>
                  </a:lnTo>
                  <a:lnTo>
                    <a:pt x="1871844" y="1179364"/>
                  </a:lnTo>
                  <a:lnTo>
                    <a:pt x="1824989" y="1184088"/>
                  </a:lnTo>
                  <a:lnTo>
                    <a:pt x="232531" y="1184088"/>
                  </a:lnTo>
                  <a:lnTo>
                    <a:pt x="185680" y="1179364"/>
                  </a:lnTo>
                  <a:lnTo>
                    <a:pt x="142037" y="1165815"/>
                  </a:lnTo>
                  <a:lnTo>
                    <a:pt x="102539" y="1144376"/>
                  </a:lnTo>
                  <a:lnTo>
                    <a:pt x="68122" y="1115982"/>
                  </a:lnTo>
                  <a:lnTo>
                    <a:pt x="39723" y="1081570"/>
                  </a:lnTo>
                  <a:lnTo>
                    <a:pt x="18279" y="1042073"/>
                  </a:lnTo>
                  <a:lnTo>
                    <a:pt x="4725" y="998428"/>
                  </a:lnTo>
                  <a:lnTo>
                    <a:pt x="0" y="951570"/>
                  </a:lnTo>
                  <a:lnTo>
                    <a:pt x="0" y="232577"/>
                  </a:lnTo>
                  <a:close/>
                </a:path>
              </a:pathLst>
            </a:custGeom>
            <a:ln w="76199">
              <a:solidFill>
                <a:srgbClr val="00AF50"/>
              </a:solidFill>
            </a:ln>
          </p:spPr>
          <p:txBody>
            <a:bodyPr wrap="square" lIns="0" tIns="0" rIns="0" bIns="0" rtlCol="0"/>
            <a:lstStyle/>
            <a:p>
              <a:endParaRPr/>
            </a:p>
          </p:txBody>
        </p:sp>
        <p:sp>
          <p:nvSpPr>
            <p:cNvPr id="6" name="object 6"/>
            <p:cNvSpPr/>
            <p:nvPr/>
          </p:nvSpPr>
          <p:spPr>
            <a:xfrm>
              <a:off x="6601968" y="5070347"/>
              <a:ext cx="2481072" cy="1787652"/>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7297430" y="5667981"/>
              <a:ext cx="1078230" cy="736600"/>
            </a:xfrm>
            <a:custGeom>
              <a:avLst/>
              <a:gdLst/>
              <a:ahLst/>
              <a:cxnLst/>
              <a:rect l="l" t="t" r="r" b="b"/>
              <a:pathLst>
                <a:path w="1078229" h="736600">
                  <a:moveTo>
                    <a:pt x="829818" y="0"/>
                  </a:moveTo>
                  <a:lnTo>
                    <a:pt x="780089" y="3881"/>
                  </a:lnTo>
                  <a:lnTo>
                    <a:pt x="735294" y="15527"/>
                  </a:lnTo>
                  <a:lnTo>
                    <a:pt x="695436" y="34936"/>
                  </a:lnTo>
                  <a:lnTo>
                    <a:pt x="660516" y="62110"/>
                  </a:lnTo>
                  <a:lnTo>
                    <a:pt x="630539" y="97048"/>
                  </a:lnTo>
                  <a:lnTo>
                    <a:pt x="609533" y="131839"/>
                  </a:lnTo>
                  <a:lnTo>
                    <a:pt x="592353" y="171525"/>
                  </a:lnTo>
                  <a:lnTo>
                    <a:pt x="578998" y="216106"/>
                  </a:lnTo>
                  <a:lnTo>
                    <a:pt x="569462" y="265581"/>
                  </a:lnTo>
                  <a:lnTo>
                    <a:pt x="563743" y="319950"/>
                  </a:lnTo>
                  <a:lnTo>
                    <a:pt x="561837" y="379213"/>
                  </a:lnTo>
                  <a:lnTo>
                    <a:pt x="563937" y="441149"/>
                  </a:lnTo>
                  <a:lnTo>
                    <a:pt x="570238" y="497186"/>
                  </a:lnTo>
                  <a:lnTo>
                    <a:pt x="580739" y="547324"/>
                  </a:lnTo>
                  <a:lnTo>
                    <a:pt x="595440" y="591564"/>
                  </a:lnTo>
                  <a:lnTo>
                    <a:pt x="614343" y="629905"/>
                  </a:lnTo>
                  <a:lnTo>
                    <a:pt x="637446" y="662347"/>
                  </a:lnTo>
                  <a:lnTo>
                    <a:pt x="696255" y="709536"/>
                  </a:lnTo>
                  <a:lnTo>
                    <a:pt x="731962" y="724282"/>
                  </a:lnTo>
                  <a:lnTo>
                    <a:pt x="771870" y="733130"/>
                  </a:lnTo>
                  <a:lnTo>
                    <a:pt x="815980" y="736079"/>
                  </a:lnTo>
                  <a:lnTo>
                    <a:pt x="864220" y="732229"/>
                  </a:lnTo>
                  <a:lnTo>
                    <a:pt x="907771" y="720676"/>
                  </a:lnTo>
                  <a:lnTo>
                    <a:pt x="946633" y="701420"/>
                  </a:lnTo>
                  <a:lnTo>
                    <a:pt x="980806" y="674460"/>
                  </a:lnTo>
                  <a:lnTo>
                    <a:pt x="1010290" y="639793"/>
                  </a:lnTo>
                  <a:lnTo>
                    <a:pt x="1024614" y="615970"/>
                  </a:lnTo>
                  <a:lnTo>
                    <a:pt x="820917" y="615970"/>
                  </a:lnTo>
                  <a:lnTo>
                    <a:pt x="790420" y="609283"/>
                  </a:lnTo>
                  <a:lnTo>
                    <a:pt x="746055" y="555787"/>
                  </a:lnTo>
                  <a:lnTo>
                    <a:pt x="732189" y="508979"/>
                  </a:lnTo>
                  <a:lnTo>
                    <a:pt x="723869" y="448799"/>
                  </a:lnTo>
                  <a:lnTo>
                    <a:pt x="721095" y="375248"/>
                  </a:lnTo>
                  <a:lnTo>
                    <a:pt x="723931" y="297137"/>
                  </a:lnTo>
                  <a:lnTo>
                    <a:pt x="732434" y="233230"/>
                  </a:lnTo>
                  <a:lnTo>
                    <a:pt x="746596" y="183525"/>
                  </a:lnTo>
                  <a:lnTo>
                    <a:pt x="766409" y="148022"/>
                  </a:lnTo>
                  <a:lnTo>
                    <a:pt x="822960" y="119621"/>
                  </a:lnTo>
                  <a:lnTo>
                    <a:pt x="1032229" y="119621"/>
                  </a:lnTo>
                  <a:lnTo>
                    <a:pt x="1026704" y="107950"/>
                  </a:lnTo>
                  <a:lnTo>
                    <a:pt x="1004150" y="74965"/>
                  </a:lnTo>
                  <a:lnTo>
                    <a:pt x="946731" y="26987"/>
                  </a:lnTo>
                  <a:lnTo>
                    <a:pt x="872894" y="2998"/>
                  </a:lnTo>
                  <a:lnTo>
                    <a:pt x="829818" y="0"/>
                  </a:lnTo>
                  <a:close/>
                </a:path>
                <a:path w="1078229" h="736600">
                  <a:moveTo>
                    <a:pt x="1032229" y="119621"/>
                  </a:moveTo>
                  <a:lnTo>
                    <a:pt x="822960" y="119621"/>
                  </a:lnTo>
                  <a:lnTo>
                    <a:pt x="852060" y="126515"/>
                  </a:lnTo>
                  <a:lnTo>
                    <a:pt x="875872" y="147196"/>
                  </a:lnTo>
                  <a:lnTo>
                    <a:pt x="894393" y="181665"/>
                  </a:lnTo>
                  <a:lnTo>
                    <a:pt x="907624" y="229921"/>
                  </a:lnTo>
                  <a:lnTo>
                    <a:pt x="915563" y="291965"/>
                  </a:lnTo>
                  <a:lnTo>
                    <a:pt x="918210" y="367796"/>
                  </a:lnTo>
                  <a:lnTo>
                    <a:pt x="915509" y="443626"/>
                  </a:lnTo>
                  <a:lnTo>
                    <a:pt x="907406" y="505670"/>
                  </a:lnTo>
                  <a:lnTo>
                    <a:pt x="893898" y="553926"/>
                  </a:lnTo>
                  <a:lnTo>
                    <a:pt x="874982" y="588395"/>
                  </a:lnTo>
                  <a:lnTo>
                    <a:pt x="820917" y="615970"/>
                  </a:lnTo>
                  <a:lnTo>
                    <a:pt x="1024614" y="615970"/>
                  </a:lnTo>
                  <a:lnTo>
                    <a:pt x="1047922" y="566227"/>
                  </a:lnTo>
                  <a:lnTo>
                    <a:pt x="1061073" y="522409"/>
                  </a:lnTo>
                  <a:lnTo>
                    <a:pt x="1070457" y="473903"/>
                  </a:lnTo>
                  <a:lnTo>
                    <a:pt x="1076082" y="420710"/>
                  </a:lnTo>
                  <a:lnTo>
                    <a:pt x="1077955" y="362830"/>
                  </a:lnTo>
                  <a:lnTo>
                    <a:pt x="1075906" y="299860"/>
                  </a:lnTo>
                  <a:lnTo>
                    <a:pt x="1069756" y="242887"/>
                  </a:lnTo>
                  <a:lnTo>
                    <a:pt x="1059507" y="191910"/>
                  </a:lnTo>
                  <a:lnTo>
                    <a:pt x="1045156" y="146931"/>
                  </a:lnTo>
                  <a:lnTo>
                    <a:pt x="1032229" y="119621"/>
                  </a:lnTo>
                  <a:close/>
                </a:path>
                <a:path w="1078229" h="736600">
                  <a:moveTo>
                    <a:pt x="0" y="563855"/>
                  </a:moveTo>
                  <a:lnTo>
                    <a:pt x="0" y="700351"/>
                  </a:lnTo>
                  <a:lnTo>
                    <a:pt x="37047" y="715984"/>
                  </a:lnTo>
                  <a:lnTo>
                    <a:pt x="79251" y="727149"/>
                  </a:lnTo>
                  <a:lnTo>
                    <a:pt x="126628" y="733847"/>
                  </a:lnTo>
                  <a:lnTo>
                    <a:pt x="179191" y="736079"/>
                  </a:lnTo>
                  <a:lnTo>
                    <a:pt x="239929" y="732452"/>
                  </a:lnTo>
                  <a:lnTo>
                    <a:pt x="293751" y="721567"/>
                  </a:lnTo>
                  <a:lnTo>
                    <a:pt x="340646" y="703422"/>
                  </a:lnTo>
                  <a:lnTo>
                    <a:pt x="380603" y="678015"/>
                  </a:lnTo>
                  <a:lnTo>
                    <a:pt x="412537" y="646369"/>
                  </a:lnTo>
                  <a:lnTo>
                    <a:pt x="431362" y="615970"/>
                  </a:lnTo>
                  <a:lnTo>
                    <a:pt x="166756" y="615970"/>
                  </a:lnTo>
                  <a:lnTo>
                    <a:pt x="120597" y="612711"/>
                  </a:lnTo>
                  <a:lnTo>
                    <a:pt x="77411" y="602937"/>
                  </a:lnTo>
                  <a:lnTo>
                    <a:pt x="37208" y="586651"/>
                  </a:lnTo>
                  <a:lnTo>
                    <a:pt x="0" y="563855"/>
                  </a:lnTo>
                  <a:close/>
                </a:path>
                <a:path w="1078229" h="736600">
                  <a:moveTo>
                    <a:pt x="421815" y="119621"/>
                  </a:moveTo>
                  <a:lnTo>
                    <a:pt x="165719" y="119621"/>
                  </a:lnTo>
                  <a:lnTo>
                    <a:pt x="212400" y="125051"/>
                  </a:lnTo>
                  <a:lnTo>
                    <a:pt x="245737" y="141338"/>
                  </a:lnTo>
                  <a:lnTo>
                    <a:pt x="265735" y="168485"/>
                  </a:lnTo>
                  <a:lnTo>
                    <a:pt x="272399" y="206489"/>
                  </a:lnTo>
                  <a:lnTo>
                    <a:pt x="263709" y="246879"/>
                  </a:lnTo>
                  <a:lnTo>
                    <a:pt x="237648" y="275729"/>
                  </a:lnTo>
                  <a:lnTo>
                    <a:pt x="194231" y="293040"/>
                  </a:lnTo>
                  <a:lnTo>
                    <a:pt x="133471" y="298810"/>
                  </a:lnTo>
                  <a:lnTo>
                    <a:pt x="72390" y="298810"/>
                  </a:lnTo>
                  <a:lnTo>
                    <a:pt x="72390" y="418923"/>
                  </a:lnTo>
                  <a:lnTo>
                    <a:pt x="138409" y="418923"/>
                  </a:lnTo>
                  <a:lnTo>
                    <a:pt x="172688" y="420535"/>
                  </a:lnTo>
                  <a:lnTo>
                    <a:pt x="229655" y="433438"/>
                  </a:lnTo>
                  <a:lnTo>
                    <a:pt x="270487" y="459003"/>
                  </a:lnTo>
                  <a:lnTo>
                    <a:pt x="291160" y="495731"/>
                  </a:lnTo>
                  <a:lnTo>
                    <a:pt x="293735" y="518184"/>
                  </a:lnTo>
                  <a:lnTo>
                    <a:pt x="291643" y="539995"/>
                  </a:lnTo>
                  <a:lnTo>
                    <a:pt x="274884" y="575981"/>
                  </a:lnTo>
                  <a:lnTo>
                    <a:pt x="241855" y="601448"/>
                  </a:lnTo>
                  <a:lnTo>
                    <a:pt x="195103" y="614356"/>
                  </a:lnTo>
                  <a:lnTo>
                    <a:pt x="166756" y="615970"/>
                  </a:lnTo>
                  <a:lnTo>
                    <a:pt x="431362" y="615970"/>
                  </a:lnTo>
                  <a:lnTo>
                    <a:pt x="435361" y="609514"/>
                  </a:lnTo>
                  <a:lnTo>
                    <a:pt x="449063" y="567448"/>
                  </a:lnTo>
                  <a:lnTo>
                    <a:pt x="453633" y="520171"/>
                  </a:lnTo>
                  <a:lnTo>
                    <a:pt x="450898" y="488456"/>
                  </a:lnTo>
                  <a:lnTo>
                    <a:pt x="429047" y="432748"/>
                  </a:lnTo>
                  <a:lnTo>
                    <a:pt x="386144" y="388294"/>
                  </a:lnTo>
                  <a:lnTo>
                    <a:pt x="326554" y="360867"/>
                  </a:lnTo>
                  <a:lnTo>
                    <a:pt x="290809" y="353903"/>
                  </a:lnTo>
                  <a:lnTo>
                    <a:pt x="290809" y="351425"/>
                  </a:lnTo>
                  <a:lnTo>
                    <a:pt x="341714" y="333160"/>
                  </a:lnTo>
                  <a:lnTo>
                    <a:pt x="381327" y="306555"/>
                  </a:lnTo>
                  <a:lnTo>
                    <a:pt x="409636" y="271612"/>
                  </a:lnTo>
                  <a:lnTo>
                    <a:pt x="426630" y="228331"/>
                  </a:lnTo>
                  <a:lnTo>
                    <a:pt x="432297" y="176713"/>
                  </a:lnTo>
                  <a:lnTo>
                    <a:pt x="428488" y="139327"/>
                  </a:lnTo>
                  <a:lnTo>
                    <a:pt x="421815" y="119621"/>
                  </a:lnTo>
                  <a:close/>
                </a:path>
                <a:path w="1078229" h="736600">
                  <a:moveTo>
                    <a:pt x="201411" y="0"/>
                  </a:moveTo>
                  <a:lnTo>
                    <a:pt x="153124" y="2359"/>
                  </a:lnTo>
                  <a:lnTo>
                    <a:pt x="107906" y="9435"/>
                  </a:lnTo>
                  <a:lnTo>
                    <a:pt x="65786" y="21227"/>
                  </a:lnTo>
                  <a:lnTo>
                    <a:pt x="26791" y="37731"/>
                  </a:lnTo>
                  <a:lnTo>
                    <a:pt x="26791" y="165783"/>
                  </a:lnTo>
                  <a:lnTo>
                    <a:pt x="60770" y="145591"/>
                  </a:lnTo>
                  <a:lnTo>
                    <a:pt x="95261" y="131165"/>
                  </a:lnTo>
                  <a:lnTo>
                    <a:pt x="130249" y="122508"/>
                  </a:lnTo>
                  <a:lnTo>
                    <a:pt x="165719" y="119621"/>
                  </a:lnTo>
                  <a:lnTo>
                    <a:pt x="421815" y="119621"/>
                  </a:lnTo>
                  <a:lnTo>
                    <a:pt x="417069" y="105604"/>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8" name="object 8"/>
            <p:cNvSpPr/>
            <p:nvPr/>
          </p:nvSpPr>
          <p:spPr>
            <a:xfrm>
              <a:off x="7297429" y="5667981"/>
              <a:ext cx="1078230" cy="736600"/>
            </a:xfrm>
            <a:custGeom>
              <a:avLst/>
              <a:gdLst/>
              <a:ahLst/>
              <a:cxnLst/>
              <a:rect l="l" t="t" r="r" b="b"/>
              <a:pathLst>
                <a:path w="1078229" h="736600">
                  <a:moveTo>
                    <a:pt x="822959" y="119621"/>
                  </a:moveTo>
                  <a:lnTo>
                    <a:pt x="766409" y="148022"/>
                  </a:lnTo>
                  <a:lnTo>
                    <a:pt x="746596" y="183525"/>
                  </a:lnTo>
                  <a:lnTo>
                    <a:pt x="732434" y="233230"/>
                  </a:lnTo>
                  <a:lnTo>
                    <a:pt x="723931" y="297137"/>
                  </a:lnTo>
                  <a:lnTo>
                    <a:pt x="721095" y="375248"/>
                  </a:lnTo>
                  <a:lnTo>
                    <a:pt x="723869" y="448799"/>
                  </a:lnTo>
                  <a:lnTo>
                    <a:pt x="732189" y="508979"/>
                  </a:lnTo>
                  <a:lnTo>
                    <a:pt x="746055" y="555787"/>
                  </a:lnTo>
                  <a:lnTo>
                    <a:pt x="765465" y="589221"/>
                  </a:lnTo>
                  <a:lnTo>
                    <a:pt x="820917" y="615970"/>
                  </a:lnTo>
                  <a:lnTo>
                    <a:pt x="850656" y="609076"/>
                  </a:lnTo>
                  <a:lnTo>
                    <a:pt x="893898" y="553926"/>
                  </a:lnTo>
                  <a:lnTo>
                    <a:pt x="907406" y="505670"/>
                  </a:lnTo>
                  <a:lnTo>
                    <a:pt x="915509" y="443626"/>
                  </a:lnTo>
                  <a:lnTo>
                    <a:pt x="918209" y="367796"/>
                  </a:lnTo>
                  <a:lnTo>
                    <a:pt x="915563" y="291965"/>
                  </a:lnTo>
                  <a:lnTo>
                    <a:pt x="907624" y="229921"/>
                  </a:lnTo>
                  <a:lnTo>
                    <a:pt x="894393" y="181665"/>
                  </a:lnTo>
                  <a:lnTo>
                    <a:pt x="875872" y="147196"/>
                  </a:lnTo>
                  <a:lnTo>
                    <a:pt x="822959" y="119621"/>
                  </a:lnTo>
                  <a:close/>
                </a:path>
                <a:path w="1078229" h="736600">
                  <a:moveTo>
                    <a:pt x="829817" y="0"/>
                  </a:moveTo>
                  <a:lnTo>
                    <a:pt x="872894" y="2998"/>
                  </a:lnTo>
                  <a:lnTo>
                    <a:pt x="911865" y="11994"/>
                  </a:lnTo>
                  <a:lnTo>
                    <a:pt x="977492" y="47977"/>
                  </a:lnTo>
                  <a:lnTo>
                    <a:pt x="1026704" y="107950"/>
                  </a:lnTo>
                  <a:lnTo>
                    <a:pt x="1045156" y="146931"/>
                  </a:lnTo>
                  <a:lnTo>
                    <a:pt x="1059507" y="191910"/>
                  </a:lnTo>
                  <a:lnTo>
                    <a:pt x="1069756" y="242887"/>
                  </a:lnTo>
                  <a:lnTo>
                    <a:pt x="1075906" y="299860"/>
                  </a:lnTo>
                  <a:lnTo>
                    <a:pt x="1077955" y="362830"/>
                  </a:lnTo>
                  <a:lnTo>
                    <a:pt x="1076082" y="420710"/>
                  </a:lnTo>
                  <a:lnTo>
                    <a:pt x="1070457" y="473903"/>
                  </a:lnTo>
                  <a:lnTo>
                    <a:pt x="1061073" y="522409"/>
                  </a:lnTo>
                  <a:lnTo>
                    <a:pt x="1047922" y="566227"/>
                  </a:lnTo>
                  <a:lnTo>
                    <a:pt x="1030997" y="605355"/>
                  </a:lnTo>
                  <a:lnTo>
                    <a:pt x="1010290" y="639793"/>
                  </a:lnTo>
                  <a:lnTo>
                    <a:pt x="980806" y="674460"/>
                  </a:lnTo>
                  <a:lnTo>
                    <a:pt x="946633" y="701420"/>
                  </a:lnTo>
                  <a:lnTo>
                    <a:pt x="907771" y="720676"/>
                  </a:lnTo>
                  <a:lnTo>
                    <a:pt x="864220" y="732229"/>
                  </a:lnTo>
                  <a:lnTo>
                    <a:pt x="815980" y="736079"/>
                  </a:lnTo>
                  <a:lnTo>
                    <a:pt x="771870" y="733130"/>
                  </a:lnTo>
                  <a:lnTo>
                    <a:pt x="731962" y="724282"/>
                  </a:lnTo>
                  <a:lnTo>
                    <a:pt x="696255" y="709536"/>
                  </a:lnTo>
                  <a:lnTo>
                    <a:pt x="637446" y="662347"/>
                  </a:lnTo>
                  <a:lnTo>
                    <a:pt x="614343" y="629905"/>
                  </a:lnTo>
                  <a:lnTo>
                    <a:pt x="595440" y="591564"/>
                  </a:lnTo>
                  <a:lnTo>
                    <a:pt x="580739" y="547324"/>
                  </a:lnTo>
                  <a:lnTo>
                    <a:pt x="570238" y="497186"/>
                  </a:lnTo>
                  <a:lnTo>
                    <a:pt x="563937" y="441149"/>
                  </a:lnTo>
                  <a:lnTo>
                    <a:pt x="561837" y="379213"/>
                  </a:lnTo>
                  <a:lnTo>
                    <a:pt x="563743" y="319950"/>
                  </a:lnTo>
                  <a:lnTo>
                    <a:pt x="569462" y="265581"/>
                  </a:lnTo>
                  <a:lnTo>
                    <a:pt x="578998" y="216106"/>
                  </a:lnTo>
                  <a:lnTo>
                    <a:pt x="592353" y="171525"/>
                  </a:lnTo>
                  <a:lnTo>
                    <a:pt x="609533" y="131839"/>
                  </a:lnTo>
                  <a:lnTo>
                    <a:pt x="630539" y="97048"/>
                  </a:lnTo>
                  <a:lnTo>
                    <a:pt x="660516" y="62110"/>
                  </a:lnTo>
                  <a:lnTo>
                    <a:pt x="695436" y="34936"/>
                  </a:lnTo>
                  <a:lnTo>
                    <a:pt x="735294" y="15527"/>
                  </a:lnTo>
                  <a:lnTo>
                    <a:pt x="780089" y="3881"/>
                  </a:lnTo>
                  <a:lnTo>
                    <a:pt x="829817" y="0"/>
                  </a:lnTo>
                  <a:close/>
                </a:path>
                <a:path w="1078229" h="736600">
                  <a:moveTo>
                    <a:pt x="201411" y="0"/>
                  </a:moveTo>
                  <a:lnTo>
                    <a:pt x="253043" y="3071"/>
                  </a:lnTo>
                  <a:lnTo>
                    <a:pt x="298585" y="12287"/>
                  </a:lnTo>
                  <a:lnTo>
                    <a:pt x="338053" y="27646"/>
                  </a:lnTo>
                  <a:lnTo>
                    <a:pt x="371459" y="49148"/>
                  </a:lnTo>
                  <a:lnTo>
                    <a:pt x="417069" y="105604"/>
                  </a:lnTo>
                  <a:lnTo>
                    <a:pt x="432297" y="176713"/>
                  </a:lnTo>
                  <a:lnTo>
                    <a:pt x="426630" y="228331"/>
                  </a:lnTo>
                  <a:lnTo>
                    <a:pt x="409636" y="271612"/>
                  </a:lnTo>
                  <a:lnTo>
                    <a:pt x="381326" y="306555"/>
                  </a:lnTo>
                  <a:lnTo>
                    <a:pt x="341714" y="333160"/>
                  </a:lnTo>
                  <a:lnTo>
                    <a:pt x="290809" y="351425"/>
                  </a:lnTo>
                  <a:lnTo>
                    <a:pt x="290809" y="353903"/>
                  </a:lnTo>
                  <a:lnTo>
                    <a:pt x="358338" y="372331"/>
                  </a:lnTo>
                  <a:lnTo>
                    <a:pt x="409955" y="408755"/>
                  </a:lnTo>
                  <a:lnTo>
                    <a:pt x="442699" y="459315"/>
                  </a:lnTo>
                  <a:lnTo>
                    <a:pt x="453633" y="520171"/>
                  </a:lnTo>
                  <a:lnTo>
                    <a:pt x="449063" y="567448"/>
                  </a:lnTo>
                  <a:lnTo>
                    <a:pt x="435361" y="609514"/>
                  </a:lnTo>
                  <a:lnTo>
                    <a:pt x="412537" y="646369"/>
                  </a:lnTo>
                  <a:lnTo>
                    <a:pt x="380603" y="678015"/>
                  </a:lnTo>
                  <a:lnTo>
                    <a:pt x="340646" y="703422"/>
                  </a:lnTo>
                  <a:lnTo>
                    <a:pt x="293750" y="721567"/>
                  </a:lnTo>
                  <a:lnTo>
                    <a:pt x="239929" y="732452"/>
                  </a:lnTo>
                  <a:lnTo>
                    <a:pt x="179191" y="736079"/>
                  </a:lnTo>
                  <a:lnTo>
                    <a:pt x="126628" y="733847"/>
                  </a:lnTo>
                  <a:lnTo>
                    <a:pt x="79251" y="727149"/>
                  </a:lnTo>
                  <a:lnTo>
                    <a:pt x="37047" y="715984"/>
                  </a:lnTo>
                  <a:lnTo>
                    <a:pt x="0" y="700351"/>
                  </a:lnTo>
                  <a:lnTo>
                    <a:pt x="0" y="563855"/>
                  </a:lnTo>
                  <a:lnTo>
                    <a:pt x="37208" y="586651"/>
                  </a:lnTo>
                  <a:lnTo>
                    <a:pt x="77411" y="602937"/>
                  </a:lnTo>
                  <a:lnTo>
                    <a:pt x="120597" y="612711"/>
                  </a:lnTo>
                  <a:lnTo>
                    <a:pt x="166756" y="615970"/>
                  </a:lnTo>
                  <a:lnTo>
                    <a:pt x="195103" y="614356"/>
                  </a:lnTo>
                  <a:lnTo>
                    <a:pt x="241855" y="601448"/>
                  </a:lnTo>
                  <a:lnTo>
                    <a:pt x="274884" y="575981"/>
                  </a:lnTo>
                  <a:lnTo>
                    <a:pt x="291643" y="539995"/>
                  </a:lnTo>
                  <a:lnTo>
                    <a:pt x="293735" y="518184"/>
                  </a:lnTo>
                  <a:lnTo>
                    <a:pt x="291160" y="495731"/>
                  </a:lnTo>
                  <a:lnTo>
                    <a:pt x="270487" y="459003"/>
                  </a:lnTo>
                  <a:lnTo>
                    <a:pt x="229655" y="433438"/>
                  </a:lnTo>
                  <a:lnTo>
                    <a:pt x="172688" y="420535"/>
                  </a:lnTo>
                  <a:lnTo>
                    <a:pt x="138409" y="418923"/>
                  </a:lnTo>
                  <a:lnTo>
                    <a:pt x="72389" y="418923"/>
                  </a:lnTo>
                  <a:lnTo>
                    <a:pt x="72389" y="298810"/>
                  </a:lnTo>
                  <a:lnTo>
                    <a:pt x="133471" y="298810"/>
                  </a:lnTo>
                  <a:lnTo>
                    <a:pt x="194231" y="293040"/>
                  </a:lnTo>
                  <a:lnTo>
                    <a:pt x="237648" y="275729"/>
                  </a:lnTo>
                  <a:lnTo>
                    <a:pt x="263709" y="246879"/>
                  </a:lnTo>
                  <a:lnTo>
                    <a:pt x="272399" y="206489"/>
                  </a:lnTo>
                  <a:lnTo>
                    <a:pt x="265735" y="168485"/>
                  </a:lnTo>
                  <a:lnTo>
                    <a:pt x="245737" y="141338"/>
                  </a:lnTo>
                  <a:lnTo>
                    <a:pt x="212400" y="125051"/>
                  </a:lnTo>
                  <a:lnTo>
                    <a:pt x="165719" y="119621"/>
                  </a:lnTo>
                  <a:lnTo>
                    <a:pt x="130249" y="122508"/>
                  </a:lnTo>
                  <a:lnTo>
                    <a:pt x="95261" y="131165"/>
                  </a:lnTo>
                  <a:lnTo>
                    <a:pt x="60770" y="145591"/>
                  </a:lnTo>
                  <a:lnTo>
                    <a:pt x="26791" y="165783"/>
                  </a:lnTo>
                  <a:lnTo>
                    <a:pt x="26791" y="37731"/>
                  </a:lnTo>
                  <a:lnTo>
                    <a:pt x="65786" y="21227"/>
                  </a:lnTo>
                  <a:lnTo>
                    <a:pt x="107906" y="9435"/>
                  </a:lnTo>
                  <a:lnTo>
                    <a:pt x="153124" y="2359"/>
                  </a:lnTo>
                  <a:lnTo>
                    <a:pt x="201411" y="0"/>
                  </a:lnTo>
                  <a:close/>
                </a:path>
              </a:pathLst>
            </a:custGeom>
            <a:ln w="12191">
              <a:solidFill>
                <a:srgbClr val="000000"/>
              </a:solidFill>
            </a:ln>
          </p:spPr>
          <p:txBody>
            <a:bodyPr wrap="square" lIns="0" tIns="0" rIns="0" bIns="0" rtlCol="0"/>
            <a:lstStyle/>
            <a:p>
              <a:endParaRPr/>
            </a:p>
          </p:txBody>
        </p:sp>
        <p:sp>
          <p:nvSpPr>
            <p:cNvPr id="9" name="object 9"/>
            <p:cNvSpPr/>
            <p:nvPr/>
          </p:nvSpPr>
          <p:spPr>
            <a:xfrm>
              <a:off x="0" y="0"/>
              <a:ext cx="9144000" cy="6857999"/>
            </a:xfrm>
            <a:prstGeom prst="rect">
              <a:avLst/>
            </a:prstGeom>
            <a:blipFill>
              <a:blip r:embed="rId5" cstate="print"/>
              <a:stretch>
                <a:fillRect/>
              </a:stretch>
            </a:blipFill>
          </p:spPr>
          <p:txBody>
            <a:bodyPr wrap="square" lIns="0" tIns="0" rIns="0" bIns="0" rtlCol="0"/>
            <a:lstStyle/>
            <a:p>
              <a:endParaRPr/>
            </a:p>
          </p:txBody>
        </p:sp>
      </p:grpSp>
      <p:grpSp>
        <p:nvGrpSpPr>
          <p:cNvPr id="10" name="object 10"/>
          <p:cNvGrpSpPr/>
          <p:nvPr/>
        </p:nvGrpSpPr>
        <p:grpSpPr>
          <a:xfrm>
            <a:off x="-12700" y="0"/>
            <a:ext cx="9156700" cy="6765925"/>
            <a:chOff x="-12700" y="0"/>
            <a:chExt cx="9156700" cy="6765925"/>
          </a:xfrm>
        </p:grpSpPr>
        <p:sp>
          <p:nvSpPr>
            <p:cNvPr id="11" name="object 11"/>
            <p:cNvSpPr/>
            <p:nvPr/>
          </p:nvSpPr>
          <p:spPr>
            <a:xfrm>
              <a:off x="0" y="0"/>
              <a:ext cx="9144000" cy="6740525"/>
            </a:xfrm>
            <a:custGeom>
              <a:avLst/>
              <a:gdLst/>
              <a:ahLst/>
              <a:cxnLst/>
              <a:rect l="l" t="t" r="r" b="b"/>
              <a:pathLst>
                <a:path w="9144000" h="6740525">
                  <a:moveTo>
                    <a:pt x="0" y="6740520"/>
                  </a:moveTo>
                  <a:lnTo>
                    <a:pt x="9143999" y="6740520"/>
                  </a:lnTo>
                  <a:lnTo>
                    <a:pt x="9143999" y="0"/>
                  </a:lnTo>
                  <a:lnTo>
                    <a:pt x="0" y="0"/>
                  </a:lnTo>
                  <a:lnTo>
                    <a:pt x="0" y="6740520"/>
                  </a:lnTo>
                  <a:close/>
                </a:path>
              </a:pathLst>
            </a:custGeom>
            <a:solidFill>
              <a:srgbClr val="000000">
                <a:alpha val="85096"/>
              </a:srgbClr>
            </a:solidFill>
          </p:spPr>
          <p:txBody>
            <a:bodyPr wrap="square" lIns="0" tIns="0" rIns="0" bIns="0" rtlCol="0"/>
            <a:lstStyle/>
            <a:p>
              <a:endParaRPr/>
            </a:p>
          </p:txBody>
        </p:sp>
        <p:sp>
          <p:nvSpPr>
            <p:cNvPr id="12" name="object 12"/>
            <p:cNvSpPr/>
            <p:nvPr/>
          </p:nvSpPr>
          <p:spPr>
            <a:xfrm>
              <a:off x="0" y="6727820"/>
              <a:ext cx="9144000" cy="25400"/>
            </a:xfrm>
            <a:custGeom>
              <a:avLst/>
              <a:gdLst/>
              <a:ahLst/>
              <a:cxnLst/>
              <a:rect l="l" t="t" r="r" b="b"/>
              <a:pathLst>
                <a:path w="9144000" h="25400">
                  <a:moveTo>
                    <a:pt x="0" y="25399"/>
                  </a:moveTo>
                  <a:lnTo>
                    <a:pt x="9143999" y="25399"/>
                  </a:lnTo>
                  <a:lnTo>
                    <a:pt x="9143999" y="0"/>
                  </a:lnTo>
                  <a:lnTo>
                    <a:pt x="0" y="0"/>
                  </a:lnTo>
                  <a:lnTo>
                    <a:pt x="0" y="25399"/>
                  </a:lnTo>
                  <a:close/>
                </a:path>
              </a:pathLst>
            </a:custGeom>
            <a:solidFill>
              <a:srgbClr val="C00000"/>
            </a:solidFill>
          </p:spPr>
          <p:txBody>
            <a:bodyPr wrap="square" lIns="0" tIns="0" rIns="0" bIns="0" rtlCol="0"/>
            <a:lstStyle/>
            <a:p>
              <a:endParaRPr/>
            </a:p>
          </p:txBody>
        </p:sp>
        <p:sp>
          <p:nvSpPr>
            <p:cNvPr id="13" name="object 13"/>
            <p:cNvSpPr/>
            <p:nvPr/>
          </p:nvSpPr>
          <p:spPr>
            <a:xfrm>
              <a:off x="0" y="0"/>
              <a:ext cx="0" cy="6740525"/>
            </a:xfrm>
            <a:custGeom>
              <a:avLst/>
              <a:gdLst/>
              <a:ahLst/>
              <a:cxnLst/>
              <a:rect l="l" t="t" r="r" b="b"/>
              <a:pathLst>
                <a:path h="6740525">
                  <a:moveTo>
                    <a:pt x="0" y="0"/>
                  </a:moveTo>
                  <a:lnTo>
                    <a:pt x="0" y="6740520"/>
                  </a:lnTo>
                </a:path>
              </a:pathLst>
            </a:custGeom>
            <a:ln w="25399">
              <a:solidFill>
                <a:srgbClr val="C00000"/>
              </a:solidFill>
            </a:ln>
          </p:spPr>
          <p:txBody>
            <a:bodyPr wrap="square" lIns="0" tIns="0" rIns="0" bIns="0" rtlCol="0"/>
            <a:lstStyle/>
            <a:p>
              <a:endParaRPr/>
            </a:p>
          </p:txBody>
        </p:sp>
        <p:sp>
          <p:nvSpPr>
            <p:cNvPr id="14" name="object 14"/>
            <p:cNvSpPr/>
            <p:nvPr/>
          </p:nvSpPr>
          <p:spPr>
            <a:xfrm>
              <a:off x="469904" y="2017776"/>
              <a:ext cx="678180" cy="819150"/>
            </a:xfrm>
            <a:custGeom>
              <a:avLst/>
              <a:gdLst/>
              <a:ahLst/>
              <a:cxnLst/>
              <a:rect l="l" t="t" r="r" b="b"/>
              <a:pathLst>
                <a:path w="678180" h="819150">
                  <a:moveTo>
                    <a:pt x="338934" y="0"/>
                  </a:moveTo>
                  <a:lnTo>
                    <a:pt x="296416" y="3189"/>
                  </a:lnTo>
                  <a:lnTo>
                    <a:pt x="255475" y="12501"/>
                  </a:lnTo>
                  <a:lnTo>
                    <a:pt x="216428" y="27553"/>
                  </a:lnTo>
                  <a:lnTo>
                    <a:pt x="179593" y="47962"/>
                  </a:lnTo>
                  <a:lnTo>
                    <a:pt x="145287" y="73346"/>
                  </a:lnTo>
                  <a:lnTo>
                    <a:pt x="113829" y="103322"/>
                  </a:lnTo>
                  <a:lnTo>
                    <a:pt x="85534" y="137506"/>
                  </a:lnTo>
                  <a:lnTo>
                    <a:pt x="60722" y="175516"/>
                  </a:lnTo>
                  <a:lnTo>
                    <a:pt x="39708" y="216970"/>
                  </a:lnTo>
                  <a:lnTo>
                    <a:pt x="22812" y="261484"/>
                  </a:lnTo>
                  <a:lnTo>
                    <a:pt x="10350" y="308675"/>
                  </a:lnTo>
                  <a:lnTo>
                    <a:pt x="2640" y="358161"/>
                  </a:lnTo>
                  <a:lnTo>
                    <a:pt x="0" y="409559"/>
                  </a:lnTo>
                  <a:lnTo>
                    <a:pt x="2640" y="460934"/>
                  </a:lnTo>
                  <a:lnTo>
                    <a:pt x="10350" y="510405"/>
                  </a:lnTo>
                  <a:lnTo>
                    <a:pt x="22812" y="557589"/>
                  </a:lnTo>
                  <a:lnTo>
                    <a:pt x="39708" y="602102"/>
                  </a:lnTo>
                  <a:lnTo>
                    <a:pt x="60722" y="643559"/>
                  </a:lnTo>
                  <a:lnTo>
                    <a:pt x="85534" y="681577"/>
                  </a:lnTo>
                  <a:lnTo>
                    <a:pt x="113829" y="715772"/>
                  </a:lnTo>
                  <a:lnTo>
                    <a:pt x="145287" y="745760"/>
                  </a:lnTo>
                  <a:lnTo>
                    <a:pt x="179593" y="771156"/>
                  </a:lnTo>
                  <a:lnTo>
                    <a:pt x="216428" y="791577"/>
                  </a:lnTo>
                  <a:lnTo>
                    <a:pt x="255475" y="806639"/>
                  </a:lnTo>
                  <a:lnTo>
                    <a:pt x="296416" y="815958"/>
                  </a:lnTo>
                  <a:lnTo>
                    <a:pt x="338934" y="819149"/>
                  </a:lnTo>
                  <a:lnTo>
                    <a:pt x="381447" y="815958"/>
                  </a:lnTo>
                  <a:lnTo>
                    <a:pt x="422384" y="806639"/>
                  </a:lnTo>
                  <a:lnTo>
                    <a:pt x="461429" y="791577"/>
                  </a:lnTo>
                  <a:lnTo>
                    <a:pt x="498262" y="771156"/>
                  </a:lnTo>
                  <a:lnTo>
                    <a:pt x="532567" y="745760"/>
                  </a:lnTo>
                  <a:lnTo>
                    <a:pt x="564026" y="715772"/>
                  </a:lnTo>
                  <a:lnTo>
                    <a:pt x="592320" y="681577"/>
                  </a:lnTo>
                  <a:lnTo>
                    <a:pt x="617134" y="643559"/>
                  </a:lnTo>
                  <a:lnTo>
                    <a:pt x="638148" y="602102"/>
                  </a:lnTo>
                  <a:lnTo>
                    <a:pt x="655045" y="557589"/>
                  </a:lnTo>
                  <a:lnTo>
                    <a:pt x="667508" y="510405"/>
                  </a:lnTo>
                  <a:lnTo>
                    <a:pt x="675219" y="460934"/>
                  </a:lnTo>
                  <a:lnTo>
                    <a:pt x="677859" y="409559"/>
                  </a:lnTo>
                  <a:lnTo>
                    <a:pt x="675219" y="358161"/>
                  </a:lnTo>
                  <a:lnTo>
                    <a:pt x="667508" y="308675"/>
                  </a:lnTo>
                  <a:lnTo>
                    <a:pt x="655045" y="261484"/>
                  </a:lnTo>
                  <a:lnTo>
                    <a:pt x="638148" y="216970"/>
                  </a:lnTo>
                  <a:lnTo>
                    <a:pt x="617134" y="175516"/>
                  </a:lnTo>
                  <a:lnTo>
                    <a:pt x="592320" y="137506"/>
                  </a:lnTo>
                  <a:lnTo>
                    <a:pt x="564026" y="103322"/>
                  </a:lnTo>
                  <a:lnTo>
                    <a:pt x="532567" y="73346"/>
                  </a:lnTo>
                  <a:lnTo>
                    <a:pt x="498262" y="47962"/>
                  </a:lnTo>
                  <a:lnTo>
                    <a:pt x="461429" y="27553"/>
                  </a:lnTo>
                  <a:lnTo>
                    <a:pt x="422384" y="12501"/>
                  </a:lnTo>
                  <a:lnTo>
                    <a:pt x="381447" y="3189"/>
                  </a:lnTo>
                  <a:lnTo>
                    <a:pt x="338934" y="0"/>
                  </a:lnTo>
                  <a:close/>
                </a:path>
              </a:pathLst>
            </a:custGeom>
            <a:solidFill>
              <a:srgbClr val="00AFF0"/>
            </a:solidFill>
          </p:spPr>
          <p:txBody>
            <a:bodyPr wrap="square" lIns="0" tIns="0" rIns="0" bIns="0" rtlCol="0"/>
            <a:lstStyle/>
            <a:p>
              <a:endParaRPr/>
            </a:p>
          </p:txBody>
        </p:sp>
        <p:sp>
          <p:nvSpPr>
            <p:cNvPr id="15" name="object 15"/>
            <p:cNvSpPr/>
            <p:nvPr/>
          </p:nvSpPr>
          <p:spPr>
            <a:xfrm>
              <a:off x="469904" y="2017776"/>
              <a:ext cx="678180" cy="819150"/>
            </a:xfrm>
            <a:custGeom>
              <a:avLst/>
              <a:gdLst/>
              <a:ahLst/>
              <a:cxnLst/>
              <a:rect l="l" t="t" r="r" b="b"/>
              <a:pathLst>
                <a:path w="678180" h="819150">
                  <a:moveTo>
                    <a:pt x="0" y="409559"/>
                  </a:moveTo>
                  <a:lnTo>
                    <a:pt x="2640" y="358161"/>
                  </a:lnTo>
                  <a:lnTo>
                    <a:pt x="10350" y="308675"/>
                  </a:lnTo>
                  <a:lnTo>
                    <a:pt x="22812" y="261484"/>
                  </a:lnTo>
                  <a:lnTo>
                    <a:pt x="39708" y="216970"/>
                  </a:lnTo>
                  <a:lnTo>
                    <a:pt x="60722" y="175516"/>
                  </a:lnTo>
                  <a:lnTo>
                    <a:pt x="85534" y="137506"/>
                  </a:lnTo>
                  <a:lnTo>
                    <a:pt x="113829" y="103322"/>
                  </a:lnTo>
                  <a:lnTo>
                    <a:pt x="145287" y="73346"/>
                  </a:lnTo>
                  <a:lnTo>
                    <a:pt x="179593" y="47962"/>
                  </a:lnTo>
                  <a:lnTo>
                    <a:pt x="216428" y="27553"/>
                  </a:lnTo>
                  <a:lnTo>
                    <a:pt x="255475" y="12501"/>
                  </a:lnTo>
                  <a:lnTo>
                    <a:pt x="296416" y="3189"/>
                  </a:lnTo>
                  <a:lnTo>
                    <a:pt x="338934" y="0"/>
                  </a:lnTo>
                  <a:lnTo>
                    <a:pt x="381447" y="3189"/>
                  </a:lnTo>
                  <a:lnTo>
                    <a:pt x="422384" y="12501"/>
                  </a:lnTo>
                  <a:lnTo>
                    <a:pt x="461429" y="27553"/>
                  </a:lnTo>
                  <a:lnTo>
                    <a:pt x="498262" y="47962"/>
                  </a:lnTo>
                  <a:lnTo>
                    <a:pt x="532567" y="73346"/>
                  </a:lnTo>
                  <a:lnTo>
                    <a:pt x="564026" y="103322"/>
                  </a:lnTo>
                  <a:lnTo>
                    <a:pt x="592320" y="137506"/>
                  </a:lnTo>
                  <a:lnTo>
                    <a:pt x="617134" y="175516"/>
                  </a:lnTo>
                  <a:lnTo>
                    <a:pt x="638148" y="216970"/>
                  </a:lnTo>
                  <a:lnTo>
                    <a:pt x="655045" y="261484"/>
                  </a:lnTo>
                  <a:lnTo>
                    <a:pt x="667508" y="308675"/>
                  </a:lnTo>
                  <a:lnTo>
                    <a:pt x="675219" y="358161"/>
                  </a:lnTo>
                  <a:lnTo>
                    <a:pt x="677859" y="409559"/>
                  </a:lnTo>
                  <a:lnTo>
                    <a:pt x="675219" y="460934"/>
                  </a:lnTo>
                  <a:lnTo>
                    <a:pt x="667508" y="510405"/>
                  </a:lnTo>
                  <a:lnTo>
                    <a:pt x="655045" y="557589"/>
                  </a:lnTo>
                  <a:lnTo>
                    <a:pt x="638148" y="602102"/>
                  </a:lnTo>
                  <a:lnTo>
                    <a:pt x="617134" y="643559"/>
                  </a:lnTo>
                  <a:lnTo>
                    <a:pt x="592320" y="681577"/>
                  </a:lnTo>
                  <a:lnTo>
                    <a:pt x="564026" y="715772"/>
                  </a:lnTo>
                  <a:lnTo>
                    <a:pt x="532567" y="745760"/>
                  </a:lnTo>
                  <a:lnTo>
                    <a:pt x="498262" y="771156"/>
                  </a:lnTo>
                  <a:lnTo>
                    <a:pt x="461429" y="791577"/>
                  </a:lnTo>
                  <a:lnTo>
                    <a:pt x="422384" y="806639"/>
                  </a:lnTo>
                  <a:lnTo>
                    <a:pt x="381447" y="815958"/>
                  </a:lnTo>
                  <a:lnTo>
                    <a:pt x="338934" y="819149"/>
                  </a:lnTo>
                  <a:lnTo>
                    <a:pt x="296416" y="815958"/>
                  </a:lnTo>
                  <a:lnTo>
                    <a:pt x="255475" y="806639"/>
                  </a:lnTo>
                  <a:lnTo>
                    <a:pt x="216428" y="791577"/>
                  </a:lnTo>
                  <a:lnTo>
                    <a:pt x="179593" y="771156"/>
                  </a:lnTo>
                  <a:lnTo>
                    <a:pt x="145287" y="745760"/>
                  </a:lnTo>
                  <a:lnTo>
                    <a:pt x="113829" y="715772"/>
                  </a:lnTo>
                  <a:lnTo>
                    <a:pt x="85534" y="681577"/>
                  </a:lnTo>
                  <a:lnTo>
                    <a:pt x="60722" y="643559"/>
                  </a:lnTo>
                  <a:lnTo>
                    <a:pt x="39708" y="602102"/>
                  </a:lnTo>
                  <a:lnTo>
                    <a:pt x="22812" y="557589"/>
                  </a:lnTo>
                  <a:lnTo>
                    <a:pt x="10350" y="510405"/>
                  </a:lnTo>
                  <a:lnTo>
                    <a:pt x="2640" y="460934"/>
                  </a:lnTo>
                  <a:lnTo>
                    <a:pt x="0" y="409559"/>
                  </a:lnTo>
                  <a:close/>
                </a:path>
              </a:pathLst>
            </a:custGeom>
            <a:ln w="25399">
              <a:solidFill>
                <a:srgbClr val="000000"/>
              </a:solidFill>
            </a:ln>
          </p:spPr>
          <p:txBody>
            <a:bodyPr wrap="square" lIns="0" tIns="0" rIns="0" bIns="0" rtlCol="0"/>
            <a:lstStyle/>
            <a:p>
              <a:endParaRPr/>
            </a:p>
          </p:txBody>
        </p:sp>
      </p:grpSp>
      <p:sp>
        <p:nvSpPr>
          <p:cNvPr id="16" name="object 16"/>
          <p:cNvSpPr txBox="1"/>
          <p:nvPr/>
        </p:nvSpPr>
        <p:spPr>
          <a:xfrm>
            <a:off x="1208090" y="2052706"/>
            <a:ext cx="4114800" cy="914400"/>
          </a:xfrm>
          <a:prstGeom prst="rect">
            <a:avLst/>
          </a:prstGeom>
          <a:solidFill>
            <a:srgbClr val="000000">
              <a:alpha val="85096"/>
            </a:srgbClr>
          </a:solidFill>
          <a:ln w="57149">
            <a:solidFill>
              <a:srgbClr val="C00000"/>
            </a:solidFill>
          </a:ln>
        </p:spPr>
        <p:txBody>
          <a:bodyPr vert="horz" wrap="square" lIns="0" tIns="130810" rIns="0" bIns="0" rtlCol="0">
            <a:spAutoFit/>
          </a:bodyPr>
          <a:lstStyle/>
          <a:p>
            <a:pPr marL="120014">
              <a:lnSpc>
                <a:spcPct val="100000"/>
              </a:lnSpc>
              <a:spcBef>
                <a:spcPts val="1030"/>
              </a:spcBef>
            </a:pPr>
            <a:r>
              <a:rPr sz="3600" dirty="0">
                <a:solidFill>
                  <a:srgbClr val="FFFFFF"/>
                </a:solidFill>
                <a:latin typeface="Arial"/>
                <a:cs typeface="Arial"/>
              </a:rPr>
              <a:t>Input </a:t>
            </a:r>
            <a:r>
              <a:rPr sz="3600" spc="-5" dirty="0">
                <a:solidFill>
                  <a:srgbClr val="FFFFFF"/>
                </a:solidFill>
                <a:latin typeface="Arial"/>
                <a:cs typeface="Arial"/>
              </a:rPr>
              <a:t>data</a:t>
            </a:r>
            <a:r>
              <a:rPr sz="3600" spc="-35" dirty="0">
                <a:solidFill>
                  <a:srgbClr val="FFFFFF"/>
                </a:solidFill>
                <a:latin typeface="Arial"/>
                <a:cs typeface="Arial"/>
              </a:rPr>
              <a:t> </a:t>
            </a:r>
            <a:r>
              <a:rPr sz="3600" dirty="0">
                <a:solidFill>
                  <a:srgbClr val="FFFFFF"/>
                </a:solidFill>
                <a:latin typeface="Arial"/>
                <a:cs typeface="Arial"/>
              </a:rPr>
              <a:t>size</a:t>
            </a:r>
            <a:endParaRPr sz="3600">
              <a:latin typeface="Arial"/>
              <a:cs typeface="Arial"/>
            </a:endParaRPr>
          </a:p>
        </p:txBody>
      </p:sp>
      <p:sp>
        <p:nvSpPr>
          <p:cNvPr id="17" name="object 17"/>
          <p:cNvSpPr txBox="1"/>
          <p:nvPr/>
        </p:nvSpPr>
        <p:spPr>
          <a:xfrm>
            <a:off x="536857" y="151251"/>
            <a:ext cx="7849870" cy="1244600"/>
          </a:xfrm>
          <a:prstGeom prst="rect">
            <a:avLst/>
          </a:prstGeom>
        </p:spPr>
        <p:txBody>
          <a:bodyPr vert="horz" wrap="square" lIns="0" tIns="12065" rIns="0" bIns="0" rtlCol="0">
            <a:spAutoFit/>
          </a:bodyPr>
          <a:lstStyle/>
          <a:p>
            <a:pPr algn="ctr">
              <a:lnSpc>
                <a:spcPct val="100000"/>
              </a:lnSpc>
              <a:spcBef>
                <a:spcPts val="95"/>
              </a:spcBef>
              <a:tabLst>
                <a:tab pos="1116330" algn="l"/>
                <a:tab pos="4191635" algn="l"/>
                <a:tab pos="5029200" algn="l"/>
                <a:tab pos="5589270" algn="l"/>
              </a:tabLst>
            </a:pPr>
            <a:r>
              <a:rPr sz="4000" spc="-204" dirty="0">
                <a:solidFill>
                  <a:srgbClr val="FFFF00"/>
                </a:solidFill>
                <a:latin typeface="Courier New"/>
                <a:cs typeface="Courier New"/>
              </a:rPr>
              <a:t>Q6:</a:t>
            </a:r>
            <a:r>
              <a:rPr sz="4000" spc="-204" dirty="0">
                <a:solidFill>
                  <a:srgbClr val="FFFF00"/>
                </a:solidFill>
                <a:latin typeface="Times New Roman"/>
                <a:cs typeface="Times New Roman"/>
              </a:rPr>
              <a:t>	</a:t>
            </a:r>
            <a:r>
              <a:rPr sz="4000" spc="-195" dirty="0">
                <a:solidFill>
                  <a:srgbClr val="FFFF00"/>
                </a:solidFill>
                <a:latin typeface="Courier New"/>
                <a:cs typeface="Courier New"/>
              </a:rPr>
              <a:t>C</a:t>
            </a:r>
            <a:r>
              <a:rPr sz="4000" spc="-204" dirty="0">
                <a:solidFill>
                  <a:srgbClr val="FFFF00"/>
                </a:solidFill>
                <a:latin typeface="Courier New"/>
                <a:cs typeface="Courier New"/>
              </a:rPr>
              <a:t>ompl</a:t>
            </a:r>
            <a:r>
              <a:rPr sz="4000" spc="-195" dirty="0">
                <a:solidFill>
                  <a:srgbClr val="FFFF00"/>
                </a:solidFill>
                <a:latin typeface="Courier New"/>
                <a:cs typeface="Courier New"/>
              </a:rPr>
              <a:t>e</a:t>
            </a:r>
            <a:r>
              <a:rPr sz="4000" spc="-204" dirty="0">
                <a:solidFill>
                  <a:srgbClr val="FFFF00"/>
                </a:solidFill>
                <a:latin typeface="Courier New"/>
                <a:cs typeface="Courier New"/>
              </a:rPr>
              <a:t>xity</a:t>
            </a:r>
            <a:r>
              <a:rPr sz="4000" dirty="0">
                <a:solidFill>
                  <a:srgbClr val="FFFF00"/>
                </a:solidFill>
                <a:latin typeface="Times New Roman"/>
                <a:cs typeface="Times New Roman"/>
              </a:rPr>
              <a:t>	</a:t>
            </a:r>
            <a:r>
              <a:rPr sz="4000" spc="-204" dirty="0">
                <a:solidFill>
                  <a:srgbClr val="FFFF00"/>
                </a:solidFill>
                <a:latin typeface="Courier New"/>
                <a:cs typeface="Courier New"/>
              </a:rPr>
              <a:t>is</a:t>
            </a:r>
            <a:r>
              <a:rPr sz="4000" dirty="0">
                <a:solidFill>
                  <a:srgbClr val="FFFF00"/>
                </a:solidFill>
                <a:latin typeface="Times New Roman"/>
                <a:cs typeface="Times New Roman"/>
              </a:rPr>
              <a:t>	</a:t>
            </a:r>
            <a:r>
              <a:rPr sz="4000" spc="-204" dirty="0">
                <a:solidFill>
                  <a:srgbClr val="FFFF00"/>
                </a:solidFill>
                <a:latin typeface="Courier New"/>
                <a:cs typeface="Courier New"/>
              </a:rPr>
              <a:t>a</a:t>
            </a:r>
            <a:r>
              <a:rPr sz="4000" dirty="0">
                <a:solidFill>
                  <a:srgbClr val="FFFF00"/>
                </a:solidFill>
                <a:latin typeface="Times New Roman"/>
                <a:cs typeface="Times New Roman"/>
              </a:rPr>
              <a:t>	</a:t>
            </a:r>
            <a:r>
              <a:rPr sz="4000" spc="-204" dirty="0">
                <a:solidFill>
                  <a:srgbClr val="FFFF00"/>
                </a:solidFill>
                <a:latin typeface="Courier New"/>
                <a:cs typeface="Courier New"/>
              </a:rPr>
              <a:t>func</a:t>
            </a:r>
            <a:r>
              <a:rPr sz="4000" spc="-195" dirty="0">
                <a:solidFill>
                  <a:srgbClr val="FFFF00"/>
                </a:solidFill>
                <a:latin typeface="Courier New"/>
                <a:cs typeface="Courier New"/>
              </a:rPr>
              <a:t>t</a:t>
            </a:r>
            <a:r>
              <a:rPr sz="4000" spc="-204" dirty="0">
                <a:solidFill>
                  <a:srgbClr val="FFFF00"/>
                </a:solidFill>
                <a:latin typeface="Courier New"/>
                <a:cs typeface="Courier New"/>
              </a:rPr>
              <a:t>ion</a:t>
            </a:r>
            <a:endParaRPr sz="4000">
              <a:latin typeface="Courier New"/>
              <a:cs typeface="Courier New"/>
            </a:endParaRPr>
          </a:p>
          <a:p>
            <a:pPr marR="1946910" algn="ctr">
              <a:lnSpc>
                <a:spcPct val="100000"/>
              </a:lnSpc>
              <a:spcBef>
                <a:spcPts val="5"/>
              </a:spcBef>
            </a:pPr>
            <a:r>
              <a:rPr sz="4000" spc="-204" dirty="0">
                <a:solidFill>
                  <a:srgbClr val="FFFF00"/>
                </a:solidFill>
                <a:latin typeface="Courier New"/>
                <a:cs typeface="Courier New"/>
              </a:rPr>
              <a:t>of</a:t>
            </a:r>
            <a:endParaRPr sz="4000">
              <a:latin typeface="Courier New"/>
              <a:cs typeface="Courier New"/>
            </a:endParaRPr>
          </a:p>
        </p:txBody>
      </p:sp>
      <p:grpSp>
        <p:nvGrpSpPr>
          <p:cNvPr id="18" name="object 18"/>
          <p:cNvGrpSpPr/>
          <p:nvPr/>
        </p:nvGrpSpPr>
        <p:grpSpPr>
          <a:xfrm>
            <a:off x="474659" y="1347138"/>
            <a:ext cx="5262245" cy="3350260"/>
            <a:chOff x="474659" y="1347138"/>
            <a:chExt cx="5262245" cy="3350260"/>
          </a:xfrm>
        </p:grpSpPr>
        <p:sp>
          <p:nvSpPr>
            <p:cNvPr id="19" name="object 19"/>
            <p:cNvSpPr/>
            <p:nvPr/>
          </p:nvSpPr>
          <p:spPr>
            <a:xfrm>
              <a:off x="4043040" y="1365236"/>
              <a:ext cx="1675764" cy="0"/>
            </a:xfrm>
            <a:custGeom>
              <a:avLst/>
              <a:gdLst/>
              <a:ahLst/>
              <a:cxnLst/>
              <a:rect l="l" t="t" r="r" b="b"/>
              <a:pathLst>
                <a:path w="1675764">
                  <a:moveTo>
                    <a:pt x="0" y="0"/>
                  </a:moveTo>
                  <a:lnTo>
                    <a:pt x="1675730" y="0"/>
                  </a:lnTo>
                </a:path>
              </a:pathLst>
            </a:custGeom>
            <a:ln w="35704">
              <a:solidFill>
                <a:srgbClr val="FEFE00"/>
              </a:solidFill>
            </a:ln>
          </p:spPr>
          <p:txBody>
            <a:bodyPr wrap="square" lIns="0" tIns="0" rIns="0" bIns="0" rtlCol="0"/>
            <a:lstStyle/>
            <a:p>
              <a:endParaRPr/>
            </a:p>
          </p:txBody>
        </p:sp>
        <p:sp>
          <p:nvSpPr>
            <p:cNvPr id="20" name="object 20"/>
            <p:cNvSpPr/>
            <p:nvPr/>
          </p:nvSpPr>
          <p:spPr>
            <a:xfrm>
              <a:off x="487359" y="2919465"/>
              <a:ext cx="650875" cy="838200"/>
            </a:xfrm>
            <a:custGeom>
              <a:avLst/>
              <a:gdLst/>
              <a:ahLst/>
              <a:cxnLst/>
              <a:rect l="l" t="t" r="r" b="b"/>
              <a:pathLst>
                <a:path w="650875" h="838200">
                  <a:moveTo>
                    <a:pt x="325444" y="0"/>
                  </a:moveTo>
                  <a:lnTo>
                    <a:pt x="284621" y="3264"/>
                  </a:lnTo>
                  <a:lnTo>
                    <a:pt x="245311" y="12795"/>
                  </a:lnTo>
                  <a:lnTo>
                    <a:pt x="207819" y="28202"/>
                  </a:lnTo>
                  <a:lnTo>
                    <a:pt x="172451" y="49091"/>
                  </a:lnTo>
                  <a:lnTo>
                    <a:pt x="139511" y="75071"/>
                  </a:lnTo>
                  <a:lnTo>
                    <a:pt x="109303" y="105749"/>
                  </a:lnTo>
                  <a:lnTo>
                    <a:pt x="82134" y="140733"/>
                  </a:lnTo>
                  <a:lnTo>
                    <a:pt x="58308" y="179631"/>
                  </a:lnTo>
                  <a:lnTo>
                    <a:pt x="38130" y="222050"/>
                  </a:lnTo>
                  <a:lnTo>
                    <a:pt x="21906" y="267599"/>
                  </a:lnTo>
                  <a:lnTo>
                    <a:pt x="9939" y="315885"/>
                  </a:lnTo>
                  <a:lnTo>
                    <a:pt x="2535" y="366516"/>
                  </a:lnTo>
                  <a:lnTo>
                    <a:pt x="0" y="419099"/>
                  </a:lnTo>
                  <a:lnTo>
                    <a:pt x="2535" y="471659"/>
                  </a:lnTo>
                  <a:lnTo>
                    <a:pt x="9939" y="522274"/>
                  </a:lnTo>
                  <a:lnTo>
                    <a:pt x="21906" y="570550"/>
                  </a:lnTo>
                  <a:lnTo>
                    <a:pt x="38130" y="616095"/>
                  </a:lnTo>
                  <a:lnTo>
                    <a:pt x="58308" y="658515"/>
                  </a:lnTo>
                  <a:lnTo>
                    <a:pt x="82134" y="697417"/>
                  </a:lnTo>
                  <a:lnTo>
                    <a:pt x="109303" y="732408"/>
                  </a:lnTo>
                  <a:lnTo>
                    <a:pt x="139511" y="763095"/>
                  </a:lnTo>
                  <a:lnTo>
                    <a:pt x="172451" y="789084"/>
                  </a:lnTo>
                  <a:lnTo>
                    <a:pt x="207819" y="809982"/>
                  </a:lnTo>
                  <a:lnTo>
                    <a:pt x="245311" y="825396"/>
                  </a:lnTo>
                  <a:lnTo>
                    <a:pt x="284621" y="834933"/>
                  </a:lnTo>
                  <a:lnTo>
                    <a:pt x="325444" y="838199"/>
                  </a:lnTo>
                  <a:lnTo>
                    <a:pt x="366264" y="834933"/>
                  </a:lnTo>
                  <a:lnTo>
                    <a:pt x="405572" y="825396"/>
                  </a:lnTo>
                  <a:lnTo>
                    <a:pt x="443062" y="809982"/>
                  </a:lnTo>
                  <a:lnTo>
                    <a:pt x="478429" y="789084"/>
                  </a:lnTo>
                  <a:lnTo>
                    <a:pt x="511368" y="763095"/>
                  </a:lnTo>
                  <a:lnTo>
                    <a:pt x="541575" y="732408"/>
                  </a:lnTo>
                  <a:lnTo>
                    <a:pt x="568744" y="697417"/>
                  </a:lnTo>
                  <a:lnTo>
                    <a:pt x="592569" y="658515"/>
                  </a:lnTo>
                  <a:lnTo>
                    <a:pt x="612747" y="616095"/>
                  </a:lnTo>
                  <a:lnTo>
                    <a:pt x="628972" y="570550"/>
                  </a:lnTo>
                  <a:lnTo>
                    <a:pt x="640939" y="522274"/>
                  </a:lnTo>
                  <a:lnTo>
                    <a:pt x="648343" y="471659"/>
                  </a:lnTo>
                  <a:lnTo>
                    <a:pt x="650879" y="419099"/>
                  </a:lnTo>
                  <a:lnTo>
                    <a:pt x="648343" y="366516"/>
                  </a:lnTo>
                  <a:lnTo>
                    <a:pt x="640939" y="315885"/>
                  </a:lnTo>
                  <a:lnTo>
                    <a:pt x="628972" y="267599"/>
                  </a:lnTo>
                  <a:lnTo>
                    <a:pt x="612747" y="222050"/>
                  </a:lnTo>
                  <a:lnTo>
                    <a:pt x="592569" y="179631"/>
                  </a:lnTo>
                  <a:lnTo>
                    <a:pt x="568744" y="140733"/>
                  </a:lnTo>
                  <a:lnTo>
                    <a:pt x="541575" y="105749"/>
                  </a:lnTo>
                  <a:lnTo>
                    <a:pt x="511368" y="75071"/>
                  </a:lnTo>
                  <a:lnTo>
                    <a:pt x="478429" y="49091"/>
                  </a:lnTo>
                  <a:lnTo>
                    <a:pt x="443062" y="28202"/>
                  </a:lnTo>
                  <a:lnTo>
                    <a:pt x="405572" y="12795"/>
                  </a:lnTo>
                  <a:lnTo>
                    <a:pt x="366264" y="3264"/>
                  </a:lnTo>
                  <a:lnTo>
                    <a:pt x="325444" y="0"/>
                  </a:lnTo>
                  <a:close/>
                </a:path>
              </a:pathLst>
            </a:custGeom>
            <a:solidFill>
              <a:srgbClr val="00AFF0"/>
            </a:solidFill>
          </p:spPr>
          <p:txBody>
            <a:bodyPr wrap="square" lIns="0" tIns="0" rIns="0" bIns="0" rtlCol="0"/>
            <a:lstStyle/>
            <a:p>
              <a:endParaRPr/>
            </a:p>
          </p:txBody>
        </p:sp>
        <p:sp>
          <p:nvSpPr>
            <p:cNvPr id="21" name="object 21"/>
            <p:cNvSpPr/>
            <p:nvPr/>
          </p:nvSpPr>
          <p:spPr>
            <a:xfrm>
              <a:off x="487359" y="2919465"/>
              <a:ext cx="650875" cy="838200"/>
            </a:xfrm>
            <a:custGeom>
              <a:avLst/>
              <a:gdLst/>
              <a:ahLst/>
              <a:cxnLst/>
              <a:rect l="l" t="t" r="r" b="b"/>
              <a:pathLst>
                <a:path w="650875" h="838200">
                  <a:moveTo>
                    <a:pt x="0" y="419099"/>
                  </a:moveTo>
                  <a:lnTo>
                    <a:pt x="2535" y="366516"/>
                  </a:lnTo>
                  <a:lnTo>
                    <a:pt x="9939" y="315885"/>
                  </a:lnTo>
                  <a:lnTo>
                    <a:pt x="21906" y="267599"/>
                  </a:lnTo>
                  <a:lnTo>
                    <a:pt x="38130" y="222050"/>
                  </a:lnTo>
                  <a:lnTo>
                    <a:pt x="58308" y="179631"/>
                  </a:lnTo>
                  <a:lnTo>
                    <a:pt x="82134" y="140733"/>
                  </a:lnTo>
                  <a:lnTo>
                    <a:pt x="109303" y="105749"/>
                  </a:lnTo>
                  <a:lnTo>
                    <a:pt x="139511" y="75071"/>
                  </a:lnTo>
                  <a:lnTo>
                    <a:pt x="172451" y="49091"/>
                  </a:lnTo>
                  <a:lnTo>
                    <a:pt x="207819" y="28202"/>
                  </a:lnTo>
                  <a:lnTo>
                    <a:pt x="245311" y="12795"/>
                  </a:lnTo>
                  <a:lnTo>
                    <a:pt x="284621" y="3264"/>
                  </a:lnTo>
                  <a:lnTo>
                    <a:pt x="325444" y="0"/>
                  </a:lnTo>
                  <a:lnTo>
                    <a:pt x="366264" y="3264"/>
                  </a:lnTo>
                  <a:lnTo>
                    <a:pt x="405572" y="12795"/>
                  </a:lnTo>
                  <a:lnTo>
                    <a:pt x="443062" y="28202"/>
                  </a:lnTo>
                  <a:lnTo>
                    <a:pt x="478429" y="49091"/>
                  </a:lnTo>
                  <a:lnTo>
                    <a:pt x="511368" y="75071"/>
                  </a:lnTo>
                  <a:lnTo>
                    <a:pt x="541575" y="105749"/>
                  </a:lnTo>
                  <a:lnTo>
                    <a:pt x="568744" y="140733"/>
                  </a:lnTo>
                  <a:lnTo>
                    <a:pt x="592569" y="179631"/>
                  </a:lnTo>
                  <a:lnTo>
                    <a:pt x="612747" y="222050"/>
                  </a:lnTo>
                  <a:lnTo>
                    <a:pt x="628972" y="267599"/>
                  </a:lnTo>
                  <a:lnTo>
                    <a:pt x="640939" y="315885"/>
                  </a:lnTo>
                  <a:lnTo>
                    <a:pt x="648343" y="366516"/>
                  </a:lnTo>
                  <a:lnTo>
                    <a:pt x="650879" y="419099"/>
                  </a:lnTo>
                  <a:lnTo>
                    <a:pt x="648343" y="471659"/>
                  </a:lnTo>
                  <a:lnTo>
                    <a:pt x="640939" y="522274"/>
                  </a:lnTo>
                  <a:lnTo>
                    <a:pt x="628972" y="570550"/>
                  </a:lnTo>
                  <a:lnTo>
                    <a:pt x="612747" y="616095"/>
                  </a:lnTo>
                  <a:lnTo>
                    <a:pt x="592569" y="658515"/>
                  </a:lnTo>
                  <a:lnTo>
                    <a:pt x="568744" y="697417"/>
                  </a:lnTo>
                  <a:lnTo>
                    <a:pt x="541575" y="732408"/>
                  </a:lnTo>
                  <a:lnTo>
                    <a:pt x="511368" y="763095"/>
                  </a:lnTo>
                  <a:lnTo>
                    <a:pt x="478429" y="789084"/>
                  </a:lnTo>
                  <a:lnTo>
                    <a:pt x="443062" y="809982"/>
                  </a:lnTo>
                  <a:lnTo>
                    <a:pt x="405572" y="825396"/>
                  </a:lnTo>
                  <a:lnTo>
                    <a:pt x="366264" y="834933"/>
                  </a:lnTo>
                  <a:lnTo>
                    <a:pt x="325444" y="838199"/>
                  </a:lnTo>
                  <a:lnTo>
                    <a:pt x="284621" y="834933"/>
                  </a:lnTo>
                  <a:lnTo>
                    <a:pt x="245311" y="825396"/>
                  </a:lnTo>
                  <a:lnTo>
                    <a:pt x="207819" y="809982"/>
                  </a:lnTo>
                  <a:lnTo>
                    <a:pt x="172451" y="789084"/>
                  </a:lnTo>
                  <a:lnTo>
                    <a:pt x="139511" y="763095"/>
                  </a:lnTo>
                  <a:lnTo>
                    <a:pt x="109303" y="732408"/>
                  </a:lnTo>
                  <a:lnTo>
                    <a:pt x="82134" y="697417"/>
                  </a:lnTo>
                  <a:lnTo>
                    <a:pt x="58308" y="658515"/>
                  </a:lnTo>
                  <a:lnTo>
                    <a:pt x="38130" y="616095"/>
                  </a:lnTo>
                  <a:lnTo>
                    <a:pt x="21906" y="570550"/>
                  </a:lnTo>
                  <a:lnTo>
                    <a:pt x="9939" y="522274"/>
                  </a:lnTo>
                  <a:lnTo>
                    <a:pt x="2535" y="471659"/>
                  </a:lnTo>
                  <a:lnTo>
                    <a:pt x="0" y="419099"/>
                  </a:lnTo>
                  <a:close/>
                </a:path>
              </a:pathLst>
            </a:custGeom>
            <a:ln w="25399">
              <a:solidFill>
                <a:srgbClr val="000000"/>
              </a:solidFill>
            </a:ln>
          </p:spPr>
          <p:txBody>
            <a:bodyPr wrap="square" lIns="0" tIns="0" rIns="0" bIns="0" rtlCol="0"/>
            <a:lstStyle/>
            <a:p>
              <a:endParaRPr/>
            </a:p>
          </p:txBody>
        </p:sp>
        <p:sp>
          <p:nvSpPr>
            <p:cNvPr id="22" name="object 22"/>
            <p:cNvSpPr/>
            <p:nvPr/>
          </p:nvSpPr>
          <p:spPr>
            <a:xfrm>
              <a:off x="504824" y="3857625"/>
              <a:ext cx="643255" cy="827405"/>
            </a:xfrm>
            <a:custGeom>
              <a:avLst/>
              <a:gdLst/>
              <a:ahLst/>
              <a:cxnLst/>
              <a:rect l="l" t="t" r="r" b="b"/>
              <a:pathLst>
                <a:path w="643255" h="827404">
                  <a:moveTo>
                    <a:pt x="321481" y="0"/>
                  </a:moveTo>
                  <a:lnTo>
                    <a:pt x="281156" y="3222"/>
                  </a:lnTo>
                  <a:lnTo>
                    <a:pt x="242325" y="12630"/>
                  </a:lnTo>
                  <a:lnTo>
                    <a:pt x="205290" y="27837"/>
                  </a:lnTo>
                  <a:lnTo>
                    <a:pt x="170353" y="48455"/>
                  </a:lnTo>
                  <a:lnTo>
                    <a:pt x="137813" y="74096"/>
                  </a:lnTo>
                  <a:lnTo>
                    <a:pt x="107974" y="104371"/>
                  </a:lnTo>
                  <a:lnTo>
                    <a:pt x="81135" y="138895"/>
                  </a:lnTo>
                  <a:lnTo>
                    <a:pt x="57599" y="177277"/>
                  </a:lnTo>
                  <a:lnTo>
                    <a:pt x="37667" y="219132"/>
                  </a:lnTo>
                  <a:lnTo>
                    <a:pt x="21639" y="264071"/>
                  </a:lnTo>
                  <a:lnTo>
                    <a:pt x="9818" y="311707"/>
                  </a:lnTo>
                  <a:lnTo>
                    <a:pt x="2504" y="361651"/>
                  </a:lnTo>
                  <a:lnTo>
                    <a:pt x="0" y="413516"/>
                  </a:lnTo>
                  <a:lnTo>
                    <a:pt x="2504" y="465404"/>
                  </a:lnTo>
                  <a:lnTo>
                    <a:pt x="9818" y="515363"/>
                  </a:lnTo>
                  <a:lnTo>
                    <a:pt x="21639" y="563007"/>
                  </a:lnTo>
                  <a:lnTo>
                    <a:pt x="37667" y="607949"/>
                  </a:lnTo>
                  <a:lnTo>
                    <a:pt x="57599" y="649802"/>
                  </a:lnTo>
                  <a:lnTo>
                    <a:pt x="81135" y="688179"/>
                  </a:lnTo>
                  <a:lnTo>
                    <a:pt x="107974" y="722694"/>
                  </a:lnTo>
                  <a:lnTo>
                    <a:pt x="137813" y="752960"/>
                  </a:lnTo>
                  <a:lnTo>
                    <a:pt x="170353" y="778590"/>
                  </a:lnTo>
                  <a:lnTo>
                    <a:pt x="205290" y="799198"/>
                  </a:lnTo>
                  <a:lnTo>
                    <a:pt x="242325" y="814396"/>
                  </a:lnTo>
                  <a:lnTo>
                    <a:pt x="281156" y="823799"/>
                  </a:lnTo>
                  <a:lnTo>
                    <a:pt x="321481" y="827019"/>
                  </a:lnTo>
                  <a:lnTo>
                    <a:pt x="361801" y="823799"/>
                  </a:lnTo>
                  <a:lnTo>
                    <a:pt x="400628" y="814396"/>
                  </a:lnTo>
                  <a:lnTo>
                    <a:pt x="437659" y="799198"/>
                  </a:lnTo>
                  <a:lnTo>
                    <a:pt x="472594" y="778590"/>
                  </a:lnTo>
                  <a:lnTo>
                    <a:pt x="505130" y="752960"/>
                  </a:lnTo>
                  <a:lnTo>
                    <a:pt x="534968" y="722694"/>
                  </a:lnTo>
                  <a:lnTo>
                    <a:pt x="561805" y="688179"/>
                  </a:lnTo>
                  <a:lnTo>
                    <a:pt x="585340" y="649802"/>
                  </a:lnTo>
                  <a:lnTo>
                    <a:pt x="605272" y="607949"/>
                  </a:lnTo>
                  <a:lnTo>
                    <a:pt x="621299" y="563007"/>
                  </a:lnTo>
                  <a:lnTo>
                    <a:pt x="633120" y="515363"/>
                  </a:lnTo>
                  <a:lnTo>
                    <a:pt x="640434" y="465404"/>
                  </a:lnTo>
                  <a:lnTo>
                    <a:pt x="642939" y="413516"/>
                  </a:lnTo>
                  <a:lnTo>
                    <a:pt x="640434" y="361651"/>
                  </a:lnTo>
                  <a:lnTo>
                    <a:pt x="633120" y="311707"/>
                  </a:lnTo>
                  <a:lnTo>
                    <a:pt x="621299" y="264071"/>
                  </a:lnTo>
                  <a:lnTo>
                    <a:pt x="605272" y="219132"/>
                  </a:lnTo>
                  <a:lnTo>
                    <a:pt x="585340" y="177277"/>
                  </a:lnTo>
                  <a:lnTo>
                    <a:pt x="561805" y="138895"/>
                  </a:lnTo>
                  <a:lnTo>
                    <a:pt x="534968" y="104371"/>
                  </a:lnTo>
                  <a:lnTo>
                    <a:pt x="505130" y="74096"/>
                  </a:lnTo>
                  <a:lnTo>
                    <a:pt x="472594" y="48455"/>
                  </a:lnTo>
                  <a:lnTo>
                    <a:pt x="437659" y="27837"/>
                  </a:lnTo>
                  <a:lnTo>
                    <a:pt x="400628" y="12630"/>
                  </a:lnTo>
                  <a:lnTo>
                    <a:pt x="361801" y="3222"/>
                  </a:lnTo>
                  <a:lnTo>
                    <a:pt x="321481" y="0"/>
                  </a:lnTo>
                  <a:close/>
                </a:path>
              </a:pathLst>
            </a:custGeom>
            <a:solidFill>
              <a:srgbClr val="00AFF0"/>
            </a:solidFill>
          </p:spPr>
          <p:txBody>
            <a:bodyPr wrap="square" lIns="0" tIns="0" rIns="0" bIns="0" rtlCol="0"/>
            <a:lstStyle/>
            <a:p>
              <a:endParaRPr/>
            </a:p>
          </p:txBody>
        </p:sp>
        <p:sp>
          <p:nvSpPr>
            <p:cNvPr id="23" name="object 23"/>
            <p:cNvSpPr/>
            <p:nvPr/>
          </p:nvSpPr>
          <p:spPr>
            <a:xfrm>
              <a:off x="504824" y="3857625"/>
              <a:ext cx="643255" cy="827405"/>
            </a:xfrm>
            <a:custGeom>
              <a:avLst/>
              <a:gdLst/>
              <a:ahLst/>
              <a:cxnLst/>
              <a:rect l="l" t="t" r="r" b="b"/>
              <a:pathLst>
                <a:path w="643255" h="827404">
                  <a:moveTo>
                    <a:pt x="0" y="413516"/>
                  </a:moveTo>
                  <a:lnTo>
                    <a:pt x="2504" y="361651"/>
                  </a:lnTo>
                  <a:lnTo>
                    <a:pt x="9818" y="311707"/>
                  </a:lnTo>
                  <a:lnTo>
                    <a:pt x="21639" y="264071"/>
                  </a:lnTo>
                  <a:lnTo>
                    <a:pt x="37667" y="219132"/>
                  </a:lnTo>
                  <a:lnTo>
                    <a:pt x="57599" y="177277"/>
                  </a:lnTo>
                  <a:lnTo>
                    <a:pt x="81135" y="138895"/>
                  </a:lnTo>
                  <a:lnTo>
                    <a:pt x="107974" y="104371"/>
                  </a:lnTo>
                  <a:lnTo>
                    <a:pt x="137813" y="74096"/>
                  </a:lnTo>
                  <a:lnTo>
                    <a:pt x="170353" y="48455"/>
                  </a:lnTo>
                  <a:lnTo>
                    <a:pt x="205290" y="27837"/>
                  </a:lnTo>
                  <a:lnTo>
                    <a:pt x="242325" y="12630"/>
                  </a:lnTo>
                  <a:lnTo>
                    <a:pt x="281156" y="3222"/>
                  </a:lnTo>
                  <a:lnTo>
                    <a:pt x="321481" y="0"/>
                  </a:lnTo>
                  <a:lnTo>
                    <a:pt x="361801" y="3222"/>
                  </a:lnTo>
                  <a:lnTo>
                    <a:pt x="400628" y="12630"/>
                  </a:lnTo>
                  <a:lnTo>
                    <a:pt x="437659" y="27837"/>
                  </a:lnTo>
                  <a:lnTo>
                    <a:pt x="472594" y="48455"/>
                  </a:lnTo>
                  <a:lnTo>
                    <a:pt x="505130" y="74096"/>
                  </a:lnTo>
                  <a:lnTo>
                    <a:pt x="534968" y="104371"/>
                  </a:lnTo>
                  <a:lnTo>
                    <a:pt x="561805" y="138895"/>
                  </a:lnTo>
                  <a:lnTo>
                    <a:pt x="585340" y="177277"/>
                  </a:lnTo>
                  <a:lnTo>
                    <a:pt x="605272" y="219132"/>
                  </a:lnTo>
                  <a:lnTo>
                    <a:pt x="621299" y="264071"/>
                  </a:lnTo>
                  <a:lnTo>
                    <a:pt x="633120" y="311707"/>
                  </a:lnTo>
                  <a:lnTo>
                    <a:pt x="640434" y="361651"/>
                  </a:lnTo>
                  <a:lnTo>
                    <a:pt x="642939" y="413516"/>
                  </a:lnTo>
                  <a:lnTo>
                    <a:pt x="640434" y="465404"/>
                  </a:lnTo>
                  <a:lnTo>
                    <a:pt x="633120" y="515363"/>
                  </a:lnTo>
                  <a:lnTo>
                    <a:pt x="621299" y="563007"/>
                  </a:lnTo>
                  <a:lnTo>
                    <a:pt x="605272" y="607949"/>
                  </a:lnTo>
                  <a:lnTo>
                    <a:pt x="585340" y="649802"/>
                  </a:lnTo>
                  <a:lnTo>
                    <a:pt x="561805" y="688179"/>
                  </a:lnTo>
                  <a:lnTo>
                    <a:pt x="534968" y="722694"/>
                  </a:lnTo>
                  <a:lnTo>
                    <a:pt x="505130" y="752960"/>
                  </a:lnTo>
                  <a:lnTo>
                    <a:pt x="472594" y="778590"/>
                  </a:lnTo>
                  <a:lnTo>
                    <a:pt x="437659" y="799198"/>
                  </a:lnTo>
                  <a:lnTo>
                    <a:pt x="400628" y="814396"/>
                  </a:lnTo>
                  <a:lnTo>
                    <a:pt x="361801" y="823799"/>
                  </a:lnTo>
                  <a:lnTo>
                    <a:pt x="321481" y="827019"/>
                  </a:lnTo>
                  <a:lnTo>
                    <a:pt x="281156" y="823799"/>
                  </a:lnTo>
                  <a:lnTo>
                    <a:pt x="242325" y="814396"/>
                  </a:lnTo>
                  <a:lnTo>
                    <a:pt x="205290" y="799198"/>
                  </a:lnTo>
                  <a:lnTo>
                    <a:pt x="170353" y="778590"/>
                  </a:lnTo>
                  <a:lnTo>
                    <a:pt x="137813" y="752960"/>
                  </a:lnTo>
                  <a:lnTo>
                    <a:pt x="107974" y="722694"/>
                  </a:lnTo>
                  <a:lnTo>
                    <a:pt x="81135" y="688179"/>
                  </a:lnTo>
                  <a:lnTo>
                    <a:pt x="57599" y="649802"/>
                  </a:lnTo>
                  <a:lnTo>
                    <a:pt x="37667" y="607949"/>
                  </a:lnTo>
                  <a:lnTo>
                    <a:pt x="21639" y="563007"/>
                  </a:lnTo>
                  <a:lnTo>
                    <a:pt x="9818" y="515363"/>
                  </a:lnTo>
                  <a:lnTo>
                    <a:pt x="2504" y="465404"/>
                  </a:lnTo>
                  <a:lnTo>
                    <a:pt x="0" y="413516"/>
                  </a:lnTo>
                  <a:close/>
                </a:path>
              </a:pathLst>
            </a:custGeom>
            <a:ln w="25399">
              <a:solidFill>
                <a:srgbClr val="000000"/>
              </a:solidFill>
            </a:ln>
          </p:spPr>
          <p:txBody>
            <a:bodyPr wrap="square" lIns="0" tIns="0" rIns="0" bIns="0" rtlCol="0"/>
            <a:lstStyle/>
            <a:p>
              <a:endParaRPr/>
            </a:p>
          </p:txBody>
        </p:sp>
      </p:grpSp>
      <p:sp>
        <p:nvSpPr>
          <p:cNvPr id="24" name="object 24"/>
          <p:cNvSpPr txBox="1"/>
          <p:nvPr/>
        </p:nvSpPr>
        <p:spPr>
          <a:xfrm>
            <a:off x="1348868" y="3070602"/>
            <a:ext cx="335851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FFFFFF"/>
                </a:solidFill>
                <a:latin typeface="Arial"/>
                <a:cs typeface="Arial"/>
              </a:rPr>
              <a:t>Output data</a:t>
            </a:r>
            <a:r>
              <a:rPr sz="3600" spc="-90" dirty="0">
                <a:solidFill>
                  <a:srgbClr val="FFFFFF"/>
                </a:solidFill>
                <a:latin typeface="Arial"/>
                <a:cs typeface="Arial"/>
              </a:rPr>
              <a:t> </a:t>
            </a:r>
            <a:r>
              <a:rPr sz="3600" dirty="0">
                <a:solidFill>
                  <a:srgbClr val="FFFFFF"/>
                </a:solidFill>
                <a:latin typeface="Arial"/>
                <a:cs typeface="Arial"/>
              </a:rPr>
              <a:t>size</a:t>
            </a:r>
            <a:endParaRPr sz="3600">
              <a:latin typeface="Arial"/>
              <a:cs typeface="Arial"/>
            </a:endParaRPr>
          </a:p>
        </p:txBody>
      </p:sp>
      <p:sp>
        <p:nvSpPr>
          <p:cNvPr id="25" name="object 25"/>
          <p:cNvSpPr txBox="1"/>
          <p:nvPr/>
        </p:nvSpPr>
        <p:spPr>
          <a:xfrm>
            <a:off x="1403101" y="4017650"/>
            <a:ext cx="434403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FFFFFF"/>
                </a:solidFill>
                <a:latin typeface="Arial"/>
                <a:cs typeface="Arial"/>
              </a:rPr>
              <a:t>Amount </a:t>
            </a:r>
            <a:r>
              <a:rPr sz="3600" spc="-5" dirty="0">
                <a:solidFill>
                  <a:srgbClr val="FFFFFF"/>
                </a:solidFill>
                <a:latin typeface="Arial"/>
                <a:cs typeface="Arial"/>
              </a:rPr>
              <a:t>of </a:t>
            </a:r>
            <a:r>
              <a:rPr sz="3600" spc="-10" dirty="0">
                <a:solidFill>
                  <a:srgbClr val="FFFFFF"/>
                </a:solidFill>
                <a:latin typeface="Arial"/>
                <a:cs typeface="Arial"/>
              </a:rPr>
              <a:t>time</a:t>
            </a:r>
            <a:r>
              <a:rPr sz="3600" spc="-85" dirty="0">
                <a:solidFill>
                  <a:srgbClr val="FFFFFF"/>
                </a:solidFill>
                <a:latin typeface="Arial"/>
                <a:cs typeface="Arial"/>
              </a:rPr>
              <a:t> </a:t>
            </a:r>
            <a:r>
              <a:rPr sz="3600" dirty="0">
                <a:solidFill>
                  <a:srgbClr val="FFFFFF"/>
                </a:solidFill>
                <a:latin typeface="Arial"/>
                <a:cs typeface="Arial"/>
              </a:rPr>
              <a:t>taken</a:t>
            </a:r>
            <a:endParaRPr sz="3600">
              <a:latin typeface="Arial"/>
              <a:cs typeface="Arial"/>
            </a:endParaRPr>
          </a:p>
        </p:txBody>
      </p:sp>
      <p:sp>
        <p:nvSpPr>
          <p:cNvPr id="26" name="object 26"/>
          <p:cNvSpPr txBox="1"/>
          <p:nvPr/>
        </p:nvSpPr>
        <p:spPr>
          <a:xfrm>
            <a:off x="566110" y="1864813"/>
            <a:ext cx="504190" cy="2875915"/>
          </a:xfrm>
          <a:prstGeom prst="rect">
            <a:avLst/>
          </a:prstGeom>
        </p:spPr>
        <p:txBody>
          <a:bodyPr vert="horz" wrap="square" lIns="0" tIns="96520" rIns="0" bIns="0" rtlCol="0">
            <a:spAutoFit/>
          </a:bodyPr>
          <a:lstStyle/>
          <a:p>
            <a:pPr marL="16510" marR="5080" indent="-4445" algn="just">
              <a:lnSpc>
                <a:spcPct val="91700"/>
              </a:lnSpc>
              <a:spcBef>
                <a:spcPts val="760"/>
              </a:spcBef>
            </a:pPr>
            <a:r>
              <a:rPr sz="6600" b="1" spc="-335" dirty="0">
                <a:solidFill>
                  <a:srgbClr val="0D0D0D"/>
                </a:solidFill>
                <a:latin typeface="Courier New"/>
                <a:cs typeface="Courier New"/>
              </a:rPr>
              <a:t>A  B </a:t>
            </a:r>
            <a:r>
              <a:rPr sz="6600" spc="-140" dirty="0">
                <a:solidFill>
                  <a:srgbClr val="0D0D0D"/>
                </a:solidFill>
                <a:latin typeface="Times New Roman"/>
                <a:cs typeface="Times New Roman"/>
              </a:rPr>
              <a:t> </a:t>
            </a:r>
            <a:r>
              <a:rPr sz="6600" b="1" spc="-335" dirty="0">
                <a:solidFill>
                  <a:srgbClr val="0D0D0D"/>
                </a:solidFill>
                <a:latin typeface="Courier New"/>
                <a:cs typeface="Courier New"/>
              </a:rPr>
              <a:t>C</a:t>
            </a:r>
            <a:endParaRPr sz="6600">
              <a:latin typeface="Courier New"/>
              <a:cs typeface="Courier New"/>
            </a:endParaRPr>
          </a:p>
        </p:txBody>
      </p:sp>
      <p:grpSp>
        <p:nvGrpSpPr>
          <p:cNvPr id="27" name="object 27"/>
          <p:cNvGrpSpPr/>
          <p:nvPr/>
        </p:nvGrpSpPr>
        <p:grpSpPr>
          <a:xfrm>
            <a:off x="474659" y="4770504"/>
            <a:ext cx="668655" cy="852805"/>
            <a:chOff x="474659" y="4770504"/>
            <a:chExt cx="668655" cy="852805"/>
          </a:xfrm>
        </p:grpSpPr>
        <p:sp>
          <p:nvSpPr>
            <p:cNvPr id="28" name="object 28"/>
            <p:cNvSpPr/>
            <p:nvPr/>
          </p:nvSpPr>
          <p:spPr>
            <a:xfrm>
              <a:off x="487359" y="4783204"/>
              <a:ext cx="643255" cy="827405"/>
            </a:xfrm>
            <a:custGeom>
              <a:avLst/>
              <a:gdLst/>
              <a:ahLst/>
              <a:cxnLst/>
              <a:rect l="l" t="t" r="r" b="b"/>
              <a:pathLst>
                <a:path w="643255" h="827404">
                  <a:moveTo>
                    <a:pt x="321478" y="0"/>
                  </a:moveTo>
                  <a:lnTo>
                    <a:pt x="281153" y="3220"/>
                  </a:lnTo>
                  <a:lnTo>
                    <a:pt x="242322" y="12622"/>
                  </a:lnTo>
                  <a:lnTo>
                    <a:pt x="205288" y="27821"/>
                  </a:lnTo>
                  <a:lnTo>
                    <a:pt x="170350" y="48429"/>
                  </a:lnTo>
                  <a:lnTo>
                    <a:pt x="137811" y="74059"/>
                  </a:lnTo>
                  <a:lnTo>
                    <a:pt x="107972" y="104325"/>
                  </a:lnTo>
                  <a:lnTo>
                    <a:pt x="81134" y="138840"/>
                  </a:lnTo>
                  <a:lnTo>
                    <a:pt x="57598" y="177217"/>
                  </a:lnTo>
                  <a:lnTo>
                    <a:pt x="37666" y="219070"/>
                  </a:lnTo>
                  <a:lnTo>
                    <a:pt x="21639" y="264012"/>
                  </a:lnTo>
                  <a:lnTo>
                    <a:pt x="9818" y="311656"/>
                  </a:lnTo>
                  <a:lnTo>
                    <a:pt x="2504" y="361615"/>
                  </a:lnTo>
                  <a:lnTo>
                    <a:pt x="0" y="413503"/>
                  </a:lnTo>
                  <a:lnTo>
                    <a:pt x="2504" y="465368"/>
                  </a:lnTo>
                  <a:lnTo>
                    <a:pt x="9818" y="515312"/>
                  </a:lnTo>
                  <a:lnTo>
                    <a:pt x="21639" y="562948"/>
                  </a:lnTo>
                  <a:lnTo>
                    <a:pt x="37666" y="607887"/>
                  </a:lnTo>
                  <a:lnTo>
                    <a:pt x="57598" y="649742"/>
                  </a:lnTo>
                  <a:lnTo>
                    <a:pt x="81134" y="688124"/>
                  </a:lnTo>
                  <a:lnTo>
                    <a:pt x="107972" y="722648"/>
                  </a:lnTo>
                  <a:lnTo>
                    <a:pt x="137811" y="752923"/>
                  </a:lnTo>
                  <a:lnTo>
                    <a:pt x="170350" y="778564"/>
                  </a:lnTo>
                  <a:lnTo>
                    <a:pt x="205288" y="799182"/>
                  </a:lnTo>
                  <a:lnTo>
                    <a:pt x="242322" y="814389"/>
                  </a:lnTo>
                  <a:lnTo>
                    <a:pt x="281153" y="823797"/>
                  </a:lnTo>
                  <a:lnTo>
                    <a:pt x="321478" y="827019"/>
                  </a:lnTo>
                  <a:lnTo>
                    <a:pt x="361801" y="823797"/>
                  </a:lnTo>
                  <a:lnTo>
                    <a:pt x="400629" y="814389"/>
                  </a:lnTo>
                  <a:lnTo>
                    <a:pt x="437661" y="799182"/>
                  </a:lnTo>
                  <a:lnTo>
                    <a:pt x="472596" y="778564"/>
                  </a:lnTo>
                  <a:lnTo>
                    <a:pt x="505133" y="752923"/>
                  </a:lnTo>
                  <a:lnTo>
                    <a:pt x="534970" y="722648"/>
                  </a:lnTo>
                  <a:lnTo>
                    <a:pt x="561806" y="688124"/>
                  </a:lnTo>
                  <a:lnTo>
                    <a:pt x="585340" y="649742"/>
                  </a:lnTo>
                  <a:lnTo>
                    <a:pt x="605271" y="607887"/>
                  </a:lnTo>
                  <a:lnTo>
                    <a:pt x="621297" y="562948"/>
                  </a:lnTo>
                  <a:lnTo>
                    <a:pt x="633118" y="515312"/>
                  </a:lnTo>
                  <a:lnTo>
                    <a:pt x="640431" y="465368"/>
                  </a:lnTo>
                  <a:lnTo>
                    <a:pt x="642935" y="413503"/>
                  </a:lnTo>
                  <a:lnTo>
                    <a:pt x="640431" y="361615"/>
                  </a:lnTo>
                  <a:lnTo>
                    <a:pt x="633118" y="311656"/>
                  </a:lnTo>
                  <a:lnTo>
                    <a:pt x="621297" y="264012"/>
                  </a:lnTo>
                  <a:lnTo>
                    <a:pt x="605271" y="219070"/>
                  </a:lnTo>
                  <a:lnTo>
                    <a:pt x="585340" y="177217"/>
                  </a:lnTo>
                  <a:lnTo>
                    <a:pt x="561806" y="138840"/>
                  </a:lnTo>
                  <a:lnTo>
                    <a:pt x="534970" y="104325"/>
                  </a:lnTo>
                  <a:lnTo>
                    <a:pt x="505133" y="74059"/>
                  </a:lnTo>
                  <a:lnTo>
                    <a:pt x="472596" y="48429"/>
                  </a:lnTo>
                  <a:lnTo>
                    <a:pt x="437661" y="27821"/>
                  </a:lnTo>
                  <a:lnTo>
                    <a:pt x="400629" y="12622"/>
                  </a:lnTo>
                  <a:lnTo>
                    <a:pt x="361801" y="3220"/>
                  </a:lnTo>
                  <a:lnTo>
                    <a:pt x="321478" y="0"/>
                  </a:lnTo>
                  <a:close/>
                </a:path>
              </a:pathLst>
            </a:custGeom>
            <a:solidFill>
              <a:srgbClr val="00AFF0"/>
            </a:solidFill>
          </p:spPr>
          <p:txBody>
            <a:bodyPr wrap="square" lIns="0" tIns="0" rIns="0" bIns="0" rtlCol="0"/>
            <a:lstStyle/>
            <a:p>
              <a:endParaRPr/>
            </a:p>
          </p:txBody>
        </p:sp>
        <p:sp>
          <p:nvSpPr>
            <p:cNvPr id="29" name="object 29"/>
            <p:cNvSpPr/>
            <p:nvPr/>
          </p:nvSpPr>
          <p:spPr>
            <a:xfrm>
              <a:off x="487359" y="4783204"/>
              <a:ext cx="643255" cy="827405"/>
            </a:xfrm>
            <a:custGeom>
              <a:avLst/>
              <a:gdLst/>
              <a:ahLst/>
              <a:cxnLst/>
              <a:rect l="l" t="t" r="r" b="b"/>
              <a:pathLst>
                <a:path w="643255" h="827404">
                  <a:moveTo>
                    <a:pt x="0" y="413503"/>
                  </a:moveTo>
                  <a:lnTo>
                    <a:pt x="2504" y="361615"/>
                  </a:lnTo>
                  <a:lnTo>
                    <a:pt x="9818" y="311656"/>
                  </a:lnTo>
                  <a:lnTo>
                    <a:pt x="21639" y="264012"/>
                  </a:lnTo>
                  <a:lnTo>
                    <a:pt x="37666" y="219070"/>
                  </a:lnTo>
                  <a:lnTo>
                    <a:pt x="57598" y="177217"/>
                  </a:lnTo>
                  <a:lnTo>
                    <a:pt x="81134" y="138840"/>
                  </a:lnTo>
                  <a:lnTo>
                    <a:pt x="107972" y="104325"/>
                  </a:lnTo>
                  <a:lnTo>
                    <a:pt x="137811" y="74059"/>
                  </a:lnTo>
                  <a:lnTo>
                    <a:pt x="170350" y="48429"/>
                  </a:lnTo>
                  <a:lnTo>
                    <a:pt x="205288" y="27821"/>
                  </a:lnTo>
                  <a:lnTo>
                    <a:pt x="242322" y="12622"/>
                  </a:lnTo>
                  <a:lnTo>
                    <a:pt x="281153" y="3220"/>
                  </a:lnTo>
                  <a:lnTo>
                    <a:pt x="321478" y="0"/>
                  </a:lnTo>
                  <a:lnTo>
                    <a:pt x="361801" y="3220"/>
                  </a:lnTo>
                  <a:lnTo>
                    <a:pt x="400629" y="12622"/>
                  </a:lnTo>
                  <a:lnTo>
                    <a:pt x="437661" y="27821"/>
                  </a:lnTo>
                  <a:lnTo>
                    <a:pt x="472596" y="48429"/>
                  </a:lnTo>
                  <a:lnTo>
                    <a:pt x="505133" y="74059"/>
                  </a:lnTo>
                  <a:lnTo>
                    <a:pt x="534970" y="104325"/>
                  </a:lnTo>
                  <a:lnTo>
                    <a:pt x="561806" y="138840"/>
                  </a:lnTo>
                  <a:lnTo>
                    <a:pt x="585340" y="177217"/>
                  </a:lnTo>
                  <a:lnTo>
                    <a:pt x="605271" y="219070"/>
                  </a:lnTo>
                  <a:lnTo>
                    <a:pt x="621297" y="264012"/>
                  </a:lnTo>
                  <a:lnTo>
                    <a:pt x="633118" y="311656"/>
                  </a:lnTo>
                  <a:lnTo>
                    <a:pt x="640431" y="361615"/>
                  </a:lnTo>
                  <a:lnTo>
                    <a:pt x="642935" y="413503"/>
                  </a:lnTo>
                  <a:lnTo>
                    <a:pt x="640431" y="465368"/>
                  </a:lnTo>
                  <a:lnTo>
                    <a:pt x="633118" y="515312"/>
                  </a:lnTo>
                  <a:lnTo>
                    <a:pt x="621297" y="562948"/>
                  </a:lnTo>
                  <a:lnTo>
                    <a:pt x="605271" y="607887"/>
                  </a:lnTo>
                  <a:lnTo>
                    <a:pt x="585340" y="649742"/>
                  </a:lnTo>
                  <a:lnTo>
                    <a:pt x="561806" y="688124"/>
                  </a:lnTo>
                  <a:lnTo>
                    <a:pt x="534970" y="722648"/>
                  </a:lnTo>
                  <a:lnTo>
                    <a:pt x="505133" y="752923"/>
                  </a:lnTo>
                  <a:lnTo>
                    <a:pt x="472596" y="778564"/>
                  </a:lnTo>
                  <a:lnTo>
                    <a:pt x="437661" y="799182"/>
                  </a:lnTo>
                  <a:lnTo>
                    <a:pt x="400629" y="814389"/>
                  </a:lnTo>
                  <a:lnTo>
                    <a:pt x="361801" y="823797"/>
                  </a:lnTo>
                  <a:lnTo>
                    <a:pt x="321478" y="827019"/>
                  </a:lnTo>
                  <a:lnTo>
                    <a:pt x="281153" y="823797"/>
                  </a:lnTo>
                  <a:lnTo>
                    <a:pt x="242322" y="814389"/>
                  </a:lnTo>
                  <a:lnTo>
                    <a:pt x="205288" y="799182"/>
                  </a:lnTo>
                  <a:lnTo>
                    <a:pt x="170350" y="778564"/>
                  </a:lnTo>
                  <a:lnTo>
                    <a:pt x="137811" y="752923"/>
                  </a:lnTo>
                  <a:lnTo>
                    <a:pt x="107972" y="722648"/>
                  </a:lnTo>
                  <a:lnTo>
                    <a:pt x="81134" y="688124"/>
                  </a:lnTo>
                  <a:lnTo>
                    <a:pt x="57598" y="649742"/>
                  </a:lnTo>
                  <a:lnTo>
                    <a:pt x="37666" y="607887"/>
                  </a:lnTo>
                  <a:lnTo>
                    <a:pt x="21639" y="562948"/>
                  </a:lnTo>
                  <a:lnTo>
                    <a:pt x="9818" y="515312"/>
                  </a:lnTo>
                  <a:lnTo>
                    <a:pt x="2504" y="465368"/>
                  </a:lnTo>
                  <a:lnTo>
                    <a:pt x="0" y="413503"/>
                  </a:lnTo>
                  <a:close/>
                </a:path>
              </a:pathLst>
            </a:custGeom>
            <a:ln w="25399">
              <a:solidFill>
                <a:srgbClr val="000000"/>
              </a:solidFill>
            </a:ln>
          </p:spPr>
          <p:txBody>
            <a:bodyPr wrap="square" lIns="0" tIns="0" rIns="0" bIns="0" rtlCol="0"/>
            <a:lstStyle/>
            <a:p>
              <a:endParaRPr/>
            </a:p>
          </p:txBody>
        </p:sp>
      </p:grpSp>
      <p:sp>
        <p:nvSpPr>
          <p:cNvPr id="30" name="object 30"/>
          <p:cNvSpPr txBox="1"/>
          <p:nvPr/>
        </p:nvSpPr>
        <p:spPr>
          <a:xfrm>
            <a:off x="540710" y="4543507"/>
            <a:ext cx="4389755" cy="1031875"/>
          </a:xfrm>
          <a:prstGeom prst="rect">
            <a:avLst/>
          </a:prstGeom>
        </p:spPr>
        <p:txBody>
          <a:bodyPr vert="horz" wrap="square" lIns="0" tIns="12700" rIns="0" bIns="0" rtlCol="0">
            <a:spAutoFit/>
          </a:bodyPr>
          <a:lstStyle/>
          <a:p>
            <a:pPr marL="38100">
              <a:lnSpc>
                <a:spcPct val="100000"/>
              </a:lnSpc>
              <a:spcBef>
                <a:spcPts val="100"/>
              </a:spcBef>
            </a:pPr>
            <a:r>
              <a:rPr sz="9900" b="1" spc="-502" baseline="-5892" dirty="0">
                <a:solidFill>
                  <a:srgbClr val="0D0D0D"/>
                </a:solidFill>
                <a:latin typeface="Courier New"/>
                <a:cs typeface="Courier New"/>
              </a:rPr>
              <a:t>D</a:t>
            </a:r>
            <a:r>
              <a:rPr sz="9900" b="1" spc="-2429" baseline="-5892" dirty="0">
                <a:solidFill>
                  <a:srgbClr val="0D0D0D"/>
                </a:solidFill>
                <a:latin typeface="Courier New"/>
                <a:cs typeface="Courier New"/>
              </a:rPr>
              <a:t> </a:t>
            </a:r>
            <a:r>
              <a:rPr sz="3600" spc="-85" dirty="0">
                <a:solidFill>
                  <a:srgbClr val="FFFFFF"/>
                </a:solidFill>
                <a:latin typeface="Arial"/>
                <a:cs typeface="Arial"/>
              </a:rPr>
              <a:t>Total </a:t>
            </a:r>
            <a:r>
              <a:rPr sz="3600" dirty="0">
                <a:solidFill>
                  <a:srgbClr val="FFFFFF"/>
                </a:solidFill>
                <a:latin typeface="Arial"/>
                <a:cs typeface="Arial"/>
              </a:rPr>
              <a:t>space </a:t>
            </a:r>
            <a:r>
              <a:rPr sz="3600" spc="-10" dirty="0">
                <a:solidFill>
                  <a:srgbClr val="FFFFFF"/>
                </a:solidFill>
                <a:latin typeface="Arial"/>
                <a:cs typeface="Arial"/>
              </a:rPr>
              <a:t>taken</a:t>
            </a:r>
            <a:endParaRPr sz="3600">
              <a:latin typeface="Arial"/>
              <a:cs typeface="Arial"/>
            </a:endParaRPr>
          </a:p>
        </p:txBody>
      </p:sp>
      <p:grpSp>
        <p:nvGrpSpPr>
          <p:cNvPr id="31" name="object 31"/>
          <p:cNvGrpSpPr/>
          <p:nvPr/>
        </p:nvGrpSpPr>
        <p:grpSpPr>
          <a:xfrm>
            <a:off x="6473952" y="4546090"/>
            <a:ext cx="2670175" cy="2312035"/>
            <a:chOff x="6473952" y="4546090"/>
            <a:chExt cx="2670175" cy="2312035"/>
          </a:xfrm>
        </p:grpSpPr>
        <p:sp>
          <p:nvSpPr>
            <p:cNvPr id="32" name="object 32"/>
            <p:cNvSpPr/>
            <p:nvPr/>
          </p:nvSpPr>
          <p:spPr>
            <a:xfrm>
              <a:off x="6729984" y="5202936"/>
              <a:ext cx="2218944" cy="1345692"/>
            </a:xfrm>
            <a:prstGeom prst="rect">
              <a:avLst/>
            </a:prstGeom>
            <a:blipFill>
              <a:blip r:embed="rId6" cstate="print"/>
              <a:stretch>
                <a:fillRect/>
              </a:stretch>
            </a:blipFill>
          </p:spPr>
          <p:txBody>
            <a:bodyPr wrap="square" lIns="0" tIns="0" rIns="0" bIns="0" rtlCol="0"/>
            <a:lstStyle/>
            <a:p>
              <a:endParaRPr/>
            </a:p>
          </p:txBody>
        </p:sp>
        <p:sp>
          <p:nvSpPr>
            <p:cNvPr id="33" name="object 33"/>
            <p:cNvSpPr/>
            <p:nvPr/>
          </p:nvSpPr>
          <p:spPr>
            <a:xfrm>
              <a:off x="6473952" y="4546090"/>
              <a:ext cx="2670047" cy="2311908"/>
            </a:xfrm>
            <a:prstGeom prst="rect">
              <a:avLst/>
            </a:prstGeom>
            <a:blipFill>
              <a:blip r:embed="rId7" cstate="print"/>
              <a:stretch>
                <a:fillRect/>
              </a:stretch>
            </a:blipFill>
          </p:spPr>
          <p:txBody>
            <a:bodyPr wrap="square" lIns="0" tIns="0" rIns="0" bIns="0" rtlCol="0"/>
            <a:lstStyle/>
            <a:p>
              <a:endParaRPr/>
            </a:p>
          </p:txBody>
        </p:sp>
        <p:sp>
          <p:nvSpPr>
            <p:cNvPr id="34" name="object 34"/>
            <p:cNvSpPr/>
            <p:nvPr/>
          </p:nvSpPr>
          <p:spPr>
            <a:xfrm>
              <a:off x="6810115" y="5263134"/>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58"/>
                  </a:lnTo>
                  <a:lnTo>
                    <a:pt x="18279" y="1042001"/>
                  </a:lnTo>
                  <a:lnTo>
                    <a:pt x="39723" y="1081495"/>
                  </a:lnTo>
                  <a:lnTo>
                    <a:pt x="68122" y="1115905"/>
                  </a:lnTo>
                  <a:lnTo>
                    <a:pt x="102539" y="1144296"/>
                  </a:lnTo>
                  <a:lnTo>
                    <a:pt x="142037" y="1165733"/>
                  </a:lnTo>
                  <a:lnTo>
                    <a:pt x="185680" y="1179281"/>
                  </a:lnTo>
                  <a:lnTo>
                    <a:pt x="232531" y="1184004"/>
                  </a:lnTo>
                  <a:lnTo>
                    <a:pt x="1824868" y="1184004"/>
                  </a:lnTo>
                  <a:lnTo>
                    <a:pt x="1871763" y="1179281"/>
                  </a:lnTo>
                  <a:lnTo>
                    <a:pt x="1915426" y="1165733"/>
                  </a:lnTo>
                  <a:lnTo>
                    <a:pt x="1954927" y="1144296"/>
                  </a:lnTo>
                  <a:lnTo>
                    <a:pt x="1989334" y="1115905"/>
                  </a:lnTo>
                  <a:lnTo>
                    <a:pt x="2017716" y="1081495"/>
                  </a:lnTo>
                  <a:lnTo>
                    <a:pt x="2039141" y="1042001"/>
                  </a:lnTo>
                  <a:lnTo>
                    <a:pt x="2052680" y="998358"/>
                  </a:lnTo>
                  <a:lnTo>
                    <a:pt x="2057399" y="951500"/>
                  </a:lnTo>
                  <a:lnTo>
                    <a:pt x="2057399" y="232541"/>
                  </a:lnTo>
                  <a:lnTo>
                    <a:pt x="2052680" y="185685"/>
                  </a:lnTo>
                  <a:lnTo>
                    <a:pt x="2039141" y="142039"/>
                  </a:lnTo>
                  <a:lnTo>
                    <a:pt x="2017716" y="102539"/>
                  </a:lnTo>
                  <a:lnTo>
                    <a:pt x="1989334" y="68121"/>
                  </a:lnTo>
                  <a:lnTo>
                    <a:pt x="1954927" y="39722"/>
                  </a:lnTo>
                  <a:lnTo>
                    <a:pt x="1915426" y="18278"/>
                  </a:lnTo>
                  <a:lnTo>
                    <a:pt x="1871763" y="4725"/>
                  </a:lnTo>
                  <a:lnTo>
                    <a:pt x="1824868" y="0"/>
                  </a:lnTo>
                  <a:close/>
                </a:path>
              </a:pathLst>
            </a:custGeom>
            <a:solidFill>
              <a:srgbClr val="252525"/>
            </a:solidFill>
          </p:spPr>
          <p:txBody>
            <a:bodyPr wrap="square" lIns="0" tIns="0" rIns="0" bIns="0" rtlCol="0"/>
            <a:lstStyle/>
            <a:p>
              <a:endParaRPr/>
            </a:p>
          </p:txBody>
        </p:sp>
        <p:sp>
          <p:nvSpPr>
            <p:cNvPr id="35" name="object 35"/>
            <p:cNvSpPr/>
            <p:nvPr/>
          </p:nvSpPr>
          <p:spPr>
            <a:xfrm>
              <a:off x="6810115" y="5263134"/>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63" y="4725"/>
                  </a:lnTo>
                  <a:lnTo>
                    <a:pt x="1915426" y="18278"/>
                  </a:lnTo>
                  <a:lnTo>
                    <a:pt x="1954927" y="39722"/>
                  </a:lnTo>
                  <a:lnTo>
                    <a:pt x="1989334" y="68121"/>
                  </a:lnTo>
                  <a:lnTo>
                    <a:pt x="2017716" y="102539"/>
                  </a:lnTo>
                  <a:lnTo>
                    <a:pt x="2039141" y="142039"/>
                  </a:lnTo>
                  <a:lnTo>
                    <a:pt x="2052680" y="185685"/>
                  </a:lnTo>
                  <a:lnTo>
                    <a:pt x="2057399" y="232541"/>
                  </a:lnTo>
                  <a:lnTo>
                    <a:pt x="2057399" y="951500"/>
                  </a:lnTo>
                  <a:lnTo>
                    <a:pt x="2052680" y="998358"/>
                  </a:lnTo>
                  <a:lnTo>
                    <a:pt x="2039141" y="1042001"/>
                  </a:lnTo>
                  <a:lnTo>
                    <a:pt x="2017716" y="1081495"/>
                  </a:lnTo>
                  <a:lnTo>
                    <a:pt x="1989334" y="1115905"/>
                  </a:lnTo>
                  <a:lnTo>
                    <a:pt x="1954927" y="1144296"/>
                  </a:lnTo>
                  <a:lnTo>
                    <a:pt x="1915426" y="1165733"/>
                  </a:lnTo>
                  <a:lnTo>
                    <a:pt x="1871763" y="1179281"/>
                  </a:lnTo>
                  <a:lnTo>
                    <a:pt x="1824868" y="1184004"/>
                  </a:lnTo>
                  <a:lnTo>
                    <a:pt x="232531" y="1184004"/>
                  </a:lnTo>
                  <a:lnTo>
                    <a:pt x="185680" y="1179281"/>
                  </a:lnTo>
                  <a:lnTo>
                    <a:pt x="142037" y="1165733"/>
                  </a:lnTo>
                  <a:lnTo>
                    <a:pt x="102539" y="1144296"/>
                  </a:lnTo>
                  <a:lnTo>
                    <a:pt x="68122" y="1115905"/>
                  </a:lnTo>
                  <a:lnTo>
                    <a:pt x="39723" y="1081495"/>
                  </a:lnTo>
                  <a:lnTo>
                    <a:pt x="18279" y="1042001"/>
                  </a:lnTo>
                  <a:lnTo>
                    <a:pt x="4725" y="998358"/>
                  </a:lnTo>
                  <a:lnTo>
                    <a:pt x="0" y="951500"/>
                  </a:lnTo>
                  <a:lnTo>
                    <a:pt x="0" y="232541"/>
                  </a:lnTo>
                  <a:close/>
                </a:path>
              </a:pathLst>
            </a:custGeom>
            <a:ln w="76199">
              <a:solidFill>
                <a:srgbClr val="00AF50"/>
              </a:solidFill>
            </a:ln>
          </p:spPr>
          <p:txBody>
            <a:bodyPr wrap="square" lIns="0" tIns="0" rIns="0" bIns="0" rtlCol="0"/>
            <a:lstStyle/>
            <a:p>
              <a:endParaRPr/>
            </a:p>
          </p:txBody>
        </p:sp>
        <p:sp>
          <p:nvSpPr>
            <p:cNvPr id="36" name="object 36"/>
            <p:cNvSpPr/>
            <p:nvPr/>
          </p:nvSpPr>
          <p:spPr>
            <a:xfrm>
              <a:off x="6515100" y="4567428"/>
              <a:ext cx="2628900" cy="1839468"/>
            </a:xfrm>
            <a:prstGeom prst="rect">
              <a:avLst/>
            </a:prstGeom>
            <a:blipFill>
              <a:blip r:embed="rId8" cstate="print"/>
              <a:stretch>
                <a:fillRect/>
              </a:stretch>
            </a:blipFill>
          </p:spPr>
          <p:txBody>
            <a:bodyPr wrap="square" lIns="0" tIns="0" rIns="0" bIns="0" rtlCol="0"/>
            <a:lstStyle/>
            <a:p>
              <a:endParaRPr/>
            </a:p>
          </p:txBody>
        </p:sp>
        <p:sp>
          <p:nvSpPr>
            <p:cNvPr id="37" name="object 37"/>
            <p:cNvSpPr/>
            <p:nvPr/>
          </p:nvSpPr>
          <p:spPr>
            <a:xfrm>
              <a:off x="7054596" y="5573268"/>
              <a:ext cx="1600200" cy="1284732"/>
            </a:xfrm>
            <a:prstGeom prst="rect">
              <a:avLst/>
            </a:prstGeom>
            <a:blipFill>
              <a:blip r:embed="rId9" cstate="print"/>
              <a:stretch>
                <a:fillRect/>
              </a:stretch>
            </a:blipFill>
          </p:spPr>
          <p:txBody>
            <a:bodyPr wrap="square" lIns="0" tIns="0" rIns="0" bIns="0" rtlCol="0"/>
            <a:lstStyle/>
            <a:p>
              <a:endParaRPr/>
            </a:p>
          </p:txBody>
        </p:sp>
        <p:sp>
          <p:nvSpPr>
            <p:cNvPr id="38" name="object 38"/>
            <p:cNvSpPr/>
            <p:nvPr/>
          </p:nvSpPr>
          <p:spPr>
            <a:xfrm>
              <a:off x="7078858" y="5061835"/>
              <a:ext cx="1527810" cy="607060"/>
            </a:xfrm>
            <a:custGeom>
              <a:avLst/>
              <a:gdLst/>
              <a:ahLst/>
              <a:cxnLst/>
              <a:rect l="l" t="t" r="r" b="b"/>
              <a:pathLst>
                <a:path w="1527809" h="607060">
                  <a:moveTo>
                    <a:pt x="1246997" y="0"/>
                  </a:moveTo>
                  <a:lnTo>
                    <a:pt x="1195905" y="3431"/>
                  </a:lnTo>
                  <a:lnTo>
                    <a:pt x="1148994" y="13732"/>
                  </a:lnTo>
                  <a:lnTo>
                    <a:pt x="1106269" y="30917"/>
                  </a:lnTo>
                  <a:lnTo>
                    <a:pt x="1067734" y="54998"/>
                  </a:lnTo>
                  <a:lnTo>
                    <a:pt x="1033393" y="85987"/>
                  </a:lnTo>
                  <a:lnTo>
                    <a:pt x="1004383" y="122481"/>
                  </a:lnTo>
                  <a:lnTo>
                    <a:pt x="981804" y="163239"/>
                  </a:lnTo>
                  <a:lnTo>
                    <a:pt x="965665" y="208253"/>
                  </a:lnTo>
                  <a:lnTo>
                    <a:pt x="955975" y="257518"/>
                  </a:lnTo>
                  <a:lnTo>
                    <a:pt x="952743" y="311027"/>
                  </a:lnTo>
                  <a:lnTo>
                    <a:pt x="955915" y="361760"/>
                  </a:lnTo>
                  <a:lnTo>
                    <a:pt x="965434" y="408507"/>
                  </a:lnTo>
                  <a:lnTo>
                    <a:pt x="981303" y="451275"/>
                  </a:lnTo>
                  <a:lnTo>
                    <a:pt x="1003528" y="490070"/>
                  </a:lnTo>
                  <a:lnTo>
                    <a:pt x="1032113" y="524899"/>
                  </a:lnTo>
                  <a:lnTo>
                    <a:pt x="1065757" y="554429"/>
                  </a:lnTo>
                  <a:lnTo>
                    <a:pt x="1103122" y="577398"/>
                  </a:lnTo>
                  <a:lnTo>
                    <a:pt x="1144216" y="593806"/>
                  </a:lnTo>
                  <a:lnTo>
                    <a:pt x="1189043" y="603651"/>
                  </a:lnTo>
                  <a:lnTo>
                    <a:pt x="1237609" y="606933"/>
                  </a:lnTo>
                  <a:lnTo>
                    <a:pt x="1287384" y="603544"/>
                  </a:lnTo>
                  <a:lnTo>
                    <a:pt x="1333240" y="593378"/>
                  </a:lnTo>
                  <a:lnTo>
                    <a:pt x="1375189" y="576436"/>
                  </a:lnTo>
                  <a:lnTo>
                    <a:pt x="1413240" y="552720"/>
                  </a:lnTo>
                  <a:lnTo>
                    <a:pt x="1447403" y="522232"/>
                  </a:lnTo>
                  <a:lnTo>
                    <a:pt x="1471071" y="492764"/>
                  </a:lnTo>
                  <a:lnTo>
                    <a:pt x="1240017" y="492764"/>
                  </a:lnTo>
                  <a:lnTo>
                    <a:pt x="1208463" y="489594"/>
                  </a:lnTo>
                  <a:lnTo>
                    <a:pt x="1154888" y="464203"/>
                  </a:lnTo>
                  <a:lnTo>
                    <a:pt x="1114937" y="414340"/>
                  </a:lnTo>
                  <a:lnTo>
                    <a:pt x="1094496" y="345380"/>
                  </a:lnTo>
                  <a:lnTo>
                    <a:pt x="1091946" y="304038"/>
                  </a:lnTo>
                  <a:lnTo>
                    <a:pt x="1094496" y="263184"/>
                  </a:lnTo>
                  <a:lnTo>
                    <a:pt x="1114937" y="194139"/>
                  </a:lnTo>
                  <a:lnTo>
                    <a:pt x="1155103" y="143159"/>
                  </a:lnTo>
                  <a:lnTo>
                    <a:pt x="1210354" y="117061"/>
                  </a:lnTo>
                  <a:lnTo>
                    <a:pt x="1243340" y="113800"/>
                  </a:lnTo>
                  <a:lnTo>
                    <a:pt x="1475367" y="113800"/>
                  </a:lnTo>
                  <a:lnTo>
                    <a:pt x="1450207" y="82296"/>
                  </a:lnTo>
                  <a:lnTo>
                    <a:pt x="1417270" y="52669"/>
                  </a:lnTo>
                  <a:lnTo>
                    <a:pt x="1380486" y="29626"/>
                  </a:lnTo>
                  <a:lnTo>
                    <a:pt x="1339850" y="13167"/>
                  </a:lnTo>
                  <a:lnTo>
                    <a:pt x="1295355" y="3291"/>
                  </a:lnTo>
                  <a:lnTo>
                    <a:pt x="1246997" y="0"/>
                  </a:lnTo>
                  <a:close/>
                </a:path>
                <a:path w="1527809" h="607060">
                  <a:moveTo>
                    <a:pt x="1475367" y="113800"/>
                  </a:moveTo>
                  <a:lnTo>
                    <a:pt x="1243340" y="113800"/>
                  </a:lnTo>
                  <a:lnTo>
                    <a:pt x="1275340" y="116966"/>
                  </a:lnTo>
                  <a:lnTo>
                    <a:pt x="1303732" y="126465"/>
                  </a:lnTo>
                  <a:lnTo>
                    <a:pt x="1349745" y="164473"/>
                  </a:lnTo>
                  <a:lnTo>
                    <a:pt x="1378892" y="225385"/>
                  </a:lnTo>
                  <a:lnTo>
                    <a:pt x="1386179" y="263431"/>
                  </a:lnTo>
                  <a:lnTo>
                    <a:pt x="1388607" y="306586"/>
                  </a:lnTo>
                  <a:lnTo>
                    <a:pt x="1386108" y="347944"/>
                  </a:lnTo>
                  <a:lnTo>
                    <a:pt x="1366066" y="416417"/>
                  </a:lnTo>
                  <a:lnTo>
                    <a:pt x="1326707" y="465007"/>
                  </a:lnTo>
                  <a:lnTo>
                    <a:pt x="1272453" y="489671"/>
                  </a:lnTo>
                  <a:lnTo>
                    <a:pt x="1240017" y="492764"/>
                  </a:lnTo>
                  <a:lnTo>
                    <a:pt x="1471071" y="492764"/>
                  </a:lnTo>
                  <a:lnTo>
                    <a:pt x="1498868" y="445868"/>
                  </a:lnTo>
                  <a:lnTo>
                    <a:pt x="1514947" y="401271"/>
                  </a:lnTo>
                  <a:lnTo>
                    <a:pt x="1524594" y="352389"/>
                  </a:lnTo>
                  <a:lnTo>
                    <a:pt x="1527810" y="299216"/>
                  </a:lnTo>
                  <a:lnTo>
                    <a:pt x="1524702" y="247434"/>
                  </a:lnTo>
                  <a:lnTo>
                    <a:pt x="1515382" y="199839"/>
                  </a:lnTo>
                  <a:lnTo>
                    <a:pt x="1499855" y="156443"/>
                  </a:lnTo>
                  <a:lnTo>
                    <a:pt x="1478129" y="117258"/>
                  </a:lnTo>
                  <a:lnTo>
                    <a:pt x="1475367" y="113800"/>
                  </a:lnTo>
                  <a:close/>
                </a:path>
                <a:path w="1527809" h="607060">
                  <a:moveTo>
                    <a:pt x="743590" y="117479"/>
                  </a:moveTo>
                  <a:lnTo>
                    <a:pt x="611002" y="117479"/>
                  </a:lnTo>
                  <a:lnTo>
                    <a:pt x="611002" y="596706"/>
                  </a:lnTo>
                  <a:lnTo>
                    <a:pt x="743590" y="596706"/>
                  </a:lnTo>
                  <a:lnTo>
                    <a:pt x="743590" y="117479"/>
                  </a:lnTo>
                  <a:close/>
                </a:path>
                <a:path w="1527809" h="607060">
                  <a:moveTo>
                    <a:pt x="910955" y="9787"/>
                  </a:moveTo>
                  <a:lnTo>
                    <a:pt x="444367" y="9787"/>
                  </a:lnTo>
                  <a:lnTo>
                    <a:pt x="444367" y="117479"/>
                  </a:lnTo>
                  <a:lnTo>
                    <a:pt x="910955" y="117479"/>
                  </a:lnTo>
                  <a:lnTo>
                    <a:pt x="910955" y="9787"/>
                  </a:lnTo>
                  <a:close/>
                </a:path>
                <a:path w="1527809" h="607060">
                  <a:moveTo>
                    <a:pt x="2407" y="443234"/>
                  </a:moveTo>
                  <a:lnTo>
                    <a:pt x="2407" y="574179"/>
                  </a:lnTo>
                  <a:lnTo>
                    <a:pt x="19126" y="581861"/>
                  </a:lnTo>
                  <a:lnTo>
                    <a:pt x="56894" y="594140"/>
                  </a:lnTo>
                  <a:lnTo>
                    <a:pt x="100066" y="602327"/>
                  </a:lnTo>
                  <a:lnTo>
                    <a:pt x="145990" y="606421"/>
                  </a:lnTo>
                  <a:lnTo>
                    <a:pt x="169804" y="606933"/>
                  </a:lnTo>
                  <a:lnTo>
                    <a:pt x="193041" y="606370"/>
                  </a:lnTo>
                  <a:lnTo>
                    <a:pt x="237801" y="601870"/>
                  </a:lnTo>
                  <a:lnTo>
                    <a:pt x="279826" y="592701"/>
                  </a:lnTo>
                  <a:lnTo>
                    <a:pt x="316935" y="577860"/>
                  </a:lnTo>
                  <a:lnTo>
                    <a:pt x="362163" y="544410"/>
                  </a:lnTo>
                  <a:lnTo>
                    <a:pt x="389272" y="502920"/>
                  </a:lnTo>
                  <a:lnTo>
                    <a:pt x="164073" y="502920"/>
                  </a:lnTo>
                  <a:lnTo>
                    <a:pt x="142881" y="501991"/>
                  </a:lnTo>
                  <a:lnTo>
                    <a:pt x="100735" y="494561"/>
                  </a:lnTo>
                  <a:lnTo>
                    <a:pt x="59277" y="479632"/>
                  </a:lnTo>
                  <a:lnTo>
                    <a:pt x="20598" y="457242"/>
                  </a:lnTo>
                  <a:lnTo>
                    <a:pt x="2407" y="443234"/>
                  </a:lnTo>
                  <a:close/>
                </a:path>
                <a:path w="1527809" h="607060">
                  <a:moveTo>
                    <a:pt x="230367" y="0"/>
                  </a:moveTo>
                  <a:lnTo>
                    <a:pt x="184937" y="2495"/>
                  </a:lnTo>
                  <a:lnTo>
                    <a:pt x="141975" y="10037"/>
                  </a:lnTo>
                  <a:lnTo>
                    <a:pt x="102763" y="22849"/>
                  </a:lnTo>
                  <a:lnTo>
                    <a:pt x="68580" y="41279"/>
                  </a:lnTo>
                  <a:lnTo>
                    <a:pt x="28460" y="79766"/>
                  </a:lnTo>
                  <a:lnTo>
                    <a:pt x="4587" y="131704"/>
                  </a:lnTo>
                  <a:lnTo>
                    <a:pt x="0" y="174379"/>
                  </a:lnTo>
                  <a:lnTo>
                    <a:pt x="2117" y="202545"/>
                  </a:lnTo>
                  <a:lnTo>
                    <a:pt x="19018" y="252457"/>
                  </a:lnTo>
                  <a:lnTo>
                    <a:pt x="52831" y="294078"/>
                  </a:lnTo>
                  <a:lnTo>
                    <a:pt x="104083" y="329078"/>
                  </a:lnTo>
                  <a:lnTo>
                    <a:pt x="149553" y="349677"/>
                  </a:lnTo>
                  <a:lnTo>
                    <a:pt x="162374" y="355130"/>
                  </a:lnTo>
                  <a:lnTo>
                    <a:pt x="197923" y="371270"/>
                  </a:lnTo>
                  <a:lnTo>
                    <a:pt x="234980" y="393843"/>
                  </a:lnTo>
                  <a:lnTo>
                    <a:pt x="261118" y="427343"/>
                  </a:lnTo>
                  <a:lnTo>
                    <a:pt x="263530" y="452128"/>
                  </a:lnTo>
                  <a:lnTo>
                    <a:pt x="261487" y="459867"/>
                  </a:lnTo>
                  <a:lnTo>
                    <a:pt x="232155" y="489802"/>
                  </a:lnTo>
                  <a:lnTo>
                    <a:pt x="187474" y="501842"/>
                  </a:lnTo>
                  <a:lnTo>
                    <a:pt x="164073" y="502920"/>
                  </a:lnTo>
                  <a:lnTo>
                    <a:pt x="389272" y="502920"/>
                  </a:lnTo>
                  <a:lnTo>
                    <a:pt x="392209" y="496563"/>
                  </a:lnTo>
                  <a:lnTo>
                    <a:pt x="398038" y="476919"/>
                  </a:lnTo>
                  <a:lnTo>
                    <a:pt x="401535" y="455325"/>
                  </a:lnTo>
                  <a:lnTo>
                    <a:pt x="402701" y="431804"/>
                  </a:lnTo>
                  <a:lnTo>
                    <a:pt x="402037" y="414538"/>
                  </a:lnTo>
                  <a:lnTo>
                    <a:pt x="392033" y="369320"/>
                  </a:lnTo>
                  <a:lnTo>
                    <a:pt x="370846" y="332460"/>
                  </a:lnTo>
                  <a:lnTo>
                    <a:pt x="339333" y="301866"/>
                  </a:lnTo>
                  <a:lnTo>
                    <a:pt x="298856" y="276057"/>
                  </a:lnTo>
                  <a:lnTo>
                    <a:pt x="250057" y="252865"/>
                  </a:lnTo>
                  <a:lnTo>
                    <a:pt x="237518" y="247574"/>
                  </a:lnTo>
                  <a:lnTo>
                    <a:pt x="225612" y="242381"/>
                  </a:lnTo>
                  <a:lnTo>
                    <a:pt x="184853" y="222093"/>
                  </a:lnTo>
                  <a:lnTo>
                    <a:pt x="151254" y="195427"/>
                  </a:lnTo>
                  <a:lnTo>
                    <a:pt x="139202" y="163330"/>
                  </a:lnTo>
                  <a:lnTo>
                    <a:pt x="139202" y="154305"/>
                  </a:lnTo>
                  <a:lnTo>
                    <a:pt x="165719" y="120277"/>
                  </a:lnTo>
                  <a:lnTo>
                    <a:pt x="206317" y="106355"/>
                  </a:lnTo>
                  <a:lnTo>
                    <a:pt x="237744" y="103894"/>
                  </a:lnTo>
                  <a:lnTo>
                    <a:pt x="376946" y="103894"/>
                  </a:lnTo>
                  <a:lnTo>
                    <a:pt x="376946" y="22479"/>
                  </a:lnTo>
                  <a:lnTo>
                    <a:pt x="329017" y="8603"/>
                  </a:lnTo>
                  <a:lnTo>
                    <a:pt x="273630" y="1352"/>
                  </a:lnTo>
                  <a:lnTo>
                    <a:pt x="252657" y="336"/>
                  </a:lnTo>
                  <a:lnTo>
                    <a:pt x="230367" y="0"/>
                  </a:lnTo>
                  <a:close/>
                </a:path>
                <a:path w="1527809" h="607060">
                  <a:moveTo>
                    <a:pt x="376946" y="103894"/>
                  </a:moveTo>
                  <a:lnTo>
                    <a:pt x="237744" y="103894"/>
                  </a:lnTo>
                  <a:lnTo>
                    <a:pt x="246047" y="104057"/>
                  </a:lnTo>
                  <a:lnTo>
                    <a:pt x="254591" y="104541"/>
                  </a:lnTo>
                  <a:lnTo>
                    <a:pt x="299763" y="111534"/>
                  </a:lnTo>
                  <a:lnTo>
                    <a:pt x="336056" y="123136"/>
                  </a:lnTo>
                  <a:lnTo>
                    <a:pt x="376946" y="144911"/>
                  </a:lnTo>
                  <a:lnTo>
                    <a:pt x="376946" y="103894"/>
                  </a:lnTo>
                  <a:close/>
                </a:path>
              </a:pathLst>
            </a:custGeom>
            <a:solidFill>
              <a:srgbClr val="FFFF00"/>
            </a:solidFill>
          </p:spPr>
          <p:txBody>
            <a:bodyPr wrap="square" lIns="0" tIns="0" rIns="0" bIns="0" rtlCol="0"/>
            <a:lstStyle/>
            <a:p>
              <a:endParaRPr/>
            </a:p>
          </p:txBody>
        </p:sp>
        <p:sp>
          <p:nvSpPr>
            <p:cNvPr id="39" name="object 39"/>
            <p:cNvSpPr/>
            <p:nvPr/>
          </p:nvSpPr>
          <p:spPr>
            <a:xfrm>
              <a:off x="7078858" y="5061835"/>
              <a:ext cx="1527810" cy="607060"/>
            </a:xfrm>
            <a:custGeom>
              <a:avLst/>
              <a:gdLst/>
              <a:ahLst/>
              <a:cxnLst/>
              <a:rect l="l" t="t" r="r" b="b"/>
              <a:pathLst>
                <a:path w="1527809" h="607060">
                  <a:moveTo>
                    <a:pt x="1243340" y="113800"/>
                  </a:moveTo>
                  <a:lnTo>
                    <a:pt x="1180939" y="126847"/>
                  </a:lnTo>
                  <a:lnTo>
                    <a:pt x="1132850" y="165997"/>
                  </a:lnTo>
                  <a:lnTo>
                    <a:pt x="1102156" y="226543"/>
                  </a:lnTo>
                  <a:lnTo>
                    <a:pt x="1091945" y="304037"/>
                  </a:lnTo>
                  <a:lnTo>
                    <a:pt x="1094496" y="345380"/>
                  </a:lnTo>
                  <a:lnTo>
                    <a:pt x="1114937" y="414340"/>
                  </a:lnTo>
                  <a:lnTo>
                    <a:pt x="1154888" y="464203"/>
                  </a:lnTo>
                  <a:lnTo>
                    <a:pt x="1208463" y="489594"/>
                  </a:lnTo>
                  <a:lnTo>
                    <a:pt x="1240017" y="492764"/>
                  </a:lnTo>
                  <a:lnTo>
                    <a:pt x="1272453" y="489671"/>
                  </a:lnTo>
                  <a:lnTo>
                    <a:pt x="1326707" y="465007"/>
                  </a:lnTo>
                  <a:lnTo>
                    <a:pt x="1366066" y="416417"/>
                  </a:lnTo>
                  <a:lnTo>
                    <a:pt x="1386107" y="347944"/>
                  </a:lnTo>
                  <a:lnTo>
                    <a:pt x="1388607" y="306586"/>
                  </a:lnTo>
                  <a:lnTo>
                    <a:pt x="1386178" y="263431"/>
                  </a:lnTo>
                  <a:lnTo>
                    <a:pt x="1378892" y="225385"/>
                  </a:lnTo>
                  <a:lnTo>
                    <a:pt x="1349745" y="164473"/>
                  </a:lnTo>
                  <a:lnTo>
                    <a:pt x="1303732" y="126465"/>
                  </a:lnTo>
                  <a:lnTo>
                    <a:pt x="1243340" y="113800"/>
                  </a:lnTo>
                  <a:close/>
                </a:path>
                <a:path w="1527809" h="607060">
                  <a:moveTo>
                    <a:pt x="444367" y="9787"/>
                  </a:moveTo>
                  <a:lnTo>
                    <a:pt x="910955" y="9787"/>
                  </a:lnTo>
                  <a:lnTo>
                    <a:pt x="910955" y="117479"/>
                  </a:lnTo>
                  <a:lnTo>
                    <a:pt x="743590" y="117479"/>
                  </a:lnTo>
                  <a:lnTo>
                    <a:pt x="743590" y="596706"/>
                  </a:lnTo>
                  <a:lnTo>
                    <a:pt x="611002" y="596706"/>
                  </a:lnTo>
                  <a:lnTo>
                    <a:pt x="611002" y="117479"/>
                  </a:lnTo>
                  <a:lnTo>
                    <a:pt x="444367" y="117479"/>
                  </a:lnTo>
                  <a:lnTo>
                    <a:pt x="444367" y="9787"/>
                  </a:lnTo>
                  <a:close/>
                </a:path>
                <a:path w="1527809" h="607060">
                  <a:moveTo>
                    <a:pt x="1246997" y="0"/>
                  </a:moveTo>
                  <a:lnTo>
                    <a:pt x="1295355" y="3291"/>
                  </a:lnTo>
                  <a:lnTo>
                    <a:pt x="1339850" y="13167"/>
                  </a:lnTo>
                  <a:lnTo>
                    <a:pt x="1380486" y="29626"/>
                  </a:lnTo>
                  <a:lnTo>
                    <a:pt x="1417270" y="52669"/>
                  </a:lnTo>
                  <a:lnTo>
                    <a:pt x="1450207" y="82295"/>
                  </a:lnTo>
                  <a:lnTo>
                    <a:pt x="1478129" y="117258"/>
                  </a:lnTo>
                  <a:lnTo>
                    <a:pt x="1499855" y="156443"/>
                  </a:lnTo>
                  <a:lnTo>
                    <a:pt x="1515381" y="199839"/>
                  </a:lnTo>
                  <a:lnTo>
                    <a:pt x="1524701" y="247434"/>
                  </a:lnTo>
                  <a:lnTo>
                    <a:pt x="1527809" y="299216"/>
                  </a:lnTo>
                  <a:lnTo>
                    <a:pt x="1524594" y="352389"/>
                  </a:lnTo>
                  <a:lnTo>
                    <a:pt x="1514947" y="401271"/>
                  </a:lnTo>
                  <a:lnTo>
                    <a:pt x="1498868" y="445868"/>
                  </a:lnTo>
                  <a:lnTo>
                    <a:pt x="1476353" y="486186"/>
                  </a:lnTo>
                  <a:lnTo>
                    <a:pt x="1447403" y="522232"/>
                  </a:lnTo>
                  <a:lnTo>
                    <a:pt x="1413240" y="552720"/>
                  </a:lnTo>
                  <a:lnTo>
                    <a:pt x="1375189" y="576436"/>
                  </a:lnTo>
                  <a:lnTo>
                    <a:pt x="1333240" y="593378"/>
                  </a:lnTo>
                  <a:lnTo>
                    <a:pt x="1287384" y="603544"/>
                  </a:lnTo>
                  <a:lnTo>
                    <a:pt x="1237609" y="606932"/>
                  </a:lnTo>
                  <a:lnTo>
                    <a:pt x="1189043" y="603651"/>
                  </a:lnTo>
                  <a:lnTo>
                    <a:pt x="1144216" y="593806"/>
                  </a:lnTo>
                  <a:lnTo>
                    <a:pt x="1103122" y="577398"/>
                  </a:lnTo>
                  <a:lnTo>
                    <a:pt x="1065757" y="554429"/>
                  </a:lnTo>
                  <a:lnTo>
                    <a:pt x="1032113" y="524899"/>
                  </a:lnTo>
                  <a:lnTo>
                    <a:pt x="1003528" y="490070"/>
                  </a:lnTo>
                  <a:lnTo>
                    <a:pt x="981303" y="451275"/>
                  </a:lnTo>
                  <a:lnTo>
                    <a:pt x="965434" y="408507"/>
                  </a:lnTo>
                  <a:lnTo>
                    <a:pt x="955915" y="361760"/>
                  </a:lnTo>
                  <a:lnTo>
                    <a:pt x="952743" y="311027"/>
                  </a:lnTo>
                  <a:lnTo>
                    <a:pt x="955975" y="257518"/>
                  </a:lnTo>
                  <a:lnTo>
                    <a:pt x="965665" y="208253"/>
                  </a:lnTo>
                  <a:lnTo>
                    <a:pt x="981804" y="163239"/>
                  </a:lnTo>
                  <a:lnTo>
                    <a:pt x="1004383" y="122481"/>
                  </a:lnTo>
                  <a:lnTo>
                    <a:pt x="1033393" y="85987"/>
                  </a:lnTo>
                  <a:lnTo>
                    <a:pt x="1067734" y="54998"/>
                  </a:lnTo>
                  <a:lnTo>
                    <a:pt x="1106269" y="30917"/>
                  </a:lnTo>
                  <a:lnTo>
                    <a:pt x="1148994" y="13732"/>
                  </a:lnTo>
                  <a:lnTo>
                    <a:pt x="1195905" y="3431"/>
                  </a:lnTo>
                  <a:lnTo>
                    <a:pt x="1246997" y="0"/>
                  </a:lnTo>
                  <a:close/>
                </a:path>
                <a:path w="1527809" h="607060">
                  <a:moveTo>
                    <a:pt x="230367" y="0"/>
                  </a:moveTo>
                  <a:lnTo>
                    <a:pt x="273630" y="1352"/>
                  </a:lnTo>
                  <a:lnTo>
                    <a:pt x="311657" y="5465"/>
                  </a:lnTo>
                  <a:lnTo>
                    <a:pt x="361644" y="17123"/>
                  </a:lnTo>
                  <a:lnTo>
                    <a:pt x="376946" y="22478"/>
                  </a:lnTo>
                  <a:lnTo>
                    <a:pt x="376946" y="144911"/>
                  </a:lnTo>
                  <a:lnTo>
                    <a:pt x="369422" y="139932"/>
                  </a:lnTo>
                  <a:lnTo>
                    <a:pt x="361542" y="135275"/>
                  </a:lnTo>
                  <a:lnTo>
                    <a:pt x="318154" y="116658"/>
                  </a:lnTo>
                  <a:lnTo>
                    <a:pt x="272399" y="106430"/>
                  </a:lnTo>
                  <a:lnTo>
                    <a:pt x="237743" y="103894"/>
                  </a:lnTo>
                  <a:lnTo>
                    <a:pt x="226757" y="104175"/>
                  </a:lnTo>
                  <a:lnTo>
                    <a:pt x="187982" y="110592"/>
                  </a:lnTo>
                  <a:lnTo>
                    <a:pt x="154506" y="128848"/>
                  </a:lnTo>
                  <a:lnTo>
                    <a:pt x="139202" y="154304"/>
                  </a:lnTo>
                  <a:lnTo>
                    <a:pt x="139202" y="163330"/>
                  </a:lnTo>
                  <a:lnTo>
                    <a:pt x="156370" y="201047"/>
                  </a:lnTo>
                  <a:lnTo>
                    <a:pt x="193936" y="227214"/>
                  </a:lnTo>
                  <a:lnTo>
                    <a:pt x="237518" y="247574"/>
                  </a:lnTo>
                  <a:lnTo>
                    <a:pt x="250057" y="252865"/>
                  </a:lnTo>
                  <a:lnTo>
                    <a:pt x="267231" y="260390"/>
                  </a:lnTo>
                  <a:lnTo>
                    <a:pt x="313303" y="284225"/>
                  </a:lnTo>
                  <a:lnTo>
                    <a:pt x="350868" y="311502"/>
                  </a:lnTo>
                  <a:lnTo>
                    <a:pt x="379075" y="343985"/>
                  </a:lnTo>
                  <a:lnTo>
                    <a:pt x="396709" y="383297"/>
                  </a:lnTo>
                  <a:lnTo>
                    <a:pt x="402701" y="431804"/>
                  </a:lnTo>
                  <a:lnTo>
                    <a:pt x="401535" y="455325"/>
                  </a:lnTo>
                  <a:lnTo>
                    <a:pt x="392209" y="496563"/>
                  </a:lnTo>
                  <a:lnTo>
                    <a:pt x="373957" y="530112"/>
                  </a:lnTo>
                  <a:lnTo>
                    <a:pt x="333512" y="568250"/>
                  </a:lnTo>
                  <a:lnTo>
                    <a:pt x="299035" y="586010"/>
                  </a:lnTo>
                  <a:lnTo>
                    <a:pt x="259323" y="597932"/>
                  </a:lnTo>
                  <a:lnTo>
                    <a:pt x="215706" y="604683"/>
                  </a:lnTo>
                  <a:lnTo>
                    <a:pt x="169804" y="606932"/>
                  </a:lnTo>
                  <a:lnTo>
                    <a:pt x="145990" y="606421"/>
                  </a:lnTo>
                  <a:lnTo>
                    <a:pt x="100066" y="602326"/>
                  </a:lnTo>
                  <a:lnTo>
                    <a:pt x="56894" y="594140"/>
                  </a:lnTo>
                  <a:lnTo>
                    <a:pt x="19126" y="581861"/>
                  </a:lnTo>
                  <a:lnTo>
                    <a:pt x="2407" y="574179"/>
                  </a:lnTo>
                  <a:lnTo>
                    <a:pt x="2407" y="443234"/>
                  </a:lnTo>
                  <a:lnTo>
                    <a:pt x="20598" y="457241"/>
                  </a:lnTo>
                  <a:lnTo>
                    <a:pt x="39555" y="469366"/>
                  </a:lnTo>
                  <a:lnTo>
                    <a:pt x="79766" y="488060"/>
                  </a:lnTo>
                  <a:lnTo>
                    <a:pt x="121771" y="499205"/>
                  </a:lnTo>
                  <a:lnTo>
                    <a:pt x="164073" y="502919"/>
                  </a:lnTo>
                  <a:lnTo>
                    <a:pt x="176168" y="502654"/>
                  </a:lnTo>
                  <a:lnTo>
                    <a:pt x="216589" y="495999"/>
                  </a:lnTo>
                  <a:lnTo>
                    <a:pt x="253970" y="472367"/>
                  </a:lnTo>
                  <a:lnTo>
                    <a:pt x="263530" y="452128"/>
                  </a:lnTo>
                  <a:lnTo>
                    <a:pt x="263530" y="443615"/>
                  </a:lnTo>
                  <a:lnTo>
                    <a:pt x="248359" y="406314"/>
                  </a:lnTo>
                  <a:lnTo>
                    <a:pt x="218069" y="382321"/>
                  </a:lnTo>
                  <a:lnTo>
                    <a:pt x="174749" y="360535"/>
                  </a:lnTo>
                  <a:lnTo>
                    <a:pt x="136276" y="344174"/>
                  </a:lnTo>
                  <a:lnTo>
                    <a:pt x="104083" y="329078"/>
                  </a:lnTo>
                  <a:lnTo>
                    <a:pt x="52831" y="294078"/>
                  </a:lnTo>
                  <a:lnTo>
                    <a:pt x="19018" y="252457"/>
                  </a:lnTo>
                  <a:lnTo>
                    <a:pt x="2117" y="202545"/>
                  </a:lnTo>
                  <a:lnTo>
                    <a:pt x="0" y="174379"/>
                  </a:lnTo>
                  <a:lnTo>
                    <a:pt x="1144" y="152231"/>
                  </a:lnTo>
                  <a:lnTo>
                    <a:pt x="10338" y="112797"/>
                  </a:lnTo>
                  <a:lnTo>
                    <a:pt x="40157" y="65488"/>
                  </a:lnTo>
                  <a:lnTo>
                    <a:pt x="85037" y="31379"/>
                  </a:lnTo>
                  <a:lnTo>
                    <a:pt x="121746" y="15724"/>
                  </a:lnTo>
                  <a:lnTo>
                    <a:pt x="163150" y="5630"/>
                  </a:lnTo>
                  <a:lnTo>
                    <a:pt x="207341" y="622"/>
                  </a:lnTo>
                  <a:lnTo>
                    <a:pt x="230367" y="0"/>
                  </a:lnTo>
                  <a:close/>
                </a:path>
              </a:pathLst>
            </a:custGeom>
            <a:ln w="12191">
              <a:solidFill>
                <a:srgbClr val="000000"/>
              </a:solidFill>
            </a:ln>
          </p:spPr>
          <p:txBody>
            <a:bodyPr wrap="square" lIns="0" tIns="0" rIns="0" bIns="0" rtlCol="0"/>
            <a:lstStyle/>
            <a:p>
              <a:endParaRPr/>
            </a:p>
          </p:txBody>
        </p:sp>
        <p:sp>
          <p:nvSpPr>
            <p:cNvPr id="40" name="object 40"/>
            <p:cNvSpPr/>
            <p:nvPr/>
          </p:nvSpPr>
          <p:spPr>
            <a:xfrm>
              <a:off x="7647828" y="6077474"/>
              <a:ext cx="429259" cy="587375"/>
            </a:xfrm>
            <a:custGeom>
              <a:avLst/>
              <a:gdLst/>
              <a:ahLst/>
              <a:cxnLst/>
              <a:rect l="l" t="t" r="r" b="b"/>
              <a:pathLst>
                <a:path w="429259" h="587375">
                  <a:moveTo>
                    <a:pt x="207111" y="0"/>
                  </a:moveTo>
                  <a:lnTo>
                    <a:pt x="0" y="0"/>
                  </a:lnTo>
                  <a:lnTo>
                    <a:pt x="0" y="586906"/>
                  </a:lnTo>
                  <a:lnTo>
                    <a:pt x="132191" y="586906"/>
                  </a:lnTo>
                  <a:lnTo>
                    <a:pt x="132191" y="384715"/>
                  </a:lnTo>
                  <a:lnTo>
                    <a:pt x="195193" y="384715"/>
                  </a:lnTo>
                  <a:lnTo>
                    <a:pt x="245745" y="381301"/>
                  </a:lnTo>
                  <a:lnTo>
                    <a:pt x="290927" y="371058"/>
                  </a:lnTo>
                  <a:lnTo>
                    <a:pt x="330755" y="353984"/>
                  </a:lnTo>
                  <a:lnTo>
                    <a:pt x="365241" y="330077"/>
                  </a:lnTo>
                  <a:lnTo>
                    <a:pt x="393080" y="300649"/>
                  </a:lnTo>
                  <a:lnTo>
                    <a:pt x="402656" y="284439"/>
                  </a:lnTo>
                  <a:lnTo>
                    <a:pt x="132191" y="284439"/>
                  </a:lnTo>
                  <a:lnTo>
                    <a:pt x="132191" y="101501"/>
                  </a:lnTo>
                  <a:lnTo>
                    <a:pt x="412715" y="101501"/>
                  </a:lnTo>
                  <a:lnTo>
                    <a:pt x="410752" y="95428"/>
                  </a:lnTo>
                  <a:lnTo>
                    <a:pt x="388125" y="61073"/>
                  </a:lnTo>
                  <a:lnTo>
                    <a:pt x="356448" y="34352"/>
                  </a:lnTo>
                  <a:lnTo>
                    <a:pt x="315719" y="15267"/>
                  </a:lnTo>
                  <a:lnTo>
                    <a:pt x="265941" y="3816"/>
                  </a:lnTo>
                  <a:lnTo>
                    <a:pt x="207111" y="0"/>
                  </a:lnTo>
                  <a:close/>
                </a:path>
                <a:path w="429259" h="587375">
                  <a:moveTo>
                    <a:pt x="412715" y="101501"/>
                  </a:moveTo>
                  <a:lnTo>
                    <a:pt x="184129" y="101501"/>
                  </a:lnTo>
                  <a:lnTo>
                    <a:pt x="230383" y="107153"/>
                  </a:lnTo>
                  <a:lnTo>
                    <a:pt x="263404" y="124110"/>
                  </a:lnTo>
                  <a:lnTo>
                    <a:pt x="283206" y="152373"/>
                  </a:lnTo>
                  <a:lnTo>
                    <a:pt x="289803" y="191941"/>
                  </a:lnTo>
                  <a:lnTo>
                    <a:pt x="283206" y="232412"/>
                  </a:lnTo>
                  <a:lnTo>
                    <a:pt x="263404" y="261318"/>
                  </a:lnTo>
                  <a:lnTo>
                    <a:pt x="230383" y="278659"/>
                  </a:lnTo>
                  <a:lnTo>
                    <a:pt x="184129" y="284439"/>
                  </a:lnTo>
                  <a:lnTo>
                    <a:pt x="402656" y="284439"/>
                  </a:lnTo>
                  <a:lnTo>
                    <a:pt x="412958" y="267000"/>
                  </a:lnTo>
                  <a:lnTo>
                    <a:pt x="424880" y="229132"/>
                  </a:lnTo>
                  <a:lnTo>
                    <a:pt x="428853" y="187046"/>
                  </a:lnTo>
                  <a:lnTo>
                    <a:pt x="424328" y="137419"/>
                  </a:lnTo>
                  <a:lnTo>
                    <a:pt x="412715" y="101501"/>
                  </a:lnTo>
                  <a:close/>
                </a:path>
              </a:pathLst>
            </a:custGeom>
            <a:solidFill>
              <a:srgbClr val="FFFF00"/>
            </a:solidFill>
          </p:spPr>
          <p:txBody>
            <a:bodyPr wrap="square" lIns="0" tIns="0" rIns="0" bIns="0" rtlCol="0"/>
            <a:lstStyle/>
            <a:p>
              <a:endParaRPr/>
            </a:p>
          </p:txBody>
        </p:sp>
        <p:sp>
          <p:nvSpPr>
            <p:cNvPr id="41" name="object 41"/>
            <p:cNvSpPr/>
            <p:nvPr/>
          </p:nvSpPr>
          <p:spPr>
            <a:xfrm>
              <a:off x="7773923" y="6172879"/>
              <a:ext cx="169804" cy="195129"/>
            </a:xfrm>
            <a:prstGeom prst="rect">
              <a:avLst/>
            </a:prstGeom>
            <a:blipFill>
              <a:blip r:embed="rId10" cstate="print"/>
              <a:stretch>
                <a:fillRect/>
              </a:stretch>
            </a:blipFill>
          </p:spPr>
          <p:txBody>
            <a:bodyPr wrap="square" lIns="0" tIns="0" rIns="0" bIns="0" rtlCol="0"/>
            <a:lstStyle/>
            <a:p>
              <a:endParaRPr/>
            </a:p>
          </p:txBody>
        </p:sp>
        <p:sp>
          <p:nvSpPr>
            <p:cNvPr id="42" name="object 42"/>
            <p:cNvSpPr/>
            <p:nvPr/>
          </p:nvSpPr>
          <p:spPr>
            <a:xfrm>
              <a:off x="7647828" y="6077474"/>
              <a:ext cx="429259" cy="587375"/>
            </a:xfrm>
            <a:custGeom>
              <a:avLst/>
              <a:gdLst/>
              <a:ahLst/>
              <a:cxnLst/>
              <a:rect l="l" t="t" r="r" b="b"/>
              <a:pathLst>
                <a:path w="429259" h="587375">
                  <a:moveTo>
                    <a:pt x="0" y="0"/>
                  </a:moveTo>
                  <a:lnTo>
                    <a:pt x="207111" y="0"/>
                  </a:lnTo>
                  <a:lnTo>
                    <a:pt x="265941" y="3816"/>
                  </a:lnTo>
                  <a:lnTo>
                    <a:pt x="315719" y="15267"/>
                  </a:lnTo>
                  <a:lnTo>
                    <a:pt x="356448" y="34352"/>
                  </a:lnTo>
                  <a:lnTo>
                    <a:pt x="388125" y="61073"/>
                  </a:lnTo>
                  <a:lnTo>
                    <a:pt x="410752" y="95428"/>
                  </a:lnTo>
                  <a:lnTo>
                    <a:pt x="424328" y="137419"/>
                  </a:lnTo>
                  <a:lnTo>
                    <a:pt x="428853" y="187046"/>
                  </a:lnTo>
                  <a:lnTo>
                    <a:pt x="424880" y="229132"/>
                  </a:lnTo>
                  <a:lnTo>
                    <a:pt x="412958" y="267000"/>
                  </a:lnTo>
                  <a:lnTo>
                    <a:pt x="393080" y="300649"/>
                  </a:lnTo>
                  <a:lnTo>
                    <a:pt x="365241" y="330077"/>
                  </a:lnTo>
                  <a:lnTo>
                    <a:pt x="330755" y="353984"/>
                  </a:lnTo>
                  <a:lnTo>
                    <a:pt x="290927" y="371058"/>
                  </a:lnTo>
                  <a:lnTo>
                    <a:pt x="245745" y="381301"/>
                  </a:lnTo>
                  <a:lnTo>
                    <a:pt x="195193" y="384715"/>
                  </a:lnTo>
                  <a:lnTo>
                    <a:pt x="132191" y="384715"/>
                  </a:lnTo>
                  <a:lnTo>
                    <a:pt x="132191" y="586906"/>
                  </a:lnTo>
                  <a:lnTo>
                    <a:pt x="0" y="586906"/>
                  </a:lnTo>
                  <a:lnTo>
                    <a:pt x="0" y="0"/>
                  </a:lnTo>
                  <a:close/>
                </a:path>
              </a:pathLst>
            </a:custGeom>
            <a:ln w="12191">
              <a:solidFill>
                <a:srgbClr val="000000"/>
              </a:solidFill>
            </a:ln>
          </p:spPr>
          <p:txBody>
            <a:bodyPr wrap="square" lIns="0" tIns="0" rIns="0" bIns="0" rtlCol="0"/>
            <a:lstStyle/>
            <a:p>
              <a:endParaRPr/>
            </a:p>
          </p:txBody>
        </p:sp>
        <p:sp>
          <p:nvSpPr>
            <p:cNvPr id="43" name="object 43"/>
            <p:cNvSpPr/>
            <p:nvPr/>
          </p:nvSpPr>
          <p:spPr>
            <a:xfrm>
              <a:off x="6748272" y="5207508"/>
              <a:ext cx="2218944" cy="1344167"/>
            </a:xfrm>
            <a:prstGeom prst="rect">
              <a:avLst/>
            </a:prstGeom>
            <a:blipFill>
              <a:blip r:embed="rId11" cstate="print"/>
              <a:stretch>
                <a:fillRect/>
              </a:stretch>
            </a:blipFill>
          </p:spPr>
          <p:txBody>
            <a:bodyPr wrap="square" lIns="0" tIns="0" rIns="0" bIns="0" rtlCol="0"/>
            <a:lstStyle/>
            <a:p>
              <a:endParaRPr/>
            </a:p>
          </p:txBody>
        </p:sp>
        <p:sp>
          <p:nvSpPr>
            <p:cNvPr id="44" name="object 44"/>
            <p:cNvSpPr/>
            <p:nvPr/>
          </p:nvSpPr>
          <p:spPr>
            <a:xfrm>
              <a:off x="6886956" y="4888990"/>
              <a:ext cx="2257043" cy="1969008"/>
            </a:xfrm>
            <a:prstGeom prst="rect">
              <a:avLst/>
            </a:prstGeom>
            <a:blipFill>
              <a:blip r:embed="rId12" cstate="print"/>
              <a:stretch>
                <a:fillRect/>
              </a:stretch>
            </a:blipFill>
          </p:spPr>
          <p:txBody>
            <a:bodyPr wrap="square" lIns="0" tIns="0" rIns="0" bIns="0" rtlCol="0"/>
            <a:lstStyle/>
            <a:p>
              <a:endParaRPr/>
            </a:p>
          </p:txBody>
        </p:sp>
        <p:sp>
          <p:nvSpPr>
            <p:cNvPr id="45" name="object 45"/>
            <p:cNvSpPr/>
            <p:nvPr/>
          </p:nvSpPr>
          <p:spPr>
            <a:xfrm>
              <a:off x="6829684" y="5267575"/>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00"/>
                  </a:lnTo>
                  <a:lnTo>
                    <a:pt x="4719" y="998362"/>
                  </a:lnTo>
                  <a:lnTo>
                    <a:pt x="18257" y="1042010"/>
                  </a:lnTo>
                  <a:lnTo>
                    <a:pt x="39683" y="1081508"/>
                  </a:lnTo>
                  <a:lnTo>
                    <a:pt x="68065" y="1115922"/>
                  </a:lnTo>
                  <a:lnTo>
                    <a:pt x="102472" y="1144316"/>
                  </a:lnTo>
                  <a:lnTo>
                    <a:pt x="141973" y="1165755"/>
                  </a:lnTo>
                  <a:lnTo>
                    <a:pt x="185636" y="1179304"/>
                  </a:lnTo>
                  <a:lnTo>
                    <a:pt x="232531" y="1184029"/>
                  </a:lnTo>
                  <a:lnTo>
                    <a:pt x="1824868" y="1184029"/>
                  </a:lnTo>
                  <a:lnTo>
                    <a:pt x="1871719" y="1179304"/>
                  </a:lnTo>
                  <a:lnTo>
                    <a:pt x="1915362" y="1165755"/>
                  </a:lnTo>
                  <a:lnTo>
                    <a:pt x="1954860" y="1144316"/>
                  </a:lnTo>
                  <a:lnTo>
                    <a:pt x="1989277" y="1115922"/>
                  </a:lnTo>
                  <a:lnTo>
                    <a:pt x="2017676" y="1081508"/>
                  </a:lnTo>
                  <a:lnTo>
                    <a:pt x="2039120" y="1042010"/>
                  </a:lnTo>
                  <a:lnTo>
                    <a:pt x="2052674" y="998362"/>
                  </a:lnTo>
                  <a:lnTo>
                    <a:pt x="2057399" y="951500"/>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46" name="object 46"/>
            <p:cNvSpPr/>
            <p:nvPr/>
          </p:nvSpPr>
          <p:spPr>
            <a:xfrm>
              <a:off x="6829684" y="5267575"/>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00"/>
                  </a:lnTo>
                  <a:lnTo>
                    <a:pt x="2052674" y="998362"/>
                  </a:lnTo>
                  <a:lnTo>
                    <a:pt x="2039120" y="1042010"/>
                  </a:lnTo>
                  <a:lnTo>
                    <a:pt x="2017676" y="1081508"/>
                  </a:lnTo>
                  <a:lnTo>
                    <a:pt x="1989277" y="1115922"/>
                  </a:lnTo>
                  <a:lnTo>
                    <a:pt x="1954860" y="1144316"/>
                  </a:lnTo>
                  <a:lnTo>
                    <a:pt x="1915362" y="1165755"/>
                  </a:lnTo>
                  <a:lnTo>
                    <a:pt x="1871719" y="1179304"/>
                  </a:lnTo>
                  <a:lnTo>
                    <a:pt x="1824868" y="1184029"/>
                  </a:lnTo>
                  <a:lnTo>
                    <a:pt x="232531" y="1184029"/>
                  </a:lnTo>
                  <a:lnTo>
                    <a:pt x="185636" y="1179304"/>
                  </a:lnTo>
                  <a:lnTo>
                    <a:pt x="141973" y="1165755"/>
                  </a:lnTo>
                  <a:lnTo>
                    <a:pt x="102472" y="1144316"/>
                  </a:lnTo>
                  <a:lnTo>
                    <a:pt x="68065" y="1115922"/>
                  </a:lnTo>
                  <a:lnTo>
                    <a:pt x="39683" y="1081508"/>
                  </a:lnTo>
                  <a:lnTo>
                    <a:pt x="18257" y="1042010"/>
                  </a:lnTo>
                  <a:lnTo>
                    <a:pt x="4719"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47" name="object 47"/>
            <p:cNvSpPr/>
            <p:nvPr/>
          </p:nvSpPr>
          <p:spPr>
            <a:xfrm>
              <a:off x="6928104" y="4910328"/>
              <a:ext cx="1895855" cy="1947671"/>
            </a:xfrm>
            <a:prstGeom prst="rect">
              <a:avLst/>
            </a:prstGeom>
            <a:blipFill>
              <a:blip r:embed="rId13" cstate="print"/>
              <a:stretch>
                <a:fillRect/>
              </a:stretch>
            </a:blipFill>
          </p:spPr>
          <p:txBody>
            <a:bodyPr wrap="square" lIns="0" tIns="0" rIns="0" bIns="0" rtlCol="0"/>
            <a:lstStyle/>
            <a:p>
              <a:endParaRPr/>
            </a:p>
          </p:txBody>
        </p:sp>
        <p:sp>
          <p:nvSpPr>
            <p:cNvPr id="48" name="object 48"/>
            <p:cNvSpPr/>
            <p:nvPr/>
          </p:nvSpPr>
          <p:spPr>
            <a:xfrm>
              <a:off x="7670291" y="5503795"/>
              <a:ext cx="307975" cy="727710"/>
            </a:xfrm>
            <a:custGeom>
              <a:avLst/>
              <a:gdLst/>
              <a:ahLst/>
              <a:cxnLst/>
              <a:rect l="l" t="t" r="r" b="b"/>
              <a:pathLst>
                <a:path w="307975" h="727710">
                  <a:moveTo>
                    <a:pt x="307726" y="0"/>
                  </a:moveTo>
                  <a:lnTo>
                    <a:pt x="212994" y="0"/>
                  </a:lnTo>
                  <a:lnTo>
                    <a:pt x="190506" y="16316"/>
                  </a:lnTo>
                  <a:lnTo>
                    <a:pt x="166706" y="31929"/>
                  </a:lnTo>
                  <a:lnTo>
                    <a:pt x="115183" y="61091"/>
                  </a:lnTo>
                  <a:lnTo>
                    <a:pt x="59363" y="86391"/>
                  </a:lnTo>
                  <a:lnTo>
                    <a:pt x="0" y="106728"/>
                  </a:lnTo>
                  <a:lnTo>
                    <a:pt x="0" y="238755"/>
                  </a:lnTo>
                  <a:lnTo>
                    <a:pt x="42306" y="230565"/>
                  </a:lnTo>
                  <a:lnTo>
                    <a:pt x="83454" y="216670"/>
                  </a:lnTo>
                  <a:lnTo>
                    <a:pt x="120914" y="198299"/>
                  </a:lnTo>
                  <a:lnTo>
                    <a:pt x="151394" y="176713"/>
                  </a:lnTo>
                  <a:lnTo>
                    <a:pt x="151394" y="727649"/>
                  </a:lnTo>
                  <a:lnTo>
                    <a:pt x="307726" y="727649"/>
                  </a:lnTo>
                  <a:lnTo>
                    <a:pt x="307726" y="0"/>
                  </a:lnTo>
                  <a:close/>
                </a:path>
              </a:pathLst>
            </a:custGeom>
            <a:solidFill>
              <a:srgbClr val="FFFF00"/>
            </a:solidFill>
          </p:spPr>
          <p:txBody>
            <a:bodyPr wrap="square" lIns="0" tIns="0" rIns="0" bIns="0" rtlCol="0"/>
            <a:lstStyle/>
            <a:p>
              <a:endParaRPr/>
            </a:p>
          </p:txBody>
        </p:sp>
        <p:sp>
          <p:nvSpPr>
            <p:cNvPr id="49" name="object 49"/>
            <p:cNvSpPr/>
            <p:nvPr/>
          </p:nvSpPr>
          <p:spPr>
            <a:xfrm>
              <a:off x="7670291" y="5503795"/>
              <a:ext cx="307975" cy="727710"/>
            </a:xfrm>
            <a:custGeom>
              <a:avLst/>
              <a:gdLst/>
              <a:ahLst/>
              <a:cxnLst/>
              <a:rect l="l" t="t" r="r" b="b"/>
              <a:pathLst>
                <a:path w="307975" h="727710">
                  <a:moveTo>
                    <a:pt x="212994" y="0"/>
                  </a:moveTo>
                  <a:lnTo>
                    <a:pt x="307726" y="0"/>
                  </a:lnTo>
                  <a:lnTo>
                    <a:pt x="307726" y="727649"/>
                  </a:lnTo>
                  <a:lnTo>
                    <a:pt x="151394" y="727649"/>
                  </a:lnTo>
                  <a:lnTo>
                    <a:pt x="151394" y="176713"/>
                  </a:lnTo>
                  <a:lnTo>
                    <a:pt x="144685" y="182343"/>
                  </a:lnTo>
                  <a:lnTo>
                    <a:pt x="111927" y="203264"/>
                  </a:lnTo>
                  <a:lnTo>
                    <a:pt x="73441" y="220605"/>
                  </a:lnTo>
                  <a:lnTo>
                    <a:pt x="31602" y="233220"/>
                  </a:lnTo>
                  <a:lnTo>
                    <a:pt x="0" y="238755"/>
                  </a:lnTo>
                  <a:lnTo>
                    <a:pt x="0" y="106728"/>
                  </a:lnTo>
                  <a:lnTo>
                    <a:pt x="30131" y="97175"/>
                  </a:lnTo>
                  <a:lnTo>
                    <a:pt x="59363" y="86391"/>
                  </a:lnTo>
                  <a:lnTo>
                    <a:pt x="115183" y="61091"/>
                  </a:lnTo>
                  <a:lnTo>
                    <a:pt x="166706" y="31929"/>
                  </a:lnTo>
                  <a:lnTo>
                    <a:pt x="190506" y="16316"/>
                  </a:lnTo>
                  <a:lnTo>
                    <a:pt x="212994" y="0"/>
                  </a:lnTo>
                  <a:close/>
                </a:path>
              </a:pathLst>
            </a:custGeom>
            <a:ln w="12191">
              <a:solidFill>
                <a:srgbClr val="000000"/>
              </a:solidFill>
            </a:ln>
          </p:spPr>
          <p:txBody>
            <a:bodyPr wrap="square" lIns="0" tIns="0" rIns="0" bIns="0" rtlCol="0"/>
            <a:lstStyle/>
            <a:p>
              <a:endParaRPr/>
            </a:p>
          </p:txBody>
        </p:sp>
        <p:sp>
          <p:nvSpPr>
            <p:cNvPr id="50" name="object 50"/>
            <p:cNvSpPr/>
            <p:nvPr/>
          </p:nvSpPr>
          <p:spPr>
            <a:xfrm>
              <a:off x="6739128" y="5193792"/>
              <a:ext cx="2218944" cy="1345692"/>
            </a:xfrm>
            <a:prstGeom prst="rect">
              <a:avLst/>
            </a:prstGeom>
            <a:blipFill>
              <a:blip r:embed="rId14" cstate="print"/>
              <a:stretch>
                <a:fillRect/>
              </a:stretch>
            </a:blipFill>
          </p:spPr>
          <p:txBody>
            <a:bodyPr wrap="square" lIns="0" tIns="0" rIns="0" bIns="0" rtlCol="0"/>
            <a:lstStyle/>
            <a:p>
              <a:endParaRPr/>
            </a:p>
          </p:txBody>
        </p:sp>
        <p:sp>
          <p:nvSpPr>
            <p:cNvPr id="51" name="object 51"/>
            <p:cNvSpPr/>
            <p:nvPr/>
          </p:nvSpPr>
          <p:spPr>
            <a:xfrm>
              <a:off x="6877812" y="4876798"/>
              <a:ext cx="2258568" cy="1981200"/>
            </a:xfrm>
            <a:prstGeom prst="rect">
              <a:avLst/>
            </a:prstGeom>
            <a:blipFill>
              <a:blip r:embed="rId15" cstate="print"/>
              <a:stretch>
                <a:fillRect/>
              </a:stretch>
            </a:blipFill>
          </p:spPr>
          <p:txBody>
            <a:bodyPr wrap="square" lIns="0" tIns="0" rIns="0" bIns="0" rtlCol="0"/>
            <a:lstStyle/>
            <a:p>
              <a:endParaRPr/>
            </a:p>
          </p:txBody>
        </p:sp>
        <p:sp>
          <p:nvSpPr>
            <p:cNvPr id="52" name="object 52"/>
            <p:cNvSpPr/>
            <p:nvPr/>
          </p:nvSpPr>
          <p:spPr>
            <a:xfrm>
              <a:off x="6820143" y="5254883"/>
              <a:ext cx="2057400" cy="1184275"/>
            </a:xfrm>
            <a:custGeom>
              <a:avLst/>
              <a:gdLst/>
              <a:ahLst/>
              <a:cxnLst/>
              <a:rect l="l" t="t" r="r" b="b"/>
              <a:pathLst>
                <a:path w="2057400" h="1184275">
                  <a:moveTo>
                    <a:pt x="1824868" y="0"/>
                  </a:moveTo>
                  <a:lnTo>
                    <a:pt x="232562" y="0"/>
                  </a:lnTo>
                  <a:lnTo>
                    <a:pt x="185701" y="4725"/>
                  </a:lnTo>
                  <a:lnTo>
                    <a:pt x="142050" y="18276"/>
                  </a:lnTo>
                  <a:lnTo>
                    <a:pt x="102547" y="39718"/>
                  </a:lnTo>
                  <a:lnTo>
                    <a:pt x="68126" y="68115"/>
                  </a:lnTo>
                  <a:lnTo>
                    <a:pt x="39725" y="102530"/>
                  </a:lnTo>
                  <a:lnTo>
                    <a:pt x="18279" y="142028"/>
                  </a:lnTo>
                  <a:lnTo>
                    <a:pt x="4726" y="185673"/>
                  </a:lnTo>
                  <a:lnTo>
                    <a:pt x="0" y="232528"/>
                  </a:lnTo>
                  <a:lnTo>
                    <a:pt x="0" y="951488"/>
                  </a:lnTo>
                  <a:lnTo>
                    <a:pt x="4726" y="998354"/>
                  </a:lnTo>
                  <a:lnTo>
                    <a:pt x="18279" y="1042003"/>
                  </a:lnTo>
                  <a:lnTo>
                    <a:pt x="39725" y="1081502"/>
                  </a:lnTo>
                  <a:lnTo>
                    <a:pt x="68126" y="1115915"/>
                  </a:lnTo>
                  <a:lnTo>
                    <a:pt x="102547" y="1144307"/>
                  </a:lnTo>
                  <a:lnTo>
                    <a:pt x="142050" y="1165745"/>
                  </a:lnTo>
                  <a:lnTo>
                    <a:pt x="185701" y="1179293"/>
                  </a:lnTo>
                  <a:lnTo>
                    <a:pt x="232562" y="1184016"/>
                  </a:lnTo>
                  <a:lnTo>
                    <a:pt x="1824868" y="1184016"/>
                  </a:lnTo>
                  <a:lnTo>
                    <a:pt x="1871728" y="1179293"/>
                  </a:lnTo>
                  <a:lnTo>
                    <a:pt x="1915375" y="1165745"/>
                  </a:lnTo>
                  <a:lnTo>
                    <a:pt x="1954873" y="1144307"/>
                  </a:lnTo>
                  <a:lnTo>
                    <a:pt x="1989288" y="1115915"/>
                  </a:lnTo>
                  <a:lnTo>
                    <a:pt x="2017684" y="1081502"/>
                  </a:lnTo>
                  <a:lnTo>
                    <a:pt x="2039124" y="1042003"/>
                  </a:lnTo>
                  <a:lnTo>
                    <a:pt x="2052675" y="998354"/>
                  </a:lnTo>
                  <a:lnTo>
                    <a:pt x="2057399" y="951488"/>
                  </a:lnTo>
                  <a:lnTo>
                    <a:pt x="2057399" y="232528"/>
                  </a:lnTo>
                  <a:lnTo>
                    <a:pt x="2052675" y="185673"/>
                  </a:lnTo>
                  <a:lnTo>
                    <a:pt x="2039124" y="142028"/>
                  </a:lnTo>
                  <a:lnTo>
                    <a:pt x="2017684" y="102530"/>
                  </a:lnTo>
                  <a:lnTo>
                    <a:pt x="1989288" y="68115"/>
                  </a:lnTo>
                  <a:lnTo>
                    <a:pt x="1954873" y="39718"/>
                  </a:lnTo>
                  <a:lnTo>
                    <a:pt x="1915375" y="18276"/>
                  </a:lnTo>
                  <a:lnTo>
                    <a:pt x="1871728" y="4725"/>
                  </a:lnTo>
                  <a:lnTo>
                    <a:pt x="1824868" y="0"/>
                  </a:lnTo>
                  <a:close/>
                </a:path>
              </a:pathLst>
            </a:custGeom>
            <a:solidFill>
              <a:srgbClr val="252525"/>
            </a:solidFill>
          </p:spPr>
          <p:txBody>
            <a:bodyPr wrap="square" lIns="0" tIns="0" rIns="0" bIns="0" rtlCol="0"/>
            <a:lstStyle/>
            <a:p>
              <a:endParaRPr/>
            </a:p>
          </p:txBody>
        </p:sp>
        <p:sp>
          <p:nvSpPr>
            <p:cNvPr id="53" name="object 53"/>
            <p:cNvSpPr/>
            <p:nvPr/>
          </p:nvSpPr>
          <p:spPr>
            <a:xfrm>
              <a:off x="6820143" y="5254883"/>
              <a:ext cx="2057400" cy="1184275"/>
            </a:xfrm>
            <a:custGeom>
              <a:avLst/>
              <a:gdLst/>
              <a:ahLst/>
              <a:cxnLst/>
              <a:rect l="l" t="t" r="r" b="b"/>
              <a:pathLst>
                <a:path w="2057400" h="1184275">
                  <a:moveTo>
                    <a:pt x="0" y="232528"/>
                  </a:moveTo>
                  <a:lnTo>
                    <a:pt x="4726" y="185673"/>
                  </a:lnTo>
                  <a:lnTo>
                    <a:pt x="18279" y="142028"/>
                  </a:lnTo>
                  <a:lnTo>
                    <a:pt x="39725" y="102530"/>
                  </a:lnTo>
                  <a:lnTo>
                    <a:pt x="68126" y="68115"/>
                  </a:lnTo>
                  <a:lnTo>
                    <a:pt x="102547" y="39718"/>
                  </a:lnTo>
                  <a:lnTo>
                    <a:pt x="142050" y="18276"/>
                  </a:lnTo>
                  <a:lnTo>
                    <a:pt x="185701" y="4725"/>
                  </a:lnTo>
                  <a:lnTo>
                    <a:pt x="232562" y="0"/>
                  </a:lnTo>
                  <a:lnTo>
                    <a:pt x="1824868" y="0"/>
                  </a:lnTo>
                  <a:lnTo>
                    <a:pt x="1871728" y="4725"/>
                  </a:lnTo>
                  <a:lnTo>
                    <a:pt x="1915375" y="18276"/>
                  </a:lnTo>
                  <a:lnTo>
                    <a:pt x="1954873" y="39718"/>
                  </a:lnTo>
                  <a:lnTo>
                    <a:pt x="1989288" y="68115"/>
                  </a:lnTo>
                  <a:lnTo>
                    <a:pt x="2017684" y="102530"/>
                  </a:lnTo>
                  <a:lnTo>
                    <a:pt x="2039124" y="142028"/>
                  </a:lnTo>
                  <a:lnTo>
                    <a:pt x="2052675" y="185673"/>
                  </a:lnTo>
                  <a:lnTo>
                    <a:pt x="2057399" y="232528"/>
                  </a:lnTo>
                  <a:lnTo>
                    <a:pt x="2057399" y="951488"/>
                  </a:lnTo>
                  <a:lnTo>
                    <a:pt x="2052675" y="998354"/>
                  </a:lnTo>
                  <a:lnTo>
                    <a:pt x="2039124" y="1042003"/>
                  </a:lnTo>
                  <a:lnTo>
                    <a:pt x="2017684" y="1081502"/>
                  </a:lnTo>
                  <a:lnTo>
                    <a:pt x="1989288" y="1115915"/>
                  </a:lnTo>
                  <a:lnTo>
                    <a:pt x="1954873" y="1144307"/>
                  </a:lnTo>
                  <a:lnTo>
                    <a:pt x="1915375" y="1165745"/>
                  </a:lnTo>
                  <a:lnTo>
                    <a:pt x="1871728" y="1179293"/>
                  </a:lnTo>
                  <a:lnTo>
                    <a:pt x="1824868" y="1184016"/>
                  </a:lnTo>
                  <a:lnTo>
                    <a:pt x="232562" y="1184016"/>
                  </a:lnTo>
                  <a:lnTo>
                    <a:pt x="185701" y="1179293"/>
                  </a:lnTo>
                  <a:lnTo>
                    <a:pt x="142050" y="1165745"/>
                  </a:lnTo>
                  <a:lnTo>
                    <a:pt x="102547" y="1144307"/>
                  </a:lnTo>
                  <a:lnTo>
                    <a:pt x="68126" y="1115915"/>
                  </a:lnTo>
                  <a:lnTo>
                    <a:pt x="39725" y="1081502"/>
                  </a:lnTo>
                  <a:lnTo>
                    <a:pt x="18279" y="1042003"/>
                  </a:lnTo>
                  <a:lnTo>
                    <a:pt x="4726"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54" name="object 54"/>
            <p:cNvSpPr/>
            <p:nvPr/>
          </p:nvSpPr>
          <p:spPr>
            <a:xfrm>
              <a:off x="6918960" y="4898134"/>
              <a:ext cx="1895855" cy="1959864"/>
            </a:xfrm>
            <a:prstGeom prst="rect">
              <a:avLst/>
            </a:prstGeom>
            <a:blipFill>
              <a:blip r:embed="rId16" cstate="print"/>
              <a:stretch>
                <a:fillRect/>
              </a:stretch>
            </a:blipFill>
          </p:spPr>
          <p:txBody>
            <a:bodyPr wrap="square" lIns="0" tIns="0" rIns="0" bIns="0" rtlCol="0"/>
            <a:lstStyle/>
            <a:p>
              <a:endParaRPr/>
            </a:p>
          </p:txBody>
        </p:sp>
        <p:sp>
          <p:nvSpPr>
            <p:cNvPr id="55" name="object 55"/>
            <p:cNvSpPr/>
            <p:nvPr/>
          </p:nvSpPr>
          <p:spPr>
            <a:xfrm>
              <a:off x="7596896" y="5495032"/>
              <a:ext cx="474980" cy="723900"/>
            </a:xfrm>
            <a:custGeom>
              <a:avLst/>
              <a:gdLst/>
              <a:ahLst/>
              <a:cxnLst/>
              <a:rect l="l" t="t" r="r" b="b"/>
              <a:pathLst>
                <a:path w="474979" h="723900">
                  <a:moveTo>
                    <a:pt x="243565" y="0"/>
                  </a:moveTo>
                  <a:lnTo>
                    <a:pt x="186754" y="3761"/>
                  </a:lnTo>
                  <a:lnTo>
                    <a:pt x="132911" y="15037"/>
                  </a:lnTo>
                  <a:lnTo>
                    <a:pt x="82046" y="33814"/>
                  </a:lnTo>
                  <a:lnTo>
                    <a:pt x="34168" y="60079"/>
                  </a:lnTo>
                  <a:lnTo>
                    <a:pt x="34168" y="198083"/>
                  </a:lnTo>
                  <a:lnTo>
                    <a:pt x="76643" y="166164"/>
                  </a:lnTo>
                  <a:lnTo>
                    <a:pt x="120087" y="143364"/>
                  </a:lnTo>
                  <a:lnTo>
                    <a:pt x="164508" y="129683"/>
                  </a:lnTo>
                  <a:lnTo>
                    <a:pt x="209915" y="125123"/>
                  </a:lnTo>
                  <a:lnTo>
                    <a:pt x="234731" y="126581"/>
                  </a:lnTo>
                  <a:lnTo>
                    <a:pt x="274200" y="138248"/>
                  </a:lnTo>
                  <a:lnTo>
                    <a:pt x="308160" y="177362"/>
                  </a:lnTo>
                  <a:lnTo>
                    <a:pt x="314584" y="217444"/>
                  </a:lnTo>
                  <a:lnTo>
                    <a:pt x="314083" y="228934"/>
                  </a:lnTo>
                  <a:lnTo>
                    <a:pt x="302189" y="271632"/>
                  </a:lnTo>
                  <a:lnTo>
                    <a:pt x="274082" y="312130"/>
                  </a:lnTo>
                  <a:lnTo>
                    <a:pt x="242956" y="342518"/>
                  </a:lnTo>
                  <a:lnTo>
                    <a:pt x="203231" y="374158"/>
                  </a:lnTo>
                  <a:lnTo>
                    <a:pt x="172952" y="396200"/>
                  </a:lnTo>
                  <a:lnTo>
                    <a:pt x="157452" y="407848"/>
                  </a:lnTo>
                  <a:lnTo>
                    <a:pt x="125211" y="433102"/>
                  </a:lnTo>
                  <a:lnTo>
                    <a:pt x="93527" y="461640"/>
                  </a:lnTo>
                  <a:lnTo>
                    <a:pt x="64495" y="494144"/>
                  </a:lnTo>
                  <a:lnTo>
                    <a:pt x="39060" y="530876"/>
                  </a:lnTo>
                  <a:lnTo>
                    <a:pt x="18287" y="572073"/>
                  </a:lnTo>
                  <a:lnTo>
                    <a:pt x="4571" y="618299"/>
                  </a:lnTo>
                  <a:lnTo>
                    <a:pt x="0" y="670108"/>
                  </a:lnTo>
                  <a:lnTo>
                    <a:pt x="0" y="723711"/>
                  </a:lnTo>
                  <a:lnTo>
                    <a:pt x="473445" y="723711"/>
                  </a:lnTo>
                  <a:lnTo>
                    <a:pt x="473445" y="593668"/>
                  </a:lnTo>
                  <a:lnTo>
                    <a:pt x="171693" y="593668"/>
                  </a:lnTo>
                  <a:lnTo>
                    <a:pt x="172311" y="586627"/>
                  </a:lnTo>
                  <a:lnTo>
                    <a:pt x="193235" y="548811"/>
                  </a:lnTo>
                  <a:lnTo>
                    <a:pt x="226603" y="516613"/>
                  </a:lnTo>
                  <a:lnTo>
                    <a:pt x="258533" y="491776"/>
                  </a:lnTo>
                  <a:lnTo>
                    <a:pt x="293248" y="466606"/>
                  </a:lnTo>
                  <a:lnTo>
                    <a:pt x="310710" y="454335"/>
                  </a:lnTo>
                  <a:lnTo>
                    <a:pt x="327884" y="441846"/>
                  </a:lnTo>
                  <a:lnTo>
                    <a:pt x="361309" y="416219"/>
                  </a:lnTo>
                  <a:lnTo>
                    <a:pt x="392113" y="388862"/>
                  </a:lnTo>
                  <a:lnTo>
                    <a:pt x="419099" y="358889"/>
                  </a:lnTo>
                  <a:lnTo>
                    <a:pt x="441700" y="325890"/>
                  </a:lnTo>
                  <a:lnTo>
                    <a:pt x="459364" y="289416"/>
                  </a:lnTo>
                  <a:lnTo>
                    <a:pt x="470668" y="248465"/>
                  </a:lnTo>
                  <a:lnTo>
                    <a:pt x="474451" y="202048"/>
                  </a:lnTo>
                  <a:lnTo>
                    <a:pt x="473479" y="179509"/>
                  </a:lnTo>
                  <a:lnTo>
                    <a:pt x="465682" y="137697"/>
                  </a:lnTo>
                  <a:lnTo>
                    <a:pt x="450128" y="100376"/>
                  </a:lnTo>
                  <a:lnTo>
                    <a:pt x="427367" y="68464"/>
                  </a:lnTo>
                  <a:lnTo>
                    <a:pt x="397678" y="42230"/>
                  </a:lnTo>
                  <a:lnTo>
                    <a:pt x="361347" y="22036"/>
                  </a:lnTo>
                  <a:lnTo>
                    <a:pt x="318515" y="7986"/>
                  </a:lnTo>
                  <a:lnTo>
                    <a:pt x="269935" y="883"/>
                  </a:lnTo>
                  <a:lnTo>
                    <a:pt x="243565" y="0"/>
                  </a:lnTo>
                  <a:close/>
                </a:path>
              </a:pathLst>
            </a:custGeom>
            <a:solidFill>
              <a:srgbClr val="FFFF00"/>
            </a:solidFill>
          </p:spPr>
          <p:txBody>
            <a:bodyPr wrap="square" lIns="0" tIns="0" rIns="0" bIns="0" rtlCol="0"/>
            <a:lstStyle/>
            <a:p>
              <a:endParaRPr/>
            </a:p>
          </p:txBody>
        </p:sp>
        <p:sp>
          <p:nvSpPr>
            <p:cNvPr id="56" name="object 56"/>
            <p:cNvSpPr/>
            <p:nvPr/>
          </p:nvSpPr>
          <p:spPr>
            <a:xfrm>
              <a:off x="7596896" y="5495032"/>
              <a:ext cx="474980" cy="723900"/>
            </a:xfrm>
            <a:custGeom>
              <a:avLst/>
              <a:gdLst/>
              <a:ahLst/>
              <a:cxnLst/>
              <a:rect l="l" t="t" r="r" b="b"/>
              <a:pathLst>
                <a:path w="474979" h="723900">
                  <a:moveTo>
                    <a:pt x="243565" y="0"/>
                  </a:moveTo>
                  <a:lnTo>
                    <a:pt x="294916" y="3542"/>
                  </a:lnTo>
                  <a:lnTo>
                    <a:pt x="340735" y="14228"/>
                  </a:lnTo>
                  <a:lnTo>
                    <a:pt x="380333" y="31371"/>
                  </a:lnTo>
                  <a:lnTo>
                    <a:pt x="413369" y="54614"/>
                  </a:lnTo>
                  <a:lnTo>
                    <a:pt x="439628" y="83721"/>
                  </a:lnTo>
                  <a:lnTo>
                    <a:pt x="458845" y="118420"/>
                  </a:lnTo>
                  <a:lnTo>
                    <a:pt x="470557" y="158059"/>
                  </a:lnTo>
                  <a:lnTo>
                    <a:pt x="474451" y="202048"/>
                  </a:lnTo>
                  <a:lnTo>
                    <a:pt x="473504" y="225940"/>
                  </a:lnTo>
                  <a:lnTo>
                    <a:pt x="465952" y="269624"/>
                  </a:lnTo>
                  <a:lnTo>
                    <a:pt x="451135" y="308086"/>
                  </a:lnTo>
                  <a:lnTo>
                    <a:pt x="431031" y="342825"/>
                  </a:lnTo>
                  <a:lnTo>
                    <a:pt x="406071" y="374204"/>
                  </a:lnTo>
                  <a:lnTo>
                    <a:pt x="377201" y="402865"/>
                  </a:lnTo>
                  <a:lnTo>
                    <a:pt x="344755" y="429140"/>
                  </a:lnTo>
                  <a:lnTo>
                    <a:pt x="310710" y="454335"/>
                  </a:lnTo>
                  <a:lnTo>
                    <a:pt x="293248" y="466606"/>
                  </a:lnTo>
                  <a:lnTo>
                    <a:pt x="281455" y="475027"/>
                  </a:lnTo>
                  <a:lnTo>
                    <a:pt x="247375" y="500109"/>
                  </a:lnTo>
                  <a:lnTo>
                    <a:pt x="217183" y="524774"/>
                  </a:lnTo>
                  <a:lnTo>
                    <a:pt x="186986" y="556643"/>
                  </a:lnTo>
                  <a:lnTo>
                    <a:pt x="171693" y="593668"/>
                  </a:lnTo>
                  <a:lnTo>
                    <a:pt x="473445" y="593668"/>
                  </a:lnTo>
                  <a:lnTo>
                    <a:pt x="473445" y="723711"/>
                  </a:lnTo>
                  <a:lnTo>
                    <a:pt x="0" y="723711"/>
                  </a:lnTo>
                  <a:lnTo>
                    <a:pt x="0" y="670108"/>
                  </a:lnTo>
                  <a:lnTo>
                    <a:pt x="4571" y="618299"/>
                  </a:lnTo>
                  <a:lnTo>
                    <a:pt x="18287" y="572073"/>
                  </a:lnTo>
                  <a:lnTo>
                    <a:pt x="39060" y="530876"/>
                  </a:lnTo>
                  <a:lnTo>
                    <a:pt x="64495" y="494144"/>
                  </a:lnTo>
                  <a:lnTo>
                    <a:pt x="93527" y="461640"/>
                  </a:lnTo>
                  <a:lnTo>
                    <a:pt x="125211" y="433102"/>
                  </a:lnTo>
                  <a:lnTo>
                    <a:pt x="157452" y="407848"/>
                  </a:lnTo>
                  <a:lnTo>
                    <a:pt x="188092" y="385203"/>
                  </a:lnTo>
                  <a:lnTo>
                    <a:pt x="203231" y="374158"/>
                  </a:lnTo>
                  <a:lnTo>
                    <a:pt x="242956" y="342518"/>
                  </a:lnTo>
                  <a:lnTo>
                    <a:pt x="274082" y="312130"/>
                  </a:lnTo>
                  <a:lnTo>
                    <a:pt x="302189" y="271632"/>
                  </a:lnTo>
                  <a:lnTo>
                    <a:pt x="314083" y="228934"/>
                  </a:lnTo>
                  <a:lnTo>
                    <a:pt x="314584" y="217444"/>
                  </a:lnTo>
                  <a:lnTo>
                    <a:pt x="312981" y="196007"/>
                  </a:lnTo>
                  <a:lnTo>
                    <a:pt x="288797" y="148458"/>
                  </a:lnTo>
                  <a:lnTo>
                    <a:pt x="234731" y="126581"/>
                  </a:lnTo>
                  <a:lnTo>
                    <a:pt x="209915" y="125123"/>
                  </a:lnTo>
                  <a:lnTo>
                    <a:pt x="164508" y="129683"/>
                  </a:lnTo>
                  <a:lnTo>
                    <a:pt x="120087" y="143364"/>
                  </a:lnTo>
                  <a:lnTo>
                    <a:pt x="76643" y="166164"/>
                  </a:lnTo>
                  <a:lnTo>
                    <a:pt x="34168" y="198083"/>
                  </a:lnTo>
                  <a:lnTo>
                    <a:pt x="34168" y="60079"/>
                  </a:lnTo>
                  <a:lnTo>
                    <a:pt x="82046" y="33814"/>
                  </a:lnTo>
                  <a:lnTo>
                    <a:pt x="132911" y="15037"/>
                  </a:lnTo>
                  <a:lnTo>
                    <a:pt x="186754" y="3761"/>
                  </a:lnTo>
                  <a:lnTo>
                    <a:pt x="243565" y="0"/>
                  </a:lnTo>
                  <a:close/>
                </a:path>
              </a:pathLst>
            </a:custGeom>
            <a:ln w="12191">
              <a:solidFill>
                <a:srgbClr val="000000"/>
              </a:solidFill>
            </a:ln>
          </p:spPr>
          <p:txBody>
            <a:bodyPr wrap="square" lIns="0" tIns="0" rIns="0" bIns="0" rtlCol="0"/>
            <a:lstStyle/>
            <a:p>
              <a:endParaRPr/>
            </a:p>
          </p:txBody>
        </p:sp>
        <p:sp>
          <p:nvSpPr>
            <p:cNvPr id="57" name="object 57"/>
            <p:cNvSpPr/>
            <p:nvPr/>
          </p:nvSpPr>
          <p:spPr>
            <a:xfrm>
              <a:off x="6740652" y="5207508"/>
              <a:ext cx="2218944" cy="1344167"/>
            </a:xfrm>
            <a:prstGeom prst="rect">
              <a:avLst/>
            </a:prstGeom>
            <a:blipFill>
              <a:blip r:embed="rId17" cstate="print"/>
              <a:stretch>
                <a:fillRect/>
              </a:stretch>
            </a:blipFill>
          </p:spPr>
          <p:txBody>
            <a:bodyPr wrap="square" lIns="0" tIns="0" rIns="0" bIns="0" rtlCol="0"/>
            <a:lstStyle/>
            <a:p>
              <a:endParaRPr/>
            </a:p>
          </p:txBody>
        </p:sp>
        <p:sp>
          <p:nvSpPr>
            <p:cNvPr id="58" name="object 58"/>
            <p:cNvSpPr/>
            <p:nvPr/>
          </p:nvSpPr>
          <p:spPr>
            <a:xfrm>
              <a:off x="6879336" y="4888990"/>
              <a:ext cx="2258568" cy="1969008"/>
            </a:xfrm>
            <a:prstGeom prst="rect">
              <a:avLst/>
            </a:prstGeom>
            <a:blipFill>
              <a:blip r:embed="rId18" cstate="print"/>
              <a:stretch>
                <a:fillRect/>
              </a:stretch>
            </a:blipFill>
          </p:spPr>
          <p:txBody>
            <a:bodyPr wrap="square" lIns="0" tIns="0" rIns="0" bIns="0" rtlCol="0"/>
            <a:lstStyle/>
            <a:p>
              <a:endParaRPr/>
            </a:p>
          </p:txBody>
        </p:sp>
        <p:sp>
          <p:nvSpPr>
            <p:cNvPr id="59" name="object 59"/>
            <p:cNvSpPr/>
            <p:nvPr/>
          </p:nvSpPr>
          <p:spPr>
            <a:xfrm>
              <a:off x="6821545" y="5267575"/>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28" y="1179304"/>
                  </a:lnTo>
                  <a:lnTo>
                    <a:pt x="1915375" y="1165755"/>
                  </a:lnTo>
                  <a:lnTo>
                    <a:pt x="1954873" y="1144316"/>
                  </a:lnTo>
                  <a:lnTo>
                    <a:pt x="1989288" y="1115922"/>
                  </a:lnTo>
                  <a:lnTo>
                    <a:pt x="2017684" y="1081508"/>
                  </a:lnTo>
                  <a:lnTo>
                    <a:pt x="2039124" y="1042010"/>
                  </a:lnTo>
                  <a:lnTo>
                    <a:pt x="2052675" y="998362"/>
                  </a:lnTo>
                  <a:lnTo>
                    <a:pt x="2057399" y="95150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60" name="object 60"/>
            <p:cNvSpPr/>
            <p:nvPr/>
          </p:nvSpPr>
          <p:spPr>
            <a:xfrm>
              <a:off x="6821545" y="5267575"/>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00"/>
                  </a:lnTo>
                  <a:lnTo>
                    <a:pt x="2052675" y="998362"/>
                  </a:lnTo>
                  <a:lnTo>
                    <a:pt x="2039124" y="1042010"/>
                  </a:lnTo>
                  <a:lnTo>
                    <a:pt x="2017684" y="1081508"/>
                  </a:lnTo>
                  <a:lnTo>
                    <a:pt x="1989288" y="1115922"/>
                  </a:lnTo>
                  <a:lnTo>
                    <a:pt x="1954873" y="1144316"/>
                  </a:lnTo>
                  <a:lnTo>
                    <a:pt x="1915375" y="1165755"/>
                  </a:lnTo>
                  <a:lnTo>
                    <a:pt x="1871728"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61" name="object 61"/>
            <p:cNvSpPr/>
            <p:nvPr/>
          </p:nvSpPr>
          <p:spPr>
            <a:xfrm>
              <a:off x="6920484" y="4910328"/>
              <a:ext cx="1895855" cy="1947671"/>
            </a:xfrm>
            <a:prstGeom prst="rect">
              <a:avLst/>
            </a:prstGeom>
            <a:blipFill>
              <a:blip r:embed="rId19" cstate="print"/>
              <a:stretch>
                <a:fillRect/>
              </a:stretch>
            </a:blipFill>
          </p:spPr>
          <p:txBody>
            <a:bodyPr wrap="square" lIns="0" tIns="0" rIns="0" bIns="0" rtlCol="0"/>
            <a:lstStyle/>
            <a:p>
              <a:endParaRPr/>
            </a:p>
          </p:txBody>
        </p:sp>
        <p:sp>
          <p:nvSpPr>
            <p:cNvPr id="62" name="object 62"/>
            <p:cNvSpPr/>
            <p:nvPr/>
          </p:nvSpPr>
          <p:spPr>
            <a:xfrm>
              <a:off x="7615062" y="5507736"/>
              <a:ext cx="454025" cy="736600"/>
            </a:xfrm>
            <a:custGeom>
              <a:avLst/>
              <a:gdLst/>
              <a:ahLst/>
              <a:cxnLst/>
              <a:rect l="l" t="t" r="r" b="b"/>
              <a:pathLst>
                <a:path w="454025" h="736600">
                  <a:moveTo>
                    <a:pt x="201533" y="0"/>
                  </a:moveTo>
                  <a:lnTo>
                    <a:pt x="153193" y="2357"/>
                  </a:lnTo>
                  <a:lnTo>
                    <a:pt x="107967" y="9429"/>
                  </a:lnTo>
                  <a:lnTo>
                    <a:pt x="65839" y="21216"/>
                  </a:lnTo>
                  <a:lnTo>
                    <a:pt x="26791" y="37718"/>
                  </a:lnTo>
                  <a:lnTo>
                    <a:pt x="26791" y="165805"/>
                  </a:lnTo>
                  <a:lnTo>
                    <a:pt x="60822" y="145616"/>
                  </a:lnTo>
                  <a:lnTo>
                    <a:pt x="95307" y="131195"/>
                  </a:lnTo>
                  <a:lnTo>
                    <a:pt x="130266" y="122542"/>
                  </a:lnTo>
                  <a:lnTo>
                    <a:pt x="165719" y="119658"/>
                  </a:lnTo>
                  <a:lnTo>
                    <a:pt x="212471" y="125087"/>
                  </a:lnTo>
                  <a:lnTo>
                    <a:pt x="245844" y="141373"/>
                  </a:lnTo>
                  <a:lnTo>
                    <a:pt x="265855" y="168516"/>
                  </a:lnTo>
                  <a:lnTo>
                    <a:pt x="272521" y="206514"/>
                  </a:lnTo>
                  <a:lnTo>
                    <a:pt x="263829" y="246902"/>
                  </a:lnTo>
                  <a:lnTo>
                    <a:pt x="237755" y="275752"/>
                  </a:lnTo>
                  <a:lnTo>
                    <a:pt x="194301" y="293064"/>
                  </a:lnTo>
                  <a:lnTo>
                    <a:pt x="133471" y="298835"/>
                  </a:lnTo>
                  <a:lnTo>
                    <a:pt x="72511" y="298835"/>
                  </a:lnTo>
                  <a:lnTo>
                    <a:pt x="72511" y="418944"/>
                  </a:lnTo>
                  <a:lnTo>
                    <a:pt x="138531" y="418944"/>
                  </a:lnTo>
                  <a:lnTo>
                    <a:pt x="172808" y="420558"/>
                  </a:lnTo>
                  <a:lnTo>
                    <a:pt x="229725" y="433471"/>
                  </a:lnTo>
                  <a:lnTo>
                    <a:pt x="270506" y="459032"/>
                  </a:lnTo>
                  <a:lnTo>
                    <a:pt x="291263" y="495760"/>
                  </a:lnTo>
                  <a:lnTo>
                    <a:pt x="293857" y="518220"/>
                  </a:lnTo>
                  <a:lnTo>
                    <a:pt x="291765" y="540030"/>
                  </a:lnTo>
                  <a:lnTo>
                    <a:pt x="275006" y="576016"/>
                  </a:lnTo>
                  <a:lnTo>
                    <a:pt x="241923" y="601479"/>
                  </a:lnTo>
                  <a:lnTo>
                    <a:pt x="195144" y="614390"/>
                  </a:lnTo>
                  <a:lnTo>
                    <a:pt x="166725" y="616006"/>
                  </a:lnTo>
                  <a:lnTo>
                    <a:pt x="120585" y="612747"/>
                  </a:lnTo>
                  <a:lnTo>
                    <a:pt x="77407" y="602971"/>
                  </a:lnTo>
                  <a:lnTo>
                    <a:pt x="37207" y="586681"/>
                  </a:lnTo>
                  <a:lnTo>
                    <a:pt x="0" y="563879"/>
                  </a:lnTo>
                  <a:lnTo>
                    <a:pt x="0" y="700384"/>
                  </a:lnTo>
                  <a:lnTo>
                    <a:pt x="37064" y="716019"/>
                  </a:lnTo>
                  <a:lnTo>
                    <a:pt x="79297" y="727185"/>
                  </a:lnTo>
                  <a:lnTo>
                    <a:pt x="126680" y="733883"/>
                  </a:lnTo>
                  <a:lnTo>
                    <a:pt x="179191" y="736116"/>
                  </a:lnTo>
                  <a:lnTo>
                    <a:pt x="239999" y="732484"/>
                  </a:lnTo>
                  <a:lnTo>
                    <a:pt x="293857" y="721591"/>
                  </a:lnTo>
                  <a:lnTo>
                    <a:pt x="340766" y="703440"/>
                  </a:lnTo>
                  <a:lnTo>
                    <a:pt x="380725" y="678036"/>
                  </a:lnTo>
                  <a:lnTo>
                    <a:pt x="412640" y="646399"/>
                  </a:lnTo>
                  <a:lnTo>
                    <a:pt x="435422" y="609547"/>
                  </a:lnTo>
                  <a:lnTo>
                    <a:pt x="449082" y="567483"/>
                  </a:lnTo>
                  <a:lnTo>
                    <a:pt x="453633" y="520208"/>
                  </a:lnTo>
                  <a:lnTo>
                    <a:pt x="450915" y="488489"/>
                  </a:lnTo>
                  <a:lnTo>
                    <a:pt x="429099" y="432773"/>
                  </a:lnTo>
                  <a:lnTo>
                    <a:pt x="386131" y="388319"/>
                  </a:lnTo>
                  <a:lnTo>
                    <a:pt x="326549" y="360900"/>
                  </a:lnTo>
                  <a:lnTo>
                    <a:pt x="290809" y="353936"/>
                  </a:lnTo>
                  <a:lnTo>
                    <a:pt x="290809" y="351449"/>
                  </a:lnTo>
                  <a:lnTo>
                    <a:pt x="341761" y="333185"/>
                  </a:lnTo>
                  <a:lnTo>
                    <a:pt x="381379" y="306582"/>
                  </a:lnTo>
                  <a:lnTo>
                    <a:pt x="409671" y="271640"/>
                  </a:lnTo>
                  <a:lnTo>
                    <a:pt x="426642" y="228357"/>
                  </a:lnTo>
                  <a:lnTo>
                    <a:pt x="432297" y="176735"/>
                  </a:lnTo>
                  <a:lnTo>
                    <a:pt x="428505" y="139355"/>
                  </a:lnTo>
                  <a:lnTo>
                    <a:pt x="398106" y="75566"/>
                  </a:lnTo>
                  <a:lnTo>
                    <a:pt x="338055" y="27646"/>
                  </a:lnTo>
                  <a:lnTo>
                    <a:pt x="298601" y="12287"/>
                  </a:lnTo>
                  <a:lnTo>
                    <a:pt x="253094" y="3071"/>
                  </a:lnTo>
                  <a:lnTo>
                    <a:pt x="201533" y="0"/>
                  </a:lnTo>
                  <a:close/>
                </a:path>
              </a:pathLst>
            </a:custGeom>
            <a:solidFill>
              <a:srgbClr val="FFFF00"/>
            </a:solidFill>
          </p:spPr>
          <p:txBody>
            <a:bodyPr wrap="square" lIns="0" tIns="0" rIns="0" bIns="0" rtlCol="0"/>
            <a:lstStyle/>
            <a:p>
              <a:endParaRPr/>
            </a:p>
          </p:txBody>
        </p:sp>
        <p:sp>
          <p:nvSpPr>
            <p:cNvPr id="63" name="object 63"/>
            <p:cNvSpPr/>
            <p:nvPr/>
          </p:nvSpPr>
          <p:spPr>
            <a:xfrm>
              <a:off x="7615062" y="5507736"/>
              <a:ext cx="454025" cy="736600"/>
            </a:xfrm>
            <a:custGeom>
              <a:avLst/>
              <a:gdLst/>
              <a:ahLst/>
              <a:cxnLst/>
              <a:rect l="l" t="t" r="r" b="b"/>
              <a:pathLst>
                <a:path w="454025" h="736600">
                  <a:moveTo>
                    <a:pt x="201533" y="0"/>
                  </a:moveTo>
                  <a:lnTo>
                    <a:pt x="253094" y="3071"/>
                  </a:lnTo>
                  <a:lnTo>
                    <a:pt x="298601" y="12287"/>
                  </a:lnTo>
                  <a:lnTo>
                    <a:pt x="338055" y="27646"/>
                  </a:lnTo>
                  <a:lnTo>
                    <a:pt x="371459" y="49148"/>
                  </a:lnTo>
                  <a:lnTo>
                    <a:pt x="417114" y="105633"/>
                  </a:lnTo>
                  <a:lnTo>
                    <a:pt x="432297" y="176735"/>
                  </a:lnTo>
                  <a:lnTo>
                    <a:pt x="426642" y="228357"/>
                  </a:lnTo>
                  <a:lnTo>
                    <a:pt x="409671" y="271640"/>
                  </a:lnTo>
                  <a:lnTo>
                    <a:pt x="381379" y="306582"/>
                  </a:lnTo>
                  <a:lnTo>
                    <a:pt x="341761" y="333185"/>
                  </a:lnTo>
                  <a:lnTo>
                    <a:pt x="290809" y="351449"/>
                  </a:lnTo>
                  <a:lnTo>
                    <a:pt x="290809" y="353936"/>
                  </a:lnTo>
                  <a:lnTo>
                    <a:pt x="358326" y="372361"/>
                  </a:lnTo>
                  <a:lnTo>
                    <a:pt x="409955" y="408776"/>
                  </a:lnTo>
                  <a:lnTo>
                    <a:pt x="442744" y="459344"/>
                  </a:lnTo>
                  <a:lnTo>
                    <a:pt x="453633" y="520208"/>
                  </a:lnTo>
                  <a:lnTo>
                    <a:pt x="449082" y="567483"/>
                  </a:lnTo>
                  <a:lnTo>
                    <a:pt x="435422" y="609547"/>
                  </a:lnTo>
                  <a:lnTo>
                    <a:pt x="412640" y="646399"/>
                  </a:lnTo>
                  <a:lnTo>
                    <a:pt x="380725" y="678036"/>
                  </a:lnTo>
                  <a:lnTo>
                    <a:pt x="340766" y="703440"/>
                  </a:lnTo>
                  <a:lnTo>
                    <a:pt x="293857" y="721591"/>
                  </a:lnTo>
                  <a:lnTo>
                    <a:pt x="239999" y="732484"/>
                  </a:lnTo>
                  <a:lnTo>
                    <a:pt x="179191" y="736116"/>
                  </a:lnTo>
                  <a:lnTo>
                    <a:pt x="126680" y="733883"/>
                  </a:lnTo>
                  <a:lnTo>
                    <a:pt x="79297" y="727185"/>
                  </a:lnTo>
                  <a:lnTo>
                    <a:pt x="37064" y="716019"/>
                  </a:lnTo>
                  <a:lnTo>
                    <a:pt x="0" y="700384"/>
                  </a:lnTo>
                  <a:lnTo>
                    <a:pt x="0" y="563879"/>
                  </a:lnTo>
                  <a:lnTo>
                    <a:pt x="37207" y="586681"/>
                  </a:lnTo>
                  <a:lnTo>
                    <a:pt x="77407" y="602971"/>
                  </a:lnTo>
                  <a:lnTo>
                    <a:pt x="120585" y="612747"/>
                  </a:lnTo>
                  <a:lnTo>
                    <a:pt x="166725" y="616006"/>
                  </a:lnTo>
                  <a:lnTo>
                    <a:pt x="195144" y="614390"/>
                  </a:lnTo>
                  <a:lnTo>
                    <a:pt x="241923" y="601479"/>
                  </a:lnTo>
                  <a:lnTo>
                    <a:pt x="275006" y="576016"/>
                  </a:lnTo>
                  <a:lnTo>
                    <a:pt x="291765" y="540030"/>
                  </a:lnTo>
                  <a:lnTo>
                    <a:pt x="293857" y="518220"/>
                  </a:lnTo>
                  <a:lnTo>
                    <a:pt x="291263" y="495760"/>
                  </a:lnTo>
                  <a:lnTo>
                    <a:pt x="270506" y="459032"/>
                  </a:lnTo>
                  <a:lnTo>
                    <a:pt x="229725" y="433471"/>
                  </a:lnTo>
                  <a:lnTo>
                    <a:pt x="172808" y="420558"/>
                  </a:lnTo>
                  <a:lnTo>
                    <a:pt x="138531" y="418944"/>
                  </a:lnTo>
                  <a:lnTo>
                    <a:pt x="72511" y="418944"/>
                  </a:lnTo>
                  <a:lnTo>
                    <a:pt x="72511" y="298835"/>
                  </a:lnTo>
                  <a:lnTo>
                    <a:pt x="133471" y="298835"/>
                  </a:lnTo>
                  <a:lnTo>
                    <a:pt x="194301" y="293064"/>
                  </a:lnTo>
                  <a:lnTo>
                    <a:pt x="237755" y="275752"/>
                  </a:lnTo>
                  <a:lnTo>
                    <a:pt x="263829" y="246902"/>
                  </a:lnTo>
                  <a:lnTo>
                    <a:pt x="272521" y="206514"/>
                  </a:lnTo>
                  <a:lnTo>
                    <a:pt x="265855" y="168516"/>
                  </a:lnTo>
                  <a:lnTo>
                    <a:pt x="245844" y="141373"/>
                  </a:lnTo>
                  <a:lnTo>
                    <a:pt x="212471" y="125087"/>
                  </a:lnTo>
                  <a:lnTo>
                    <a:pt x="165719" y="119658"/>
                  </a:lnTo>
                  <a:lnTo>
                    <a:pt x="130266" y="122542"/>
                  </a:lnTo>
                  <a:lnTo>
                    <a:pt x="95307" y="131195"/>
                  </a:lnTo>
                  <a:lnTo>
                    <a:pt x="60822" y="145616"/>
                  </a:lnTo>
                  <a:lnTo>
                    <a:pt x="26791" y="165805"/>
                  </a:lnTo>
                  <a:lnTo>
                    <a:pt x="26791" y="37718"/>
                  </a:lnTo>
                  <a:lnTo>
                    <a:pt x="65839" y="21216"/>
                  </a:lnTo>
                  <a:lnTo>
                    <a:pt x="107967" y="9429"/>
                  </a:lnTo>
                  <a:lnTo>
                    <a:pt x="153193" y="2357"/>
                  </a:lnTo>
                  <a:lnTo>
                    <a:pt x="201533" y="0"/>
                  </a:lnTo>
                  <a:close/>
                </a:path>
              </a:pathLst>
            </a:custGeom>
            <a:ln w="12191">
              <a:solidFill>
                <a:srgbClr val="000000"/>
              </a:solidFill>
            </a:ln>
          </p:spPr>
          <p:txBody>
            <a:bodyPr wrap="square" lIns="0" tIns="0" rIns="0" bIns="0" rtlCol="0"/>
            <a:lstStyle/>
            <a:p>
              <a:endParaRPr/>
            </a:p>
          </p:txBody>
        </p:sp>
        <p:sp>
          <p:nvSpPr>
            <p:cNvPr id="64" name="object 64"/>
            <p:cNvSpPr/>
            <p:nvPr/>
          </p:nvSpPr>
          <p:spPr>
            <a:xfrm>
              <a:off x="6736080" y="5227320"/>
              <a:ext cx="2218944" cy="1345691"/>
            </a:xfrm>
            <a:prstGeom prst="rect">
              <a:avLst/>
            </a:prstGeom>
            <a:blipFill>
              <a:blip r:embed="rId20" cstate="print"/>
              <a:stretch>
                <a:fillRect/>
              </a:stretch>
            </a:blipFill>
          </p:spPr>
          <p:txBody>
            <a:bodyPr wrap="square" lIns="0" tIns="0" rIns="0" bIns="0" rtlCol="0"/>
            <a:lstStyle/>
            <a:p>
              <a:endParaRPr/>
            </a:p>
          </p:txBody>
        </p:sp>
        <p:sp>
          <p:nvSpPr>
            <p:cNvPr id="65" name="object 65"/>
            <p:cNvSpPr/>
            <p:nvPr/>
          </p:nvSpPr>
          <p:spPr>
            <a:xfrm>
              <a:off x="6873240" y="4908802"/>
              <a:ext cx="2258568" cy="1949195"/>
            </a:xfrm>
            <a:prstGeom prst="rect">
              <a:avLst/>
            </a:prstGeom>
            <a:blipFill>
              <a:blip r:embed="rId21" cstate="print"/>
              <a:stretch>
                <a:fillRect/>
              </a:stretch>
            </a:blipFill>
          </p:spPr>
          <p:txBody>
            <a:bodyPr wrap="square" lIns="0" tIns="0" rIns="0" bIns="0" rtlCol="0"/>
            <a:lstStyle/>
            <a:p>
              <a:endParaRPr/>
            </a:p>
          </p:txBody>
        </p:sp>
        <p:sp>
          <p:nvSpPr>
            <p:cNvPr id="66" name="object 66"/>
            <p:cNvSpPr/>
            <p:nvPr/>
          </p:nvSpPr>
          <p:spPr>
            <a:xfrm>
              <a:off x="6816486" y="5288030"/>
              <a:ext cx="2057400" cy="1184275"/>
            </a:xfrm>
            <a:custGeom>
              <a:avLst/>
              <a:gdLst/>
              <a:ahLst/>
              <a:cxnLst/>
              <a:rect l="l" t="t" r="r" b="b"/>
              <a:pathLst>
                <a:path w="2057400" h="1184275">
                  <a:moveTo>
                    <a:pt x="1824837" y="0"/>
                  </a:moveTo>
                  <a:lnTo>
                    <a:pt x="232531" y="0"/>
                  </a:lnTo>
                  <a:lnTo>
                    <a:pt x="185636" y="4725"/>
                  </a:lnTo>
                  <a:lnTo>
                    <a:pt x="141973" y="18276"/>
                  </a:lnTo>
                  <a:lnTo>
                    <a:pt x="102472" y="39718"/>
                  </a:lnTo>
                  <a:lnTo>
                    <a:pt x="68065" y="68115"/>
                  </a:lnTo>
                  <a:lnTo>
                    <a:pt x="39683" y="102530"/>
                  </a:lnTo>
                  <a:lnTo>
                    <a:pt x="18257" y="142028"/>
                  </a:lnTo>
                  <a:lnTo>
                    <a:pt x="4719" y="185673"/>
                  </a:lnTo>
                  <a:lnTo>
                    <a:pt x="0" y="232528"/>
                  </a:lnTo>
                  <a:lnTo>
                    <a:pt x="0" y="951570"/>
                  </a:lnTo>
                  <a:lnTo>
                    <a:pt x="4719" y="998428"/>
                  </a:lnTo>
                  <a:lnTo>
                    <a:pt x="18257" y="1042072"/>
                  </a:lnTo>
                  <a:lnTo>
                    <a:pt x="39683" y="1081566"/>
                  </a:lnTo>
                  <a:lnTo>
                    <a:pt x="68065" y="1115977"/>
                  </a:lnTo>
                  <a:lnTo>
                    <a:pt x="102472" y="1144368"/>
                  </a:lnTo>
                  <a:lnTo>
                    <a:pt x="141973" y="1165806"/>
                  </a:lnTo>
                  <a:lnTo>
                    <a:pt x="185636" y="1179354"/>
                  </a:lnTo>
                  <a:lnTo>
                    <a:pt x="232531" y="1184077"/>
                  </a:lnTo>
                  <a:lnTo>
                    <a:pt x="1824837" y="1184077"/>
                  </a:lnTo>
                  <a:lnTo>
                    <a:pt x="1871698" y="1179354"/>
                  </a:lnTo>
                  <a:lnTo>
                    <a:pt x="1915349" y="1165806"/>
                  </a:lnTo>
                  <a:lnTo>
                    <a:pt x="1954852" y="1144368"/>
                  </a:lnTo>
                  <a:lnTo>
                    <a:pt x="1989273" y="1115977"/>
                  </a:lnTo>
                  <a:lnTo>
                    <a:pt x="2017674" y="1081566"/>
                  </a:lnTo>
                  <a:lnTo>
                    <a:pt x="2039120" y="1042072"/>
                  </a:lnTo>
                  <a:lnTo>
                    <a:pt x="2052673" y="998428"/>
                  </a:lnTo>
                  <a:lnTo>
                    <a:pt x="2057399" y="95157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67" name="object 67"/>
            <p:cNvSpPr/>
            <p:nvPr/>
          </p:nvSpPr>
          <p:spPr>
            <a:xfrm>
              <a:off x="6816486" y="5288030"/>
              <a:ext cx="2057400" cy="1184275"/>
            </a:xfrm>
            <a:custGeom>
              <a:avLst/>
              <a:gdLst/>
              <a:ahLst/>
              <a:cxnLst/>
              <a:rect l="l" t="t" r="r" b="b"/>
              <a:pathLst>
                <a:path w="2057400" h="1184275">
                  <a:moveTo>
                    <a:pt x="0" y="232528"/>
                  </a:moveTo>
                  <a:lnTo>
                    <a:pt x="4719" y="185673"/>
                  </a:lnTo>
                  <a:lnTo>
                    <a:pt x="18257" y="142028"/>
                  </a:lnTo>
                  <a:lnTo>
                    <a:pt x="39683" y="102530"/>
                  </a:lnTo>
                  <a:lnTo>
                    <a:pt x="68065" y="68115"/>
                  </a:lnTo>
                  <a:lnTo>
                    <a:pt x="102472" y="39718"/>
                  </a:lnTo>
                  <a:lnTo>
                    <a:pt x="141973" y="18276"/>
                  </a:lnTo>
                  <a:lnTo>
                    <a:pt x="185636"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70"/>
                  </a:lnTo>
                  <a:lnTo>
                    <a:pt x="2052673" y="998428"/>
                  </a:lnTo>
                  <a:lnTo>
                    <a:pt x="2039120" y="1042072"/>
                  </a:lnTo>
                  <a:lnTo>
                    <a:pt x="2017674" y="1081566"/>
                  </a:lnTo>
                  <a:lnTo>
                    <a:pt x="1989273" y="1115977"/>
                  </a:lnTo>
                  <a:lnTo>
                    <a:pt x="1954852" y="1144368"/>
                  </a:lnTo>
                  <a:lnTo>
                    <a:pt x="1915349" y="1165806"/>
                  </a:lnTo>
                  <a:lnTo>
                    <a:pt x="1871698" y="1179354"/>
                  </a:lnTo>
                  <a:lnTo>
                    <a:pt x="1824837" y="1184077"/>
                  </a:lnTo>
                  <a:lnTo>
                    <a:pt x="232531" y="1184077"/>
                  </a:lnTo>
                  <a:lnTo>
                    <a:pt x="185636" y="1179354"/>
                  </a:lnTo>
                  <a:lnTo>
                    <a:pt x="141973" y="1165806"/>
                  </a:lnTo>
                  <a:lnTo>
                    <a:pt x="102472" y="1144368"/>
                  </a:lnTo>
                  <a:lnTo>
                    <a:pt x="68065" y="1115977"/>
                  </a:lnTo>
                  <a:lnTo>
                    <a:pt x="39683" y="1081566"/>
                  </a:lnTo>
                  <a:lnTo>
                    <a:pt x="18257" y="1042072"/>
                  </a:lnTo>
                  <a:lnTo>
                    <a:pt x="4719" y="998428"/>
                  </a:lnTo>
                  <a:lnTo>
                    <a:pt x="0" y="951570"/>
                  </a:lnTo>
                  <a:lnTo>
                    <a:pt x="0" y="232528"/>
                  </a:lnTo>
                  <a:close/>
                </a:path>
              </a:pathLst>
            </a:custGeom>
            <a:ln w="76199">
              <a:solidFill>
                <a:srgbClr val="00AF50"/>
              </a:solidFill>
            </a:ln>
          </p:spPr>
          <p:txBody>
            <a:bodyPr wrap="square" lIns="0" tIns="0" rIns="0" bIns="0" rtlCol="0"/>
            <a:lstStyle/>
            <a:p>
              <a:endParaRPr/>
            </a:p>
          </p:txBody>
        </p:sp>
        <p:sp>
          <p:nvSpPr>
            <p:cNvPr id="68" name="object 68"/>
            <p:cNvSpPr/>
            <p:nvPr/>
          </p:nvSpPr>
          <p:spPr>
            <a:xfrm>
              <a:off x="6914388" y="4930138"/>
              <a:ext cx="1895855" cy="1927859"/>
            </a:xfrm>
            <a:prstGeom prst="rect">
              <a:avLst/>
            </a:prstGeom>
            <a:blipFill>
              <a:blip r:embed="rId22" cstate="print"/>
              <a:stretch>
                <a:fillRect/>
              </a:stretch>
            </a:blipFill>
          </p:spPr>
          <p:txBody>
            <a:bodyPr wrap="square" lIns="0" tIns="0" rIns="0" bIns="0" rtlCol="0"/>
            <a:lstStyle/>
            <a:p>
              <a:endParaRPr/>
            </a:p>
          </p:txBody>
        </p:sp>
        <p:sp>
          <p:nvSpPr>
            <p:cNvPr id="69" name="object 69"/>
            <p:cNvSpPr/>
            <p:nvPr/>
          </p:nvSpPr>
          <p:spPr>
            <a:xfrm>
              <a:off x="7571232" y="5540252"/>
              <a:ext cx="539115" cy="711835"/>
            </a:xfrm>
            <a:custGeom>
              <a:avLst/>
              <a:gdLst/>
              <a:ahLst/>
              <a:cxnLst/>
              <a:rect l="l" t="t" r="r" b="b"/>
              <a:pathLst>
                <a:path w="539115" h="711835">
                  <a:moveTo>
                    <a:pt x="453146" y="565785"/>
                  </a:moveTo>
                  <a:lnTo>
                    <a:pt x="310255" y="565785"/>
                  </a:lnTo>
                  <a:lnTo>
                    <a:pt x="310255" y="711708"/>
                  </a:lnTo>
                  <a:lnTo>
                    <a:pt x="453146" y="711708"/>
                  </a:lnTo>
                  <a:lnTo>
                    <a:pt x="453146" y="565785"/>
                  </a:lnTo>
                  <a:close/>
                </a:path>
                <a:path w="539115" h="711835">
                  <a:moveTo>
                    <a:pt x="453146" y="0"/>
                  </a:moveTo>
                  <a:lnTo>
                    <a:pt x="307726" y="0"/>
                  </a:lnTo>
                  <a:lnTo>
                    <a:pt x="294670" y="27098"/>
                  </a:lnTo>
                  <a:lnTo>
                    <a:pt x="280275" y="54864"/>
                  </a:lnTo>
                  <a:lnTo>
                    <a:pt x="247406" y="112370"/>
                  </a:lnTo>
                  <a:lnTo>
                    <a:pt x="210536" y="171000"/>
                  </a:lnTo>
                  <a:lnTo>
                    <a:pt x="170809" y="229255"/>
                  </a:lnTo>
                  <a:lnTo>
                    <a:pt x="128797" y="286523"/>
                  </a:lnTo>
                  <a:lnTo>
                    <a:pt x="85344" y="342174"/>
                  </a:lnTo>
                  <a:lnTo>
                    <a:pt x="41906" y="394855"/>
                  </a:lnTo>
                  <a:lnTo>
                    <a:pt x="0" y="443185"/>
                  </a:lnTo>
                  <a:lnTo>
                    <a:pt x="0" y="565785"/>
                  </a:lnTo>
                  <a:lnTo>
                    <a:pt x="538612" y="565785"/>
                  </a:lnTo>
                  <a:lnTo>
                    <a:pt x="538612" y="448650"/>
                  </a:lnTo>
                  <a:lnTo>
                    <a:pt x="140451" y="448650"/>
                  </a:lnTo>
                  <a:lnTo>
                    <a:pt x="151219" y="435262"/>
                  </a:lnTo>
                  <a:lnTo>
                    <a:pt x="184647" y="392311"/>
                  </a:lnTo>
                  <a:lnTo>
                    <a:pt x="218629" y="346141"/>
                  </a:lnTo>
                  <a:lnTo>
                    <a:pt x="240898" y="314192"/>
                  </a:lnTo>
                  <a:lnTo>
                    <a:pt x="262237" y="281686"/>
                  </a:lnTo>
                  <a:lnTo>
                    <a:pt x="282553" y="248790"/>
                  </a:lnTo>
                  <a:lnTo>
                    <a:pt x="310255" y="199964"/>
                  </a:lnTo>
                  <a:lnTo>
                    <a:pt x="453146" y="199964"/>
                  </a:lnTo>
                  <a:lnTo>
                    <a:pt x="453146" y="0"/>
                  </a:lnTo>
                  <a:close/>
                </a:path>
                <a:path w="539115" h="711835">
                  <a:moveTo>
                    <a:pt x="453146" y="199964"/>
                  </a:moveTo>
                  <a:lnTo>
                    <a:pt x="310255" y="199964"/>
                  </a:lnTo>
                  <a:lnTo>
                    <a:pt x="310255" y="448650"/>
                  </a:lnTo>
                  <a:lnTo>
                    <a:pt x="453146" y="448650"/>
                  </a:lnTo>
                  <a:lnTo>
                    <a:pt x="453146" y="199964"/>
                  </a:lnTo>
                  <a:close/>
                </a:path>
              </a:pathLst>
            </a:custGeom>
            <a:solidFill>
              <a:srgbClr val="FFFF00"/>
            </a:solidFill>
          </p:spPr>
          <p:txBody>
            <a:bodyPr wrap="square" lIns="0" tIns="0" rIns="0" bIns="0" rtlCol="0"/>
            <a:lstStyle/>
            <a:p>
              <a:endParaRPr/>
            </a:p>
          </p:txBody>
        </p:sp>
        <p:sp>
          <p:nvSpPr>
            <p:cNvPr id="70" name="object 70"/>
            <p:cNvSpPr/>
            <p:nvPr/>
          </p:nvSpPr>
          <p:spPr>
            <a:xfrm>
              <a:off x="7571231" y="5540252"/>
              <a:ext cx="539115" cy="711835"/>
            </a:xfrm>
            <a:custGeom>
              <a:avLst/>
              <a:gdLst/>
              <a:ahLst/>
              <a:cxnLst/>
              <a:rect l="l" t="t" r="r" b="b"/>
              <a:pathLst>
                <a:path w="539115" h="711835">
                  <a:moveTo>
                    <a:pt x="310255" y="199964"/>
                  </a:moveTo>
                  <a:lnTo>
                    <a:pt x="282553" y="248789"/>
                  </a:lnTo>
                  <a:lnTo>
                    <a:pt x="262237" y="281686"/>
                  </a:lnTo>
                  <a:lnTo>
                    <a:pt x="240898" y="314192"/>
                  </a:lnTo>
                  <a:lnTo>
                    <a:pt x="218629" y="346141"/>
                  </a:lnTo>
                  <a:lnTo>
                    <a:pt x="196035" y="377168"/>
                  </a:lnTo>
                  <a:lnTo>
                    <a:pt x="162172" y="421408"/>
                  </a:lnTo>
                  <a:lnTo>
                    <a:pt x="140451" y="448650"/>
                  </a:lnTo>
                  <a:lnTo>
                    <a:pt x="310255" y="448650"/>
                  </a:lnTo>
                  <a:lnTo>
                    <a:pt x="310255" y="199964"/>
                  </a:lnTo>
                  <a:close/>
                </a:path>
                <a:path w="539115" h="711835">
                  <a:moveTo>
                    <a:pt x="307726" y="0"/>
                  </a:moveTo>
                  <a:lnTo>
                    <a:pt x="453146" y="0"/>
                  </a:lnTo>
                  <a:lnTo>
                    <a:pt x="453146" y="448650"/>
                  </a:lnTo>
                  <a:lnTo>
                    <a:pt x="538612" y="448650"/>
                  </a:lnTo>
                  <a:lnTo>
                    <a:pt x="538612" y="565784"/>
                  </a:lnTo>
                  <a:lnTo>
                    <a:pt x="453146" y="565784"/>
                  </a:lnTo>
                  <a:lnTo>
                    <a:pt x="453146" y="711707"/>
                  </a:lnTo>
                  <a:lnTo>
                    <a:pt x="310255" y="711707"/>
                  </a:lnTo>
                  <a:lnTo>
                    <a:pt x="310255" y="565784"/>
                  </a:lnTo>
                  <a:lnTo>
                    <a:pt x="0" y="565784"/>
                  </a:lnTo>
                  <a:lnTo>
                    <a:pt x="0" y="443185"/>
                  </a:lnTo>
                  <a:lnTo>
                    <a:pt x="20763" y="419565"/>
                  </a:lnTo>
                  <a:lnTo>
                    <a:pt x="41906" y="394855"/>
                  </a:lnTo>
                  <a:lnTo>
                    <a:pt x="85343" y="342174"/>
                  </a:lnTo>
                  <a:lnTo>
                    <a:pt x="128797" y="286523"/>
                  </a:lnTo>
                  <a:lnTo>
                    <a:pt x="170809" y="229255"/>
                  </a:lnTo>
                  <a:lnTo>
                    <a:pt x="210536" y="171000"/>
                  </a:lnTo>
                  <a:lnTo>
                    <a:pt x="247406" y="112370"/>
                  </a:lnTo>
                  <a:lnTo>
                    <a:pt x="280275" y="54863"/>
                  </a:lnTo>
                  <a:lnTo>
                    <a:pt x="294670" y="27098"/>
                  </a:lnTo>
                  <a:lnTo>
                    <a:pt x="307726" y="0"/>
                  </a:lnTo>
                  <a:close/>
                </a:path>
              </a:pathLst>
            </a:custGeom>
            <a:ln w="12191">
              <a:solidFill>
                <a:srgbClr val="000000"/>
              </a:solidFill>
            </a:ln>
          </p:spPr>
          <p:txBody>
            <a:bodyPr wrap="square" lIns="0" tIns="0" rIns="0" bIns="0" rtlCol="0"/>
            <a:lstStyle/>
            <a:p>
              <a:endParaRPr/>
            </a:p>
          </p:txBody>
        </p:sp>
        <p:sp>
          <p:nvSpPr>
            <p:cNvPr id="71" name="object 71"/>
            <p:cNvSpPr/>
            <p:nvPr/>
          </p:nvSpPr>
          <p:spPr>
            <a:xfrm>
              <a:off x="6728460" y="5209032"/>
              <a:ext cx="2218944" cy="1345692"/>
            </a:xfrm>
            <a:prstGeom prst="rect">
              <a:avLst/>
            </a:prstGeom>
            <a:blipFill>
              <a:blip r:embed="rId23" cstate="print"/>
              <a:stretch>
                <a:fillRect/>
              </a:stretch>
            </a:blipFill>
          </p:spPr>
          <p:txBody>
            <a:bodyPr wrap="square" lIns="0" tIns="0" rIns="0" bIns="0" rtlCol="0"/>
            <a:lstStyle/>
            <a:p>
              <a:endParaRPr/>
            </a:p>
          </p:txBody>
        </p:sp>
        <p:sp>
          <p:nvSpPr>
            <p:cNvPr id="72" name="object 72"/>
            <p:cNvSpPr/>
            <p:nvPr/>
          </p:nvSpPr>
          <p:spPr>
            <a:xfrm>
              <a:off x="6867144" y="4892040"/>
              <a:ext cx="2258568" cy="1965959"/>
            </a:xfrm>
            <a:prstGeom prst="rect">
              <a:avLst/>
            </a:prstGeom>
            <a:blipFill>
              <a:blip r:embed="rId24" cstate="print"/>
              <a:stretch>
                <a:fillRect/>
              </a:stretch>
            </a:blipFill>
          </p:spPr>
          <p:txBody>
            <a:bodyPr wrap="square" lIns="0" tIns="0" rIns="0" bIns="0" rtlCol="0"/>
            <a:lstStyle/>
            <a:p>
              <a:endParaRPr/>
            </a:p>
          </p:txBody>
        </p:sp>
        <p:sp>
          <p:nvSpPr>
            <p:cNvPr id="73" name="object 73"/>
            <p:cNvSpPr/>
            <p:nvPr/>
          </p:nvSpPr>
          <p:spPr>
            <a:xfrm>
              <a:off x="6809628" y="5270504"/>
              <a:ext cx="2057400" cy="1184275"/>
            </a:xfrm>
            <a:custGeom>
              <a:avLst/>
              <a:gdLst/>
              <a:ahLst/>
              <a:cxnLst/>
              <a:rect l="l" t="t" r="r" b="b"/>
              <a:pathLst>
                <a:path w="2057400" h="1184275">
                  <a:moveTo>
                    <a:pt x="1824837"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500"/>
                  </a:lnTo>
                  <a:lnTo>
                    <a:pt x="4724" y="998366"/>
                  </a:lnTo>
                  <a:lnTo>
                    <a:pt x="18275" y="1042015"/>
                  </a:lnTo>
                  <a:lnTo>
                    <a:pt x="39715" y="1081514"/>
                  </a:lnTo>
                  <a:lnTo>
                    <a:pt x="68111" y="1115927"/>
                  </a:lnTo>
                  <a:lnTo>
                    <a:pt x="102526" y="1144319"/>
                  </a:lnTo>
                  <a:lnTo>
                    <a:pt x="142024" y="1165757"/>
                  </a:lnTo>
                  <a:lnTo>
                    <a:pt x="185671" y="1179305"/>
                  </a:lnTo>
                  <a:lnTo>
                    <a:pt x="232531" y="1184029"/>
                  </a:lnTo>
                  <a:lnTo>
                    <a:pt x="1824837" y="1184029"/>
                  </a:lnTo>
                  <a:lnTo>
                    <a:pt x="1871698" y="1179305"/>
                  </a:lnTo>
                  <a:lnTo>
                    <a:pt x="1915349" y="1165757"/>
                  </a:lnTo>
                  <a:lnTo>
                    <a:pt x="1954852" y="1144319"/>
                  </a:lnTo>
                  <a:lnTo>
                    <a:pt x="1989273" y="1115927"/>
                  </a:lnTo>
                  <a:lnTo>
                    <a:pt x="2017674" y="1081514"/>
                  </a:lnTo>
                  <a:lnTo>
                    <a:pt x="2039120" y="1042015"/>
                  </a:lnTo>
                  <a:lnTo>
                    <a:pt x="2052673" y="998366"/>
                  </a:lnTo>
                  <a:lnTo>
                    <a:pt x="2057399" y="95150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74" name="object 74"/>
            <p:cNvSpPr/>
            <p:nvPr/>
          </p:nvSpPr>
          <p:spPr>
            <a:xfrm>
              <a:off x="6809628" y="5270504"/>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00"/>
                  </a:lnTo>
                  <a:lnTo>
                    <a:pt x="2052673" y="998366"/>
                  </a:lnTo>
                  <a:lnTo>
                    <a:pt x="2039120" y="1042015"/>
                  </a:lnTo>
                  <a:lnTo>
                    <a:pt x="2017674" y="1081514"/>
                  </a:lnTo>
                  <a:lnTo>
                    <a:pt x="1989273" y="1115927"/>
                  </a:lnTo>
                  <a:lnTo>
                    <a:pt x="1954852" y="1144319"/>
                  </a:lnTo>
                  <a:lnTo>
                    <a:pt x="1915349" y="1165757"/>
                  </a:lnTo>
                  <a:lnTo>
                    <a:pt x="1871698" y="1179305"/>
                  </a:lnTo>
                  <a:lnTo>
                    <a:pt x="1824837" y="1184029"/>
                  </a:lnTo>
                  <a:lnTo>
                    <a:pt x="232531" y="1184029"/>
                  </a:lnTo>
                  <a:lnTo>
                    <a:pt x="185671" y="1179305"/>
                  </a:lnTo>
                  <a:lnTo>
                    <a:pt x="142024" y="1165757"/>
                  </a:lnTo>
                  <a:lnTo>
                    <a:pt x="102526" y="1144319"/>
                  </a:lnTo>
                  <a:lnTo>
                    <a:pt x="68111" y="1115927"/>
                  </a:lnTo>
                  <a:lnTo>
                    <a:pt x="39715" y="1081514"/>
                  </a:lnTo>
                  <a:lnTo>
                    <a:pt x="18275" y="1042015"/>
                  </a:lnTo>
                  <a:lnTo>
                    <a:pt x="4724"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75" name="object 75"/>
            <p:cNvSpPr/>
            <p:nvPr/>
          </p:nvSpPr>
          <p:spPr>
            <a:xfrm>
              <a:off x="6908292" y="4913374"/>
              <a:ext cx="1895855" cy="1944624"/>
            </a:xfrm>
            <a:prstGeom prst="rect">
              <a:avLst/>
            </a:prstGeom>
            <a:blipFill>
              <a:blip r:embed="rId25" cstate="print"/>
              <a:stretch>
                <a:fillRect/>
              </a:stretch>
            </a:blipFill>
          </p:spPr>
          <p:txBody>
            <a:bodyPr wrap="square" lIns="0" tIns="0" rIns="0" bIns="0" rtlCol="0"/>
            <a:lstStyle/>
            <a:p>
              <a:endParaRPr/>
            </a:p>
          </p:txBody>
        </p:sp>
        <p:sp>
          <p:nvSpPr>
            <p:cNvPr id="76" name="object 76"/>
            <p:cNvSpPr/>
            <p:nvPr/>
          </p:nvSpPr>
          <p:spPr>
            <a:xfrm>
              <a:off x="7615549" y="5522595"/>
              <a:ext cx="447675" cy="724535"/>
            </a:xfrm>
            <a:custGeom>
              <a:avLst/>
              <a:gdLst/>
              <a:ahLst/>
              <a:cxnLst/>
              <a:rect l="l" t="t" r="r" b="b"/>
              <a:pathLst>
                <a:path w="447675" h="724535">
                  <a:moveTo>
                    <a:pt x="414406" y="0"/>
                  </a:moveTo>
                  <a:lnTo>
                    <a:pt x="37734" y="0"/>
                  </a:lnTo>
                  <a:lnTo>
                    <a:pt x="10942" y="397084"/>
                  </a:lnTo>
                  <a:lnTo>
                    <a:pt x="45876" y="393397"/>
                  </a:lnTo>
                  <a:lnTo>
                    <a:pt x="78687" y="390763"/>
                  </a:lnTo>
                  <a:lnTo>
                    <a:pt x="109401" y="389183"/>
                  </a:lnTo>
                  <a:lnTo>
                    <a:pt x="138043" y="388656"/>
                  </a:lnTo>
                  <a:lnTo>
                    <a:pt x="191814" y="392885"/>
                  </a:lnTo>
                  <a:lnTo>
                    <a:pt x="233633" y="405572"/>
                  </a:lnTo>
                  <a:lnTo>
                    <a:pt x="263502" y="426717"/>
                  </a:lnTo>
                  <a:lnTo>
                    <a:pt x="281422" y="456320"/>
                  </a:lnTo>
                  <a:lnTo>
                    <a:pt x="287395" y="494382"/>
                  </a:lnTo>
                  <a:lnTo>
                    <a:pt x="285206" y="518374"/>
                  </a:lnTo>
                  <a:lnTo>
                    <a:pt x="267683" y="558454"/>
                  </a:lnTo>
                  <a:lnTo>
                    <a:pt x="233207" y="587459"/>
                  </a:lnTo>
                  <a:lnTo>
                    <a:pt x="184681" y="602227"/>
                  </a:lnTo>
                  <a:lnTo>
                    <a:pt x="155326" y="604073"/>
                  </a:lnTo>
                  <a:lnTo>
                    <a:pt x="114751" y="601281"/>
                  </a:lnTo>
                  <a:lnTo>
                    <a:pt x="75331" y="592903"/>
                  </a:lnTo>
                  <a:lnTo>
                    <a:pt x="37077" y="578940"/>
                  </a:lnTo>
                  <a:lnTo>
                    <a:pt x="0" y="559390"/>
                  </a:lnTo>
                  <a:lnTo>
                    <a:pt x="0" y="693407"/>
                  </a:lnTo>
                  <a:lnTo>
                    <a:pt x="37023" y="706874"/>
                  </a:lnTo>
                  <a:lnTo>
                    <a:pt x="78169" y="716488"/>
                  </a:lnTo>
                  <a:lnTo>
                    <a:pt x="123413" y="722253"/>
                  </a:lnTo>
                  <a:lnTo>
                    <a:pt x="172730" y="724174"/>
                  </a:lnTo>
                  <a:lnTo>
                    <a:pt x="232763" y="719910"/>
                  </a:lnTo>
                  <a:lnTo>
                    <a:pt x="286184" y="707116"/>
                  </a:lnTo>
                  <a:lnTo>
                    <a:pt x="333010" y="685793"/>
                  </a:lnTo>
                  <a:lnTo>
                    <a:pt x="373258" y="655938"/>
                  </a:lnTo>
                  <a:lnTo>
                    <a:pt x="405599" y="619346"/>
                  </a:lnTo>
                  <a:lnTo>
                    <a:pt x="428697" y="577826"/>
                  </a:lnTo>
                  <a:lnTo>
                    <a:pt x="442553" y="531375"/>
                  </a:lnTo>
                  <a:lnTo>
                    <a:pt x="447172" y="479989"/>
                  </a:lnTo>
                  <a:lnTo>
                    <a:pt x="443310" y="433824"/>
                  </a:lnTo>
                  <a:lnTo>
                    <a:pt x="431711" y="392628"/>
                  </a:lnTo>
                  <a:lnTo>
                    <a:pt x="412350" y="356399"/>
                  </a:lnTo>
                  <a:lnTo>
                    <a:pt x="385206" y="325136"/>
                  </a:lnTo>
                  <a:lnTo>
                    <a:pt x="351169" y="299938"/>
                  </a:lnTo>
                  <a:lnTo>
                    <a:pt x="311196" y="281940"/>
                  </a:lnTo>
                  <a:lnTo>
                    <a:pt x="265298" y="271143"/>
                  </a:lnTo>
                  <a:lnTo>
                    <a:pt x="213481" y="267544"/>
                  </a:lnTo>
                  <a:lnTo>
                    <a:pt x="198918" y="267731"/>
                  </a:lnTo>
                  <a:lnTo>
                    <a:pt x="183043" y="268292"/>
                  </a:lnTo>
                  <a:lnTo>
                    <a:pt x="165883" y="269227"/>
                  </a:lnTo>
                  <a:lnTo>
                    <a:pt x="147462" y="270534"/>
                  </a:lnTo>
                  <a:lnTo>
                    <a:pt x="157368" y="128076"/>
                  </a:lnTo>
                  <a:lnTo>
                    <a:pt x="414406" y="128076"/>
                  </a:lnTo>
                  <a:lnTo>
                    <a:pt x="414406" y="0"/>
                  </a:lnTo>
                  <a:close/>
                </a:path>
              </a:pathLst>
            </a:custGeom>
            <a:solidFill>
              <a:srgbClr val="FFFF00"/>
            </a:solidFill>
          </p:spPr>
          <p:txBody>
            <a:bodyPr wrap="square" lIns="0" tIns="0" rIns="0" bIns="0" rtlCol="0"/>
            <a:lstStyle/>
            <a:p>
              <a:endParaRPr/>
            </a:p>
          </p:txBody>
        </p:sp>
        <p:sp>
          <p:nvSpPr>
            <p:cNvPr id="77" name="object 77"/>
            <p:cNvSpPr/>
            <p:nvPr/>
          </p:nvSpPr>
          <p:spPr>
            <a:xfrm>
              <a:off x="7615549" y="5522595"/>
              <a:ext cx="447675" cy="724535"/>
            </a:xfrm>
            <a:custGeom>
              <a:avLst/>
              <a:gdLst/>
              <a:ahLst/>
              <a:cxnLst/>
              <a:rect l="l" t="t" r="r" b="b"/>
              <a:pathLst>
                <a:path w="447675" h="724535">
                  <a:moveTo>
                    <a:pt x="37734" y="0"/>
                  </a:moveTo>
                  <a:lnTo>
                    <a:pt x="414406" y="0"/>
                  </a:lnTo>
                  <a:lnTo>
                    <a:pt x="414406" y="128076"/>
                  </a:lnTo>
                  <a:lnTo>
                    <a:pt x="157368" y="128076"/>
                  </a:lnTo>
                  <a:lnTo>
                    <a:pt x="147462" y="270534"/>
                  </a:lnTo>
                  <a:lnTo>
                    <a:pt x="165883" y="269227"/>
                  </a:lnTo>
                  <a:lnTo>
                    <a:pt x="183043" y="268292"/>
                  </a:lnTo>
                  <a:lnTo>
                    <a:pt x="198918" y="267731"/>
                  </a:lnTo>
                  <a:lnTo>
                    <a:pt x="213481" y="267544"/>
                  </a:lnTo>
                  <a:lnTo>
                    <a:pt x="265298" y="271143"/>
                  </a:lnTo>
                  <a:lnTo>
                    <a:pt x="311196" y="281940"/>
                  </a:lnTo>
                  <a:lnTo>
                    <a:pt x="351169" y="299938"/>
                  </a:lnTo>
                  <a:lnTo>
                    <a:pt x="385206" y="325136"/>
                  </a:lnTo>
                  <a:lnTo>
                    <a:pt x="412350" y="356399"/>
                  </a:lnTo>
                  <a:lnTo>
                    <a:pt x="431711" y="392628"/>
                  </a:lnTo>
                  <a:lnTo>
                    <a:pt x="443310" y="433824"/>
                  </a:lnTo>
                  <a:lnTo>
                    <a:pt x="447172" y="479989"/>
                  </a:lnTo>
                  <a:lnTo>
                    <a:pt x="442553" y="531375"/>
                  </a:lnTo>
                  <a:lnTo>
                    <a:pt x="428697" y="577826"/>
                  </a:lnTo>
                  <a:lnTo>
                    <a:pt x="405599" y="619346"/>
                  </a:lnTo>
                  <a:lnTo>
                    <a:pt x="373258" y="655938"/>
                  </a:lnTo>
                  <a:lnTo>
                    <a:pt x="333010" y="685793"/>
                  </a:lnTo>
                  <a:lnTo>
                    <a:pt x="286184" y="707116"/>
                  </a:lnTo>
                  <a:lnTo>
                    <a:pt x="232763" y="719910"/>
                  </a:lnTo>
                  <a:lnTo>
                    <a:pt x="172730" y="724174"/>
                  </a:lnTo>
                  <a:lnTo>
                    <a:pt x="123413" y="722253"/>
                  </a:lnTo>
                  <a:lnTo>
                    <a:pt x="78169" y="716488"/>
                  </a:lnTo>
                  <a:lnTo>
                    <a:pt x="37023" y="706874"/>
                  </a:lnTo>
                  <a:lnTo>
                    <a:pt x="0" y="693407"/>
                  </a:lnTo>
                  <a:lnTo>
                    <a:pt x="0" y="559390"/>
                  </a:lnTo>
                  <a:lnTo>
                    <a:pt x="37077" y="578940"/>
                  </a:lnTo>
                  <a:lnTo>
                    <a:pt x="75331" y="592903"/>
                  </a:lnTo>
                  <a:lnTo>
                    <a:pt x="114751" y="601281"/>
                  </a:lnTo>
                  <a:lnTo>
                    <a:pt x="155326" y="604073"/>
                  </a:lnTo>
                  <a:lnTo>
                    <a:pt x="184681" y="602227"/>
                  </a:lnTo>
                  <a:lnTo>
                    <a:pt x="233207" y="587459"/>
                  </a:lnTo>
                  <a:lnTo>
                    <a:pt x="267683" y="558454"/>
                  </a:lnTo>
                  <a:lnTo>
                    <a:pt x="285206" y="518374"/>
                  </a:lnTo>
                  <a:lnTo>
                    <a:pt x="287395" y="494382"/>
                  </a:lnTo>
                  <a:lnTo>
                    <a:pt x="281422" y="456320"/>
                  </a:lnTo>
                  <a:lnTo>
                    <a:pt x="263502" y="426717"/>
                  </a:lnTo>
                  <a:lnTo>
                    <a:pt x="233633" y="405572"/>
                  </a:lnTo>
                  <a:lnTo>
                    <a:pt x="191814" y="392885"/>
                  </a:lnTo>
                  <a:lnTo>
                    <a:pt x="138043" y="388656"/>
                  </a:lnTo>
                  <a:lnTo>
                    <a:pt x="109401" y="389183"/>
                  </a:lnTo>
                  <a:lnTo>
                    <a:pt x="78687" y="390763"/>
                  </a:lnTo>
                  <a:lnTo>
                    <a:pt x="45876" y="393397"/>
                  </a:lnTo>
                  <a:lnTo>
                    <a:pt x="10942" y="397084"/>
                  </a:lnTo>
                  <a:lnTo>
                    <a:pt x="37734" y="0"/>
                  </a:lnTo>
                  <a:close/>
                </a:path>
              </a:pathLst>
            </a:custGeom>
            <a:ln w="12191">
              <a:solidFill>
                <a:srgbClr val="000000"/>
              </a:solidFill>
            </a:ln>
          </p:spPr>
          <p:txBody>
            <a:bodyPr wrap="square" lIns="0" tIns="0" rIns="0" bIns="0" rtlCol="0"/>
            <a:lstStyle/>
            <a:p>
              <a:endParaRPr/>
            </a:p>
          </p:txBody>
        </p:sp>
        <p:sp>
          <p:nvSpPr>
            <p:cNvPr id="78" name="object 78"/>
            <p:cNvSpPr/>
            <p:nvPr/>
          </p:nvSpPr>
          <p:spPr>
            <a:xfrm>
              <a:off x="6768084" y="5239512"/>
              <a:ext cx="2218944" cy="1345692"/>
            </a:xfrm>
            <a:prstGeom prst="rect">
              <a:avLst/>
            </a:prstGeom>
            <a:blipFill>
              <a:blip r:embed="rId26" cstate="print"/>
              <a:stretch>
                <a:fillRect/>
              </a:stretch>
            </a:blipFill>
          </p:spPr>
          <p:txBody>
            <a:bodyPr wrap="square" lIns="0" tIns="0" rIns="0" bIns="0" rtlCol="0"/>
            <a:lstStyle/>
            <a:p>
              <a:endParaRPr/>
            </a:p>
          </p:txBody>
        </p:sp>
        <p:sp>
          <p:nvSpPr>
            <p:cNvPr id="79" name="object 79"/>
            <p:cNvSpPr/>
            <p:nvPr/>
          </p:nvSpPr>
          <p:spPr>
            <a:xfrm>
              <a:off x="6905244" y="4922518"/>
              <a:ext cx="2238755" cy="1935480"/>
            </a:xfrm>
            <a:prstGeom prst="rect">
              <a:avLst/>
            </a:prstGeom>
            <a:blipFill>
              <a:blip r:embed="rId27" cstate="print"/>
              <a:stretch>
                <a:fillRect/>
              </a:stretch>
            </a:blipFill>
          </p:spPr>
          <p:txBody>
            <a:bodyPr wrap="square" lIns="0" tIns="0" rIns="0" bIns="0" rtlCol="0"/>
            <a:lstStyle/>
            <a:p>
              <a:endParaRPr/>
            </a:p>
          </p:txBody>
        </p:sp>
        <p:sp>
          <p:nvSpPr>
            <p:cNvPr id="80" name="object 80"/>
            <p:cNvSpPr/>
            <p:nvPr/>
          </p:nvSpPr>
          <p:spPr>
            <a:xfrm>
              <a:off x="6848612" y="5300722"/>
              <a:ext cx="2057400" cy="1184275"/>
            </a:xfrm>
            <a:custGeom>
              <a:avLst/>
              <a:gdLst/>
              <a:ahLst/>
              <a:cxnLst/>
              <a:rect l="l" t="t" r="r" b="b"/>
              <a:pathLst>
                <a:path w="2057400" h="1184275">
                  <a:moveTo>
                    <a:pt x="1824868" y="0"/>
                  </a:moveTo>
                  <a:lnTo>
                    <a:pt x="232409" y="0"/>
                  </a:lnTo>
                  <a:lnTo>
                    <a:pt x="185555" y="4725"/>
                  </a:lnTo>
                  <a:lnTo>
                    <a:pt x="141922" y="18278"/>
                  </a:lnTo>
                  <a:lnTo>
                    <a:pt x="102442" y="39722"/>
                  </a:lnTo>
                  <a:lnTo>
                    <a:pt x="68050" y="68121"/>
                  </a:lnTo>
                  <a:lnTo>
                    <a:pt x="39677" y="102539"/>
                  </a:lnTo>
                  <a:lnTo>
                    <a:pt x="18256" y="142039"/>
                  </a:lnTo>
                  <a:lnTo>
                    <a:pt x="4719" y="185685"/>
                  </a:lnTo>
                  <a:lnTo>
                    <a:pt x="0" y="232541"/>
                  </a:lnTo>
                  <a:lnTo>
                    <a:pt x="0" y="951558"/>
                  </a:lnTo>
                  <a:lnTo>
                    <a:pt x="4719" y="998424"/>
                  </a:lnTo>
                  <a:lnTo>
                    <a:pt x="18256" y="1042073"/>
                  </a:lnTo>
                  <a:lnTo>
                    <a:pt x="39677" y="1081572"/>
                  </a:lnTo>
                  <a:lnTo>
                    <a:pt x="68050" y="1115985"/>
                  </a:lnTo>
                  <a:lnTo>
                    <a:pt x="102442" y="1144377"/>
                  </a:lnTo>
                  <a:lnTo>
                    <a:pt x="141922" y="1165815"/>
                  </a:lnTo>
                  <a:lnTo>
                    <a:pt x="185555" y="1179363"/>
                  </a:lnTo>
                  <a:lnTo>
                    <a:pt x="232409"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81" name="object 81"/>
            <p:cNvSpPr/>
            <p:nvPr/>
          </p:nvSpPr>
          <p:spPr>
            <a:xfrm>
              <a:off x="6848612" y="5300722"/>
              <a:ext cx="2057400" cy="1184275"/>
            </a:xfrm>
            <a:custGeom>
              <a:avLst/>
              <a:gdLst/>
              <a:ahLst/>
              <a:cxnLst/>
              <a:rect l="l" t="t" r="r" b="b"/>
              <a:pathLst>
                <a:path w="2057400" h="1184275">
                  <a:moveTo>
                    <a:pt x="0" y="232541"/>
                  </a:moveTo>
                  <a:lnTo>
                    <a:pt x="4719" y="185685"/>
                  </a:lnTo>
                  <a:lnTo>
                    <a:pt x="18256" y="142039"/>
                  </a:lnTo>
                  <a:lnTo>
                    <a:pt x="39677" y="102539"/>
                  </a:lnTo>
                  <a:lnTo>
                    <a:pt x="68050" y="68121"/>
                  </a:lnTo>
                  <a:lnTo>
                    <a:pt x="102442" y="39722"/>
                  </a:lnTo>
                  <a:lnTo>
                    <a:pt x="141922" y="18278"/>
                  </a:lnTo>
                  <a:lnTo>
                    <a:pt x="185555" y="4725"/>
                  </a:lnTo>
                  <a:lnTo>
                    <a:pt x="232409"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409" y="1184087"/>
                  </a:lnTo>
                  <a:lnTo>
                    <a:pt x="185555" y="1179363"/>
                  </a:lnTo>
                  <a:lnTo>
                    <a:pt x="141922" y="1165815"/>
                  </a:lnTo>
                  <a:lnTo>
                    <a:pt x="102442" y="1144377"/>
                  </a:lnTo>
                  <a:lnTo>
                    <a:pt x="68050" y="1115985"/>
                  </a:lnTo>
                  <a:lnTo>
                    <a:pt x="39677" y="1081572"/>
                  </a:lnTo>
                  <a:lnTo>
                    <a:pt x="18256" y="1042073"/>
                  </a:lnTo>
                  <a:lnTo>
                    <a:pt x="4719"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82" name="object 82"/>
            <p:cNvSpPr/>
            <p:nvPr/>
          </p:nvSpPr>
          <p:spPr>
            <a:xfrm>
              <a:off x="6946392" y="4943854"/>
              <a:ext cx="1895855" cy="1914144"/>
            </a:xfrm>
            <a:prstGeom prst="rect">
              <a:avLst/>
            </a:prstGeom>
            <a:blipFill>
              <a:blip r:embed="rId28" cstate="print"/>
              <a:stretch>
                <a:fillRect/>
              </a:stretch>
            </a:blipFill>
          </p:spPr>
          <p:txBody>
            <a:bodyPr wrap="square" lIns="0" tIns="0" rIns="0" bIns="0" rtlCol="0"/>
            <a:lstStyle/>
            <a:p>
              <a:endParaRPr/>
            </a:p>
          </p:txBody>
        </p:sp>
        <p:sp>
          <p:nvSpPr>
            <p:cNvPr id="83" name="object 83"/>
            <p:cNvSpPr/>
            <p:nvPr/>
          </p:nvSpPr>
          <p:spPr>
            <a:xfrm>
              <a:off x="7633598" y="5541014"/>
              <a:ext cx="501650" cy="736600"/>
            </a:xfrm>
            <a:custGeom>
              <a:avLst/>
              <a:gdLst/>
              <a:ahLst/>
              <a:cxnLst/>
              <a:rect l="l" t="t" r="r" b="b"/>
              <a:pathLst>
                <a:path w="501650" h="736600">
                  <a:moveTo>
                    <a:pt x="322687" y="0"/>
                  </a:moveTo>
                  <a:lnTo>
                    <a:pt x="251946" y="7235"/>
                  </a:lnTo>
                  <a:lnTo>
                    <a:pt x="188727" y="28956"/>
                  </a:lnTo>
                  <a:lnTo>
                    <a:pt x="133482" y="64049"/>
                  </a:lnTo>
                  <a:lnTo>
                    <a:pt x="87107" y="111145"/>
                  </a:lnTo>
                  <a:lnTo>
                    <a:pt x="50047" y="169657"/>
                  </a:lnTo>
                  <a:lnTo>
                    <a:pt x="22611" y="238957"/>
                  </a:lnTo>
                  <a:lnTo>
                    <a:pt x="12751" y="277374"/>
                  </a:lnTo>
                  <a:lnTo>
                    <a:pt x="5679" y="317936"/>
                  </a:lnTo>
                  <a:lnTo>
                    <a:pt x="1420" y="360638"/>
                  </a:lnTo>
                  <a:lnTo>
                    <a:pt x="0" y="405636"/>
                  </a:lnTo>
                  <a:lnTo>
                    <a:pt x="1090" y="443421"/>
                  </a:lnTo>
                  <a:lnTo>
                    <a:pt x="9806" y="513154"/>
                  </a:lnTo>
                  <a:lnTo>
                    <a:pt x="27038" y="574533"/>
                  </a:lnTo>
                  <a:lnTo>
                    <a:pt x="52135" y="626526"/>
                  </a:lnTo>
                  <a:lnTo>
                    <a:pt x="84847" y="668897"/>
                  </a:lnTo>
                  <a:lnTo>
                    <a:pt x="124902" y="701281"/>
                  </a:lnTo>
                  <a:lnTo>
                    <a:pt x="172196" y="723476"/>
                  </a:lnTo>
                  <a:lnTo>
                    <a:pt x="225917" y="734646"/>
                  </a:lnTo>
                  <a:lnTo>
                    <a:pt x="255143" y="736043"/>
                  </a:lnTo>
                  <a:lnTo>
                    <a:pt x="281457" y="734848"/>
                  </a:lnTo>
                  <a:lnTo>
                    <a:pt x="330838" y="725294"/>
                  </a:lnTo>
                  <a:lnTo>
                    <a:pt x="375747" y="706480"/>
                  </a:lnTo>
                  <a:lnTo>
                    <a:pt x="414755" y="680173"/>
                  </a:lnTo>
                  <a:lnTo>
                    <a:pt x="447397" y="646814"/>
                  </a:lnTo>
                  <a:lnTo>
                    <a:pt x="467906" y="615933"/>
                  </a:lnTo>
                  <a:lnTo>
                    <a:pt x="255143" y="615933"/>
                  </a:lnTo>
                  <a:lnTo>
                    <a:pt x="244726" y="615313"/>
                  </a:lnTo>
                  <a:lnTo>
                    <a:pt x="208027" y="600589"/>
                  </a:lnTo>
                  <a:lnTo>
                    <a:pt x="180426" y="570033"/>
                  </a:lnTo>
                  <a:lnTo>
                    <a:pt x="163802" y="527365"/>
                  </a:lnTo>
                  <a:lnTo>
                    <a:pt x="159893" y="489859"/>
                  </a:lnTo>
                  <a:lnTo>
                    <a:pt x="160303" y="478210"/>
                  </a:lnTo>
                  <a:lnTo>
                    <a:pt x="170309" y="436953"/>
                  </a:lnTo>
                  <a:lnTo>
                    <a:pt x="192168" y="405636"/>
                  </a:lnTo>
                  <a:lnTo>
                    <a:pt x="233818" y="384141"/>
                  </a:lnTo>
                  <a:lnTo>
                    <a:pt x="254107" y="382155"/>
                  </a:lnTo>
                  <a:lnTo>
                    <a:pt x="481800" y="382155"/>
                  </a:lnTo>
                  <a:lnTo>
                    <a:pt x="479752" y="376923"/>
                  </a:lnTo>
                  <a:lnTo>
                    <a:pt x="470663" y="358763"/>
                  </a:lnTo>
                  <a:lnTo>
                    <a:pt x="460175" y="342057"/>
                  </a:lnTo>
                  <a:lnTo>
                    <a:pt x="455443" y="335981"/>
                  </a:lnTo>
                  <a:lnTo>
                    <a:pt x="154925" y="335981"/>
                  </a:lnTo>
                  <a:lnTo>
                    <a:pt x="156165" y="311991"/>
                  </a:lnTo>
                  <a:lnTo>
                    <a:pt x="163219" y="267454"/>
                  </a:lnTo>
                  <a:lnTo>
                    <a:pt x="176220" y="227654"/>
                  </a:lnTo>
                  <a:lnTo>
                    <a:pt x="194313" y="193527"/>
                  </a:lnTo>
                  <a:lnTo>
                    <a:pt x="230679" y="153581"/>
                  </a:lnTo>
                  <a:lnTo>
                    <a:pt x="277223" y="128240"/>
                  </a:lnTo>
                  <a:lnTo>
                    <a:pt x="332593" y="119585"/>
                  </a:lnTo>
                  <a:lnTo>
                    <a:pt x="450703" y="119585"/>
                  </a:lnTo>
                  <a:lnTo>
                    <a:pt x="450703" y="19299"/>
                  </a:lnTo>
                  <a:lnTo>
                    <a:pt x="425557" y="10874"/>
                  </a:lnTo>
                  <a:lnTo>
                    <a:pt x="395839" y="4841"/>
                  </a:lnTo>
                  <a:lnTo>
                    <a:pt x="361549" y="1212"/>
                  </a:lnTo>
                  <a:lnTo>
                    <a:pt x="322687" y="0"/>
                  </a:lnTo>
                  <a:close/>
                </a:path>
                <a:path w="501650" h="736600">
                  <a:moveTo>
                    <a:pt x="481800" y="382155"/>
                  </a:moveTo>
                  <a:lnTo>
                    <a:pt x="254107" y="382155"/>
                  </a:lnTo>
                  <a:lnTo>
                    <a:pt x="295200" y="389319"/>
                  </a:lnTo>
                  <a:lnTo>
                    <a:pt x="324535" y="410814"/>
                  </a:lnTo>
                  <a:lnTo>
                    <a:pt x="342125" y="446644"/>
                  </a:lnTo>
                  <a:lnTo>
                    <a:pt x="347985" y="496811"/>
                  </a:lnTo>
                  <a:lnTo>
                    <a:pt x="347579" y="509700"/>
                  </a:lnTo>
                  <a:lnTo>
                    <a:pt x="337911" y="555846"/>
                  </a:lnTo>
                  <a:lnTo>
                    <a:pt x="316549" y="590310"/>
                  </a:lnTo>
                  <a:lnTo>
                    <a:pt x="275416" y="613762"/>
                  </a:lnTo>
                  <a:lnTo>
                    <a:pt x="255143" y="615933"/>
                  </a:lnTo>
                  <a:lnTo>
                    <a:pt x="467906" y="615933"/>
                  </a:lnTo>
                  <a:lnTo>
                    <a:pt x="491001" y="561894"/>
                  </a:lnTo>
                  <a:lnTo>
                    <a:pt x="500229" y="512750"/>
                  </a:lnTo>
                  <a:lnTo>
                    <a:pt x="501391" y="486869"/>
                  </a:lnTo>
                  <a:lnTo>
                    <a:pt x="500513" y="462619"/>
                  </a:lnTo>
                  <a:lnTo>
                    <a:pt x="497886" y="439480"/>
                  </a:lnTo>
                  <a:lnTo>
                    <a:pt x="493521" y="417453"/>
                  </a:lnTo>
                  <a:lnTo>
                    <a:pt x="487431" y="396538"/>
                  </a:lnTo>
                  <a:lnTo>
                    <a:pt x="481800" y="382155"/>
                  </a:lnTo>
                  <a:close/>
                </a:path>
                <a:path w="501650" h="736600">
                  <a:moveTo>
                    <a:pt x="307325" y="266008"/>
                  </a:moveTo>
                  <a:lnTo>
                    <a:pt x="260918" y="270383"/>
                  </a:lnTo>
                  <a:lnTo>
                    <a:pt x="220541" y="283506"/>
                  </a:lnTo>
                  <a:lnTo>
                    <a:pt x="186187" y="305373"/>
                  </a:lnTo>
                  <a:lnTo>
                    <a:pt x="157851" y="335981"/>
                  </a:lnTo>
                  <a:lnTo>
                    <a:pt x="455443" y="335981"/>
                  </a:lnTo>
                  <a:lnTo>
                    <a:pt x="420326" y="301061"/>
                  </a:lnTo>
                  <a:lnTo>
                    <a:pt x="387213" y="281891"/>
                  </a:lnTo>
                  <a:lnTo>
                    <a:pt x="349326" y="269981"/>
                  </a:lnTo>
                  <a:lnTo>
                    <a:pt x="307325" y="266008"/>
                  </a:lnTo>
                  <a:close/>
                </a:path>
                <a:path w="501650" h="736600">
                  <a:moveTo>
                    <a:pt x="450703" y="119585"/>
                  </a:moveTo>
                  <a:lnTo>
                    <a:pt x="332593" y="119585"/>
                  </a:lnTo>
                  <a:lnTo>
                    <a:pt x="363979" y="121508"/>
                  </a:lnTo>
                  <a:lnTo>
                    <a:pt x="394128" y="127277"/>
                  </a:lnTo>
                  <a:lnTo>
                    <a:pt x="423037" y="136895"/>
                  </a:lnTo>
                  <a:lnTo>
                    <a:pt x="450703" y="150363"/>
                  </a:lnTo>
                  <a:lnTo>
                    <a:pt x="450703" y="119585"/>
                  </a:lnTo>
                  <a:close/>
                </a:path>
              </a:pathLst>
            </a:custGeom>
            <a:solidFill>
              <a:srgbClr val="FFFF00"/>
            </a:solidFill>
          </p:spPr>
          <p:txBody>
            <a:bodyPr wrap="square" lIns="0" tIns="0" rIns="0" bIns="0" rtlCol="0"/>
            <a:lstStyle/>
            <a:p>
              <a:endParaRPr/>
            </a:p>
          </p:txBody>
        </p:sp>
        <p:sp>
          <p:nvSpPr>
            <p:cNvPr id="84" name="object 84"/>
            <p:cNvSpPr/>
            <p:nvPr/>
          </p:nvSpPr>
          <p:spPr>
            <a:xfrm>
              <a:off x="7787396" y="5917073"/>
              <a:ext cx="200284" cy="245970"/>
            </a:xfrm>
            <a:prstGeom prst="rect">
              <a:avLst/>
            </a:prstGeom>
            <a:blipFill>
              <a:blip r:embed="rId29" cstate="print"/>
              <a:stretch>
                <a:fillRect/>
              </a:stretch>
            </a:blipFill>
          </p:spPr>
          <p:txBody>
            <a:bodyPr wrap="square" lIns="0" tIns="0" rIns="0" bIns="0" rtlCol="0"/>
            <a:lstStyle/>
            <a:p>
              <a:endParaRPr/>
            </a:p>
          </p:txBody>
        </p:sp>
        <p:sp>
          <p:nvSpPr>
            <p:cNvPr id="85" name="object 85"/>
            <p:cNvSpPr/>
            <p:nvPr/>
          </p:nvSpPr>
          <p:spPr>
            <a:xfrm>
              <a:off x="7633594" y="5541014"/>
              <a:ext cx="501650" cy="736600"/>
            </a:xfrm>
            <a:custGeom>
              <a:avLst/>
              <a:gdLst/>
              <a:ahLst/>
              <a:cxnLst/>
              <a:rect l="l" t="t" r="r" b="b"/>
              <a:pathLst>
                <a:path w="501650" h="736600">
                  <a:moveTo>
                    <a:pt x="322691" y="0"/>
                  </a:moveTo>
                  <a:lnTo>
                    <a:pt x="361553" y="1212"/>
                  </a:lnTo>
                  <a:lnTo>
                    <a:pt x="395843" y="4841"/>
                  </a:lnTo>
                  <a:lnTo>
                    <a:pt x="425561" y="10874"/>
                  </a:lnTo>
                  <a:lnTo>
                    <a:pt x="450707" y="19299"/>
                  </a:lnTo>
                  <a:lnTo>
                    <a:pt x="450707" y="150363"/>
                  </a:lnTo>
                  <a:lnTo>
                    <a:pt x="423041" y="136895"/>
                  </a:lnTo>
                  <a:lnTo>
                    <a:pt x="394133" y="127277"/>
                  </a:lnTo>
                  <a:lnTo>
                    <a:pt x="363984" y="121508"/>
                  </a:lnTo>
                  <a:lnTo>
                    <a:pt x="332597" y="119585"/>
                  </a:lnTo>
                  <a:lnTo>
                    <a:pt x="313196" y="120547"/>
                  </a:lnTo>
                  <a:lnTo>
                    <a:pt x="260603" y="134968"/>
                  </a:lnTo>
                  <a:lnTo>
                    <a:pt x="217402" y="165303"/>
                  </a:lnTo>
                  <a:lnTo>
                    <a:pt x="184651" y="209864"/>
                  </a:lnTo>
                  <a:lnTo>
                    <a:pt x="169042" y="246900"/>
                  </a:lnTo>
                  <a:lnTo>
                    <a:pt x="158934" y="289150"/>
                  </a:lnTo>
                  <a:lnTo>
                    <a:pt x="154929" y="335981"/>
                  </a:lnTo>
                  <a:lnTo>
                    <a:pt x="157855" y="335981"/>
                  </a:lnTo>
                  <a:lnTo>
                    <a:pt x="186191" y="305373"/>
                  </a:lnTo>
                  <a:lnTo>
                    <a:pt x="220545" y="283506"/>
                  </a:lnTo>
                  <a:lnTo>
                    <a:pt x="260923" y="270383"/>
                  </a:lnTo>
                  <a:lnTo>
                    <a:pt x="307329" y="266008"/>
                  </a:lnTo>
                  <a:lnTo>
                    <a:pt x="349331" y="269981"/>
                  </a:lnTo>
                  <a:lnTo>
                    <a:pt x="387217" y="281891"/>
                  </a:lnTo>
                  <a:lnTo>
                    <a:pt x="420330" y="301061"/>
                  </a:lnTo>
                  <a:lnTo>
                    <a:pt x="460179" y="342057"/>
                  </a:lnTo>
                  <a:lnTo>
                    <a:pt x="479756" y="376923"/>
                  </a:lnTo>
                  <a:lnTo>
                    <a:pt x="493526" y="417453"/>
                  </a:lnTo>
                  <a:lnTo>
                    <a:pt x="500517" y="462619"/>
                  </a:lnTo>
                  <a:lnTo>
                    <a:pt x="501395" y="486869"/>
                  </a:lnTo>
                  <a:lnTo>
                    <a:pt x="500233" y="512749"/>
                  </a:lnTo>
                  <a:lnTo>
                    <a:pt x="491006" y="561894"/>
                  </a:lnTo>
                  <a:lnTo>
                    <a:pt x="472934" y="607230"/>
                  </a:lnTo>
                  <a:lnTo>
                    <a:pt x="447401" y="646814"/>
                  </a:lnTo>
                  <a:lnTo>
                    <a:pt x="414759" y="680172"/>
                  </a:lnTo>
                  <a:lnTo>
                    <a:pt x="375752" y="706480"/>
                  </a:lnTo>
                  <a:lnTo>
                    <a:pt x="330843" y="725294"/>
                  </a:lnTo>
                  <a:lnTo>
                    <a:pt x="281461" y="734848"/>
                  </a:lnTo>
                  <a:lnTo>
                    <a:pt x="255148" y="736043"/>
                  </a:lnTo>
                  <a:lnTo>
                    <a:pt x="225921" y="734646"/>
                  </a:lnTo>
                  <a:lnTo>
                    <a:pt x="172200" y="723476"/>
                  </a:lnTo>
                  <a:lnTo>
                    <a:pt x="124907" y="701281"/>
                  </a:lnTo>
                  <a:lnTo>
                    <a:pt x="84852" y="668897"/>
                  </a:lnTo>
                  <a:lnTo>
                    <a:pt x="52139" y="626526"/>
                  </a:lnTo>
                  <a:lnTo>
                    <a:pt x="27043" y="574533"/>
                  </a:lnTo>
                  <a:lnTo>
                    <a:pt x="9811" y="513154"/>
                  </a:lnTo>
                  <a:lnTo>
                    <a:pt x="1094" y="443421"/>
                  </a:lnTo>
                  <a:lnTo>
                    <a:pt x="0" y="405478"/>
                  </a:lnTo>
                  <a:lnTo>
                    <a:pt x="1424" y="360638"/>
                  </a:lnTo>
                  <a:lnTo>
                    <a:pt x="5684" y="317936"/>
                  </a:lnTo>
                  <a:lnTo>
                    <a:pt x="12755" y="277374"/>
                  </a:lnTo>
                  <a:lnTo>
                    <a:pt x="22616" y="238957"/>
                  </a:lnTo>
                  <a:lnTo>
                    <a:pt x="35132" y="202959"/>
                  </a:lnTo>
                  <a:lnTo>
                    <a:pt x="67377" y="139051"/>
                  </a:lnTo>
                  <a:lnTo>
                    <a:pt x="109187" y="86094"/>
                  </a:lnTo>
                  <a:lnTo>
                    <a:pt x="160003" y="45005"/>
                  </a:lnTo>
                  <a:lnTo>
                    <a:pt x="219397" y="16284"/>
                  </a:lnTo>
                  <a:lnTo>
                    <a:pt x="286385" y="1808"/>
                  </a:lnTo>
                  <a:lnTo>
                    <a:pt x="322691" y="0"/>
                  </a:lnTo>
                  <a:close/>
                </a:path>
              </a:pathLst>
            </a:custGeom>
            <a:ln w="12191">
              <a:solidFill>
                <a:srgbClr val="000000"/>
              </a:solidFill>
            </a:ln>
          </p:spPr>
          <p:txBody>
            <a:bodyPr wrap="square" lIns="0" tIns="0" rIns="0" bIns="0" rtlCol="0"/>
            <a:lstStyle/>
            <a:p>
              <a:endParaRPr/>
            </a:p>
          </p:txBody>
        </p:sp>
        <p:sp>
          <p:nvSpPr>
            <p:cNvPr id="86" name="object 86"/>
            <p:cNvSpPr/>
            <p:nvPr/>
          </p:nvSpPr>
          <p:spPr>
            <a:xfrm>
              <a:off x="6778752" y="5219700"/>
              <a:ext cx="2218944" cy="1345692"/>
            </a:xfrm>
            <a:prstGeom prst="rect">
              <a:avLst/>
            </a:prstGeom>
            <a:blipFill>
              <a:blip r:embed="rId30" cstate="print"/>
              <a:stretch>
                <a:fillRect/>
              </a:stretch>
            </a:blipFill>
          </p:spPr>
          <p:txBody>
            <a:bodyPr wrap="square" lIns="0" tIns="0" rIns="0" bIns="0" rtlCol="0"/>
            <a:lstStyle/>
            <a:p>
              <a:endParaRPr/>
            </a:p>
          </p:txBody>
        </p:sp>
        <p:sp>
          <p:nvSpPr>
            <p:cNvPr id="87" name="object 87"/>
            <p:cNvSpPr/>
            <p:nvPr/>
          </p:nvSpPr>
          <p:spPr>
            <a:xfrm>
              <a:off x="6917436" y="4901184"/>
              <a:ext cx="2226563" cy="1956815"/>
            </a:xfrm>
            <a:prstGeom prst="rect">
              <a:avLst/>
            </a:prstGeom>
            <a:blipFill>
              <a:blip r:embed="rId31" cstate="print"/>
              <a:stretch>
                <a:fillRect/>
              </a:stretch>
            </a:blipFill>
          </p:spPr>
          <p:txBody>
            <a:bodyPr wrap="square" lIns="0" tIns="0" rIns="0" bIns="0" rtlCol="0"/>
            <a:lstStyle/>
            <a:p>
              <a:endParaRPr/>
            </a:p>
          </p:txBody>
        </p:sp>
        <p:sp>
          <p:nvSpPr>
            <p:cNvPr id="88" name="object 88"/>
            <p:cNvSpPr/>
            <p:nvPr/>
          </p:nvSpPr>
          <p:spPr>
            <a:xfrm>
              <a:off x="6859523" y="5279898"/>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868" y="1184065"/>
                  </a:lnTo>
                  <a:lnTo>
                    <a:pt x="1871719" y="1179341"/>
                  </a:lnTo>
                  <a:lnTo>
                    <a:pt x="1915362" y="1165791"/>
                  </a:lnTo>
                  <a:lnTo>
                    <a:pt x="1954860" y="1144352"/>
                  </a:lnTo>
                  <a:lnTo>
                    <a:pt x="1989277" y="1115958"/>
                  </a:lnTo>
                  <a:lnTo>
                    <a:pt x="2017676" y="1081544"/>
                  </a:lnTo>
                  <a:lnTo>
                    <a:pt x="2039120" y="1042045"/>
                  </a:lnTo>
                  <a:lnTo>
                    <a:pt x="2052674" y="998398"/>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89" name="object 89"/>
            <p:cNvSpPr/>
            <p:nvPr/>
          </p:nvSpPr>
          <p:spPr>
            <a:xfrm>
              <a:off x="6859523" y="5279898"/>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8"/>
                  </a:lnTo>
                  <a:lnTo>
                    <a:pt x="2039120" y="1042045"/>
                  </a:lnTo>
                  <a:lnTo>
                    <a:pt x="2017676" y="1081544"/>
                  </a:lnTo>
                  <a:lnTo>
                    <a:pt x="1989277" y="1115958"/>
                  </a:lnTo>
                  <a:lnTo>
                    <a:pt x="1954860" y="1144352"/>
                  </a:lnTo>
                  <a:lnTo>
                    <a:pt x="1915362" y="1165791"/>
                  </a:lnTo>
                  <a:lnTo>
                    <a:pt x="1871719" y="1179341"/>
                  </a:lnTo>
                  <a:lnTo>
                    <a:pt x="1824868"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90" name="object 90"/>
            <p:cNvSpPr/>
            <p:nvPr/>
          </p:nvSpPr>
          <p:spPr>
            <a:xfrm>
              <a:off x="6958584" y="4922518"/>
              <a:ext cx="1895855" cy="1935480"/>
            </a:xfrm>
            <a:prstGeom prst="rect">
              <a:avLst/>
            </a:prstGeom>
            <a:blipFill>
              <a:blip r:embed="rId32" cstate="print"/>
              <a:stretch>
                <a:fillRect/>
              </a:stretch>
            </a:blipFill>
          </p:spPr>
          <p:txBody>
            <a:bodyPr wrap="square" lIns="0" tIns="0" rIns="0" bIns="0" rtlCol="0"/>
            <a:lstStyle/>
            <a:p>
              <a:endParaRPr/>
            </a:p>
          </p:txBody>
        </p:sp>
        <p:sp>
          <p:nvSpPr>
            <p:cNvPr id="91" name="object 91"/>
            <p:cNvSpPr/>
            <p:nvPr/>
          </p:nvSpPr>
          <p:spPr>
            <a:xfrm>
              <a:off x="7642616" y="5531989"/>
              <a:ext cx="495934" cy="711835"/>
            </a:xfrm>
            <a:custGeom>
              <a:avLst/>
              <a:gdLst/>
              <a:ahLst/>
              <a:cxnLst/>
              <a:rect l="l" t="t" r="r" b="b"/>
              <a:pathLst>
                <a:path w="495934" h="711835">
                  <a:moveTo>
                    <a:pt x="495421" y="0"/>
                  </a:moveTo>
                  <a:lnTo>
                    <a:pt x="0" y="0"/>
                  </a:lnTo>
                  <a:lnTo>
                    <a:pt x="0" y="128110"/>
                  </a:lnTo>
                  <a:lnTo>
                    <a:pt x="330586" y="128110"/>
                  </a:lnTo>
                  <a:lnTo>
                    <a:pt x="310476" y="161052"/>
                  </a:lnTo>
                  <a:lnTo>
                    <a:pt x="290916" y="194367"/>
                  </a:lnTo>
                  <a:lnTo>
                    <a:pt x="271881" y="228056"/>
                  </a:lnTo>
                  <a:lnTo>
                    <a:pt x="253349" y="262115"/>
                  </a:lnTo>
                  <a:lnTo>
                    <a:pt x="235539" y="296596"/>
                  </a:lnTo>
                  <a:lnTo>
                    <a:pt x="218518" y="331543"/>
                  </a:lnTo>
                  <a:lnTo>
                    <a:pt x="202309" y="366956"/>
                  </a:lnTo>
                  <a:lnTo>
                    <a:pt x="186933" y="402835"/>
                  </a:lnTo>
                  <a:lnTo>
                    <a:pt x="172343" y="439240"/>
                  </a:lnTo>
                  <a:lnTo>
                    <a:pt x="158656" y="476232"/>
                  </a:lnTo>
                  <a:lnTo>
                    <a:pt x="145871" y="513814"/>
                  </a:lnTo>
                  <a:lnTo>
                    <a:pt x="133990" y="551986"/>
                  </a:lnTo>
                  <a:lnTo>
                    <a:pt x="123180" y="590820"/>
                  </a:lnTo>
                  <a:lnTo>
                    <a:pt x="113442" y="630402"/>
                  </a:lnTo>
                  <a:lnTo>
                    <a:pt x="104796" y="670730"/>
                  </a:lnTo>
                  <a:lnTo>
                    <a:pt x="97261" y="711802"/>
                  </a:lnTo>
                  <a:lnTo>
                    <a:pt x="261091" y="711802"/>
                  </a:lnTo>
                  <a:lnTo>
                    <a:pt x="268032" y="668856"/>
                  </a:lnTo>
                  <a:lnTo>
                    <a:pt x="275882" y="627366"/>
                  </a:lnTo>
                  <a:lnTo>
                    <a:pt x="284657" y="587333"/>
                  </a:lnTo>
                  <a:lnTo>
                    <a:pt x="294375" y="548758"/>
                  </a:lnTo>
                  <a:lnTo>
                    <a:pt x="305092" y="511061"/>
                  </a:lnTo>
                  <a:lnTo>
                    <a:pt x="316854" y="473677"/>
                  </a:lnTo>
                  <a:lnTo>
                    <a:pt x="329668" y="436606"/>
                  </a:lnTo>
                  <a:lnTo>
                    <a:pt x="343540" y="399848"/>
                  </a:lnTo>
                  <a:lnTo>
                    <a:pt x="358469" y="363120"/>
                  </a:lnTo>
                  <a:lnTo>
                    <a:pt x="374507" y="326143"/>
                  </a:lnTo>
                  <a:lnTo>
                    <a:pt x="391666" y="288918"/>
                  </a:lnTo>
                  <a:lnTo>
                    <a:pt x="409955" y="251447"/>
                  </a:lnTo>
                  <a:lnTo>
                    <a:pt x="429435" y="213180"/>
                  </a:lnTo>
                  <a:lnTo>
                    <a:pt x="450162" y="173581"/>
                  </a:lnTo>
                  <a:lnTo>
                    <a:pt x="472153" y="132652"/>
                  </a:lnTo>
                  <a:lnTo>
                    <a:pt x="495421" y="90391"/>
                  </a:lnTo>
                  <a:lnTo>
                    <a:pt x="495421" y="0"/>
                  </a:lnTo>
                  <a:close/>
                </a:path>
              </a:pathLst>
            </a:custGeom>
            <a:solidFill>
              <a:srgbClr val="FFFF00"/>
            </a:solidFill>
          </p:spPr>
          <p:txBody>
            <a:bodyPr wrap="square" lIns="0" tIns="0" rIns="0" bIns="0" rtlCol="0"/>
            <a:lstStyle/>
            <a:p>
              <a:endParaRPr/>
            </a:p>
          </p:txBody>
        </p:sp>
        <p:sp>
          <p:nvSpPr>
            <p:cNvPr id="92" name="object 92"/>
            <p:cNvSpPr/>
            <p:nvPr/>
          </p:nvSpPr>
          <p:spPr>
            <a:xfrm>
              <a:off x="7642616" y="5531989"/>
              <a:ext cx="495934" cy="711835"/>
            </a:xfrm>
            <a:custGeom>
              <a:avLst/>
              <a:gdLst/>
              <a:ahLst/>
              <a:cxnLst/>
              <a:rect l="l" t="t" r="r" b="b"/>
              <a:pathLst>
                <a:path w="495934" h="711835">
                  <a:moveTo>
                    <a:pt x="0" y="0"/>
                  </a:moveTo>
                  <a:lnTo>
                    <a:pt x="495421" y="0"/>
                  </a:lnTo>
                  <a:lnTo>
                    <a:pt x="495421" y="90391"/>
                  </a:lnTo>
                  <a:lnTo>
                    <a:pt x="472153" y="132652"/>
                  </a:lnTo>
                  <a:lnTo>
                    <a:pt x="450162" y="173581"/>
                  </a:lnTo>
                  <a:lnTo>
                    <a:pt x="429435" y="213180"/>
                  </a:lnTo>
                  <a:lnTo>
                    <a:pt x="409955" y="251447"/>
                  </a:lnTo>
                  <a:lnTo>
                    <a:pt x="391666" y="288918"/>
                  </a:lnTo>
                  <a:lnTo>
                    <a:pt x="374507" y="326143"/>
                  </a:lnTo>
                  <a:lnTo>
                    <a:pt x="358469" y="363120"/>
                  </a:lnTo>
                  <a:lnTo>
                    <a:pt x="343540" y="399848"/>
                  </a:lnTo>
                  <a:lnTo>
                    <a:pt x="329668" y="436606"/>
                  </a:lnTo>
                  <a:lnTo>
                    <a:pt x="316854" y="473677"/>
                  </a:lnTo>
                  <a:lnTo>
                    <a:pt x="305092" y="511061"/>
                  </a:lnTo>
                  <a:lnTo>
                    <a:pt x="294375" y="548758"/>
                  </a:lnTo>
                  <a:lnTo>
                    <a:pt x="284657" y="587333"/>
                  </a:lnTo>
                  <a:lnTo>
                    <a:pt x="275882" y="627366"/>
                  </a:lnTo>
                  <a:lnTo>
                    <a:pt x="268032" y="668856"/>
                  </a:lnTo>
                  <a:lnTo>
                    <a:pt x="261091" y="711802"/>
                  </a:lnTo>
                  <a:lnTo>
                    <a:pt x="97261" y="711802"/>
                  </a:lnTo>
                  <a:lnTo>
                    <a:pt x="104796" y="670730"/>
                  </a:lnTo>
                  <a:lnTo>
                    <a:pt x="113442" y="630402"/>
                  </a:lnTo>
                  <a:lnTo>
                    <a:pt x="123180" y="590820"/>
                  </a:lnTo>
                  <a:lnTo>
                    <a:pt x="133990" y="551986"/>
                  </a:lnTo>
                  <a:lnTo>
                    <a:pt x="145871" y="513814"/>
                  </a:lnTo>
                  <a:lnTo>
                    <a:pt x="158656" y="476232"/>
                  </a:lnTo>
                  <a:lnTo>
                    <a:pt x="172343" y="439240"/>
                  </a:lnTo>
                  <a:lnTo>
                    <a:pt x="186933" y="402835"/>
                  </a:lnTo>
                  <a:lnTo>
                    <a:pt x="202309" y="366956"/>
                  </a:lnTo>
                  <a:lnTo>
                    <a:pt x="218518" y="331543"/>
                  </a:lnTo>
                  <a:lnTo>
                    <a:pt x="235539" y="296596"/>
                  </a:lnTo>
                  <a:lnTo>
                    <a:pt x="253349" y="262115"/>
                  </a:lnTo>
                  <a:lnTo>
                    <a:pt x="271881" y="228056"/>
                  </a:lnTo>
                  <a:lnTo>
                    <a:pt x="290916" y="194367"/>
                  </a:lnTo>
                  <a:lnTo>
                    <a:pt x="310476" y="161052"/>
                  </a:lnTo>
                  <a:lnTo>
                    <a:pt x="330586" y="128110"/>
                  </a:lnTo>
                  <a:lnTo>
                    <a:pt x="0" y="128110"/>
                  </a:lnTo>
                  <a:lnTo>
                    <a:pt x="0" y="0"/>
                  </a:lnTo>
                  <a:close/>
                </a:path>
              </a:pathLst>
            </a:custGeom>
            <a:ln w="12191">
              <a:solidFill>
                <a:srgbClr val="000000"/>
              </a:solidFill>
            </a:ln>
          </p:spPr>
          <p:txBody>
            <a:bodyPr wrap="square" lIns="0" tIns="0" rIns="0" bIns="0" rtlCol="0"/>
            <a:lstStyle/>
            <a:p>
              <a:endParaRPr/>
            </a:p>
          </p:txBody>
        </p:sp>
        <p:sp>
          <p:nvSpPr>
            <p:cNvPr id="93" name="object 93"/>
            <p:cNvSpPr/>
            <p:nvPr/>
          </p:nvSpPr>
          <p:spPr>
            <a:xfrm>
              <a:off x="6775704" y="5205984"/>
              <a:ext cx="2218944" cy="1345691"/>
            </a:xfrm>
            <a:prstGeom prst="rect">
              <a:avLst/>
            </a:prstGeom>
            <a:blipFill>
              <a:blip r:embed="rId33" cstate="print"/>
              <a:stretch>
                <a:fillRect/>
              </a:stretch>
            </a:blipFill>
          </p:spPr>
          <p:txBody>
            <a:bodyPr wrap="square" lIns="0" tIns="0" rIns="0" bIns="0" rtlCol="0"/>
            <a:lstStyle/>
            <a:p>
              <a:endParaRPr/>
            </a:p>
          </p:txBody>
        </p:sp>
        <p:sp>
          <p:nvSpPr>
            <p:cNvPr id="94" name="object 94"/>
            <p:cNvSpPr/>
            <p:nvPr/>
          </p:nvSpPr>
          <p:spPr>
            <a:xfrm>
              <a:off x="6912864" y="4887468"/>
              <a:ext cx="2231135" cy="1970532"/>
            </a:xfrm>
            <a:prstGeom prst="rect">
              <a:avLst/>
            </a:prstGeom>
            <a:blipFill>
              <a:blip r:embed="rId34" cstate="print"/>
              <a:stretch>
                <a:fillRect/>
              </a:stretch>
            </a:blipFill>
          </p:spPr>
          <p:txBody>
            <a:bodyPr wrap="square" lIns="0" tIns="0" rIns="0" bIns="0" rtlCol="0"/>
            <a:lstStyle/>
            <a:p>
              <a:endParaRPr/>
            </a:p>
          </p:txBody>
        </p:sp>
        <p:sp>
          <p:nvSpPr>
            <p:cNvPr id="95" name="object 95"/>
            <p:cNvSpPr/>
            <p:nvPr/>
          </p:nvSpPr>
          <p:spPr>
            <a:xfrm>
              <a:off x="6855957" y="5266563"/>
              <a:ext cx="2057400" cy="1184275"/>
            </a:xfrm>
            <a:custGeom>
              <a:avLst/>
              <a:gdLst/>
              <a:ahLst/>
              <a:cxnLst/>
              <a:rect l="l" t="t" r="r" b="b"/>
              <a:pathLst>
                <a:path w="2057400" h="1184275">
                  <a:moveTo>
                    <a:pt x="1824868" y="0"/>
                  </a:moveTo>
                  <a:lnTo>
                    <a:pt x="232409" y="0"/>
                  </a:lnTo>
                  <a:lnTo>
                    <a:pt x="185564" y="4725"/>
                  </a:lnTo>
                  <a:lnTo>
                    <a:pt x="141934" y="18278"/>
                  </a:lnTo>
                  <a:lnTo>
                    <a:pt x="102456" y="39722"/>
                  </a:lnTo>
                  <a:lnTo>
                    <a:pt x="68061" y="68121"/>
                  </a:lnTo>
                  <a:lnTo>
                    <a:pt x="39685" y="102539"/>
                  </a:lnTo>
                  <a:lnTo>
                    <a:pt x="18260" y="142039"/>
                  </a:lnTo>
                  <a:lnTo>
                    <a:pt x="4720" y="185685"/>
                  </a:lnTo>
                  <a:lnTo>
                    <a:pt x="0" y="232541"/>
                  </a:lnTo>
                  <a:lnTo>
                    <a:pt x="0" y="951512"/>
                  </a:lnTo>
                  <a:lnTo>
                    <a:pt x="4720" y="998370"/>
                  </a:lnTo>
                  <a:lnTo>
                    <a:pt x="18260" y="1042015"/>
                  </a:lnTo>
                  <a:lnTo>
                    <a:pt x="39685" y="1081511"/>
                  </a:lnTo>
                  <a:lnTo>
                    <a:pt x="68061" y="1115924"/>
                  </a:lnTo>
                  <a:lnTo>
                    <a:pt x="102456" y="1144317"/>
                  </a:lnTo>
                  <a:lnTo>
                    <a:pt x="141934" y="1165755"/>
                  </a:lnTo>
                  <a:lnTo>
                    <a:pt x="185564" y="1179304"/>
                  </a:lnTo>
                  <a:lnTo>
                    <a:pt x="232409" y="1184029"/>
                  </a:lnTo>
                  <a:lnTo>
                    <a:pt x="1824868" y="1184029"/>
                  </a:lnTo>
                  <a:lnTo>
                    <a:pt x="1871728" y="1179304"/>
                  </a:lnTo>
                  <a:lnTo>
                    <a:pt x="1915375" y="1165755"/>
                  </a:lnTo>
                  <a:lnTo>
                    <a:pt x="1954873" y="1144317"/>
                  </a:lnTo>
                  <a:lnTo>
                    <a:pt x="1989288" y="1115924"/>
                  </a:lnTo>
                  <a:lnTo>
                    <a:pt x="2017684" y="1081511"/>
                  </a:lnTo>
                  <a:lnTo>
                    <a:pt x="2039124" y="1042015"/>
                  </a:lnTo>
                  <a:lnTo>
                    <a:pt x="2052675" y="998370"/>
                  </a:lnTo>
                  <a:lnTo>
                    <a:pt x="2057399" y="951512"/>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96" name="object 96"/>
            <p:cNvSpPr/>
            <p:nvPr/>
          </p:nvSpPr>
          <p:spPr>
            <a:xfrm>
              <a:off x="6855957" y="5266563"/>
              <a:ext cx="2057400" cy="1184275"/>
            </a:xfrm>
            <a:custGeom>
              <a:avLst/>
              <a:gdLst/>
              <a:ahLst/>
              <a:cxnLst/>
              <a:rect l="l" t="t" r="r" b="b"/>
              <a:pathLst>
                <a:path w="2057400" h="1184275">
                  <a:moveTo>
                    <a:pt x="0" y="232541"/>
                  </a:moveTo>
                  <a:lnTo>
                    <a:pt x="4720" y="185685"/>
                  </a:lnTo>
                  <a:lnTo>
                    <a:pt x="18260" y="142039"/>
                  </a:lnTo>
                  <a:lnTo>
                    <a:pt x="39685" y="102539"/>
                  </a:lnTo>
                  <a:lnTo>
                    <a:pt x="68061" y="68121"/>
                  </a:lnTo>
                  <a:lnTo>
                    <a:pt x="102456" y="39722"/>
                  </a:lnTo>
                  <a:lnTo>
                    <a:pt x="141934" y="18278"/>
                  </a:lnTo>
                  <a:lnTo>
                    <a:pt x="185564" y="4725"/>
                  </a:lnTo>
                  <a:lnTo>
                    <a:pt x="232409"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12"/>
                  </a:lnTo>
                  <a:lnTo>
                    <a:pt x="2052675" y="998370"/>
                  </a:lnTo>
                  <a:lnTo>
                    <a:pt x="2039124" y="1042015"/>
                  </a:lnTo>
                  <a:lnTo>
                    <a:pt x="2017684" y="1081511"/>
                  </a:lnTo>
                  <a:lnTo>
                    <a:pt x="1989288" y="1115924"/>
                  </a:lnTo>
                  <a:lnTo>
                    <a:pt x="1954873" y="1144317"/>
                  </a:lnTo>
                  <a:lnTo>
                    <a:pt x="1915375" y="1165755"/>
                  </a:lnTo>
                  <a:lnTo>
                    <a:pt x="1871728" y="1179304"/>
                  </a:lnTo>
                  <a:lnTo>
                    <a:pt x="1824868" y="1184029"/>
                  </a:lnTo>
                  <a:lnTo>
                    <a:pt x="232409" y="1184029"/>
                  </a:lnTo>
                  <a:lnTo>
                    <a:pt x="185564" y="1179304"/>
                  </a:lnTo>
                  <a:lnTo>
                    <a:pt x="141934" y="1165755"/>
                  </a:lnTo>
                  <a:lnTo>
                    <a:pt x="102456" y="1144317"/>
                  </a:lnTo>
                  <a:lnTo>
                    <a:pt x="68061" y="1115924"/>
                  </a:lnTo>
                  <a:lnTo>
                    <a:pt x="39685" y="1081511"/>
                  </a:lnTo>
                  <a:lnTo>
                    <a:pt x="18260" y="1042015"/>
                  </a:lnTo>
                  <a:lnTo>
                    <a:pt x="4720" y="998370"/>
                  </a:lnTo>
                  <a:lnTo>
                    <a:pt x="0" y="951512"/>
                  </a:lnTo>
                  <a:lnTo>
                    <a:pt x="0" y="232541"/>
                  </a:lnTo>
                  <a:close/>
                </a:path>
              </a:pathLst>
            </a:custGeom>
            <a:ln w="76199">
              <a:solidFill>
                <a:srgbClr val="00AF50"/>
              </a:solidFill>
            </a:ln>
          </p:spPr>
          <p:txBody>
            <a:bodyPr wrap="square" lIns="0" tIns="0" rIns="0" bIns="0" rtlCol="0"/>
            <a:lstStyle/>
            <a:p>
              <a:endParaRPr/>
            </a:p>
          </p:txBody>
        </p:sp>
        <p:sp>
          <p:nvSpPr>
            <p:cNvPr id="97" name="object 97"/>
            <p:cNvSpPr/>
            <p:nvPr/>
          </p:nvSpPr>
          <p:spPr>
            <a:xfrm>
              <a:off x="6954012" y="4908802"/>
              <a:ext cx="1895855" cy="1949195"/>
            </a:xfrm>
            <a:prstGeom prst="rect">
              <a:avLst/>
            </a:prstGeom>
            <a:blipFill>
              <a:blip r:embed="rId35" cstate="print"/>
              <a:stretch>
                <a:fillRect/>
              </a:stretch>
            </a:blipFill>
          </p:spPr>
          <p:txBody>
            <a:bodyPr wrap="square" lIns="0" tIns="0" rIns="0" bIns="0" rtlCol="0"/>
            <a:lstStyle/>
            <a:p>
              <a:endParaRPr/>
            </a:p>
          </p:txBody>
        </p:sp>
        <p:sp>
          <p:nvSpPr>
            <p:cNvPr id="98" name="object 98"/>
            <p:cNvSpPr/>
            <p:nvPr/>
          </p:nvSpPr>
          <p:spPr>
            <a:xfrm>
              <a:off x="7631064" y="5506724"/>
              <a:ext cx="505459" cy="735330"/>
            </a:xfrm>
            <a:custGeom>
              <a:avLst/>
              <a:gdLst/>
              <a:ahLst/>
              <a:cxnLst/>
              <a:rect l="l" t="t" r="r" b="b"/>
              <a:pathLst>
                <a:path w="505459" h="735329">
                  <a:moveTo>
                    <a:pt x="254111" y="0"/>
                  </a:moveTo>
                  <a:lnTo>
                    <a:pt x="206433" y="3536"/>
                  </a:lnTo>
                  <a:lnTo>
                    <a:pt x="162549" y="14215"/>
                  </a:lnTo>
                  <a:lnTo>
                    <a:pt x="123512" y="31143"/>
                  </a:lnTo>
                  <a:lnTo>
                    <a:pt x="90281" y="53589"/>
                  </a:lnTo>
                  <a:lnTo>
                    <a:pt x="63364" y="81294"/>
                  </a:lnTo>
                  <a:lnTo>
                    <a:pt x="42915" y="113705"/>
                  </a:lnTo>
                  <a:lnTo>
                    <a:pt x="30049" y="149933"/>
                  </a:lnTo>
                  <a:lnTo>
                    <a:pt x="25755" y="189155"/>
                  </a:lnTo>
                  <a:lnTo>
                    <a:pt x="27636" y="214132"/>
                  </a:lnTo>
                  <a:lnTo>
                    <a:pt x="42600" y="260664"/>
                  </a:lnTo>
                  <a:lnTo>
                    <a:pt x="72006" y="302236"/>
                  </a:lnTo>
                  <a:lnTo>
                    <a:pt x="113910" y="336609"/>
                  </a:lnTo>
                  <a:lnTo>
                    <a:pt x="139446" y="350958"/>
                  </a:lnTo>
                  <a:lnTo>
                    <a:pt x="122394" y="357333"/>
                  </a:lnTo>
                  <a:lnTo>
                    <a:pt x="78211" y="381475"/>
                  </a:lnTo>
                  <a:lnTo>
                    <a:pt x="43990" y="412188"/>
                  </a:lnTo>
                  <a:lnTo>
                    <a:pt x="19579" y="448238"/>
                  </a:lnTo>
                  <a:lnTo>
                    <a:pt x="4912" y="488706"/>
                  </a:lnTo>
                  <a:lnTo>
                    <a:pt x="0" y="532113"/>
                  </a:lnTo>
                  <a:lnTo>
                    <a:pt x="1186" y="554217"/>
                  </a:lnTo>
                  <a:lnTo>
                    <a:pt x="10647" y="595543"/>
                  </a:lnTo>
                  <a:lnTo>
                    <a:pt x="29243" y="632834"/>
                  </a:lnTo>
                  <a:lnTo>
                    <a:pt x="55399" y="664968"/>
                  </a:lnTo>
                  <a:lnTo>
                    <a:pt x="88797" y="691680"/>
                  </a:lnTo>
                  <a:lnTo>
                    <a:pt x="128753" y="712406"/>
                  </a:lnTo>
                  <a:lnTo>
                    <a:pt x="174890" y="726890"/>
                  </a:lnTo>
                  <a:lnTo>
                    <a:pt x="225610" y="734213"/>
                  </a:lnTo>
                  <a:lnTo>
                    <a:pt x="252587" y="735128"/>
                  </a:lnTo>
                  <a:lnTo>
                    <a:pt x="280065" y="734197"/>
                  </a:lnTo>
                  <a:lnTo>
                    <a:pt x="331317" y="726750"/>
                  </a:lnTo>
                  <a:lnTo>
                    <a:pt x="377511" y="712026"/>
                  </a:lnTo>
                  <a:lnTo>
                    <a:pt x="417516" y="691054"/>
                  </a:lnTo>
                  <a:lnTo>
                    <a:pt x="450909" y="664115"/>
                  </a:lnTo>
                  <a:lnTo>
                    <a:pt x="476820" y="631855"/>
                  </a:lnTo>
                  <a:lnTo>
                    <a:pt x="481793" y="622947"/>
                  </a:lnTo>
                  <a:lnTo>
                    <a:pt x="253105" y="622947"/>
                  </a:lnTo>
                  <a:lnTo>
                    <a:pt x="241500" y="622498"/>
                  </a:lnTo>
                  <a:lnTo>
                    <a:pt x="200955" y="611767"/>
                  </a:lnTo>
                  <a:lnTo>
                    <a:pt x="170605" y="588082"/>
                  </a:lnTo>
                  <a:lnTo>
                    <a:pt x="152578" y="552403"/>
                  </a:lnTo>
                  <a:lnTo>
                    <a:pt x="148437" y="518720"/>
                  </a:lnTo>
                  <a:lnTo>
                    <a:pt x="148938" y="507522"/>
                  </a:lnTo>
                  <a:lnTo>
                    <a:pt x="160689" y="467171"/>
                  </a:lnTo>
                  <a:lnTo>
                    <a:pt x="185456" y="436357"/>
                  </a:lnTo>
                  <a:lnTo>
                    <a:pt x="221323" y="417826"/>
                  </a:lnTo>
                  <a:lnTo>
                    <a:pt x="253105" y="413491"/>
                  </a:lnTo>
                  <a:lnTo>
                    <a:pt x="463867" y="413491"/>
                  </a:lnTo>
                  <a:lnTo>
                    <a:pt x="460100" y="408854"/>
                  </a:lnTo>
                  <a:lnTo>
                    <a:pt x="425317" y="378000"/>
                  </a:lnTo>
                  <a:lnTo>
                    <a:pt x="381165" y="353852"/>
                  </a:lnTo>
                  <a:lnTo>
                    <a:pt x="364357" y="347484"/>
                  </a:lnTo>
                  <a:lnTo>
                    <a:pt x="390856" y="333167"/>
                  </a:lnTo>
                  <a:lnTo>
                    <a:pt x="414341" y="317020"/>
                  </a:lnTo>
                  <a:lnTo>
                    <a:pt x="434802" y="299041"/>
                  </a:lnTo>
                  <a:lnTo>
                    <a:pt x="439350" y="293869"/>
                  </a:lnTo>
                  <a:lnTo>
                    <a:pt x="255117" y="293869"/>
                  </a:lnTo>
                  <a:lnTo>
                    <a:pt x="246552" y="293436"/>
                  </a:lnTo>
                  <a:lnTo>
                    <a:pt x="207459" y="278615"/>
                  </a:lnTo>
                  <a:lnTo>
                    <a:pt x="180601" y="247065"/>
                  </a:lnTo>
                  <a:lnTo>
                    <a:pt x="170291" y="203536"/>
                  </a:lnTo>
                  <a:lnTo>
                    <a:pt x="170676" y="194246"/>
                  </a:lnTo>
                  <a:lnTo>
                    <a:pt x="183916" y="152541"/>
                  </a:lnTo>
                  <a:lnTo>
                    <a:pt x="213054" y="123816"/>
                  </a:lnTo>
                  <a:lnTo>
                    <a:pt x="255117" y="112705"/>
                  </a:lnTo>
                  <a:lnTo>
                    <a:pt x="467106" y="112705"/>
                  </a:lnTo>
                  <a:lnTo>
                    <a:pt x="457788" y="96152"/>
                  </a:lnTo>
                  <a:lnTo>
                    <a:pt x="419709" y="53340"/>
                  </a:lnTo>
                  <a:lnTo>
                    <a:pt x="386200" y="31063"/>
                  </a:lnTo>
                  <a:lnTo>
                    <a:pt x="346953" y="14215"/>
                  </a:lnTo>
                  <a:lnTo>
                    <a:pt x="302670" y="3536"/>
                  </a:lnTo>
                  <a:lnTo>
                    <a:pt x="278918" y="881"/>
                  </a:lnTo>
                  <a:lnTo>
                    <a:pt x="254111" y="0"/>
                  </a:lnTo>
                  <a:close/>
                </a:path>
                <a:path w="505459" h="735329">
                  <a:moveTo>
                    <a:pt x="463867" y="413491"/>
                  </a:moveTo>
                  <a:lnTo>
                    <a:pt x="253105" y="413491"/>
                  </a:lnTo>
                  <a:lnTo>
                    <a:pt x="264723" y="414018"/>
                  </a:lnTo>
                  <a:lnTo>
                    <a:pt x="275752" y="415600"/>
                  </a:lnTo>
                  <a:lnTo>
                    <a:pt x="313863" y="431796"/>
                  </a:lnTo>
                  <a:lnTo>
                    <a:pt x="341334" y="459963"/>
                  </a:lnTo>
                  <a:lnTo>
                    <a:pt x="355979" y="497876"/>
                  </a:lnTo>
                  <a:lnTo>
                    <a:pt x="357865" y="518720"/>
                  </a:lnTo>
                  <a:lnTo>
                    <a:pt x="357368" y="530352"/>
                  </a:lnTo>
                  <a:lnTo>
                    <a:pt x="345569" y="571204"/>
                  </a:lnTo>
                  <a:lnTo>
                    <a:pt x="320816" y="600984"/>
                  </a:lnTo>
                  <a:lnTo>
                    <a:pt x="285299" y="618761"/>
                  </a:lnTo>
                  <a:lnTo>
                    <a:pt x="253105" y="622947"/>
                  </a:lnTo>
                  <a:lnTo>
                    <a:pt x="481793" y="622947"/>
                  </a:lnTo>
                  <a:lnTo>
                    <a:pt x="500694" y="574241"/>
                  </a:lnTo>
                  <a:lnTo>
                    <a:pt x="505250" y="532113"/>
                  </a:lnTo>
                  <a:lnTo>
                    <a:pt x="505317" y="530352"/>
                  </a:lnTo>
                  <a:lnTo>
                    <a:pt x="504758" y="515629"/>
                  </a:lnTo>
                  <a:lnTo>
                    <a:pt x="496305" y="472308"/>
                  </a:lnTo>
                  <a:lnTo>
                    <a:pt x="477887" y="432619"/>
                  </a:lnTo>
                  <a:lnTo>
                    <a:pt x="469513" y="420444"/>
                  </a:lnTo>
                  <a:lnTo>
                    <a:pt x="463867" y="413491"/>
                  </a:lnTo>
                  <a:close/>
                </a:path>
                <a:path w="505459" h="735329">
                  <a:moveTo>
                    <a:pt x="467106" y="112705"/>
                  </a:moveTo>
                  <a:lnTo>
                    <a:pt x="255117" y="112705"/>
                  </a:lnTo>
                  <a:lnTo>
                    <a:pt x="264027" y="113156"/>
                  </a:lnTo>
                  <a:lnTo>
                    <a:pt x="272464" y="114449"/>
                  </a:lnTo>
                  <a:lnTo>
                    <a:pt x="309836" y="133016"/>
                  </a:lnTo>
                  <a:lnTo>
                    <a:pt x="333999" y="167557"/>
                  </a:lnTo>
                  <a:lnTo>
                    <a:pt x="340461" y="203536"/>
                  </a:lnTo>
                  <a:lnTo>
                    <a:pt x="340054" y="212827"/>
                  </a:lnTo>
                  <a:lnTo>
                    <a:pt x="325846" y="254165"/>
                  </a:lnTo>
                  <a:lnTo>
                    <a:pt x="295853" y="283129"/>
                  </a:lnTo>
                  <a:lnTo>
                    <a:pt x="255117" y="293869"/>
                  </a:lnTo>
                  <a:lnTo>
                    <a:pt x="439350" y="293869"/>
                  </a:lnTo>
                  <a:lnTo>
                    <a:pt x="466092" y="257932"/>
                  </a:lnTo>
                  <a:lnTo>
                    <a:pt x="481995" y="211896"/>
                  </a:lnTo>
                  <a:lnTo>
                    <a:pt x="483991" y="187153"/>
                  </a:lnTo>
                  <a:lnTo>
                    <a:pt x="482922" y="167425"/>
                  </a:lnTo>
                  <a:lnTo>
                    <a:pt x="479732" y="148442"/>
                  </a:lnTo>
                  <a:lnTo>
                    <a:pt x="474450" y="130203"/>
                  </a:lnTo>
                  <a:lnTo>
                    <a:pt x="467106" y="112705"/>
                  </a:lnTo>
                  <a:close/>
                </a:path>
              </a:pathLst>
            </a:custGeom>
            <a:solidFill>
              <a:srgbClr val="FFFF00"/>
            </a:solidFill>
          </p:spPr>
          <p:txBody>
            <a:bodyPr wrap="square" lIns="0" tIns="0" rIns="0" bIns="0" rtlCol="0"/>
            <a:lstStyle/>
            <a:p>
              <a:endParaRPr/>
            </a:p>
          </p:txBody>
        </p:sp>
        <p:sp>
          <p:nvSpPr>
            <p:cNvPr id="99" name="object 99"/>
            <p:cNvSpPr/>
            <p:nvPr/>
          </p:nvSpPr>
          <p:spPr>
            <a:xfrm>
              <a:off x="7773405" y="5914119"/>
              <a:ext cx="221620" cy="221647"/>
            </a:xfrm>
            <a:prstGeom prst="rect">
              <a:avLst/>
            </a:prstGeom>
            <a:blipFill>
              <a:blip r:embed="rId36" cstate="print"/>
              <a:stretch>
                <a:fillRect/>
              </a:stretch>
            </a:blipFill>
          </p:spPr>
          <p:txBody>
            <a:bodyPr wrap="square" lIns="0" tIns="0" rIns="0" bIns="0" rtlCol="0"/>
            <a:lstStyle/>
            <a:p>
              <a:endParaRPr/>
            </a:p>
          </p:txBody>
        </p:sp>
        <p:sp>
          <p:nvSpPr>
            <p:cNvPr id="100" name="object 100"/>
            <p:cNvSpPr/>
            <p:nvPr/>
          </p:nvSpPr>
          <p:spPr>
            <a:xfrm>
              <a:off x="7795259" y="5613334"/>
              <a:ext cx="182361" cy="193355"/>
            </a:xfrm>
            <a:prstGeom prst="rect">
              <a:avLst/>
            </a:prstGeom>
            <a:blipFill>
              <a:blip r:embed="rId37" cstate="print"/>
              <a:stretch>
                <a:fillRect/>
              </a:stretch>
            </a:blipFill>
          </p:spPr>
          <p:txBody>
            <a:bodyPr wrap="square" lIns="0" tIns="0" rIns="0" bIns="0" rtlCol="0"/>
            <a:lstStyle/>
            <a:p>
              <a:endParaRPr/>
            </a:p>
          </p:txBody>
        </p:sp>
        <p:sp>
          <p:nvSpPr>
            <p:cNvPr id="101" name="object 101"/>
            <p:cNvSpPr/>
            <p:nvPr/>
          </p:nvSpPr>
          <p:spPr>
            <a:xfrm>
              <a:off x="7631064" y="5506724"/>
              <a:ext cx="505459" cy="735330"/>
            </a:xfrm>
            <a:custGeom>
              <a:avLst/>
              <a:gdLst/>
              <a:ahLst/>
              <a:cxnLst/>
              <a:rect l="l" t="t" r="r" b="b"/>
              <a:pathLst>
                <a:path w="505459" h="735329">
                  <a:moveTo>
                    <a:pt x="254111" y="0"/>
                  </a:moveTo>
                  <a:lnTo>
                    <a:pt x="302670" y="3536"/>
                  </a:lnTo>
                  <a:lnTo>
                    <a:pt x="346953" y="14215"/>
                  </a:lnTo>
                  <a:lnTo>
                    <a:pt x="386200" y="31063"/>
                  </a:lnTo>
                  <a:lnTo>
                    <a:pt x="419709" y="53339"/>
                  </a:lnTo>
                  <a:lnTo>
                    <a:pt x="446791" y="80744"/>
                  </a:lnTo>
                  <a:lnTo>
                    <a:pt x="474450" y="130203"/>
                  </a:lnTo>
                  <a:lnTo>
                    <a:pt x="482922" y="167425"/>
                  </a:lnTo>
                  <a:lnTo>
                    <a:pt x="483991" y="187153"/>
                  </a:lnTo>
                  <a:lnTo>
                    <a:pt x="481995" y="211896"/>
                  </a:lnTo>
                  <a:lnTo>
                    <a:pt x="466092" y="257932"/>
                  </a:lnTo>
                  <a:lnTo>
                    <a:pt x="434802" y="299040"/>
                  </a:lnTo>
                  <a:lnTo>
                    <a:pt x="390856" y="333167"/>
                  </a:lnTo>
                  <a:lnTo>
                    <a:pt x="364357" y="347484"/>
                  </a:lnTo>
                  <a:lnTo>
                    <a:pt x="381165" y="353852"/>
                  </a:lnTo>
                  <a:lnTo>
                    <a:pt x="425317" y="378000"/>
                  </a:lnTo>
                  <a:lnTo>
                    <a:pt x="460100" y="408854"/>
                  </a:lnTo>
                  <a:lnTo>
                    <a:pt x="485138" y="445322"/>
                  </a:lnTo>
                  <a:lnTo>
                    <a:pt x="500235" y="486469"/>
                  </a:lnTo>
                  <a:lnTo>
                    <a:pt x="505327" y="530626"/>
                  </a:lnTo>
                  <a:lnTo>
                    <a:pt x="504165" y="552946"/>
                  </a:lnTo>
                  <a:lnTo>
                    <a:pt x="494938" y="594514"/>
                  </a:lnTo>
                  <a:lnTo>
                    <a:pt x="476820" y="631855"/>
                  </a:lnTo>
                  <a:lnTo>
                    <a:pt x="450909" y="664115"/>
                  </a:lnTo>
                  <a:lnTo>
                    <a:pt x="417516" y="691054"/>
                  </a:lnTo>
                  <a:lnTo>
                    <a:pt x="377511" y="712026"/>
                  </a:lnTo>
                  <a:lnTo>
                    <a:pt x="331317" y="726750"/>
                  </a:lnTo>
                  <a:lnTo>
                    <a:pt x="280065" y="734197"/>
                  </a:lnTo>
                  <a:lnTo>
                    <a:pt x="252587" y="735128"/>
                  </a:lnTo>
                  <a:lnTo>
                    <a:pt x="225610" y="734213"/>
                  </a:lnTo>
                  <a:lnTo>
                    <a:pt x="174890" y="726890"/>
                  </a:lnTo>
                  <a:lnTo>
                    <a:pt x="128753" y="712406"/>
                  </a:lnTo>
                  <a:lnTo>
                    <a:pt x="88797" y="691680"/>
                  </a:lnTo>
                  <a:lnTo>
                    <a:pt x="55399" y="664968"/>
                  </a:lnTo>
                  <a:lnTo>
                    <a:pt x="29243" y="632834"/>
                  </a:lnTo>
                  <a:lnTo>
                    <a:pt x="10647" y="595543"/>
                  </a:lnTo>
                  <a:lnTo>
                    <a:pt x="1186" y="554217"/>
                  </a:lnTo>
                  <a:lnTo>
                    <a:pt x="0" y="532113"/>
                  </a:lnTo>
                  <a:lnTo>
                    <a:pt x="543" y="517366"/>
                  </a:lnTo>
                  <a:lnTo>
                    <a:pt x="8747" y="474796"/>
                  </a:lnTo>
                  <a:lnTo>
                    <a:pt x="26642" y="435706"/>
                  </a:lnTo>
                  <a:lnTo>
                    <a:pt x="54300" y="401329"/>
                  </a:lnTo>
                  <a:lnTo>
                    <a:pt x="91765" y="372590"/>
                  </a:lnTo>
                  <a:lnTo>
                    <a:pt x="139445" y="350958"/>
                  </a:lnTo>
                  <a:lnTo>
                    <a:pt x="113910" y="336609"/>
                  </a:lnTo>
                  <a:lnTo>
                    <a:pt x="72006" y="302236"/>
                  </a:lnTo>
                  <a:lnTo>
                    <a:pt x="42600" y="260664"/>
                  </a:lnTo>
                  <a:lnTo>
                    <a:pt x="27636" y="214132"/>
                  </a:lnTo>
                  <a:lnTo>
                    <a:pt x="25755" y="189155"/>
                  </a:lnTo>
                  <a:lnTo>
                    <a:pt x="26829" y="169169"/>
                  </a:lnTo>
                  <a:lnTo>
                    <a:pt x="35412" y="131445"/>
                  </a:lnTo>
                  <a:lnTo>
                    <a:pt x="52318" y="96913"/>
                  </a:lnTo>
                  <a:lnTo>
                    <a:pt x="76027" y="66852"/>
                  </a:lnTo>
                  <a:lnTo>
                    <a:pt x="106168" y="41688"/>
                  </a:lnTo>
                  <a:lnTo>
                    <a:pt x="142308" y="21978"/>
                  </a:lnTo>
                  <a:lnTo>
                    <a:pt x="184005" y="7976"/>
                  </a:lnTo>
                  <a:lnTo>
                    <a:pt x="229809" y="881"/>
                  </a:lnTo>
                  <a:lnTo>
                    <a:pt x="254111" y="0"/>
                  </a:lnTo>
                  <a:close/>
                </a:path>
              </a:pathLst>
            </a:custGeom>
            <a:ln w="12191">
              <a:solidFill>
                <a:srgbClr val="000000"/>
              </a:solidFill>
            </a:ln>
          </p:spPr>
          <p:txBody>
            <a:bodyPr wrap="square" lIns="0" tIns="0" rIns="0" bIns="0" rtlCol="0"/>
            <a:lstStyle/>
            <a:p>
              <a:endParaRPr/>
            </a:p>
          </p:txBody>
        </p:sp>
        <p:sp>
          <p:nvSpPr>
            <p:cNvPr id="102" name="object 102"/>
            <p:cNvSpPr/>
            <p:nvPr/>
          </p:nvSpPr>
          <p:spPr>
            <a:xfrm>
              <a:off x="6743700" y="5213604"/>
              <a:ext cx="2218944" cy="1345692"/>
            </a:xfrm>
            <a:prstGeom prst="rect">
              <a:avLst/>
            </a:prstGeom>
            <a:blipFill>
              <a:blip r:embed="rId38" cstate="print"/>
              <a:stretch>
                <a:fillRect/>
              </a:stretch>
            </a:blipFill>
          </p:spPr>
          <p:txBody>
            <a:bodyPr wrap="square" lIns="0" tIns="0" rIns="0" bIns="0" rtlCol="0"/>
            <a:lstStyle/>
            <a:p>
              <a:endParaRPr/>
            </a:p>
          </p:txBody>
        </p:sp>
        <p:sp>
          <p:nvSpPr>
            <p:cNvPr id="103" name="object 103"/>
            <p:cNvSpPr/>
            <p:nvPr/>
          </p:nvSpPr>
          <p:spPr>
            <a:xfrm>
              <a:off x="6880860" y="4895086"/>
              <a:ext cx="2258568" cy="1962912"/>
            </a:xfrm>
            <a:prstGeom prst="rect">
              <a:avLst/>
            </a:prstGeom>
            <a:blipFill>
              <a:blip r:embed="rId39" cstate="print"/>
              <a:stretch>
                <a:fillRect/>
              </a:stretch>
            </a:blipFill>
          </p:spPr>
          <p:txBody>
            <a:bodyPr wrap="square" lIns="0" tIns="0" rIns="0" bIns="0" rtlCol="0"/>
            <a:lstStyle/>
            <a:p>
              <a:endParaRPr/>
            </a:p>
          </p:txBody>
        </p:sp>
        <p:sp>
          <p:nvSpPr>
            <p:cNvPr id="104" name="object 104"/>
            <p:cNvSpPr/>
            <p:nvPr/>
          </p:nvSpPr>
          <p:spPr>
            <a:xfrm>
              <a:off x="6823831" y="5274052"/>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70"/>
                  </a:lnTo>
                  <a:lnTo>
                    <a:pt x="4720" y="998436"/>
                  </a:lnTo>
                  <a:lnTo>
                    <a:pt x="18262" y="1042085"/>
                  </a:lnTo>
                  <a:lnTo>
                    <a:pt x="39691" y="1081584"/>
                  </a:lnTo>
                  <a:lnTo>
                    <a:pt x="68077" y="1115997"/>
                  </a:lnTo>
                  <a:lnTo>
                    <a:pt x="102486" y="1144389"/>
                  </a:lnTo>
                  <a:lnTo>
                    <a:pt x="141986" y="1165827"/>
                  </a:lnTo>
                  <a:lnTo>
                    <a:pt x="185645" y="1179375"/>
                  </a:lnTo>
                  <a:lnTo>
                    <a:pt x="232531" y="1184099"/>
                  </a:lnTo>
                  <a:lnTo>
                    <a:pt x="1824868" y="1184099"/>
                  </a:lnTo>
                  <a:lnTo>
                    <a:pt x="1871728" y="1179375"/>
                  </a:lnTo>
                  <a:lnTo>
                    <a:pt x="1915375" y="1165827"/>
                  </a:lnTo>
                  <a:lnTo>
                    <a:pt x="1954873" y="1144389"/>
                  </a:lnTo>
                  <a:lnTo>
                    <a:pt x="1989288" y="1115997"/>
                  </a:lnTo>
                  <a:lnTo>
                    <a:pt x="2017684" y="1081584"/>
                  </a:lnTo>
                  <a:lnTo>
                    <a:pt x="2039124" y="1042085"/>
                  </a:lnTo>
                  <a:lnTo>
                    <a:pt x="2052675" y="998436"/>
                  </a:lnTo>
                  <a:lnTo>
                    <a:pt x="2057399" y="95157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105" name="object 105"/>
            <p:cNvSpPr/>
            <p:nvPr/>
          </p:nvSpPr>
          <p:spPr>
            <a:xfrm>
              <a:off x="6823831" y="5274052"/>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70"/>
                  </a:lnTo>
                  <a:lnTo>
                    <a:pt x="2052675" y="998436"/>
                  </a:lnTo>
                  <a:lnTo>
                    <a:pt x="2039124" y="1042085"/>
                  </a:lnTo>
                  <a:lnTo>
                    <a:pt x="2017684" y="1081584"/>
                  </a:lnTo>
                  <a:lnTo>
                    <a:pt x="1989288" y="1115997"/>
                  </a:lnTo>
                  <a:lnTo>
                    <a:pt x="1954873" y="1144389"/>
                  </a:lnTo>
                  <a:lnTo>
                    <a:pt x="1915375" y="1165827"/>
                  </a:lnTo>
                  <a:lnTo>
                    <a:pt x="1871728" y="1179375"/>
                  </a:lnTo>
                  <a:lnTo>
                    <a:pt x="1824868" y="1184099"/>
                  </a:lnTo>
                  <a:lnTo>
                    <a:pt x="232531" y="1184099"/>
                  </a:lnTo>
                  <a:lnTo>
                    <a:pt x="185645" y="1179375"/>
                  </a:lnTo>
                  <a:lnTo>
                    <a:pt x="141986" y="1165827"/>
                  </a:lnTo>
                  <a:lnTo>
                    <a:pt x="102486" y="1144389"/>
                  </a:lnTo>
                  <a:lnTo>
                    <a:pt x="68077" y="1115997"/>
                  </a:lnTo>
                  <a:lnTo>
                    <a:pt x="39691" y="1081584"/>
                  </a:lnTo>
                  <a:lnTo>
                    <a:pt x="18262" y="1042085"/>
                  </a:lnTo>
                  <a:lnTo>
                    <a:pt x="4720" y="998436"/>
                  </a:lnTo>
                  <a:lnTo>
                    <a:pt x="0" y="951570"/>
                  </a:lnTo>
                  <a:lnTo>
                    <a:pt x="0" y="232541"/>
                  </a:lnTo>
                  <a:close/>
                </a:path>
              </a:pathLst>
            </a:custGeom>
            <a:ln w="76199">
              <a:solidFill>
                <a:srgbClr val="00AF50"/>
              </a:solidFill>
            </a:ln>
          </p:spPr>
          <p:txBody>
            <a:bodyPr wrap="square" lIns="0" tIns="0" rIns="0" bIns="0" rtlCol="0"/>
            <a:lstStyle/>
            <a:p>
              <a:endParaRPr/>
            </a:p>
          </p:txBody>
        </p:sp>
        <p:sp>
          <p:nvSpPr>
            <p:cNvPr id="106" name="object 106"/>
            <p:cNvSpPr/>
            <p:nvPr/>
          </p:nvSpPr>
          <p:spPr>
            <a:xfrm>
              <a:off x="6922008" y="4916422"/>
              <a:ext cx="1895855" cy="1941576"/>
            </a:xfrm>
            <a:prstGeom prst="rect">
              <a:avLst/>
            </a:prstGeom>
            <a:blipFill>
              <a:blip r:embed="rId40" cstate="print"/>
              <a:stretch>
                <a:fillRect/>
              </a:stretch>
            </a:blipFill>
          </p:spPr>
          <p:txBody>
            <a:bodyPr wrap="square" lIns="0" tIns="0" rIns="0" bIns="0" rtlCol="0"/>
            <a:lstStyle/>
            <a:p>
              <a:endParaRPr/>
            </a:p>
          </p:txBody>
        </p:sp>
        <p:sp>
          <p:nvSpPr>
            <p:cNvPr id="107" name="object 107"/>
            <p:cNvSpPr/>
            <p:nvPr/>
          </p:nvSpPr>
          <p:spPr>
            <a:xfrm>
              <a:off x="7598028" y="5514344"/>
              <a:ext cx="501015" cy="736600"/>
            </a:xfrm>
            <a:custGeom>
              <a:avLst/>
              <a:gdLst/>
              <a:ahLst/>
              <a:cxnLst/>
              <a:rect l="l" t="t" r="r" b="b"/>
              <a:pathLst>
                <a:path w="501015" h="736600">
                  <a:moveTo>
                    <a:pt x="40655" y="579202"/>
                  </a:moveTo>
                  <a:lnTo>
                    <a:pt x="40655" y="708266"/>
                  </a:lnTo>
                  <a:lnTo>
                    <a:pt x="73703" y="720422"/>
                  </a:lnTo>
                  <a:lnTo>
                    <a:pt x="109788" y="729102"/>
                  </a:lnTo>
                  <a:lnTo>
                    <a:pt x="148896" y="734308"/>
                  </a:lnTo>
                  <a:lnTo>
                    <a:pt x="191013" y="736043"/>
                  </a:lnTo>
                  <a:lnTo>
                    <a:pt x="226633" y="734308"/>
                  </a:lnTo>
                  <a:lnTo>
                    <a:pt x="291826" y="720553"/>
                  </a:lnTo>
                  <a:lnTo>
                    <a:pt x="349238" y="693224"/>
                  </a:lnTo>
                  <a:lnTo>
                    <a:pt x="398000" y="653644"/>
                  </a:lnTo>
                  <a:lnTo>
                    <a:pt x="428342" y="615933"/>
                  </a:lnTo>
                  <a:lnTo>
                    <a:pt x="175651" y="615933"/>
                  </a:lnTo>
                  <a:lnTo>
                    <a:pt x="137628" y="613638"/>
                  </a:lnTo>
                  <a:lnTo>
                    <a:pt x="102438" y="606752"/>
                  </a:lnTo>
                  <a:lnTo>
                    <a:pt x="70107" y="595273"/>
                  </a:lnTo>
                  <a:lnTo>
                    <a:pt x="40655" y="579202"/>
                  </a:lnTo>
                  <a:close/>
                </a:path>
                <a:path w="501015" h="736600">
                  <a:moveTo>
                    <a:pt x="497573" y="400525"/>
                  </a:moveTo>
                  <a:lnTo>
                    <a:pt x="345455" y="400525"/>
                  </a:lnTo>
                  <a:lnTo>
                    <a:pt x="348351" y="401513"/>
                  </a:lnTo>
                  <a:lnTo>
                    <a:pt x="345265" y="450557"/>
                  </a:lnTo>
                  <a:lnTo>
                    <a:pt x="336555" y="493461"/>
                  </a:lnTo>
                  <a:lnTo>
                    <a:pt x="322222" y="530224"/>
                  </a:lnTo>
                  <a:lnTo>
                    <a:pt x="277214" y="584948"/>
                  </a:lnTo>
                  <a:lnTo>
                    <a:pt x="213921" y="612491"/>
                  </a:lnTo>
                  <a:lnTo>
                    <a:pt x="175651" y="615933"/>
                  </a:lnTo>
                  <a:lnTo>
                    <a:pt x="428342" y="615933"/>
                  </a:lnTo>
                  <a:lnTo>
                    <a:pt x="454280" y="571950"/>
                  </a:lnTo>
                  <a:lnTo>
                    <a:pt x="479933" y="503014"/>
                  </a:lnTo>
                  <a:lnTo>
                    <a:pt x="489024" y="464411"/>
                  </a:lnTo>
                  <a:lnTo>
                    <a:pt x="495531" y="423293"/>
                  </a:lnTo>
                  <a:lnTo>
                    <a:pt x="497573" y="400525"/>
                  </a:lnTo>
                  <a:close/>
                </a:path>
                <a:path w="501015" h="736600">
                  <a:moveTo>
                    <a:pt x="251089" y="0"/>
                  </a:moveTo>
                  <a:lnTo>
                    <a:pt x="197494" y="4506"/>
                  </a:lnTo>
                  <a:lnTo>
                    <a:pt x="148859" y="18156"/>
                  </a:lnTo>
                  <a:lnTo>
                    <a:pt x="106005" y="40000"/>
                  </a:lnTo>
                  <a:lnTo>
                    <a:pt x="69733" y="69460"/>
                  </a:lnTo>
                  <a:lnTo>
                    <a:pt x="40339" y="105948"/>
                  </a:lnTo>
                  <a:lnTo>
                    <a:pt x="18283" y="148876"/>
                  </a:lnTo>
                  <a:lnTo>
                    <a:pt x="4567" y="197522"/>
                  </a:lnTo>
                  <a:lnTo>
                    <a:pt x="0" y="251238"/>
                  </a:lnTo>
                  <a:lnTo>
                    <a:pt x="930" y="274699"/>
                  </a:lnTo>
                  <a:lnTo>
                    <a:pt x="8469" y="318877"/>
                  </a:lnTo>
                  <a:lnTo>
                    <a:pt x="23397" y="358880"/>
                  </a:lnTo>
                  <a:lnTo>
                    <a:pt x="44491" y="393499"/>
                  </a:lnTo>
                  <a:lnTo>
                    <a:pt x="71417" y="422445"/>
                  </a:lnTo>
                  <a:lnTo>
                    <a:pt x="103421" y="445153"/>
                  </a:lnTo>
                  <a:lnTo>
                    <a:pt x="140190" y="461298"/>
                  </a:lnTo>
                  <a:lnTo>
                    <a:pt x="180524" y="469486"/>
                  </a:lnTo>
                  <a:lnTo>
                    <a:pt x="201925" y="470510"/>
                  </a:lnTo>
                  <a:lnTo>
                    <a:pt x="247039" y="466137"/>
                  </a:lnTo>
                  <a:lnTo>
                    <a:pt x="285978" y="453016"/>
                  </a:lnTo>
                  <a:lnTo>
                    <a:pt x="318773" y="431146"/>
                  </a:lnTo>
                  <a:lnTo>
                    <a:pt x="345455" y="400525"/>
                  </a:lnTo>
                  <a:lnTo>
                    <a:pt x="497573" y="400525"/>
                  </a:lnTo>
                  <a:lnTo>
                    <a:pt x="499444" y="379661"/>
                  </a:lnTo>
                  <a:lnTo>
                    <a:pt x="500175" y="353866"/>
                  </a:lnTo>
                  <a:lnTo>
                    <a:pt x="250053" y="353866"/>
                  </a:lnTo>
                  <a:lnTo>
                    <a:pt x="239417" y="353386"/>
                  </a:lnTo>
                  <a:lnTo>
                    <a:pt x="201816" y="341880"/>
                  </a:lnTo>
                  <a:lnTo>
                    <a:pt x="173881" y="315722"/>
                  </a:lnTo>
                  <a:lnTo>
                    <a:pt x="157201" y="275930"/>
                  </a:lnTo>
                  <a:lnTo>
                    <a:pt x="153279" y="237731"/>
                  </a:lnTo>
                  <a:lnTo>
                    <a:pt x="153710" y="225290"/>
                  </a:lnTo>
                  <a:lnTo>
                    <a:pt x="164071" y="180042"/>
                  </a:lnTo>
                  <a:lnTo>
                    <a:pt x="186085" y="145701"/>
                  </a:lnTo>
                  <a:lnTo>
                    <a:pt x="217943" y="124619"/>
                  </a:lnTo>
                  <a:lnTo>
                    <a:pt x="246639" y="119585"/>
                  </a:lnTo>
                  <a:lnTo>
                    <a:pt x="454203" y="119585"/>
                  </a:lnTo>
                  <a:lnTo>
                    <a:pt x="449276" y="110382"/>
                  </a:lnTo>
                  <a:lnTo>
                    <a:pt x="416891" y="67767"/>
                  </a:lnTo>
                  <a:lnTo>
                    <a:pt x="377567" y="35121"/>
                  </a:lnTo>
                  <a:lnTo>
                    <a:pt x="331491" y="12692"/>
                  </a:lnTo>
                  <a:lnTo>
                    <a:pt x="279383" y="1406"/>
                  </a:lnTo>
                  <a:lnTo>
                    <a:pt x="251089" y="0"/>
                  </a:lnTo>
                  <a:close/>
                </a:path>
                <a:path w="501015" h="736600">
                  <a:moveTo>
                    <a:pt x="454203" y="119585"/>
                  </a:moveTo>
                  <a:lnTo>
                    <a:pt x="246639" y="119585"/>
                  </a:lnTo>
                  <a:lnTo>
                    <a:pt x="257098" y="120221"/>
                  </a:lnTo>
                  <a:lnTo>
                    <a:pt x="267122" y="122132"/>
                  </a:lnTo>
                  <a:lnTo>
                    <a:pt x="302322" y="141754"/>
                  </a:lnTo>
                  <a:lnTo>
                    <a:pt x="327133" y="176366"/>
                  </a:lnTo>
                  <a:lnTo>
                    <a:pt x="340674" y="223643"/>
                  </a:lnTo>
                  <a:lnTo>
                    <a:pt x="342407" y="250137"/>
                  </a:lnTo>
                  <a:lnTo>
                    <a:pt x="341998" y="260866"/>
                  </a:lnTo>
                  <a:lnTo>
                    <a:pt x="332000" y="299955"/>
                  </a:lnTo>
                  <a:lnTo>
                    <a:pt x="303515" y="336064"/>
                  </a:lnTo>
                  <a:lnTo>
                    <a:pt x="260278" y="353355"/>
                  </a:lnTo>
                  <a:lnTo>
                    <a:pt x="250053" y="353866"/>
                  </a:lnTo>
                  <a:lnTo>
                    <a:pt x="500175" y="353866"/>
                  </a:lnTo>
                  <a:lnTo>
                    <a:pt x="500679" y="336064"/>
                  </a:lnTo>
                  <a:lnTo>
                    <a:pt x="500658" y="330184"/>
                  </a:lnTo>
                  <a:lnTo>
                    <a:pt x="499682" y="295113"/>
                  </a:lnTo>
                  <a:lnTo>
                    <a:pt x="491120" y="224630"/>
                  </a:lnTo>
                  <a:lnTo>
                    <a:pt x="474093" y="162742"/>
                  </a:lnTo>
                  <a:lnTo>
                    <a:pt x="462628" y="135317"/>
                  </a:lnTo>
                  <a:lnTo>
                    <a:pt x="454203" y="119585"/>
                  </a:lnTo>
                  <a:close/>
                </a:path>
              </a:pathLst>
            </a:custGeom>
            <a:solidFill>
              <a:srgbClr val="FFFF00"/>
            </a:solidFill>
          </p:spPr>
          <p:txBody>
            <a:bodyPr wrap="square" lIns="0" tIns="0" rIns="0" bIns="0" rtlCol="0"/>
            <a:lstStyle/>
            <a:p>
              <a:endParaRPr/>
            </a:p>
          </p:txBody>
        </p:sp>
        <p:sp>
          <p:nvSpPr>
            <p:cNvPr id="108" name="object 108"/>
            <p:cNvSpPr/>
            <p:nvPr/>
          </p:nvSpPr>
          <p:spPr>
            <a:xfrm>
              <a:off x="7745211" y="5627833"/>
              <a:ext cx="201320" cy="246473"/>
            </a:xfrm>
            <a:prstGeom prst="rect">
              <a:avLst/>
            </a:prstGeom>
            <a:blipFill>
              <a:blip r:embed="rId41" cstate="print"/>
              <a:stretch>
                <a:fillRect/>
              </a:stretch>
            </a:blipFill>
          </p:spPr>
          <p:txBody>
            <a:bodyPr wrap="square" lIns="0" tIns="0" rIns="0" bIns="0" rtlCol="0"/>
            <a:lstStyle/>
            <a:p>
              <a:endParaRPr/>
            </a:p>
          </p:txBody>
        </p:sp>
        <p:sp>
          <p:nvSpPr>
            <p:cNvPr id="109" name="object 109"/>
            <p:cNvSpPr/>
            <p:nvPr/>
          </p:nvSpPr>
          <p:spPr>
            <a:xfrm>
              <a:off x="7598023" y="5514344"/>
              <a:ext cx="501015" cy="736600"/>
            </a:xfrm>
            <a:custGeom>
              <a:avLst/>
              <a:gdLst/>
              <a:ahLst/>
              <a:cxnLst/>
              <a:rect l="l" t="t" r="r" b="b"/>
              <a:pathLst>
                <a:path w="501015" h="736600">
                  <a:moveTo>
                    <a:pt x="251094" y="0"/>
                  </a:moveTo>
                  <a:lnTo>
                    <a:pt x="306179" y="5633"/>
                  </a:lnTo>
                  <a:lnTo>
                    <a:pt x="355366" y="22597"/>
                  </a:lnTo>
                  <a:lnTo>
                    <a:pt x="398087" y="50187"/>
                  </a:lnTo>
                  <a:lnTo>
                    <a:pt x="433974" y="87831"/>
                  </a:lnTo>
                  <a:lnTo>
                    <a:pt x="462652" y="135353"/>
                  </a:lnTo>
                  <a:lnTo>
                    <a:pt x="483626" y="192548"/>
                  </a:lnTo>
                  <a:lnTo>
                    <a:pt x="496477" y="258817"/>
                  </a:lnTo>
                  <a:lnTo>
                    <a:pt x="500755" y="333518"/>
                  </a:lnTo>
                  <a:lnTo>
                    <a:pt x="499449" y="379661"/>
                  </a:lnTo>
                  <a:lnTo>
                    <a:pt x="495536" y="423293"/>
                  </a:lnTo>
                  <a:lnTo>
                    <a:pt x="489028" y="464411"/>
                  </a:lnTo>
                  <a:lnTo>
                    <a:pt x="479938" y="503014"/>
                  </a:lnTo>
                  <a:lnTo>
                    <a:pt x="454285" y="571950"/>
                  </a:lnTo>
                  <a:lnTo>
                    <a:pt x="419099" y="629341"/>
                  </a:lnTo>
                  <a:lnTo>
                    <a:pt x="374721" y="674937"/>
                  </a:lnTo>
                  <a:lnTo>
                    <a:pt x="321563" y="708504"/>
                  </a:lnTo>
                  <a:lnTo>
                    <a:pt x="260154" y="729159"/>
                  </a:lnTo>
                  <a:lnTo>
                    <a:pt x="191018" y="736043"/>
                  </a:lnTo>
                  <a:lnTo>
                    <a:pt x="148900" y="734308"/>
                  </a:lnTo>
                  <a:lnTo>
                    <a:pt x="109792" y="729102"/>
                  </a:lnTo>
                  <a:lnTo>
                    <a:pt x="73707" y="720422"/>
                  </a:lnTo>
                  <a:lnTo>
                    <a:pt x="40660" y="708266"/>
                  </a:lnTo>
                  <a:lnTo>
                    <a:pt x="40660" y="579202"/>
                  </a:lnTo>
                  <a:lnTo>
                    <a:pt x="70111" y="595273"/>
                  </a:lnTo>
                  <a:lnTo>
                    <a:pt x="102443" y="606752"/>
                  </a:lnTo>
                  <a:lnTo>
                    <a:pt x="137632" y="613638"/>
                  </a:lnTo>
                  <a:lnTo>
                    <a:pt x="175656" y="615933"/>
                  </a:lnTo>
                  <a:lnTo>
                    <a:pt x="213926" y="612491"/>
                  </a:lnTo>
                  <a:lnTo>
                    <a:pt x="277218" y="584948"/>
                  </a:lnTo>
                  <a:lnTo>
                    <a:pt x="322226" y="530223"/>
                  </a:lnTo>
                  <a:lnTo>
                    <a:pt x="336560" y="493461"/>
                  </a:lnTo>
                  <a:lnTo>
                    <a:pt x="345269" y="450557"/>
                  </a:lnTo>
                  <a:lnTo>
                    <a:pt x="348355" y="401513"/>
                  </a:lnTo>
                  <a:lnTo>
                    <a:pt x="345460" y="400525"/>
                  </a:lnTo>
                  <a:lnTo>
                    <a:pt x="318777" y="431146"/>
                  </a:lnTo>
                  <a:lnTo>
                    <a:pt x="285982" y="453016"/>
                  </a:lnTo>
                  <a:lnTo>
                    <a:pt x="247043" y="466137"/>
                  </a:lnTo>
                  <a:lnTo>
                    <a:pt x="201929" y="470510"/>
                  </a:lnTo>
                  <a:lnTo>
                    <a:pt x="180528" y="469486"/>
                  </a:lnTo>
                  <a:lnTo>
                    <a:pt x="140195" y="461298"/>
                  </a:lnTo>
                  <a:lnTo>
                    <a:pt x="103426" y="445153"/>
                  </a:lnTo>
                  <a:lnTo>
                    <a:pt x="71422" y="422445"/>
                  </a:lnTo>
                  <a:lnTo>
                    <a:pt x="44496" y="393499"/>
                  </a:lnTo>
                  <a:lnTo>
                    <a:pt x="23401" y="358880"/>
                  </a:lnTo>
                  <a:lnTo>
                    <a:pt x="8473" y="318877"/>
                  </a:lnTo>
                  <a:lnTo>
                    <a:pt x="934" y="274699"/>
                  </a:lnTo>
                  <a:lnTo>
                    <a:pt x="0" y="251127"/>
                  </a:lnTo>
                  <a:lnTo>
                    <a:pt x="1142" y="223706"/>
                  </a:lnTo>
                  <a:lnTo>
                    <a:pt x="10286" y="172579"/>
                  </a:lnTo>
                  <a:lnTo>
                    <a:pt x="28414" y="126607"/>
                  </a:lnTo>
                  <a:lnTo>
                    <a:pt x="54108" y="86900"/>
                  </a:lnTo>
                  <a:lnTo>
                    <a:pt x="87048" y="53767"/>
                  </a:lnTo>
                  <a:lnTo>
                    <a:pt x="126616" y="28137"/>
                  </a:lnTo>
                  <a:lnTo>
                    <a:pt x="172548" y="10176"/>
                  </a:lnTo>
                  <a:lnTo>
                    <a:pt x="223689" y="1122"/>
                  </a:lnTo>
                  <a:lnTo>
                    <a:pt x="251094" y="0"/>
                  </a:lnTo>
                  <a:close/>
                </a:path>
              </a:pathLst>
            </a:custGeom>
            <a:ln w="12191">
              <a:solidFill>
                <a:srgbClr val="000000"/>
              </a:solidFill>
            </a:ln>
          </p:spPr>
          <p:txBody>
            <a:bodyPr wrap="square" lIns="0" tIns="0" rIns="0" bIns="0" rtlCol="0"/>
            <a:lstStyle/>
            <a:p>
              <a:endParaRPr/>
            </a:p>
          </p:txBody>
        </p:sp>
        <p:sp>
          <p:nvSpPr>
            <p:cNvPr id="110" name="object 110"/>
            <p:cNvSpPr/>
            <p:nvPr/>
          </p:nvSpPr>
          <p:spPr>
            <a:xfrm>
              <a:off x="6772656" y="5227320"/>
              <a:ext cx="2218944" cy="1345691"/>
            </a:xfrm>
            <a:prstGeom prst="rect">
              <a:avLst/>
            </a:prstGeom>
            <a:blipFill>
              <a:blip r:embed="rId42" cstate="print"/>
              <a:stretch>
                <a:fillRect/>
              </a:stretch>
            </a:blipFill>
          </p:spPr>
          <p:txBody>
            <a:bodyPr wrap="square" lIns="0" tIns="0" rIns="0" bIns="0" rtlCol="0"/>
            <a:lstStyle/>
            <a:p>
              <a:endParaRPr/>
            </a:p>
          </p:txBody>
        </p:sp>
        <p:sp>
          <p:nvSpPr>
            <p:cNvPr id="111" name="object 111"/>
            <p:cNvSpPr/>
            <p:nvPr/>
          </p:nvSpPr>
          <p:spPr>
            <a:xfrm>
              <a:off x="6618732" y="4908802"/>
              <a:ext cx="2525267" cy="1949195"/>
            </a:xfrm>
            <a:prstGeom prst="rect">
              <a:avLst/>
            </a:prstGeom>
            <a:blipFill>
              <a:blip r:embed="rId43" cstate="print"/>
              <a:stretch>
                <a:fillRect/>
              </a:stretch>
            </a:blipFill>
          </p:spPr>
          <p:txBody>
            <a:bodyPr wrap="square" lIns="0" tIns="0" rIns="0" bIns="0" rtlCol="0"/>
            <a:lstStyle/>
            <a:p>
              <a:endParaRPr/>
            </a:p>
          </p:txBody>
        </p:sp>
        <p:sp>
          <p:nvSpPr>
            <p:cNvPr id="112" name="object 112"/>
            <p:cNvSpPr/>
            <p:nvPr/>
          </p:nvSpPr>
          <p:spPr>
            <a:xfrm>
              <a:off x="6853946" y="5288149"/>
              <a:ext cx="2057400" cy="1184275"/>
            </a:xfrm>
            <a:custGeom>
              <a:avLst/>
              <a:gdLst/>
              <a:ahLst/>
              <a:cxnLst/>
              <a:rect l="l" t="t" r="r" b="b"/>
              <a:pathLst>
                <a:path w="2057400" h="1184275">
                  <a:moveTo>
                    <a:pt x="1824868"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488"/>
                  </a:lnTo>
                  <a:lnTo>
                    <a:pt x="4724" y="998350"/>
                  </a:lnTo>
                  <a:lnTo>
                    <a:pt x="18275" y="1041998"/>
                  </a:lnTo>
                  <a:lnTo>
                    <a:pt x="39715" y="1081496"/>
                  </a:lnTo>
                  <a:lnTo>
                    <a:pt x="68111" y="1115910"/>
                  </a:lnTo>
                  <a:lnTo>
                    <a:pt x="102526" y="1144304"/>
                  </a:lnTo>
                  <a:lnTo>
                    <a:pt x="142024" y="1165743"/>
                  </a:lnTo>
                  <a:lnTo>
                    <a:pt x="185671" y="1179292"/>
                  </a:lnTo>
                  <a:lnTo>
                    <a:pt x="232531" y="1184016"/>
                  </a:lnTo>
                  <a:lnTo>
                    <a:pt x="1824868" y="1184016"/>
                  </a:lnTo>
                  <a:lnTo>
                    <a:pt x="1871754" y="1179292"/>
                  </a:lnTo>
                  <a:lnTo>
                    <a:pt x="1915413" y="1165743"/>
                  </a:lnTo>
                  <a:lnTo>
                    <a:pt x="1954913" y="1144304"/>
                  </a:lnTo>
                  <a:lnTo>
                    <a:pt x="1989322" y="1115910"/>
                  </a:lnTo>
                  <a:lnTo>
                    <a:pt x="2017708" y="1081496"/>
                  </a:lnTo>
                  <a:lnTo>
                    <a:pt x="2039137" y="1041998"/>
                  </a:lnTo>
                  <a:lnTo>
                    <a:pt x="2052679" y="998350"/>
                  </a:lnTo>
                  <a:lnTo>
                    <a:pt x="2057399" y="951488"/>
                  </a:lnTo>
                  <a:lnTo>
                    <a:pt x="2057399" y="232541"/>
                  </a:lnTo>
                  <a:lnTo>
                    <a:pt x="2052679" y="185685"/>
                  </a:lnTo>
                  <a:lnTo>
                    <a:pt x="2039137" y="142039"/>
                  </a:lnTo>
                  <a:lnTo>
                    <a:pt x="2017708" y="102539"/>
                  </a:lnTo>
                  <a:lnTo>
                    <a:pt x="1989322" y="68121"/>
                  </a:lnTo>
                  <a:lnTo>
                    <a:pt x="1954913" y="39722"/>
                  </a:lnTo>
                  <a:lnTo>
                    <a:pt x="1915413" y="18278"/>
                  </a:lnTo>
                  <a:lnTo>
                    <a:pt x="1871754" y="4725"/>
                  </a:lnTo>
                  <a:lnTo>
                    <a:pt x="1824868" y="0"/>
                  </a:lnTo>
                  <a:close/>
                </a:path>
              </a:pathLst>
            </a:custGeom>
            <a:solidFill>
              <a:srgbClr val="252525"/>
            </a:solidFill>
          </p:spPr>
          <p:txBody>
            <a:bodyPr wrap="square" lIns="0" tIns="0" rIns="0" bIns="0" rtlCol="0"/>
            <a:lstStyle/>
            <a:p>
              <a:endParaRPr/>
            </a:p>
          </p:txBody>
        </p:sp>
        <p:sp>
          <p:nvSpPr>
            <p:cNvPr id="113" name="object 113"/>
            <p:cNvSpPr/>
            <p:nvPr/>
          </p:nvSpPr>
          <p:spPr>
            <a:xfrm>
              <a:off x="6853946" y="5288149"/>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68" y="0"/>
                  </a:lnTo>
                  <a:lnTo>
                    <a:pt x="1871754" y="4725"/>
                  </a:lnTo>
                  <a:lnTo>
                    <a:pt x="1915413" y="18278"/>
                  </a:lnTo>
                  <a:lnTo>
                    <a:pt x="1954913" y="39722"/>
                  </a:lnTo>
                  <a:lnTo>
                    <a:pt x="1989322" y="68121"/>
                  </a:lnTo>
                  <a:lnTo>
                    <a:pt x="2017708" y="102539"/>
                  </a:lnTo>
                  <a:lnTo>
                    <a:pt x="2039137" y="142039"/>
                  </a:lnTo>
                  <a:lnTo>
                    <a:pt x="2052679" y="185685"/>
                  </a:lnTo>
                  <a:lnTo>
                    <a:pt x="2057399" y="232541"/>
                  </a:lnTo>
                  <a:lnTo>
                    <a:pt x="2057399" y="951488"/>
                  </a:lnTo>
                  <a:lnTo>
                    <a:pt x="2052679" y="998350"/>
                  </a:lnTo>
                  <a:lnTo>
                    <a:pt x="2039137" y="1041998"/>
                  </a:lnTo>
                  <a:lnTo>
                    <a:pt x="2017708" y="1081496"/>
                  </a:lnTo>
                  <a:lnTo>
                    <a:pt x="1989322" y="1115910"/>
                  </a:lnTo>
                  <a:lnTo>
                    <a:pt x="1954913" y="1144304"/>
                  </a:lnTo>
                  <a:lnTo>
                    <a:pt x="1915413" y="1165743"/>
                  </a:lnTo>
                  <a:lnTo>
                    <a:pt x="1871754" y="1179292"/>
                  </a:lnTo>
                  <a:lnTo>
                    <a:pt x="1824868" y="1184016"/>
                  </a:lnTo>
                  <a:lnTo>
                    <a:pt x="232531" y="1184016"/>
                  </a:lnTo>
                  <a:lnTo>
                    <a:pt x="185671" y="1179292"/>
                  </a:lnTo>
                  <a:lnTo>
                    <a:pt x="142024" y="1165743"/>
                  </a:lnTo>
                  <a:lnTo>
                    <a:pt x="102526" y="1144304"/>
                  </a:lnTo>
                  <a:lnTo>
                    <a:pt x="68111" y="1115910"/>
                  </a:lnTo>
                  <a:lnTo>
                    <a:pt x="39715" y="1081496"/>
                  </a:lnTo>
                  <a:lnTo>
                    <a:pt x="18275" y="1041998"/>
                  </a:lnTo>
                  <a:lnTo>
                    <a:pt x="4724" y="998350"/>
                  </a:lnTo>
                  <a:lnTo>
                    <a:pt x="0" y="951488"/>
                  </a:lnTo>
                  <a:lnTo>
                    <a:pt x="0" y="232541"/>
                  </a:lnTo>
                  <a:close/>
                </a:path>
              </a:pathLst>
            </a:custGeom>
            <a:ln w="76199">
              <a:solidFill>
                <a:srgbClr val="00AF50"/>
              </a:solidFill>
            </a:ln>
          </p:spPr>
          <p:txBody>
            <a:bodyPr wrap="square" lIns="0" tIns="0" rIns="0" bIns="0" rtlCol="0"/>
            <a:lstStyle/>
            <a:p>
              <a:endParaRPr/>
            </a:p>
          </p:txBody>
        </p:sp>
        <p:sp>
          <p:nvSpPr>
            <p:cNvPr id="114" name="object 114"/>
            <p:cNvSpPr/>
            <p:nvPr/>
          </p:nvSpPr>
          <p:spPr>
            <a:xfrm>
              <a:off x="6659880" y="4930138"/>
              <a:ext cx="2481072" cy="1927859"/>
            </a:xfrm>
            <a:prstGeom prst="rect">
              <a:avLst/>
            </a:prstGeom>
            <a:blipFill>
              <a:blip r:embed="rId44" cstate="print"/>
              <a:stretch>
                <a:fillRect/>
              </a:stretch>
            </a:blipFill>
          </p:spPr>
          <p:txBody>
            <a:bodyPr wrap="square" lIns="0" tIns="0" rIns="0" bIns="0" rtlCol="0"/>
            <a:lstStyle/>
            <a:p>
              <a:endParaRPr/>
            </a:p>
          </p:txBody>
        </p:sp>
        <p:sp>
          <p:nvSpPr>
            <p:cNvPr id="115" name="object 115"/>
            <p:cNvSpPr/>
            <p:nvPr/>
          </p:nvSpPr>
          <p:spPr>
            <a:xfrm>
              <a:off x="7402068" y="5524369"/>
              <a:ext cx="1031240" cy="740410"/>
            </a:xfrm>
            <a:custGeom>
              <a:avLst/>
              <a:gdLst/>
              <a:ahLst/>
              <a:cxnLst/>
              <a:rect l="l" t="t" r="r" b="b"/>
              <a:pathLst>
                <a:path w="1031240" h="740410">
                  <a:moveTo>
                    <a:pt x="782695" y="3941"/>
                  </a:moveTo>
                  <a:lnTo>
                    <a:pt x="732970" y="7826"/>
                  </a:lnTo>
                  <a:lnTo>
                    <a:pt x="688183" y="19480"/>
                  </a:lnTo>
                  <a:lnTo>
                    <a:pt x="648334" y="38899"/>
                  </a:lnTo>
                  <a:lnTo>
                    <a:pt x="613422" y="66078"/>
                  </a:lnTo>
                  <a:lnTo>
                    <a:pt x="583448" y="101013"/>
                  </a:lnTo>
                  <a:lnTo>
                    <a:pt x="562441" y="135798"/>
                  </a:lnTo>
                  <a:lnTo>
                    <a:pt x="545262" y="175481"/>
                  </a:lnTo>
                  <a:lnTo>
                    <a:pt x="531906" y="220061"/>
                  </a:lnTo>
                  <a:lnTo>
                    <a:pt x="522370" y="269538"/>
                  </a:lnTo>
                  <a:lnTo>
                    <a:pt x="516651" y="323911"/>
                  </a:lnTo>
                  <a:lnTo>
                    <a:pt x="514746" y="383179"/>
                  </a:lnTo>
                  <a:lnTo>
                    <a:pt x="516846" y="445114"/>
                  </a:lnTo>
                  <a:lnTo>
                    <a:pt x="523146" y="501151"/>
                  </a:lnTo>
                  <a:lnTo>
                    <a:pt x="533647" y="551290"/>
                  </a:lnTo>
                  <a:lnTo>
                    <a:pt x="548347" y="595529"/>
                  </a:lnTo>
                  <a:lnTo>
                    <a:pt x="567248" y="633870"/>
                  </a:lnTo>
                  <a:lnTo>
                    <a:pt x="590349" y="666312"/>
                  </a:lnTo>
                  <a:lnTo>
                    <a:pt x="649152" y="713501"/>
                  </a:lnTo>
                  <a:lnTo>
                    <a:pt x="684854" y="728248"/>
                  </a:lnTo>
                  <a:lnTo>
                    <a:pt x="724755" y="737095"/>
                  </a:lnTo>
                  <a:lnTo>
                    <a:pt x="768858" y="740045"/>
                  </a:lnTo>
                  <a:lnTo>
                    <a:pt x="817112" y="736193"/>
                  </a:lnTo>
                  <a:lnTo>
                    <a:pt x="860671" y="724638"/>
                  </a:lnTo>
                  <a:lnTo>
                    <a:pt x="899533" y="705380"/>
                  </a:lnTo>
                  <a:lnTo>
                    <a:pt x="933698" y="678420"/>
                  </a:lnTo>
                  <a:lnTo>
                    <a:pt x="963168" y="643758"/>
                  </a:lnTo>
                  <a:lnTo>
                    <a:pt x="977492" y="619935"/>
                  </a:lnTo>
                  <a:lnTo>
                    <a:pt x="773826" y="619935"/>
                  </a:lnTo>
                  <a:lnTo>
                    <a:pt x="743318" y="613248"/>
                  </a:lnTo>
                  <a:lnTo>
                    <a:pt x="698952" y="559751"/>
                  </a:lnTo>
                  <a:lnTo>
                    <a:pt x="685091" y="512941"/>
                  </a:lnTo>
                  <a:lnTo>
                    <a:pt x="676775" y="452758"/>
                  </a:lnTo>
                  <a:lnTo>
                    <a:pt x="674004" y="379201"/>
                  </a:lnTo>
                  <a:lnTo>
                    <a:pt x="676829" y="301095"/>
                  </a:lnTo>
                  <a:lnTo>
                    <a:pt x="685307" y="237191"/>
                  </a:lnTo>
                  <a:lnTo>
                    <a:pt x="699443" y="187489"/>
                  </a:lnTo>
                  <a:lnTo>
                    <a:pt x="719241" y="151987"/>
                  </a:lnTo>
                  <a:lnTo>
                    <a:pt x="775837" y="123587"/>
                  </a:lnTo>
                  <a:lnTo>
                    <a:pt x="985131" y="123587"/>
                  </a:lnTo>
                  <a:lnTo>
                    <a:pt x="979600" y="111903"/>
                  </a:lnTo>
                  <a:lnTo>
                    <a:pt x="957041" y="78915"/>
                  </a:lnTo>
                  <a:lnTo>
                    <a:pt x="899614" y="30932"/>
                  </a:lnTo>
                  <a:lnTo>
                    <a:pt x="825773" y="6940"/>
                  </a:lnTo>
                  <a:lnTo>
                    <a:pt x="782695" y="3941"/>
                  </a:lnTo>
                  <a:close/>
                </a:path>
                <a:path w="1031240" h="740410">
                  <a:moveTo>
                    <a:pt x="985131" y="123587"/>
                  </a:moveTo>
                  <a:lnTo>
                    <a:pt x="775837" y="123587"/>
                  </a:lnTo>
                  <a:lnTo>
                    <a:pt x="804949" y="130481"/>
                  </a:lnTo>
                  <a:lnTo>
                    <a:pt x="828763" y="151162"/>
                  </a:lnTo>
                  <a:lnTo>
                    <a:pt x="847283" y="185631"/>
                  </a:lnTo>
                  <a:lnTo>
                    <a:pt x="860509" y="233887"/>
                  </a:lnTo>
                  <a:lnTo>
                    <a:pt x="868443" y="295930"/>
                  </a:lnTo>
                  <a:lnTo>
                    <a:pt x="871087" y="371761"/>
                  </a:lnTo>
                  <a:lnTo>
                    <a:pt x="868389" y="447587"/>
                  </a:lnTo>
                  <a:lnTo>
                    <a:pt x="860292" y="509630"/>
                  </a:lnTo>
                  <a:lnTo>
                    <a:pt x="846791" y="557887"/>
                  </a:lnTo>
                  <a:lnTo>
                    <a:pt x="827883" y="592357"/>
                  </a:lnTo>
                  <a:lnTo>
                    <a:pt x="773826" y="619935"/>
                  </a:lnTo>
                  <a:lnTo>
                    <a:pt x="977492" y="619935"/>
                  </a:lnTo>
                  <a:lnTo>
                    <a:pt x="1000808" y="570186"/>
                  </a:lnTo>
                  <a:lnTo>
                    <a:pt x="1013966" y="526369"/>
                  </a:lnTo>
                  <a:lnTo>
                    <a:pt x="1023358" y="477865"/>
                  </a:lnTo>
                  <a:lnTo>
                    <a:pt x="1028988" y="424674"/>
                  </a:lnTo>
                  <a:lnTo>
                    <a:pt x="1030864" y="366796"/>
                  </a:lnTo>
                  <a:lnTo>
                    <a:pt x="1028813" y="303824"/>
                  </a:lnTo>
                  <a:lnTo>
                    <a:pt x="1022662" y="246849"/>
                  </a:lnTo>
                  <a:lnTo>
                    <a:pt x="1012410" y="195870"/>
                  </a:lnTo>
                  <a:lnTo>
                    <a:pt x="998056" y="150888"/>
                  </a:lnTo>
                  <a:lnTo>
                    <a:pt x="985131" y="123587"/>
                  </a:lnTo>
                  <a:close/>
                </a:path>
                <a:path w="1031240" h="740410">
                  <a:moveTo>
                    <a:pt x="307726" y="176701"/>
                  </a:moveTo>
                  <a:lnTo>
                    <a:pt x="151394" y="176701"/>
                  </a:lnTo>
                  <a:lnTo>
                    <a:pt x="151394" y="727639"/>
                  </a:lnTo>
                  <a:lnTo>
                    <a:pt x="307726" y="727639"/>
                  </a:lnTo>
                  <a:lnTo>
                    <a:pt x="307726" y="176701"/>
                  </a:lnTo>
                  <a:close/>
                </a:path>
                <a:path w="1031240" h="740410">
                  <a:moveTo>
                    <a:pt x="307726" y="0"/>
                  </a:moveTo>
                  <a:lnTo>
                    <a:pt x="212841" y="0"/>
                  </a:lnTo>
                  <a:lnTo>
                    <a:pt x="190390" y="16316"/>
                  </a:lnTo>
                  <a:lnTo>
                    <a:pt x="166641" y="31929"/>
                  </a:lnTo>
                  <a:lnTo>
                    <a:pt x="115183" y="61091"/>
                  </a:lnTo>
                  <a:lnTo>
                    <a:pt x="59306" y="86366"/>
                  </a:lnTo>
                  <a:lnTo>
                    <a:pt x="0" y="106704"/>
                  </a:lnTo>
                  <a:lnTo>
                    <a:pt x="0" y="238743"/>
                  </a:lnTo>
                  <a:lnTo>
                    <a:pt x="42153" y="230553"/>
                  </a:lnTo>
                  <a:lnTo>
                    <a:pt x="83301" y="216657"/>
                  </a:lnTo>
                  <a:lnTo>
                    <a:pt x="120792" y="198287"/>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16" name="object 116"/>
            <p:cNvSpPr/>
            <p:nvPr/>
          </p:nvSpPr>
          <p:spPr>
            <a:xfrm>
              <a:off x="7402067" y="5524369"/>
              <a:ext cx="1031240" cy="740410"/>
            </a:xfrm>
            <a:custGeom>
              <a:avLst/>
              <a:gdLst/>
              <a:ahLst/>
              <a:cxnLst/>
              <a:rect l="l" t="t" r="r" b="b"/>
              <a:pathLst>
                <a:path w="1031240" h="740410">
                  <a:moveTo>
                    <a:pt x="775837" y="123587"/>
                  </a:moveTo>
                  <a:lnTo>
                    <a:pt x="719241" y="151987"/>
                  </a:lnTo>
                  <a:lnTo>
                    <a:pt x="699443" y="187489"/>
                  </a:lnTo>
                  <a:lnTo>
                    <a:pt x="685307" y="237191"/>
                  </a:lnTo>
                  <a:lnTo>
                    <a:pt x="676829" y="301095"/>
                  </a:lnTo>
                  <a:lnTo>
                    <a:pt x="674004" y="379201"/>
                  </a:lnTo>
                  <a:lnTo>
                    <a:pt x="676775" y="452758"/>
                  </a:lnTo>
                  <a:lnTo>
                    <a:pt x="685091" y="512941"/>
                  </a:lnTo>
                  <a:lnTo>
                    <a:pt x="698952" y="559751"/>
                  </a:lnTo>
                  <a:lnTo>
                    <a:pt x="718360" y="593186"/>
                  </a:lnTo>
                  <a:lnTo>
                    <a:pt x="773826" y="619935"/>
                  </a:lnTo>
                  <a:lnTo>
                    <a:pt x="803562" y="613041"/>
                  </a:lnTo>
                  <a:lnTo>
                    <a:pt x="846791" y="557887"/>
                  </a:lnTo>
                  <a:lnTo>
                    <a:pt x="860292" y="509630"/>
                  </a:lnTo>
                  <a:lnTo>
                    <a:pt x="868389" y="447587"/>
                  </a:lnTo>
                  <a:lnTo>
                    <a:pt x="871087" y="371761"/>
                  </a:lnTo>
                  <a:lnTo>
                    <a:pt x="868443" y="295930"/>
                  </a:lnTo>
                  <a:lnTo>
                    <a:pt x="860509" y="233887"/>
                  </a:lnTo>
                  <a:lnTo>
                    <a:pt x="847283" y="185631"/>
                  </a:lnTo>
                  <a:lnTo>
                    <a:pt x="828763" y="151162"/>
                  </a:lnTo>
                  <a:lnTo>
                    <a:pt x="775837" y="123587"/>
                  </a:lnTo>
                  <a:close/>
                </a:path>
                <a:path w="1031240" h="740410">
                  <a:moveTo>
                    <a:pt x="782695" y="3941"/>
                  </a:moveTo>
                  <a:lnTo>
                    <a:pt x="825773" y="6940"/>
                  </a:lnTo>
                  <a:lnTo>
                    <a:pt x="864746" y="15937"/>
                  </a:lnTo>
                  <a:lnTo>
                    <a:pt x="930379" y="51925"/>
                  </a:lnTo>
                  <a:lnTo>
                    <a:pt x="979599" y="111903"/>
                  </a:lnTo>
                  <a:lnTo>
                    <a:pt x="998056" y="150888"/>
                  </a:lnTo>
                  <a:lnTo>
                    <a:pt x="1012410" y="195870"/>
                  </a:lnTo>
                  <a:lnTo>
                    <a:pt x="1022662" y="246849"/>
                  </a:lnTo>
                  <a:lnTo>
                    <a:pt x="1028813" y="303824"/>
                  </a:lnTo>
                  <a:lnTo>
                    <a:pt x="1030864" y="366796"/>
                  </a:lnTo>
                  <a:lnTo>
                    <a:pt x="1028988" y="424673"/>
                  </a:lnTo>
                  <a:lnTo>
                    <a:pt x="1023358" y="477865"/>
                  </a:lnTo>
                  <a:lnTo>
                    <a:pt x="1013966" y="526369"/>
                  </a:lnTo>
                  <a:lnTo>
                    <a:pt x="1000808" y="570186"/>
                  </a:lnTo>
                  <a:lnTo>
                    <a:pt x="983877" y="609316"/>
                  </a:lnTo>
                  <a:lnTo>
                    <a:pt x="963167" y="643758"/>
                  </a:lnTo>
                  <a:lnTo>
                    <a:pt x="933698" y="678420"/>
                  </a:lnTo>
                  <a:lnTo>
                    <a:pt x="899533" y="705380"/>
                  </a:lnTo>
                  <a:lnTo>
                    <a:pt x="860671" y="724638"/>
                  </a:lnTo>
                  <a:lnTo>
                    <a:pt x="817112" y="736193"/>
                  </a:lnTo>
                  <a:lnTo>
                    <a:pt x="768857" y="740045"/>
                  </a:lnTo>
                  <a:lnTo>
                    <a:pt x="724755" y="737095"/>
                  </a:lnTo>
                  <a:lnTo>
                    <a:pt x="684854" y="728248"/>
                  </a:lnTo>
                  <a:lnTo>
                    <a:pt x="649152" y="713501"/>
                  </a:lnTo>
                  <a:lnTo>
                    <a:pt x="590349" y="666312"/>
                  </a:lnTo>
                  <a:lnTo>
                    <a:pt x="567248" y="633870"/>
                  </a:lnTo>
                  <a:lnTo>
                    <a:pt x="548347" y="595529"/>
                  </a:lnTo>
                  <a:lnTo>
                    <a:pt x="533647" y="551290"/>
                  </a:lnTo>
                  <a:lnTo>
                    <a:pt x="523146" y="501151"/>
                  </a:lnTo>
                  <a:lnTo>
                    <a:pt x="516846" y="445114"/>
                  </a:lnTo>
                  <a:lnTo>
                    <a:pt x="514746" y="383179"/>
                  </a:lnTo>
                  <a:lnTo>
                    <a:pt x="516651" y="323911"/>
                  </a:lnTo>
                  <a:lnTo>
                    <a:pt x="522370" y="269538"/>
                  </a:lnTo>
                  <a:lnTo>
                    <a:pt x="531906" y="220061"/>
                  </a:lnTo>
                  <a:lnTo>
                    <a:pt x="545262" y="175481"/>
                  </a:lnTo>
                  <a:lnTo>
                    <a:pt x="562441" y="135798"/>
                  </a:lnTo>
                  <a:lnTo>
                    <a:pt x="583448" y="101013"/>
                  </a:lnTo>
                  <a:lnTo>
                    <a:pt x="613422" y="66078"/>
                  </a:lnTo>
                  <a:lnTo>
                    <a:pt x="648333" y="38899"/>
                  </a:lnTo>
                  <a:lnTo>
                    <a:pt x="688183" y="19480"/>
                  </a:lnTo>
                  <a:lnTo>
                    <a:pt x="732970" y="7826"/>
                  </a:lnTo>
                  <a:lnTo>
                    <a:pt x="782695" y="3941"/>
                  </a:lnTo>
                  <a:close/>
                </a:path>
                <a:path w="1031240" h="740410">
                  <a:moveTo>
                    <a:pt x="212841" y="0"/>
                  </a:moveTo>
                  <a:lnTo>
                    <a:pt x="307726" y="0"/>
                  </a:lnTo>
                  <a:lnTo>
                    <a:pt x="307726" y="727639"/>
                  </a:lnTo>
                  <a:lnTo>
                    <a:pt x="151394" y="727639"/>
                  </a:lnTo>
                  <a:lnTo>
                    <a:pt x="151394" y="176701"/>
                  </a:lnTo>
                  <a:lnTo>
                    <a:pt x="144619" y="182331"/>
                  </a:lnTo>
                  <a:lnTo>
                    <a:pt x="111873" y="203251"/>
                  </a:lnTo>
                  <a:lnTo>
                    <a:pt x="73306" y="220593"/>
                  </a:lnTo>
                  <a:lnTo>
                    <a:pt x="31521" y="233208"/>
                  </a:lnTo>
                  <a:lnTo>
                    <a:pt x="0" y="238743"/>
                  </a:lnTo>
                  <a:lnTo>
                    <a:pt x="0" y="106704"/>
                  </a:lnTo>
                  <a:lnTo>
                    <a:pt x="30067" y="97154"/>
                  </a:lnTo>
                  <a:lnTo>
                    <a:pt x="59306" y="86366"/>
                  </a:lnTo>
                  <a:lnTo>
                    <a:pt x="115183" y="61091"/>
                  </a:lnTo>
                  <a:lnTo>
                    <a:pt x="166641" y="31929"/>
                  </a:lnTo>
                  <a:lnTo>
                    <a:pt x="190390" y="16316"/>
                  </a:lnTo>
                  <a:lnTo>
                    <a:pt x="212841" y="0"/>
                  </a:lnTo>
                  <a:close/>
                </a:path>
              </a:pathLst>
            </a:custGeom>
            <a:ln w="12191">
              <a:solidFill>
                <a:srgbClr val="000000"/>
              </a:solidFill>
            </a:ln>
          </p:spPr>
          <p:txBody>
            <a:bodyPr wrap="square" lIns="0" tIns="0" rIns="0" bIns="0" rtlCol="0"/>
            <a:lstStyle/>
            <a:p>
              <a:endParaRPr/>
            </a:p>
          </p:txBody>
        </p:sp>
        <p:sp>
          <p:nvSpPr>
            <p:cNvPr id="117" name="object 117"/>
            <p:cNvSpPr/>
            <p:nvPr/>
          </p:nvSpPr>
          <p:spPr>
            <a:xfrm>
              <a:off x="6772656" y="5216652"/>
              <a:ext cx="2218944" cy="1345691"/>
            </a:xfrm>
            <a:prstGeom prst="rect">
              <a:avLst/>
            </a:prstGeom>
            <a:blipFill>
              <a:blip r:embed="rId45" cstate="print"/>
              <a:stretch>
                <a:fillRect/>
              </a:stretch>
            </a:blipFill>
          </p:spPr>
          <p:txBody>
            <a:bodyPr wrap="square" lIns="0" tIns="0" rIns="0" bIns="0" rtlCol="0"/>
            <a:lstStyle/>
            <a:p>
              <a:endParaRPr/>
            </a:p>
          </p:txBody>
        </p:sp>
        <p:sp>
          <p:nvSpPr>
            <p:cNvPr id="118" name="object 118"/>
            <p:cNvSpPr/>
            <p:nvPr/>
          </p:nvSpPr>
          <p:spPr>
            <a:xfrm>
              <a:off x="6618732" y="4898134"/>
              <a:ext cx="2525267" cy="1959864"/>
            </a:xfrm>
            <a:prstGeom prst="rect">
              <a:avLst/>
            </a:prstGeom>
            <a:blipFill>
              <a:blip r:embed="rId46" cstate="print"/>
              <a:stretch>
                <a:fillRect/>
              </a:stretch>
            </a:blipFill>
          </p:spPr>
          <p:txBody>
            <a:bodyPr wrap="square" lIns="0" tIns="0" rIns="0" bIns="0" rtlCol="0"/>
            <a:lstStyle/>
            <a:p>
              <a:endParaRPr/>
            </a:p>
          </p:txBody>
        </p:sp>
        <p:sp>
          <p:nvSpPr>
            <p:cNvPr id="119" name="object 119"/>
            <p:cNvSpPr/>
            <p:nvPr/>
          </p:nvSpPr>
          <p:spPr>
            <a:xfrm>
              <a:off x="6854068" y="5277100"/>
              <a:ext cx="2057400" cy="1184275"/>
            </a:xfrm>
            <a:custGeom>
              <a:avLst/>
              <a:gdLst/>
              <a:ahLst/>
              <a:cxnLst/>
              <a:rect l="l" t="t" r="r" b="b"/>
              <a:pathLst>
                <a:path w="2057400" h="1184275">
                  <a:moveTo>
                    <a:pt x="1824989"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989" y="1184065"/>
                  </a:lnTo>
                  <a:lnTo>
                    <a:pt x="1871835" y="1179341"/>
                  </a:lnTo>
                  <a:lnTo>
                    <a:pt x="1915465" y="1165791"/>
                  </a:lnTo>
                  <a:lnTo>
                    <a:pt x="1954943" y="1144352"/>
                  </a:lnTo>
                  <a:lnTo>
                    <a:pt x="1989338" y="1115958"/>
                  </a:lnTo>
                  <a:lnTo>
                    <a:pt x="2017714" y="1081544"/>
                  </a:lnTo>
                  <a:lnTo>
                    <a:pt x="2039139" y="1042045"/>
                  </a:lnTo>
                  <a:lnTo>
                    <a:pt x="2052679" y="998398"/>
                  </a:lnTo>
                  <a:lnTo>
                    <a:pt x="2057399" y="951536"/>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20" name="object 120"/>
            <p:cNvSpPr/>
            <p:nvPr/>
          </p:nvSpPr>
          <p:spPr>
            <a:xfrm>
              <a:off x="6854068" y="5277100"/>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36"/>
                  </a:lnTo>
                  <a:lnTo>
                    <a:pt x="2052679" y="998398"/>
                  </a:lnTo>
                  <a:lnTo>
                    <a:pt x="2039139" y="1042045"/>
                  </a:lnTo>
                  <a:lnTo>
                    <a:pt x="2017714" y="1081544"/>
                  </a:lnTo>
                  <a:lnTo>
                    <a:pt x="1989338" y="1115958"/>
                  </a:lnTo>
                  <a:lnTo>
                    <a:pt x="1954943" y="1144352"/>
                  </a:lnTo>
                  <a:lnTo>
                    <a:pt x="1915465" y="1165791"/>
                  </a:lnTo>
                  <a:lnTo>
                    <a:pt x="1871835" y="1179341"/>
                  </a:lnTo>
                  <a:lnTo>
                    <a:pt x="1824989"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121" name="object 121"/>
            <p:cNvSpPr/>
            <p:nvPr/>
          </p:nvSpPr>
          <p:spPr>
            <a:xfrm>
              <a:off x="6659880" y="4919472"/>
              <a:ext cx="2481072" cy="1938527"/>
            </a:xfrm>
            <a:prstGeom prst="rect">
              <a:avLst/>
            </a:prstGeom>
            <a:blipFill>
              <a:blip r:embed="rId47" cstate="print"/>
              <a:stretch>
                <a:fillRect/>
              </a:stretch>
            </a:blipFill>
          </p:spPr>
          <p:txBody>
            <a:bodyPr wrap="square" lIns="0" tIns="0" rIns="0" bIns="0" rtlCol="0"/>
            <a:lstStyle/>
            <a:p>
              <a:endParaRPr/>
            </a:p>
          </p:txBody>
        </p:sp>
        <p:sp>
          <p:nvSpPr>
            <p:cNvPr id="122" name="object 122"/>
            <p:cNvSpPr/>
            <p:nvPr/>
          </p:nvSpPr>
          <p:spPr>
            <a:xfrm>
              <a:off x="7402190" y="5513320"/>
              <a:ext cx="893444" cy="727710"/>
            </a:xfrm>
            <a:custGeom>
              <a:avLst/>
              <a:gdLst/>
              <a:ahLst/>
              <a:cxnLst/>
              <a:rect l="l" t="t" r="r" b="b"/>
              <a:pathLst>
                <a:path w="893445" h="727710">
                  <a:moveTo>
                    <a:pt x="892942" y="176747"/>
                  </a:moveTo>
                  <a:lnTo>
                    <a:pt x="736610" y="176747"/>
                  </a:lnTo>
                  <a:lnTo>
                    <a:pt x="736610" y="727685"/>
                  </a:lnTo>
                  <a:lnTo>
                    <a:pt x="892942" y="727685"/>
                  </a:lnTo>
                  <a:lnTo>
                    <a:pt x="892942" y="176747"/>
                  </a:lnTo>
                  <a:close/>
                </a:path>
                <a:path w="893445" h="727710">
                  <a:moveTo>
                    <a:pt x="892942" y="0"/>
                  </a:moveTo>
                  <a:lnTo>
                    <a:pt x="798210" y="0"/>
                  </a:lnTo>
                  <a:lnTo>
                    <a:pt x="775670" y="16316"/>
                  </a:lnTo>
                  <a:lnTo>
                    <a:pt x="751876" y="31929"/>
                  </a:lnTo>
                  <a:lnTo>
                    <a:pt x="700399" y="61091"/>
                  </a:lnTo>
                  <a:lnTo>
                    <a:pt x="644533" y="86409"/>
                  </a:lnTo>
                  <a:lnTo>
                    <a:pt x="585216" y="106762"/>
                  </a:lnTo>
                  <a:lnTo>
                    <a:pt x="585216" y="238792"/>
                  </a:lnTo>
                  <a:lnTo>
                    <a:pt x="627400" y="230599"/>
                  </a:lnTo>
                  <a:lnTo>
                    <a:pt x="668670" y="216706"/>
                  </a:lnTo>
                  <a:lnTo>
                    <a:pt x="706130" y="198333"/>
                  </a:lnTo>
                  <a:lnTo>
                    <a:pt x="736610" y="176747"/>
                  </a:lnTo>
                  <a:lnTo>
                    <a:pt x="892942" y="176747"/>
                  </a:lnTo>
                  <a:lnTo>
                    <a:pt x="892942" y="0"/>
                  </a:lnTo>
                  <a:close/>
                </a:path>
                <a:path w="893445" h="727710">
                  <a:moveTo>
                    <a:pt x="307726" y="176747"/>
                  </a:moveTo>
                  <a:lnTo>
                    <a:pt x="151394" y="176747"/>
                  </a:lnTo>
                  <a:lnTo>
                    <a:pt x="151394" y="727685"/>
                  </a:lnTo>
                  <a:lnTo>
                    <a:pt x="307726" y="727685"/>
                  </a:lnTo>
                  <a:lnTo>
                    <a:pt x="307726" y="176747"/>
                  </a:lnTo>
                  <a:close/>
                </a:path>
                <a:path w="893445" h="727710">
                  <a:moveTo>
                    <a:pt x="307726" y="0"/>
                  </a:moveTo>
                  <a:lnTo>
                    <a:pt x="212994" y="0"/>
                  </a:lnTo>
                  <a:lnTo>
                    <a:pt x="190454" y="16316"/>
                  </a:lnTo>
                  <a:lnTo>
                    <a:pt x="166660" y="31929"/>
                  </a:lnTo>
                  <a:lnTo>
                    <a:pt x="115183" y="61091"/>
                  </a:lnTo>
                  <a:lnTo>
                    <a:pt x="59317" y="86409"/>
                  </a:lnTo>
                  <a:lnTo>
                    <a:pt x="0" y="106762"/>
                  </a:lnTo>
                  <a:lnTo>
                    <a:pt x="0" y="238792"/>
                  </a:lnTo>
                  <a:lnTo>
                    <a:pt x="42184" y="230599"/>
                  </a:lnTo>
                  <a:lnTo>
                    <a:pt x="83332" y="216706"/>
                  </a:lnTo>
                  <a:lnTo>
                    <a:pt x="120914" y="198333"/>
                  </a:lnTo>
                  <a:lnTo>
                    <a:pt x="151394" y="176747"/>
                  </a:lnTo>
                  <a:lnTo>
                    <a:pt x="307726" y="176747"/>
                  </a:lnTo>
                  <a:lnTo>
                    <a:pt x="307726" y="0"/>
                  </a:lnTo>
                  <a:close/>
                </a:path>
              </a:pathLst>
            </a:custGeom>
            <a:solidFill>
              <a:srgbClr val="FFFF00"/>
            </a:solidFill>
          </p:spPr>
          <p:txBody>
            <a:bodyPr wrap="square" lIns="0" tIns="0" rIns="0" bIns="0" rtlCol="0"/>
            <a:lstStyle/>
            <a:p>
              <a:endParaRPr/>
            </a:p>
          </p:txBody>
        </p:sp>
        <p:sp>
          <p:nvSpPr>
            <p:cNvPr id="123" name="object 123"/>
            <p:cNvSpPr/>
            <p:nvPr/>
          </p:nvSpPr>
          <p:spPr>
            <a:xfrm>
              <a:off x="7402189" y="5513320"/>
              <a:ext cx="893444" cy="727710"/>
            </a:xfrm>
            <a:custGeom>
              <a:avLst/>
              <a:gdLst/>
              <a:ahLst/>
              <a:cxnLst/>
              <a:rect l="l" t="t" r="r" b="b"/>
              <a:pathLst>
                <a:path w="893445" h="727710">
                  <a:moveTo>
                    <a:pt x="798210" y="0"/>
                  </a:moveTo>
                  <a:lnTo>
                    <a:pt x="892942" y="0"/>
                  </a:lnTo>
                  <a:lnTo>
                    <a:pt x="892942" y="727685"/>
                  </a:lnTo>
                  <a:lnTo>
                    <a:pt x="736610" y="727685"/>
                  </a:lnTo>
                  <a:lnTo>
                    <a:pt x="736610" y="176747"/>
                  </a:lnTo>
                  <a:lnTo>
                    <a:pt x="729850" y="182377"/>
                  </a:lnTo>
                  <a:lnTo>
                    <a:pt x="697143" y="203299"/>
                  </a:lnTo>
                  <a:lnTo>
                    <a:pt x="658587" y="220647"/>
                  </a:lnTo>
                  <a:lnTo>
                    <a:pt x="616749" y="233254"/>
                  </a:lnTo>
                  <a:lnTo>
                    <a:pt x="585215" y="238792"/>
                  </a:lnTo>
                  <a:lnTo>
                    <a:pt x="585215" y="106762"/>
                  </a:lnTo>
                  <a:lnTo>
                    <a:pt x="615296" y="97205"/>
                  </a:lnTo>
                  <a:lnTo>
                    <a:pt x="644533" y="86409"/>
                  </a:lnTo>
                  <a:lnTo>
                    <a:pt x="700399" y="61091"/>
                  </a:lnTo>
                  <a:lnTo>
                    <a:pt x="751876" y="31929"/>
                  </a:lnTo>
                  <a:lnTo>
                    <a:pt x="775670" y="16316"/>
                  </a:lnTo>
                  <a:lnTo>
                    <a:pt x="798210" y="0"/>
                  </a:lnTo>
                  <a:close/>
                </a:path>
                <a:path w="893445" h="727710">
                  <a:moveTo>
                    <a:pt x="212994" y="0"/>
                  </a:moveTo>
                  <a:lnTo>
                    <a:pt x="307726" y="0"/>
                  </a:lnTo>
                  <a:lnTo>
                    <a:pt x="307726" y="727685"/>
                  </a:lnTo>
                  <a:lnTo>
                    <a:pt x="151394" y="727685"/>
                  </a:lnTo>
                  <a:lnTo>
                    <a:pt x="151394" y="176747"/>
                  </a:lnTo>
                  <a:lnTo>
                    <a:pt x="144634" y="182377"/>
                  </a:lnTo>
                  <a:lnTo>
                    <a:pt x="111925" y="203299"/>
                  </a:lnTo>
                  <a:lnTo>
                    <a:pt x="73319" y="220647"/>
                  </a:lnTo>
                  <a:lnTo>
                    <a:pt x="31533" y="233254"/>
                  </a:lnTo>
                  <a:lnTo>
                    <a:pt x="0" y="238792"/>
                  </a:lnTo>
                  <a:lnTo>
                    <a:pt x="0" y="106762"/>
                  </a:lnTo>
                  <a:lnTo>
                    <a:pt x="30080" y="97205"/>
                  </a:lnTo>
                  <a:lnTo>
                    <a:pt x="59317" y="86409"/>
                  </a:lnTo>
                  <a:lnTo>
                    <a:pt x="115183" y="61091"/>
                  </a:lnTo>
                  <a:lnTo>
                    <a:pt x="166660" y="31929"/>
                  </a:lnTo>
                  <a:lnTo>
                    <a:pt x="190454" y="16316"/>
                  </a:lnTo>
                  <a:lnTo>
                    <a:pt x="212994" y="0"/>
                  </a:lnTo>
                  <a:close/>
                </a:path>
              </a:pathLst>
            </a:custGeom>
            <a:ln w="12191">
              <a:solidFill>
                <a:srgbClr val="000000"/>
              </a:solidFill>
            </a:ln>
          </p:spPr>
          <p:txBody>
            <a:bodyPr wrap="square" lIns="0" tIns="0" rIns="0" bIns="0" rtlCol="0"/>
            <a:lstStyle/>
            <a:p>
              <a:endParaRPr/>
            </a:p>
          </p:txBody>
        </p:sp>
        <p:sp>
          <p:nvSpPr>
            <p:cNvPr id="124" name="object 124"/>
            <p:cNvSpPr/>
            <p:nvPr/>
          </p:nvSpPr>
          <p:spPr>
            <a:xfrm>
              <a:off x="6754368" y="5231892"/>
              <a:ext cx="2218944" cy="1345692"/>
            </a:xfrm>
            <a:prstGeom prst="rect">
              <a:avLst/>
            </a:prstGeom>
            <a:blipFill>
              <a:blip r:embed="rId48" cstate="print"/>
              <a:stretch>
                <a:fillRect/>
              </a:stretch>
            </a:blipFill>
          </p:spPr>
          <p:txBody>
            <a:bodyPr wrap="square" lIns="0" tIns="0" rIns="0" bIns="0" rtlCol="0"/>
            <a:lstStyle/>
            <a:p>
              <a:endParaRPr/>
            </a:p>
          </p:txBody>
        </p:sp>
        <p:sp>
          <p:nvSpPr>
            <p:cNvPr id="125" name="object 125"/>
            <p:cNvSpPr/>
            <p:nvPr/>
          </p:nvSpPr>
          <p:spPr>
            <a:xfrm>
              <a:off x="6600444" y="4914900"/>
              <a:ext cx="2543555" cy="1943100"/>
            </a:xfrm>
            <a:prstGeom prst="rect">
              <a:avLst/>
            </a:prstGeom>
            <a:blipFill>
              <a:blip r:embed="rId49" cstate="print"/>
              <a:stretch>
                <a:fillRect/>
              </a:stretch>
            </a:blipFill>
          </p:spPr>
          <p:txBody>
            <a:bodyPr wrap="square" lIns="0" tIns="0" rIns="0" bIns="0" rtlCol="0"/>
            <a:lstStyle/>
            <a:p>
              <a:endParaRPr/>
            </a:p>
          </p:txBody>
        </p:sp>
        <p:sp>
          <p:nvSpPr>
            <p:cNvPr id="126" name="object 126"/>
            <p:cNvSpPr/>
            <p:nvPr/>
          </p:nvSpPr>
          <p:spPr>
            <a:xfrm>
              <a:off x="6835658" y="5292983"/>
              <a:ext cx="2057400" cy="1184275"/>
            </a:xfrm>
            <a:custGeom>
              <a:avLst/>
              <a:gdLst/>
              <a:ahLst/>
              <a:cxnLst/>
              <a:rect l="l" t="t" r="r" b="b"/>
              <a:pathLst>
                <a:path w="2057400" h="1184275">
                  <a:moveTo>
                    <a:pt x="1824868"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488"/>
                  </a:lnTo>
                  <a:lnTo>
                    <a:pt x="4724" y="998354"/>
                  </a:lnTo>
                  <a:lnTo>
                    <a:pt x="18275" y="1042003"/>
                  </a:lnTo>
                  <a:lnTo>
                    <a:pt x="39715" y="1081502"/>
                  </a:lnTo>
                  <a:lnTo>
                    <a:pt x="68111" y="1115915"/>
                  </a:lnTo>
                  <a:lnTo>
                    <a:pt x="102526" y="1144307"/>
                  </a:lnTo>
                  <a:lnTo>
                    <a:pt x="142024" y="1165745"/>
                  </a:lnTo>
                  <a:lnTo>
                    <a:pt x="185671" y="1179293"/>
                  </a:lnTo>
                  <a:lnTo>
                    <a:pt x="232531" y="1184016"/>
                  </a:lnTo>
                  <a:lnTo>
                    <a:pt x="1824868" y="1184016"/>
                  </a:lnTo>
                  <a:lnTo>
                    <a:pt x="1871719" y="1179293"/>
                  </a:lnTo>
                  <a:lnTo>
                    <a:pt x="1915362" y="1165745"/>
                  </a:lnTo>
                  <a:lnTo>
                    <a:pt x="1954860" y="1144307"/>
                  </a:lnTo>
                  <a:lnTo>
                    <a:pt x="1989277" y="1115915"/>
                  </a:lnTo>
                  <a:lnTo>
                    <a:pt x="2017676" y="1081502"/>
                  </a:lnTo>
                  <a:lnTo>
                    <a:pt x="2039120" y="1042003"/>
                  </a:lnTo>
                  <a:lnTo>
                    <a:pt x="2052674" y="998354"/>
                  </a:lnTo>
                  <a:lnTo>
                    <a:pt x="2057399" y="951488"/>
                  </a:lnTo>
                  <a:lnTo>
                    <a:pt x="2057399" y="232528"/>
                  </a:lnTo>
                  <a:lnTo>
                    <a:pt x="2052674" y="185673"/>
                  </a:lnTo>
                  <a:lnTo>
                    <a:pt x="2039120" y="142028"/>
                  </a:lnTo>
                  <a:lnTo>
                    <a:pt x="2017676" y="102530"/>
                  </a:lnTo>
                  <a:lnTo>
                    <a:pt x="1989277" y="68115"/>
                  </a:lnTo>
                  <a:lnTo>
                    <a:pt x="1954860" y="39718"/>
                  </a:lnTo>
                  <a:lnTo>
                    <a:pt x="1915362" y="18276"/>
                  </a:lnTo>
                  <a:lnTo>
                    <a:pt x="1871719" y="4725"/>
                  </a:lnTo>
                  <a:lnTo>
                    <a:pt x="1824868" y="0"/>
                  </a:lnTo>
                  <a:close/>
                </a:path>
              </a:pathLst>
            </a:custGeom>
            <a:solidFill>
              <a:srgbClr val="252525"/>
            </a:solidFill>
          </p:spPr>
          <p:txBody>
            <a:bodyPr wrap="square" lIns="0" tIns="0" rIns="0" bIns="0" rtlCol="0"/>
            <a:lstStyle/>
            <a:p>
              <a:endParaRPr/>
            </a:p>
          </p:txBody>
        </p:sp>
        <p:sp>
          <p:nvSpPr>
            <p:cNvPr id="127" name="object 127"/>
            <p:cNvSpPr/>
            <p:nvPr/>
          </p:nvSpPr>
          <p:spPr>
            <a:xfrm>
              <a:off x="6835658" y="529298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68" y="0"/>
                  </a:lnTo>
                  <a:lnTo>
                    <a:pt x="1871719" y="4725"/>
                  </a:lnTo>
                  <a:lnTo>
                    <a:pt x="1915362" y="18276"/>
                  </a:lnTo>
                  <a:lnTo>
                    <a:pt x="1954860" y="39718"/>
                  </a:lnTo>
                  <a:lnTo>
                    <a:pt x="1989277" y="68115"/>
                  </a:lnTo>
                  <a:lnTo>
                    <a:pt x="2017676" y="102530"/>
                  </a:lnTo>
                  <a:lnTo>
                    <a:pt x="2039120" y="142028"/>
                  </a:lnTo>
                  <a:lnTo>
                    <a:pt x="2052674" y="185673"/>
                  </a:lnTo>
                  <a:lnTo>
                    <a:pt x="2057399" y="232528"/>
                  </a:lnTo>
                  <a:lnTo>
                    <a:pt x="2057399" y="951488"/>
                  </a:lnTo>
                  <a:lnTo>
                    <a:pt x="2052674" y="998354"/>
                  </a:lnTo>
                  <a:lnTo>
                    <a:pt x="2039120" y="1042003"/>
                  </a:lnTo>
                  <a:lnTo>
                    <a:pt x="2017676" y="1081502"/>
                  </a:lnTo>
                  <a:lnTo>
                    <a:pt x="1989277" y="1115915"/>
                  </a:lnTo>
                  <a:lnTo>
                    <a:pt x="1954860" y="1144307"/>
                  </a:lnTo>
                  <a:lnTo>
                    <a:pt x="1915362" y="1165745"/>
                  </a:lnTo>
                  <a:lnTo>
                    <a:pt x="1871719" y="1179293"/>
                  </a:lnTo>
                  <a:lnTo>
                    <a:pt x="1824868" y="1184016"/>
                  </a:lnTo>
                  <a:lnTo>
                    <a:pt x="232531" y="1184016"/>
                  </a:lnTo>
                  <a:lnTo>
                    <a:pt x="185671" y="1179293"/>
                  </a:lnTo>
                  <a:lnTo>
                    <a:pt x="142024" y="1165745"/>
                  </a:lnTo>
                  <a:lnTo>
                    <a:pt x="102526" y="1144307"/>
                  </a:lnTo>
                  <a:lnTo>
                    <a:pt x="68111" y="1115915"/>
                  </a:lnTo>
                  <a:lnTo>
                    <a:pt x="39715" y="1081502"/>
                  </a:lnTo>
                  <a:lnTo>
                    <a:pt x="18275" y="1042003"/>
                  </a:lnTo>
                  <a:lnTo>
                    <a:pt x="4724"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128" name="object 128"/>
            <p:cNvSpPr/>
            <p:nvPr/>
          </p:nvSpPr>
          <p:spPr>
            <a:xfrm>
              <a:off x="6641592" y="4936234"/>
              <a:ext cx="2481072" cy="1921764"/>
            </a:xfrm>
            <a:prstGeom prst="rect">
              <a:avLst/>
            </a:prstGeom>
            <a:blipFill>
              <a:blip r:embed="rId50" cstate="print"/>
              <a:stretch>
                <a:fillRect/>
              </a:stretch>
            </a:blipFill>
          </p:spPr>
          <p:txBody>
            <a:bodyPr wrap="square" lIns="0" tIns="0" rIns="0" bIns="0" rtlCol="0"/>
            <a:lstStyle/>
            <a:p>
              <a:endParaRPr/>
            </a:p>
          </p:txBody>
        </p:sp>
        <p:sp>
          <p:nvSpPr>
            <p:cNvPr id="129" name="object 129"/>
            <p:cNvSpPr/>
            <p:nvPr/>
          </p:nvSpPr>
          <p:spPr>
            <a:xfrm>
              <a:off x="7383658" y="5529203"/>
              <a:ext cx="996315" cy="727710"/>
            </a:xfrm>
            <a:custGeom>
              <a:avLst/>
              <a:gdLst/>
              <a:ahLst/>
              <a:cxnLst/>
              <a:rect l="l" t="t" r="r" b="b"/>
              <a:pathLst>
                <a:path w="996315" h="727710">
                  <a:moveTo>
                    <a:pt x="982439" y="129052"/>
                  </a:moveTo>
                  <a:lnTo>
                    <a:pt x="731123" y="129052"/>
                  </a:lnTo>
                  <a:lnTo>
                    <a:pt x="755992" y="130510"/>
                  </a:lnTo>
                  <a:lnTo>
                    <a:pt x="777438" y="134885"/>
                  </a:lnTo>
                  <a:lnTo>
                    <a:pt x="821396" y="165441"/>
                  </a:lnTo>
                  <a:lnTo>
                    <a:pt x="835914" y="221373"/>
                  </a:lnTo>
                  <a:lnTo>
                    <a:pt x="835413" y="232862"/>
                  </a:lnTo>
                  <a:lnTo>
                    <a:pt x="823545" y="275561"/>
                  </a:lnTo>
                  <a:lnTo>
                    <a:pt x="795359" y="316059"/>
                  </a:lnTo>
                  <a:lnTo>
                    <a:pt x="764164" y="346447"/>
                  </a:lnTo>
                  <a:lnTo>
                    <a:pt x="724443" y="378133"/>
                  </a:lnTo>
                  <a:lnTo>
                    <a:pt x="694226" y="400128"/>
                  </a:lnTo>
                  <a:lnTo>
                    <a:pt x="678732" y="411777"/>
                  </a:lnTo>
                  <a:lnTo>
                    <a:pt x="646541" y="437031"/>
                  </a:lnTo>
                  <a:lnTo>
                    <a:pt x="614857" y="465569"/>
                  </a:lnTo>
                  <a:lnTo>
                    <a:pt x="585734" y="498073"/>
                  </a:lnTo>
                  <a:lnTo>
                    <a:pt x="560287" y="534805"/>
                  </a:lnTo>
                  <a:lnTo>
                    <a:pt x="539617" y="576001"/>
                  </a:lnTo>
                  <a:lnTo>
                    <a:pt x="525795" y="622228"/>
                  </a:lnTo>
                  <a:lnTo>
                    <a:pt x="521208" y="674037"/>
                  </a:lnTo>
                  <a:lnTo>
                    <a:pt x="521208" y="727639"/>
                  </a:lnTo>
                  <a:lnTo>
                    <a:pt x="994775" y="727639"/>
                  </a:lnTo>
                  <a:lnTo>
                    <a:pt x="994775" y="597596"/>
                  </a:lnTo>
                  <a:lnTo>
                    <a:pt x="693023" y="597596"/>
                  </a:lnTo>
                  <a:lnTo>
                    <a:pt x="693645" y="590556"/>
                  </a:lnTo>
                  <a:lnTo>
                    <a:pt x="714580" y="552740"/>
                  </a:lnTo>
                  <a:lnTo>
                    <a:pt x="747895" y="520542"/>
                  </a:lnTo>
                  <a:lnTo>
                    <a:pt x="779825" y="495705"/>
                  </a:lnTo>
                  <a:lnTo>
                    <a:pt x="814578" y="470535"/>
                  </a:lnTo>
                  <a:lnTo>
                    <a:pt x="832034" y="458264"/>
                  </a:lnTo>
                  <a:lnTo>
                    <a:pt x="849165" y="445774"/>
                  </a:lnTo>
                  <a:lnTo>
                    <a:pt x="882517" y="420148"/>
                  </a:lnTo>
                  <a:lnTo>
                    <a:pt x="913382" y="392791"/>
                  </a:lnTo>
                  <a:lnTo>
                    <a:pt x="940429" y="362818"/>
                  </a:lnTo>
                  <a:lnTo>
                    <a:pt x="962981" y="329819"/>
                  </a:lnTo>
                  <a:lnTo>
                    <a:pt x="980572" y="293345"/>
                  </a:lnTo>
                  <a:lnTo>
                    <a:pt x="991998" y="252394"/>
                  </a:lnTo>
                  <a:lnTo>
                    <a:pt x="995812" y="205977"/>
                  </a:lnTo>
                  <a:lnTo>
                    <a:pt x="994815" y="183438"/>
                  </a:lnTo>
                  <a:lnTo>
                    <a:pt x="991842" y="161988"/>
                  </a:lnTo>
                  <a:lnTo>
                    <a:pt x="986913" y="141626"/>
                  </a:lnTo>
                  <a:lnTo>
                    <a:pt x="982439" y="129052"/>
                  </a:lnTo>
                  <a:close/>
                </a:path>
                <a:path w="996315" h="727710">
                  <a:moveTo>
                    <a:pt x="764926" y="3928"/>
                  </a:moveTo>
                  <a:lnTo>
                    <a:pt x="708109" y="7690"/>
                  </a:lnTo>
                  <a:lnTo>
                    <a:pt x="654257" y="18969"/>
                  </a:lnTo>
                  <a:lnTo>
                    <a:pt x="603381" y="37753"/>
                  </a:lnTo>
                  <a:lnTo>
                    <a:pt x="555498" y="64032"/>
                  </a:lnTo>
                  <a:lnTo>
                    <a:pt x="555498" y="202012"/>
                  </a:lnTo>
                  <a:lnTo>
                    <a:pt x="597902" y="170093"/>
                  </a:lnTo>
                  <a:lnTo>
                    <a:pt x="641310" y="147293"/>
                  </a:lnTo>
                  <a:lnTo>
                    <a:pt x="685718" y="133612"/>
                  </a:lnTo>
                  <a:lnTo>
                    <a:pt x="731123" y="129052"/>
                  </a:lnTo>
                  <a:lnTo>
                    <a:pt x="982439" y="129052"/>
                  </a:lnTo>
                  <a:lnTo>
                    <a:pt x="980053" y="122349"/>
                  </a:lnTo>
                  <a:lnTo>
                    <a:pt x="960912" y="87664"/>
                  </a:lnTo>
                  <a:lnTo>
                    <a:pt x="934730" y="58542"/>
                  </a:lnTo>
                  <a:lnTo>
                    <a:pt x="901617" y="35300"/>
                  </a:lnTo>
                  <a:lnTo>
                    <a:pt x="861943" y="18156"/>
                  </a:lnTo>
                  <a:lnTo>
                    <a:pt x="816246" y="7471"/>
                  </a:lnTo>
                  <a:lnTo>
                    <a:pt x="791280" y="4812"/>
                  </a:lnTo>
                  <a:lnTo>
                    <a:pt x="764926" y="3928"/>
                  </a:lnTo>
                  <a:close/>
                </a:path>
                <a:path w="996315" h="727710">
                  <a:moveTo>
                    <a:pt x="307848" y="176701"/>
                  </a:moveTo>
                  <a:lnTo>
                    <a:pt x="151394" y="176701"/>
                  </a:lnTo>
                  <a:lnTo>
                    <a:pt x="151394" y="727639"/>
                  </a:lnTo>
                  <a:lnTo>
                    <a:pt x="307848" y="727639"/>
                  </a:lnTo>
                  <a:lnTo>
                    <a:pt x="307848" y="176701"/>
                  </a:lnTo>
                  <a:close/>
                </a:path>
                <a:path w="996315" h="727710">
                  <a:moveTo>
                    <a:pt x="307848" y="0"/>
                  </a:moveTo>
                  <a:lnTo>
                    <a:pt x="212963" y="0"/>
                  </a:lnTo>
                  <a:lnTo>
                    <a:pt x="190489" y="16308"/>
                  </a:lnTo>
                  <a:lnTo>
                    <a:pt x="166691" y="31914"/>
                  </a:lnTo>
                  <a:lnTo>
                    <a:pt x="115183" y="61042"/>
                  </a:lnTo>
                  <a:lnTo>
                    <a:pt x="59352" y="86362"/>
                  </a:lnTo>
                  <a:lnTo>
                    <a:pt x="0" y="106716"/>
                  </a:lnTo>
                  <a:lnTo>
                    <a:pt x="0" y="238743"/>
                  </a:lnTo>
                  <a:lnTo>
                    <a:pt x="42275" y="230553"/>
                  </a:lnTo>
                  <a:lnTo>
                    <a:pt x="83423" y="216657"/>
                  </a:lnTo>
                  <a:lnTo>
                    <a:pt x="120914" y="198299"/>
                  </a:lnTo>
                  <a:lnTo>
                    <a:pt x="151394" y="176701"/>
                  </a:lnTo>
                  <a:lnTo>
                    <a:pt x="307848" y="176701"/>
                  </a:lnTo>
                  <a:lnTo>
                    <a:pt x="307848" y="0"/>
                  </a:lnTo>
                  <a:close/>
                </a:path>
              </a:pathLst>
            </a:custGeom>
            <a:solidFill>
              <a:srgbClr val="FFFF00"/>
            </a:solidFill>
          </p:spPr>
          <p:txBody>
            <a:bodyPr wrap="square" lIns="0" tIns="0" rIns="0" bIns="0" rtlCol="0"/>
            <a:lstStyle/>
            <a:p>
              <a:endParaRPr/>
            </a:p>
          </p:txBody>
        </p:sp>
        <p:sp>
          <p:nvSpPr>
            <p:cNvPr id="130" name="object 130"/>
            <p:cNvSpPr/>
            <p:nvPr/>
          </p:nvSpPr>
          <p:spPr>
            <a:xfrm>
              <a:off x="7383658" y="5529203"/>
              <a:ext cx="996315" cy="727710"/>
            </a:xfrm>
            <a:custGeom>
              <a:avLst/>
              <a:gdLst/>
              <a:ahLst/>
              <a:cxnLst/>
              <a:rect l="l" t="t" r="r" b="b"/>
              <a:pathLst>
                <a:path w="996315" h="727710">
                  <a:moveTo>
                    <a:pt x="764926" y="3928"/>
                  </a:moveTo>
                  <a:lnTo>
                    <a:pt x="816246" y="7471"/>
                  </a:lnTo>
                  <a:lnTo>
                    <a:pt x="861943" y="18156"/>
                  </a:lnTo>
                  <a:lnTo>
                    <a:pt x="901617" y="35300"/>
                  </a:lnTo>
                  <a:lnTo>
                    <a:pt x="934730" y="58542"/>
                  </a:lnTo>
                  <a:lnTo>
                    <a:pt x="960912" y="87664"/>
                  </a:lnTo>
                  <a:lnTo>
                    <a:pt x="980053" y="122349"/>
                  </a:lnTo>
                  <a:lnTo>
                    <a:pt x="991842" y="161988"/>
                  </a:lnTo>
                  <a:lnTo>
                    <a:pt x="995812" y="205977"/>
                  </a:lnTo>
                  <a:lnTo>
                    <a:pt x="994858" y="229869"/>
                  </a:lnTo>
                  <a:lnTo>
                    <a:pt x="987235" y="273553"/>
                  </a:lnTo>
                  <a:lnTo>
                    <a:pt x="972409" y="312015"/>
                  </a:lnTo>
                  <a:lnTo>
                    <a:pt x="952312" y="346754"/>
                  </a:lnTo>
                  <a:lnTo>
                    <a:pt x="927382" y="378133"/>
                  </a:lnTo>
                  <a:lnTo>
                    <a:pt x="898428" y="406794"/>
                  </a:lnTo>
                  <a:lnTo>
                    <a:pt x="865987" y="433069"/>
                  </a:lnTo>
                  <a:lnTo>
                    <a:pt x="832034" y="458263"/>
                  </a:lnTo>
                  <a:lnTo>
                    <a:pt x="814577" y="470534"/>
                  </a:lnTo>
                  <a:lnTo>
                    <a:pt x="802768" y="478955"/>
                  </a:lnTo>
                  <a:lnTo>
                    <a:pt x="768736" y="504038"/>
                  </a:lnTo>
                  <a:lnTo>
                    <a:pt x="738475" y="528703"/>
                  </a:lnTo>
                  <a:lnTo>
                    <a:pt x="708320" y="560572"/>
                  </a:lnTo>
                  <a:lnTo>
                    <a:pt x="693023" y="597596"/>
                  </a:lnTo>
                  <a:lnTo>
                    <a:pt x="994775" y="597596"/>
                  </a:lnTo>
                  <a:lnTo>
                    <a:pt x="994775" y="727639"/>
                  </a:lnTo>
                  <a:lnTo>
                    <a:pt x="521207" y="727639"/>
                  </a:lnTo>
                  <a:lnTo>
                    <a:pt x="521207" y="674037"/>
                  </a:lnTo>
                  <a:lnTo>
                    <a:pt x="525795" y="622228"/>
                  </a:lnTo>
                  <a:lnTo>
                    <a:pt x="539617" y="576001"/>
                  </a:lnTo>
                  <a:lnTo>
                    <a:pt x="560287" y="534805"/>
                  </a:lnTo>
                  <a:lnTo>
                    <a:pt x="585734" y="498073"/>
                  </a:lnTo>
                  <a:lnTo>
                    <a:pt x="614857" y="465569"/>
                  </a:lnTo>
                  <a:lnTo>
                    <a:pt x="646541" y="437031"/>
                  </a:lnTo>
                  <a:lnTo>
                    <a:pt x="678732" y="411777"/>
                  </a:lnTo>
                  <a:lnTo>
                    <a:pt x="724507" y="378087"/>
                  </a:lnTo>
                  <a:lnTo>
                    <a:pt x="738720" y="367293"/>
                  </a:lnTo>
                  <a:lnTo>
                    <a:pt x="775492" y="336285"/>
                  </a:lnTo>
                  <a:lnTo>
                    <a:pt x="803909" y="305991"/>
                  </a:lnTo>
                  <a:lnTo>
                    <a:pt x="828050" y="265294"/>
                  </a:lnTo>
                  <a:lnTo>
                    <a:pt x="835913" y="221373"/>
                  </a:lnTo>
                  <a:lnTo>
                    <a:pt x="834298" y="199936"/>
                  </a:lnTo>
                  <a:lnTo>
                    <a:pt x="810127" y="152387"/>
                  </a:lnTo>
                  <a:lnTo>
                    <a:pt x="755992" y="130510"/>
                  </a:lnTo>
                  <a:lnTo>
                    <a:pt x="731123" y="129052"/>
                  </a:lnTo>
                  <a:lnTo>
                    <a:pt x="685718" y="133612"/>
                  </a:lnTo>
                  <a:lnTo>
                    <a:pt x="641310" y="147293"/>
                  </a:lnTo>
                  <a:lnTo>
                    <a:pt x="597902" y="170093"/>
                  </a:lnTo>
                  <a:lnTo>
                    <a:pt x="555497" y="202012"/>
                  </a:lnTo>
                  <a:lnTo>
                    <a:pt x="555497" y="64032"/>
                  </a:lnTo>
                  <a:lnTo>
                    <a:pt x="603381" y="37753"/>
                  </a:lnTo>
                  <a:lnTo>
                    <a:pt x="654256" y="18969"/>
                  </a:lnTo>
                  <a:lnTo>
                    <a:pt x="708109" y="7690"/>
                  </a:lnTo>
                  <a:lnTo>
                    <a:pt x="764926" y="3928"/>
                  </a:lnTo>
                  <a:close/>
                </a:path>
                <a:path w="996315" h="727710">
                  <a:moveTo>
                    <a:pt x="212963" y="0"/>
                  </a:moveTo>
                  <a:lnTo>
                    <a:pt x="307847" y="0"/>
                  </a:lnTo>
                  <a:lnTo>
                    <a:pt x="307847" y="727639"/>
                  </a:lnTo>
                  <a:lnTo>
                    <a:pt x="151394" y="727639"/>
                  </a:lnTo>
                  <a:lnTo>
                    <a:pt x="151394" y="176701"/>
                  </a:lnTo>
                  <a:lnTo>
                    <a:pt x="144689" y="182331"/>
                  </a:lnTo>
                  <a:lnTo>
                    <a:pt x="111978" y="203256"/>
                  </a:lnTo>
                  <a:lnTo>
                    <a:pt x="73428" y="220598"/>
                  </a:lnTo>
                  <a:lnTo>
                    <a:pt x="31641" y="233208"/>
                  </a:lnTo>
                  <a:lnTo>
                    <a:pt x="0" y="238743"/>
                  </a:lnTo>
                  <a:lnTo>
                    <a:pt x="0" y="106716"/>
                  </a:lnTo>
                  <a:lnTo>
                    <a:pt x="30119" y="97159"/>
                  </a:lnTo>
                  <a:lnTo>
                    <a:pt x="59352" y="86362"/>
                  </a:lnTo>
                  <a:lnTo>
                    <a:pt x="115183" y="61042"/>
                  </a:lnTo>
                  <a:lnTo>
                    <a:pt x="166691" y="31914"/>
                  </a:lnTo>
                  <a:lnTo>
                    <a:pt x="190489" y="16308"/>
                  </a:lnTo>
                  <a:lnTo>
                    <a:pt x="212963" y="0"/>
                  </a:lnTo>
                  <a:close/>
                </a:path>
              </a:pathLst>
            </a:custGeom>
            <a:ln w="12191">
              <a:solidFill>
                <a:srgbClr val="000000"/>
              </a:solidFill>
            </a:ln>
          </p:spPr>
          <p:txBody>
            <a:bodyPr wrap="square" lIns="0" tIns="0" rIns="0" bIns="0" rtlCol="0"/>
            <a:lstStyle/>
            <a:p>
              <a:endParaRPr/>
            </a:p>
          </p:txBody>
        </p:sp>
        <p:sp>
          <p:nvSpPr>
            <p:cNvPr id="131" name="object 131"/>
            <p:cNvSpPr/>
            <p:nvPr/>
          </p:nvSpPr>
          <p:spPr>
            <a:xfrm>
              <a:off x="6786372" y="5253228"/>
              <a:ext cx="2218944" cy="1345691"/>
            </a:xfrm>
            <a:prstGeom prst="rect">
              <a:avLst/>
            </a:prstGeom>
            <a:blipFill>
              <a:blip r:embed="rId51" cstate="print"/>
              <a:stretch>
                <a:fillRect/>
              </a:stretch>
            </a:blipFill>
          </p:spPr>
          <p:txBody>
            <a:bodyPr wrap="square" lIns="0" tIns="0" rIns="0" bIns="0" rtlCol="0"/>
            <a:lstStyle/>
            <a:p>
              <a:endParaRPr/>
            </a:p>
          </p:txBody>
        </p:sp>
        <p:sp>
          <p:nvSpPr>
            <p:cNvPr id="132" name="object 132"/>
            <p:cNvSpPr/>
            <p:nvPr/>
          </p:nvSpPr>
          <p:spPr>
            <a:xfrm>
              <a:off x="6632448" y="4934710"/>
              <a:ext cx="2511551" cy="1923288"/>
            </a:xfrm>
            <a:prstGeom prst="rect">
              <a:avLst/>
            </a:prstGeom>
            <a:blipFill>
              <a:blip r:embed="rId52" cstate="print"/>
              <a:stretch>
                <a:fillRect/>
              </a:stretch>
            </a:blipFill>
          </p:spPr>
          <p:txBody>
            <a:bodyPr wrap="square" lIns="0" tIns="0" rIns="0" bIns="0" rtlCol="0"/>
            <a:lstStyle/>
            <a:p>
              <a:endParaRPr/>
            </a:p>
          </p:txBody>
        </p:sp>
        <p:sp>
          <p:nvSpPr>
            <p:cNvPr id="133" name="object 133"/>
            <p:cNvSpPr/>
            <p:nvPr/>
          </p:nvSpPr>
          <p:spPr>
            <a:xfrm>
              <a:off x="6867540" y="5313426"/>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837" y="1184087"/>
                  </a:lnTo>
                  <a:lnTo>
                    <a:pt x="1871698" y="1179362"/>
                  </a:lnTo>
                  <a:lnTo>
                    <a:pt x="1915349" y="1165813"/>
                  </a:lnTo>
                  <a:lnTo>
                    <a:pt x="1954852" y="1144375"/>
                  </a:lnTo>
                  <a:lnTo>
                    <a:pt x="1989273" y="1115982"/>
                  </a:lnTo>
                  <a:lnTo>
                    <a:pt x="2017674" y="1081569"/>
                  </a:lnTo>
                  <a:lnTo>
                    <a:pt x="2039120" y="1042073"/>
                  </a:lnTo>
                  <a:lnTo>
                    <a:pt x="2052673" y="998428"/>
                  </a:lnTo>
                  <a:lnTo>
                    <a:pt x="2057399" y="951570"/>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34" name="object 134"/>
            <p:cNvSpPr/>
            <p:nvPr/>
          </p:nvSpPr>
          <p:spPr>
            <a:xfrm>
              <a:off x="6867540" y="53134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70"/>
                  </a:lnTo>
                  <a:lnTo>
                    <a:pt x="2052673" y="998428"/>
                  </a:lnTo>
                  <a:lnTo>
                    <a:pt x="2039120" y="1042073"/>
                  </a:lnTo>
                  <a:lnTo>
                    <a:pt x="2017674" y="1081569"/>
                  </a:lnTo>
                  <a:lnTo>
                    <a:pt x="1989273" y="1115982"/>
                  </a:lnTo>
                  <a:lnTo>
                    <a:pt x="1954852" y="1144375"/>
                  </a:lnTo>
                  <a:lnTo>
                    <a:pt x="1915349" y="1165813"/>
                  </a:lnTo>
                  <a:lnTo>
                    <a:pt x="1871698" y="1179362"/>
                  </a:lnTo>
                  <a:lnTo>
                    <a:pt x="1824837"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35" name="object 135"/>
            <p:cNvSpPr/>
            <p:nvPr/>
          </p:nvSpPr>
          <p:spPr>
            <a:xfrm>
              <a:off x="6673596" y="4956048"/>
              <a:ext cx="2470404" cy="1901952"/>
            </a:xfrm>
            <a:prstGeom prst="rect">
              <a:avLst/>
            </a:prstGeom>
            <a:blipFill>
              <a:blip r:embed="rId53" cstate="print"/>
              <a:stretch>
                <a:fillRect/>
              </a:stretch>
            </a:blipFill>
          </p:spPr>
          <p:txBody>
            <a:bodyPr wrap="square" lIns="0" tIns="0" rIns="0" bIns="0" rtlCol="0"/>
            <a:lstStyle/>
            <a:p>
              <a:endParaRPr/>
            </a:p>
          </p:txBody>
        </p:sp>
        <p:sp>
          <p:nvSpPr>
            <p:cNvPr id="136" name="object 136"/>
            <p:cNvSpPr/>
            <p:nvPr/>
          </p:nvSpPr>
          <p:spPr>
            <a:xfrm>
              <a:off x="7415662" y="5549777"/>
              <a:ext cx="991869" cy="740410"/>
            </a:xfrm>
            <a:custGeom>
              <a:avLst/>
              <a:gdLst/>
              <a:ahLst/>
              <a:cxnLst/>
              <a:rect l="l" t="t" r="r" b="b"/>
              <a:pathLst>
                <a:path w="991870" h="740410">
                  <a:moveTo>
                    <a:pt x="537972" y="567760"/>
                  </a:moveTo>
                  <a:lnTo>
                    <a:pt x="537972" y="704255"/>
                  </a:lnTo>
                  <a:lnTo>
                    <a:pt x="575040" y="719888"/>
                  </a:lnTo>
                  <a:lnTo>
                    <a:pt x="617280" y="731053"/>
                  </a:lnTo>
                  <a:lnTo>
                    <a:pt x="664664" y="737751"/>
                  </a:lnTo>
                  <a:lnTo>
                    <a:pt x="717163" y="739984"/>
                  </a:lnTo>
                  <a:lnTo>
                    <a:pt x="777989" y="736356"/>
                  </a:lnTo>
                  <a:lnTo>
                    <a:pt x="831856" y="725470"/>
                  </a:lnTo>
                  <a:lnTo>
                    <a:pt x="878768" y="707321"/>
                  </a:lnTo>
                  <a:lnTo>
                    <a:pt x="918728" y="681907"/>
                  </a:lnTo>
                  <a:lnTo>
                    <a:pt x="950625" y="650268"/>
                  </a:lnTo>
                  <a:lnTo>
                    <a:pt x="969407" y="619874"/>
                  </a:lnTo>
                  <a:lnTo>
                    <a:pt x="704728" y="619874"/>
                  </a:lnTo>
                  <a:lnTo>
                    <a:pt x="658569" y="616616"/>
                  </a:lnTo>
                  <a:lnTo>
                    <a:pt x="615383" y="606841"/>
                  </a:lnTo>
                  <a:lnTo>
                    <a:pt x="575180" y="590555"/>
                  </a:lnTo>
                  <a:lnTo>
                    <a:pt x="537972" y="567760"/>
                  </a:lnTo>
                  <a:close/>
                </a:path>
                <a:path w="991870" h="740410">
                  <a:moveTo>
                    <a:pt x="959842" y="123526"/>
                  </a:moveTo>
                  <a:lnTo>
                    <a:pt x="703844" y="123526"/>
                  </a:lnTo>
                  <a:lnTo>
                    <a:pt x="750512" y="128955"/>
                  </a:lnTo>
                  <a:lnTo>
                    <a:pt x="783850" y="145243"/>
                  </a:lnTo>
                  <a:lnTo>
                    <a:pt x="803855" y="172389"/>
                  </a:lnTo>
                  <a:lnTo>
                    <a:pt x="810524" y="210394"/>
                  </a:lnTo>
                  <a:lnTo>
                    <a:pt x="801833" y="250783"/>
                  </a:lnTo>
                  <a:lnTo>
                    <a:pt x="775769" y="279634"/>
                  </a:lnTo>
                  <a:lnTo>
                    <a:pt x="732342" y="296944"/>
                  </a:lnTo>
                  <a:lnTo>
                    <a:pt x="671565" y="302715"/>
                  </a:lnTo>
                  <a:lnTo>
                    <a:pt x="610483" y="302715"/>
                  </a:lnTo>
                  <a:lnTo>
                    <a:pt x="610483" y="422827"/>
                  </a:lnTo>
                  <a:lnTo>
                    <a:pt x="676534" y="422827"/>
                  </a:lnTo>
                  <a:lnTo>
                    <a:pt x="710795" y="424439"/>
                  </a:lnTo>
                  <a:lnTo>
                    <a:pt x="767749" y="437342"/>
                  </a:lnTo>
                  <a:lnTo>
                    <a:pt x="808534" y="462908"/>
                  </a:lnTo>
                  <a:lnTo>
                    <a:pt x="829262" y="499635"/>
                  </a:lnTo>
                  <a:lnTo>
                    <a:pt x="831860" y="522088"/>
                  </a:lnTo>
                  <a:lnTo>
                    <a:pt x="829763" y="543900"/>
                  </a:lnTo>
                  <a:lnTo>
                    <a:pt x="812996" y="579886"/>
                  </a:lnTo>
                  <a:lnTo>
                    <a:pt x="779908" y="605353"/>
                  </a:lnTo>
                  <a:lnTo>
                    <a:pt x="733129" y="618261"/>
                  </a:lnTo>
                  <a:lnTo>
                    <a:pt x="704728" y="619874"/>
                  </a:lnTo>
                  <a:lnTo>
                    <a:pt x="969407" y="619874"/>
                  </a:lnTo>
                  <a:lnTo>
                    <a:pt x="973397" y="613417"/>
                  </a:lnTo>
                  <a:lnTo>
                    <a:pt x="987055" y="571352"/>
                  </a:lnTo>
                  <a:lnTo>
                    <a:pt x="991605" y="524076"/>
                  </a:lnTo>
                  <a:lnTo>
                    <a:pt x="988887" y="492358"/>
                  </a:lnTo>
                  <a:lnTo>
                    <a:pt x="967071" y="436642"/>
                  </a:lnTo>
                  <a:lnTo>
                    <a:pt x="924121" y="392188"/>
                  </a:lnTo>
                  <a:lnTo>
                    <a:pt x="864551" y="364769"/>
                  </a:lnTo>
                  <a:lnTo>
                    <a:pt x="828812" y="357807"/>
                  </a:lnTo>
                  <a:lnTo>
                    <a:pt x="828812" y="355317"/>
                  </a:lnTo>
                  <a:lnTo>
                    <a:pt x="879748" y="337058"/>
                  </a:lnTo>
                  <a:lnTo>
                    <a:pt x="919358" y="310457"/>
                  </a:lnTo>
                  <a:lnTo>
                    <a:pt x="947645" y="275516"/>
                  </a:lnTo>
                  <a:lnTo>
                    <a:pt x="964614" y="232236"/>
                  </a:lnTo>
                  <a:lnTo>
                    <a:pt x="970269" y="180618"/>
                  </a:lnTo>
                  <a:lnTo>
                    <a:pt x="966484" y="143231"/>
                  </a:lnTo>
                  <a:lnTo>
                    <a:pt x="959842" y="123526"/>
                  </a:lnTo>
                  <a:close/>
                </a:path>
                <a:path w="991870" h="740410">
                  <a:moveTo>
                    <a:pt x="739505" y="3928"/>
                  </a:moveTo>
                  <a:lnTo>
                    <a:pt x="691169" y="6286"/>
                  </a:lnTo>
                  <a:lnTo>
                    <a:pt x="645951" y="13357"/>
                  </a:lnTo>
                  <a:lnTo>
                    <a:pt x="603824" y="25140"/>
                  </a:lnTo>
                  <a:lnTo>
                    <a:pt x="564763" y="41635"/>
                  </a:lnTo>
                  <a:lnTo>
                    <a:pt x="564763" y="169688"/>
                  </a:lnTo>
                  <a:lnTo>
                    <a:pt x="598796" y="149495"/>
                  </a:lnTo>
                  <a:lnTo>
                    <a:pt x="633298" y="135069"/>
                  </a:lnTo>
                  <a:lnTo>
                    <a:pt x="668302" y="126412"/>
                  </a:lnTo>
                  <a:lnTo>
                    <a:pt x="703844" y="123526"/>
                  </a:lnTo>
                  <a:lnTo>
                    <a:pt x="959842" y="123526"/>
                  </a:lnTo>
                  <a:lnTo>
                    <a:pt x="955117" y="109509"/>
                  </a:lnTo>
                  <a:lnTo>
                    <a:pt x="909584" y="53053"/>
                  </a:lnTo>
                  <a:lnTo>
                    <a:pt x="876091" y="31564"/>
                  </a:lnTo>
                  <a:lnTo>
                    <a:pt x="836592" y="16213"/>
                  </a:lnTo>
                  <a:lnTo>
                    <a:pt x="791069" y="7000"/>
                  </a:lnTo>
                  <a:lnTo>
                    <a:pt x="739505" y="3928"/>
                  </a:lnTo>
                  <a:close/>
                </a:path>
                <a:path w="991870" h="740410">
                  <a:moveTo>
                    <a:pt x="307726" y="176640"/>
                  </a:moveTo>
                  <a:lnTo>
                    <a:pt x="151394" y="176640"/>
                  </a:lnTo>
                  <a:lnTo>
                    <a:pt x="151394" y="727578"/>
                  </a:lnTo>
                  <a:lnTo>
                    <a:pt x="307726" y="727578"/>
                  </a:lnTo>
                  <a:lnTo>
                    <a:pt x="307726" y="176640"/>
                  </a:lnTo>
                  <a:close/>
                </a:path>
                <a:path w="991870" h="740410">
                  <a:moveTo>
                    <a:pt x="307726" y="0"/>
                  </a:moveTo>
                  <a:lnTo>
                    <a:pt x="212841" y="0"/>
                  </a:lnTo>
                  <a:lnTo>
                    <a:pt x="190367" y="16248"/>
                  </a:lnTo>
                  <a:lnTo>
                    <a:pt x="166569" y="31837"/>
                  </a:lnTo>
                  <a:lnTo>
                    <a:pt x="115062" y="60996"/>
                  </a:lnTo>
                  <a:lnTo>
                    <a:pt x="59245" y="86304"/>
                  </a:lnTo>
                  <a:lnTo>
                    <a:pt x="0" y="106655"/>
                  </a:lnTo>
                  <a:lnTo>
                    <a:pt x="0" y="238685"/>
                  </a:lnTo>
                  <a:lnTo>
                    <a:pt x="42153" y="230492"/>
                  </a:lnTo>
                  <a:lnTo>
                    <a:pt x="83301" y="216596"/>
                  </a:lnTo>
                  <a:lnTo>
                    <a:pt x="120761" y="198226"/>
                  </a:lnTo>
                  <a:lnTo>
                    <a:pt x="151394" y="176640"/>
                  </a:lnTo>
                  <a:lnTo>
                    <a:pt x="307726" y="176640"/>
                  </a:lnTo>
                  <a:lnTo>
                    <a:pt x="307726" y="0"/>
                  </a:lnTo>
                  <a:close/>
                </a:path>
              </a:pathLst>
            </a:custGeom>
            <a:solidFill>
              <a:srgbClr val="FFFF00"/>
            </a:solidFill>
          </p:spPr>
          <p:txBody>
            <a:bodyPr wrap="square" lIns="0" tIns="0" rIns="0" bIns="0" rtlCol="0"/>
            <a:lstStyle/>
            <a:p>
              <a:endParaRPr/>
            </a:p>
          </p:txBody>
        </p:sp>
        <p:sp>
          <p:nvSpPr>
            <p:cNvPr id="137" name="object 137"/>
            <p:cNvSpPr/>
            <p:nvPr/>
          </p:nvSpPr>
          <p:spPr>
            <a:xfrm>
              <a:off x="7415662" y="5549777"/>
              <a:ext cx="991869" cy="740410"/>
            </a:xfrm>
            <a:custGeom>
              <a:avLst/>
              <a:gdLst/>
              <a:ahLst/>
              <a:cxnLst/>
              <a:rect l="l" t="t" r="r" b="b"/>
              <a:pathLst>
                <a:path w="991870" h="740410">
                  <a:moveTo>
                    <a:pt x="739505" y="3928"/>
                  </a:moveTo>
                  <a:lnTo>
                    <a:pt x="791069" y="7000"/>
                  </a:lnTo>
                  <a:lnTo>
                    <a:pt x="836592" y="16213"/>
                  </a:lnTo>
                  <a:lnTo>
                    <a:pt x="876091" y="31564"/>
                  </a:lnTo>
                  <a:lnTo>
                    <a:pt x="909584" y="53053"/>
                  </a:lnTo>
                  <a:lnTo>
                    <a:pt x="955117" y="109509"/>
                  </a:lnTo>
                  <a:lnTo>
                    <a:pt x="970269" y="180618"/>
                  </a:lnTo>
                  <a:lnTo>
                    <a:pt x="964614" y="232235"/>
                  </a:lnTo>
                  <a:lnTo>
                    <a:pt x="947645" y="275516"/>
                  </a:lnTo>
                  <a:lnTo>
                    <a:pt x="919358" y="310457"/>
                  </a:lnTo>
                  <a:lnTo>
                    <a:pt x="879748" y="337058"/>
                  </a:lnTo>
                  <a:lnTo>
                    <a:pt x="828812" y="355317"/>
                  </a:lnTo>
                  <a:lnTo>
                    <a:pt x="828812" y="357807"/>
                  </a:lnTo>
                  <a:lnTo>
                    <a:pt x="896325" y="376229"/>
                  </a:lnTo>
                  <a:lnTo>
                    <a:pt x="947927" y="412647"/>
                  </a:lnTo>
                  <a:lnTo>
                    <a:pt x="980716" y="463213"/>
                  </a:lnTo>
                  <a:lnTo>
                    <a:pt x="991605" y="524076"/>
                  </a:lnTo>
                  <a:lnTo>
                    <a:pt x="987055" y="571352"/>
                  </a:lnTo>
                  <a:lnTo>
                    <a:pt x="973397" y="613417"/>
                  </a:lnTo>
                  <a:lnTo>
                    <a:pt x="950624" y="650268"/>
                  </a:lnTo>
                  <a:lnTo>
                    <a:pt x="918728" y="681907"/>
                  </a:lnTo>
                  <a:lnTo>
                    <a:pt x="878768" y="707321"/>
                  </a:lnTo>
                  <a:lnTo>
                    <a:pt x="831856" y="725470"/>
                  </a:lnTo>
                  <a:lnTo>
                    <a:pt x="777989" y="736356"/>
                  </a:lnTo>
                  <a:lnTo>
                    <a:pt x="717163" y="739984"/>
                  </a:lnTo>
                  <a:lnTo>
                    <a:pt x="664664" y="737751"/>
                  </a:lnTo>
                  <a:lnTo>
                    <a:pt x="617280" y="731053"/>
                  </a:lnTo>
                  <a:lnTo>
                    <a:pt x="575040" y="719888"/>
                  </a:lnTo>
                  <a:lnTo>
                    <a:pt x="537971" y="704255"/>
                  </a:lnTo>
                  <a:lnTo>
                    <a:pt x="537971" y="567760"/>
                  </a:lnTo>
                  <a:lnTo>
                    <a:pt x="575180" y="590555"/>
                  </a:lnTo>
                  <a:lnTo>
                    <a:pt x="615383" y="606841"/>
                  </a:lnTo>
                  <a:lnTo>
                    <a:pt x="658569" y="616616"/>
                  </a:lnTo>
                  <a:lnTo>
                    <a:pt x="704728" y="619874"/>
                  </a:lnTo>
                  <a:lnTo>
                    <a:pt x="733129" y="618261"/>
                  </a:lnTo>
                  <a:lnTo>
                    <a:pt x="779908" y="605353"/>
                  </a:lnTo>
                  <a:lnTo>
                    <a:pt x="812996" y="579886"/>
                  </a:lnTo>
                  <a:lnTo>
                    <a:pt x="829763" y="543900"/>
                  </a:lnTo>
                  <a:lnTo>
                    <a:pt x="831860" y="522088"/>
                  </a:lnTo>
                  <a:lnTo>
                    <a:pt x="829262" y="499635"/>
                  </a:lnTo>
                  <a:lnTo>
                    <a:pt x="808534" y="462908"/>
                  </a:lnTo>
                  <a:lnTo>
                    <a:pt x="767749" y="437342"/>
                  </a:lnTo>
                  <a:lnTo>
                    <a:pt x="710795" y="424439"/>
                  </a:lnTo>
                  <a:lnTo>
                    <a:pt x="676534" y="422827"/>
                  </a:lnTo>
                  <a:lnTo>
                    <a:pt x="610483" y="422827"/>
                  </a:lnTo>
                  <a:lnTo>
                    <a:pt x="610483" y="302715"/>
                  </a:lnTo>
                  <a:lnTo>
                    <a:pt x="671565" y="302715"/>
                  </a:lnTo>
                  <a:lnTo>
                    <a:pt x="732342" y="296944"/>
                  </a:lnTo>
                  <a:lnTo>
                    <a:pt x="775769" y="279634"/>
                  </a:lnTo>
                  <a:lnTo>
                    <a:pt x="801833" y="250783"/>
                  </a:lnTo>
                  <a:lnTo>
                    <a:pt x="810524" y="210394"/>
                  </a:lnTo>
                  <a:lnTo>
                    <a:pt x="803855" y="172389"/>
                  </a:lnTo>
                  <a:lnTo>
                    <a:pt x="783850" y="145243"/>
                  </a:lnTo>
                  <a:lnTo>
                    <a:pt x="750512" y="128955"/>
                  </a:lnTo>
                  <a:lnTo>
                    <a:pt x="703844" y="123526"/>
                  </a:lnTo>
                  <a:lnTo>
                    <a:pt x="668302" y="126412"/>
                  </a:lnTo>
                  <a:lnTo>
                    <a:pt x="633298" y="135069"/>
                  </a:lnTo>
                  <a:lnTo>
                    <a:pt x="598796" y="149495"/>
                  </a:lnTo>
                  <a:lnTo>
                    <a:pt x="564763" y="169688"/>
                  </a:lnTo>
                  <a:lnTo>
                    <a:pt x="564763" y="41635"/>
                  </a:lnTo>
                  <a:lnTo>
                    <a:pt x="603824" y="25140"/>
                  </a:lnTo>
                  <a:lnTo>
                    <a:pt x="645951" y="13357"/>
                  </a:lnTo>
                  <a:lnTo>
                    <a:pt x="691169" y="6286"/>
                  </a:lnTo>
                  <a:lnTo>
                    <a:pt x="739505" y="3928"/>
                  </a:lnTo>
                  <a:close/>
                </a:path>
                <a:path w="991870" h="740410">
                  <a:moveTo>
                    <a:pt x="212841" y="0"/>
                  </a:moveTo>
                  <a:lnTo>
                    <a:pt x="307726" y="0"/>
                  </a:lnTo>
                  <a:lnTo>
                    <a:pt x="307726" y="727578"/>
                  </a:lnTo>
                  <a:lnTo>
                    <a:pt x="151394" y="727578"/>
                  </a:lnTo>
                  <a:lnTo>
                    <a:pt x="151394" y="176640"/>
                  </a:lnTo>
                  <a:lnTo>
                    <a:pt x="144619" y="182270"/>
                  </a:lnTo>
                  <a:lnTo>
                    <a:pt x="111843" y="203192"/>
                  </a:lnTo>
                  <a:lnTo>
                    <a:pt x="73306" y="220535"/>
                  </a:lnTo>
                  <a:lnTo>
                    <a:pt x="31521" y="233147"/>
                  </a:lnTo>
                  <a:lnTo>
                    <a:pt x="0" y="238685"/>
                  </a:lnTo>
                  <a:lnTo>
                    <a:pt x="0" y="106655"/>
                  </a:lnTo>
                  <a:lnTo>
                    <a:pt x="30048" y="97098"/>
                  </a:lnTo>
                  <a:lnTo>
                    <a:pt x="59245" y="86304"/>
                  </a:lnTo>
                  <a:lnTo>
                    <a:pt x="115061" y="60996"/>
                  </a:lnTo>
                  <a:lnTo>
                    <a:pt x="166569" y="31837"/>
                  </a:lnTo>
                  <a:lnTo>
                    <a:pt x="190367" y="16248"/>
                  </a:lnTo>
                  <a:lnTo>
                    <a:pt x="212841" y="0"/>
                  </a:lnTo>
                  <a:close/>
                </a:path>
              </a:pathLst>
            </a:custGeom>
            <a:ln w="12191">
              <a:solidFill>
                <a:srgbClr val="000000"/>
              </a:solidFill>
            </a:ln>
          </p:spPr>
          <p:txBody>
            <a:bodyPr wrap="square" lIns="0" tIns="0" rIns="0" bIns="0" rtlCol="0"/>
            <a:lstStyle/>
            <a:p>
              <a:endParaRPr/>
            </a:p>
          </p:txBody>
        </p:sp>
        <p:sp>
          <p:nvSpPr>
            <p:cNvPr id="138" name="object 138"/>
            <p:cNvSpPr/>
            <p:nvPr/>
          </p:nvSpPr>
          <p:spPr>
            <a:xfrm>
              <a:off x="6749796" y="5209032"/>
              <a:ext cx="2218944" cy="1345692"/>
            </a:xfrm>
            <a:prstGeom prst="rect">
              <a:avLst/>
            </a:prstGeom>
            <a:blipFill>
              <a:blip r:embed="rId54" cstate="print"/>
              <a:stretch>
                <a:fillRect/>
              </a:stretch>
            </a:blipFill>
          </p:spPr>
          <p:txBody>
            <a:bodyPr wrap="square" lIns="0" tIns="0" rIns="0" bIns="0" rtlCol="0"/>
            <a:lstStyle/>
            <a:p>
              <a:endParaRPr/>
            </a:p>
          </p:txBody>
        </p:sp>
        <p:sp>
          <p:nvSpPr>
            <p:cNvPr id="139" name="object 139"/>
            <p:cNvSpPr/>
            <p:nvPr/>
          </p:nvSpPr>
          <p:spPr>
            <a:xfrm>
              <a:off x="6594348" y="4892040"/>
              <a:ext cx="2549651" cy="1965959"/>
            </a:xfrm>
            <a:prstGeom prst="rect">
              <a:avLst/>
            </a:prstGeom>
            <a:blipFill>
              <a:blip r:embed="rId55" cstate="print"/>
              <a:stretch>
                <a:fillRect/>
              </a:stretch>
            </a:blipFill>
          </p:spPr>
          <p:txBody>
            <a:bodyPr wrap="square" lIns="0" tIns="0" rIns="0" bIns="0" rtlCol="0"/>
            <a:lstStyle/>
            <a:p>
              <a:endParaRPr/>
            </a:p>
          </p:txBody>
        </p:sp>
        <p:sp>
          <p:nvSpPr>
            <p:cNvPr id="140" name="object 140"/>
            <p:cNvSpPr/>
            <p:nvPr/>
          </p:nvSpPr>
          <p:spPr>
            <a:xfrm>
              <a:off x="6829805" y="5270504"/>
              <a:ext cx="2057400" cy="1184275"/>
            </a:xfrm>
            <a:custGeom>
              <a:avLst/>
              <a:gdLst/>
              <a:ahLst/>
              <a:cxnLst/>
              <a:rect l="l" t="t" r="r" b="b"/>
              <a:pathLst>
                <a:path w="2057400" h="1184275">
                  <a:moveTo>
                    <a:pt x="1824989"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6"/>
                  </a:lnTo>
                  <a:lnTo>
                    <a:pt x="18279" y="1042015"/>
                  </a:lnTo>
                  <a:lnTo>
                    <a:pt x="39723" y="1081514"/>
                  </a:lnTo>
                  <a:lnTo>
                    <a:pt x="68122" y="1115927"/>
                  </a:lnTo>
                  <a:lnTo>
                    <a:pt x="102539" y="1144319"/>
                  </a:lnTo>
                  <a:lnTo>
                    <a:pt x="142037" y="1165757"/>
                  </a:lnTo>
                  <a:lnTo>
                    <a:pt x="185680" y="1179305"/>
                  </a:lnTo>
                  <a:lnTo>
                    <a:pt x="232531" y="1184029"/>
                  </a:lnTo>
                  <a:lnTo>
                    <a:pt x="1824989" y="1184029"/>
                  </a:lnTo>
                  <a:lnTo>
                    <a:pt x="1871844" y="1179305"/>
                  </a:lnTo>
                  <a:lnTo>
                    <a:pt x="1915477" y="1165757"/>
                  </a:lnTo>
                  <a:lnTo>
                    <a:pt x="1954957" y="1144319"/>
                  </a:lnTo>
                  <a:lnTo>
                    <a:pt x="1989349" y="1115927"/>
                  </a:lnTo>
                  <a:lnTo>
                    <a:pt x="2017722" y="1081514"/>
                  </a:lnTo>
                  <a:lnTo>
                    <a:pt x="2039143" y="1042015"/>
                  </a:lnTo>
                  <a:lnTo>
                    <a:pt x="2052680" y="998366"/>
                  </a:lnTo>
                  <a:lnTo>
                    <a:pt x="2057399" y="951500"/>
                  </a:lnTo>
                  <a:lnTo>
                    <a:pt x="2057399" y="232528"/>
                  </a:lnTo>
                  <a:lnTo>
                    <a:pt x="2052680" y="185673"/>
                  </a:lnTo>
                  <a:lnTo>
                    <a:pt x="2039143" y="142028"/>
                  </a:lnTo>
                  <a:lnTo>
                    <a:pt x="2017722" y="102530"/>
                  </a:lnTo>
                  <a:lnTo>
                    <a:pt x="1989349" y="68115"/>
                  </a:lnTo>
                  <a:lnTo>
                    <a:pt x="1954957" y="39718"/>
                  </a:lnTo>
                  <a:lnTo>
                    <a:pt x="1915477" y="18276"/>
                  </a:lnTo>
                  <a:lnTo>
                    <a:pt x="1871844" y="4725"/>
                  </a:lnTo>
                  <a:lnTo>
                    <a:pt x="1824989" y="0"/>
                  </a:lnTo>
                  <a:close/>
                </a:path>
              </a:pathLst>
            </a:custGeom>
            <a:solidFill>
              <a:srgbClr val="252525"/>
            </a:solidFill>
          </p:spPr>
          <p:txBody>
            <a:bodyPr wrap="square" lIns="0" tIns="0" rIns="0" bIns="0" rtlCol="0"/>
            <a:lstStyle/>
            <a:p>
              <a:endParaRPr/>
            </a:p>
          </p:txBody>
        </p:sp>
        <p:sp>
          <p:nvSpPr>
            <p:cNvPr id="141" name="object 141"/>
            <p:cNvSpPr/>
            <p:nvPr/>
          </p:nvSpPr>
          <p:spPr>
            <a:xfrm>
              <a:off x="6829805" y="5270504"/>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989" y="0"/>
                  </a:lnTo>
                  <a:lnTo>
                    <a:pt x="1871844" y="4725"/>
                  </a:lnTo>
                  <a:lnTo>
                    <a:pt x="1915477" y="18276"/>
                  </a:lnTo>
                  <a:lnTo>
                    <a:pt x="1954957" y="39718"/>
                  </a:lnTo>
                  <a:lnTo>
                    <a:pt x="1989349" y="68115"/>
                  </a:lnTo>
                  <a:lnTo>
                    <a:pt x="2017722" y="102530"/>
                  </a:lnTo>
                  <a:lnTo>
                    <a:pt x="2039143" y="142028"/>
                  </a:lnTo>
                  <a:lnTo>
                    <a:pt x="2052680" y="185673"/>
                  </a:lnTo>
                  <a:lnTo>
                    <a:pt x="2057399" y="232528"/>
                  </a:lnTo>
                  <a:lnTo>
                    <a:pt x="2057399" y="951500"/>
                  </a:lnTo>
                  <a:lnTo>
                    <a:pt x="2052680" y="998366"/>
                  </a:lnTo>
                  <a:lnTo>
                    <a:pt x="2039143" y="1042015"/>
                  </a:lnTo>
                  <a:lnTo>
                    <a:pt x="2017722" y="1081514"/>
                  </a:lnTo>
                  <a:lnTo>
                    <a:pt x="1989349" y="1115927"/>
                  </a:lnTo>
                  <a:lnTo>
                    <a:pt x="1954957" y="1144319"/>
                  </a:lnTo>
                  <a:lnTo>
                    <a:pt x="1915477" y="1165757"/>
                  </a:lnTo>
                  <a:lnTo>
                    <a:pt x="1871844" y="1179305"/>
                  </a:lnTo>
                  <a:lnTo>
                    <a:pt x="1824989" y="1184029"/>
                  </a:lnTo>
                  <a:lnTo>
                    <a:pt x="232531" y="1184029"/>
                  </a:lnTo>
                  <a:lnTo>
                    <a:pt x="185680" y="1179305"/>
                  </a:lnTo>
                  <a:lnTo>
                    <a:pt x="142037" y="1165757"/>
                  </a:lnTo>
                  <a:lnTo>
                    <a:pt x="102539" y="1144319"/>
                  </a:lnTo>
                  <a:lnTo>
                    <a:pt x="68122" y="1115927"/>
                  </a:lnTo>
                  <a:lnTo>
                    <a:pt x="39723" y="1081514"/>
                  </a:lnTo>
                  <a:lnTo>
                    <a:pt x="18279" y="1042015"/>
                  </a:lnTo>
                  <a:lnTo>
                    <a:pt x="4725"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142" name="object 142"/>
            <p:cNvSpPr/>
            <p:nvPr/>
          </p:nvSpPr>
          <p:spPr>
            <a:xfrm>
              <a:off x="6635496" y="4913374"/>
              <a:ext cx="2481072" cy="1944624"/>
            </a:xfrm>
            <a:prstGeom prst="rect">
              <a:avLst/>
            </a:prstGeom>
            <a:blipFill>
              <a:blip r:embed="rId56" cstate="print"/>
              <a:stretch>
                <a:fillRect/>
              </a:stretch>
            </a:blipFill>
          </p:spPr>
          <p:txBody>
            <a:bodyPr wrap="square" lIns="0" tIns="0" rIns="0" bIns="0" rtlCol="0"/>
            <a:lstStyle/>
            <a:p>
              <a:endParaRPr/>
            </a:p>
          </p:txBody>
        </p:sp>
        <p:sp>
          <p:nvSpPr>
            <p:cNvPr id="143" name="object 143"/>
            <p:cNvSpPr/>
            <p:nvPr/>
          </p:nvSpPr>
          <p:spPr>
            <a:xfrm>
              <a:off x="7377928" y="5506724"/>
              <a:ext cx="1038225" cy="727710"/>
            </a:xfrm>
            <a:custGeom>
              <a:avLst/>
              <a:gdLst/>
              <a:ahLst/>
              <a:cxnLst/>
              <a:rect l="l" t="t" r="r" b="b"/>
              <a:pathLst>
                <a:path w="1038225" h="727710">
                  <a:moveTo>
                    <a:pt x="952500" y="581716"/>
                  </a:moveTo>
                  <a:lnTo>
                    <a:pt x="809518" y="581716"/>
                  </a:lnTo>
                  <a:lnTo>
                    <a:pt x="809518" y="727639"/>
                  </a:lnTo>
                  <a:lnTo>
                    <a:pt x="952500" y="727639"/>
                  </a:lnTo>
                  <a:lnTo>
                    <a:pt x="952500" y="581716"/>
                  </a:lnTo>
                  <a:close/>
                </a:path>
                <a:path w="1038225" h="727710">
                  <a:moveTo>
                    <a:pt x="952500" y="15870"/>
                  </a:moveTo>
                  <a:lnTo>
                    <a:pt x="807110" y="15870"/>
                  </a:lnTo>
                  <a:lnTo>
                    <a:pt x="794033" y="43033"/>
                  </a:lnTo>
                  <a:lnTo>
                    <a:pt x="779598" y="70814"/>
                  </a:lnTo>
                  <a:lnTo>
                    <a:pt x="746760" y="128314"/>
                  </a:lnTo>
                  <a:lnTo>
                    <a:pt x="709890" y="186944"/>
                  </a:lnTo>
                  <a:lnTo>
                    <a:pt x="670072" y="245208"/>
                  </a:lnTo>
                  <a:lnTo>
                    <a:pt x="628154" y="302471"/>
                  </a:lnTo>
                  <a:lnTo>
                    <a:pt x="584728" y="358127"/>
                  </a:lnTo>
                  <a:lnTo>
                    <a:pt x="541290" y="410798"/>
                  </a:lnTo>
                  <a:lnTo>
                    <a:pt x="499384" y="459129"/>
                  </a:lnTo>
                  <a:lnTo>
                    <a:pt x="499384" y="581716"/>
                  </a:lnTo>
                  <a:lnTo>
                    <a:pt x="1037844" y="581716"/>
                  </a:lnTo>
                  <a:lnTo>
                    <a:pt x="1037844" y="464582"/>
                  </a:lnTo>
                  <a:lnTo>
                    <a:pt x="639836" y="464582"/>
                  </a:lnTo>
                  <a:lnTo>
                    <a:pt x="650603" y="451196"/>
                  </a:lnTo>
                  <a:lnTo>
                    <a:pt x="684032" y="408252"/>
                  </a:lnTo>
                  <a:lnTo>
                    <a:pt x="717949" y="362090"/>
                  </a:lnTo>
                  <a:lnTo>
                    <a:pt x="740215" y="330138"/>
                  </a:lnTo>
                  <a:lnTo>
                    <a:pt x="761554" y="297630"/>
                  </a:lnTo>
                  <a:lnTo>
                    <a:pt x="781790" y="264732"/>
                  </a:lnTo>
                  <a:lnTo>
                    <a:pt x="809518" y="215920"/>
                  </a:lnTo>
                  <a:lnTo>
                    <a:pt x="952500" y="215920"/>
                  </a:lnTo>
                  <a:lnTo>
                    <a:pt x="952500" y="15870"/>
                  </a:lnTo>
                  <a:close/>
                </a:path>
                <a:path w="1038225" h="727710">
                  <a:moveTo>
                    <a:pt x="952500" y="215920"/>
                  </a:moveTo>
                  <a:lnTo>
                    <a:pt x="809518" y="215920"/>
                  </a:lnTo>
                  <a:lnTo>
                    <a:pt x="809518" y="464582"/>
                  </a:lnTo>
                  <a:lnTo>
                    <a:pt x="952500" y="464582"/>
                  </a:lnTo>
                  <a:lnTo>
                    <a:pt x="952500" y="215920"/>
                  </a:lnTo>
                  <a:close/>
                </a:path>
                <a:path w="1038225" h="727710">
                  <a:moveTo>
                    <a:pt x="307726" y="176701"/>
                  </a:moveTo>
                  <a:lnTo>
                    <a:pt x="151394" y="176701"/>
                  </a:lnTo>
                  <a:lnTo>
                    <a:pt x="151394" y="727639"/>
                  </a:lnTo>
                  <a:lnTo>
                    <a:pt x="307726" y="727639"/>
                  </a:lnTo>
                  <a:lnTo>
                    <a:pt x="307726" y="176701"/>
                  </a:lnTo>
                  <a:close/>
                </a:path>
                <a:path w="1038225" h="727710">
                  <a:moveTo>
                    <a:pt x="307726" y="0"/>
                  </a:moveTo>
                  <a:lnTo>
                    <a:pt x="212994" y="0"/>
                  </a:lnTo>
                  <a:lnTo>
                    <a:pt x="190468" y="16309"/>
                  </a:lnTo>
                  <a:lnTo>
                    <a:pt x="166676" y="31919"/>
                  </a:lnTo>
                  <a:lnTo>
                    <a:pt x="115214" y="61078"/>
                  </a:lnTo>
                  <a:lnTo>
                    <a:pt x="59321" y="86389"/>
                  </a:lnTo>
                  <a:lnTo>
                    <a:pt x="0" y="106728"/>
                  </a:lnTo>
                  <a:lnTo>
                    <a:pt x="0" y="238755"/>
                  </a:lnTo>
                  <a:lnTo>
                    <a:pt x="42184" y="230562"/>
                  </a:lnTo>
                  <a:lnTo>
                    <a:pt x="83454" y="216657"/>
                  </a:lnTo>
                  <a:lnTo>
                    <a:pt x="120914" y="198299"/>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44" name="object 144"/>
            <p:cNvSpPr/>
            <p:nvPr/>
          </p:nvSpPr>
          <p:spPr>
            <a:xfrm>
              <a:off x="7377927" y="5506724"/>
              <a:ext cx="1038225" cy="727710"/>
            </a:xfrm>
            <a:custGeom>
              <a:avLst/>
              <a:gdLst/>
              <a:ahLst/>
              <a:cxnLst/>
              <a:rect l="l" t="t" r="r" b="b"/>
              <a:pathLst>
                <a:path w="1038225" h="727710">
                  <a:moveTo>
                    <a:pt x="809518" y="215920"/>
                  </a:moveTo>
                  <a:lnTo>
                    <a:pt x="781790" y="264732"/>
                  </a:lnTo>
                  <a:lnTo>
                    <a:pt x="761554" y="297630"/>
                  </a:lnTo>
                  <a:lnTo>
                    <a:pt x="740215" y="330138"/>
                  </a:lnTo>
                  <a:lnTo>
                    <a:pt x="717949" y="362090"/>
                  </a:lnTo>
                  <a:lnTo>
                    <a:pt x="695417" y="393115"/>
                  </a:lnTo>
                  <a:lnTo>
                    <a:pt x="661556" y="437346"/>
                  </a:lnTo>
                  <a:lnTo>
                    <a:pt x="639836" y="464582"/>
                  </a:lnTo>
                  <a:lnTo>
                    <a:pt x="809518" y="464582"/>
                  </a:lnTo>
                  <a:lnTo>
                    <a:pt x="809518" y="215920"/>
                  </a:lnTo>
                  <a:close/>
                </a:path>
                <a:path w="1038225" h="727710">
                  <a:moveTo>
                    <a:pt x="807110" y="15870"/>
                  </a:moveTo>
                  <a:lnTo>
                    <a:pt x="952499" y="15870"/>
                  </a:lnTo>
                  <a:lnTo>
                    <a:pt x="952499" y="464582"/>
                  </a:lnTo>
                  <a:lnTo>
                    <a:pt x="1037843" y="464582"/>
                  </a:lnTo>
                  <a:lnTo>
                    <a:pt x="1037843" y="581716"/>
                  </a:lnTo>
                  <a:lnTo>
                    <a:pt x="952499" y="581716"/>
                  </a:lnTo>
                  <a:lnTo>
                    <a:pt x="952499" y="727639"/>
                  </a:lnTo>
                  <a:lnTo>
                    <a:pt x="809518" y="727639"/>
                  </a:lnTo>
                  <a:lnTo>
                    <a:pt x="809518" y="581716"/>
                  </a:lnTo>
                  <a:lnTo>
                    <a:pt x="499384" y="581716"/>
                  </a:lnTo>
                  <a:lnTo>
                    <a:pt x="499384" y="459129"/>
                  </a:lnTo>
                  <a:lnTo>
                    <a:pt x="520147" y="435504"/>
                  </a:lnTo>
                  <a:lnTo>
                    <a:pt x="541290" y="410798"/>
                  </a:lnTo>
                  <a:lnTo>
                    <a:pt x="584728" y="358127"/>
                  </a:lnTo>
                  <a:lnTo>
                    <a:pt x="628154" y="302471"/>
                  </a:lnTo>
                  <a:lnTo>
                    <a:pt x="670072" y="245208"/>
                  </a:lnTo>
                  <a:lnTo>
                    <a:pt x="709890" y="186944"/>
                  </a:lnTo>
                  <a:lnTo>
                    <a:pt x="746759" y="128314"/>
                  </a:lnTo>
                  <a:lnTo>
                    <a:pt x="779598" y="70814"/>
                  </a:lnTo>
                  <a:lnTo>
                    <a:pt x="794033" y="43033"/>
                  </a:lnTo>
                  <a:lnTo>
                    <a:pt x="807110" y="15870"/>
                  </a:lnTo>
                  <a:close/>
                </a:path>
                <a:path w="1038225" h="727710">
                  <a:moveTo>
                    <a:pt x="212994" y="0"/>
                  </a:moveTo>
                  <a:lnTo>
                    <a:pt x="307726" y="0"/>
                  </a:lnTo>
                  <a:lnTo>
                    <a:pt x="307726" y="727639"/>
                  </a:lnTo>
                  <a:lnTo>
                    <a:pt x="151394" y="727639"/>
                  </a:lnTo>
                  <a:lnTo>
                    <a:pt x="151394" y="176701"/>
                  </a:lnTo>
                  <a:lnTo>
                    <a:pt x="144634" y="182336"/>
                  </a:lnTo>
                  <a:lnTo>
                    <a:pt x="111940" y="203263"/>
                  </a:lnTo>
                  <a:lnTo>
                    <a:pt x="73371" y="220600"/>
                  </a:lnTo>
                  <a:lnTo>
                    <a:pt x="31538" y="233212"/>
                  </a:lnTo>
                  <a:lnTo>
                    <a:pt x="0" y="238755"/>
                  </a:lnTo>
                  <a:lnTo>
                    <a:pt x="0" y="106728"/>
                  </a:lnTo>
                  <a:lnTo>
                    <a:pt x="30080" y="97175"/>
                  </a:lnTo>
                  <a:lnTo>
                    <a:pt x="59321" y="86389"/>
                  </a:lnTo>
                  <a:lnTo>
                    <a:pt x="115214" y="61078"/>
                  </a:lnTo>
                  <a:lnTo>
                    <a:pt x="166676" y="31919"/>
                  </a:lnTo>
                  <a:lnTo>
                    <a:pt x="190468" y="16309"/>
                  </a:lnTo>
                  <a:lnTo>
                    <a:pt x="212994" y="0"/>
                  </a:lnTo>
                  <a:close/>
                </a:path>
              </a:pathLst>
            </a:custGeom>
            <a:ln w="12191">
              <a:solidFill>
                <a:srgbClr val="000000"/>
              </a:solidFill>
            </a:ln>
          </p:spPr>
          <p:txBody>
            <a:bodyPr wrap="square" lIns="0" tIns="0" rIns="0" bIns="0" rtlCol="0"/>
            <a:lstStyle/>
            <a:p>
              <a:endParaRPr/>
            </a:p>
          </p:txBody>
        </p:sp>
        <p:sp>
          <p:nvSpPr>
            <p:cNvPr id="145" name="object 145"/>
            <p:cNvSpPr/>
            <p:nvPr/>
          </p:nvSpPr>
          <p:spPr>
            <a:xfrm>
              <a:off x="6748272" y="5225796"/>
              <a:ext cx="2218944" cy="1345691"/>
            </a:xfrm>
            <a:prstGeom prst="rect">
              <a:avLst/>
            </a:prstGeom>
            <a:blipFill>
              <a:blip r:embed="rId57" cstate="print"/>
              <a:stretch>
                <a:fillRect/>
              </a:stretch>
            </a:blipFill>
          </p:spPr>
          <p:txBody>
            <a:bodyPr wrap="square" lIns="0" tIns="0" rIns="0" bIns="0" rtlCol="0"/>
            <a:lstStyle/>
            <a:p>
              <a:endParaRPr/>
            </a:p>
          </p:txBody>
        </p:sp>
        <p:sp>
          <p:nvSpPr>
            <p:cNvPr id="146" name="object 146"/>
            <p:cNvSpPr/>
            <p:nvPr/>
          </p:nvSpPr>
          <p:spPr>
            <a:xfrm>
              <a:off x="6594348" y="4908802"/>
              <a:ext cx="2549651" cy="1949195"/>
            </a:xfrm>
            <a:prstGeom prst="rect">
              <a:avLst/>
            </a:prstGeom>
            <a:blipFill>
              <a:blip r:embed="rId58" cstate="print"/>
              <a:stretch>
                <a:fillRect/>
              </a:stretch>
            </a:blipFill>
          </p:spPr>
          <p:txBody>
            <a:bodyPr wrap="square" lIns="0" tIns="0" rIns="0" bIns="0" rtlCol="0"/>
            <a:lstStyle/>
            <a:p>
              <a:endParaRPr/>
            </a:p>
          </p:txBody>
        </p:sp>
        <p:sp>
          <p:nvSpPr>
            <p:cNvPr id="147" name="object 147"/>
            <p:cNvSpPr/>
            <p:nvPr/>
          </p:nvSpPr>
          <p:spPr>
            <a:xfrm>
              <a:off x="6829440" y="5286756"/>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5"/>
                  </a:lnTo>
                  <a:lnTo>
                    <a:pt x="18275" y="1042031"/>
                  </a:lnTo>
                  <a:lnTo>
                    <a:pt x="39715" y="1081528"/>
                  </a:lnTo>
                  <a:lnTo>
                    <a:pt x="68111" y="1115939"/>
                  </a:lnTo>
                  <a:lnTo>
                    <a:pt x="102526" y="1144331"/>
                  </a:lnTo>
                  <a:lnTo>
                    <a:pt x="142024" y="1165769"/>
                  </a:lnTo>
                  <a:lnTo>
                    <a:pt x="185671" y="1179317"/>
                  </a:lnTo>
                  <a:lnTo>
                    <a:pt x="232531" y="1184041"/>
                  </a:lnTo>
                  <a:lnTo>
                    <a:pt x="1824837" y="1184041"/>
                  </a:lnTo>
                  <a:lnTo>
                    <a:pt x="1871698" y="1179317"/>
                  </a:lnTo>
                  <a:lnTo>
                    <a:pt x="1915349" y="1165769"/>
                  </a:lnTo>
                  <a:lnTo>
                    <a:pt x="1954852" y="1144331"/>
                  </a:lnTo>
                  <a:lnTo>
                    <a:pt x="1989273" y="1115939"/>
                  </a:lnTo>
                  <a:lnTo>
                    <a:pt x="2017674" y="1081528"/>
                  </a:lnTo>
                  <a:lnTo>
                    <a:pt x="2039120" y="1042031"/>
                  </a:lnTo>
                  <a:lnTo>
                    <a:pt x="2052673" y="998385"/>
                  </a:lnTo>
                  <a:lnTo>
                    <a:pt x="2057399" y="951524"/>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48" name="object 148"/>
            <p:cNvSpPr/>
            <p:nvPr/>
          </p:nvSpPr>
          <p:spPr>
            <a:xfrm>
              <a:off x="6829440" y="528675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24"/>
                  </a:lnTo>
                  <a:lnTo>
                    <a:pt x="2052673" y="998385"/>
                  </a:lnTo>
                  <a:lnTo>
                    <a:pt x="2039120" y="1042031"/>
                  </a:lnTo>
                  <a:lnTo>
                    <a:pt x="2017674" y="1081528"/>
                  </a:lnTo>
                  <a:lnTo>
                    <a:pt x="1989273" y="1115939"/>
                  </a:lnTo>
                  <a:lnTo>
                    <a:pt x="1954852" y="1144331"/>
                  </a:lnTo>
                  <a:lnTo>
                    <a:pt x="1915349" y="1165769"/>
                  </a:lnTo>
                  <a:lnTo>
                    <a:pt x="1871698" y="1179317"/>
                  </a:lnTo>
                  <a:lnTo>
                    <a:pt x="1824837" y="1184041"/>
                  </a:lnTo>
                  <a:lnTo>
                    <a:pt x="232531" y="1184041"/>
                  </a:lnTo>
                  <a:lnTo>
                    <a:pt x="185671" y="1179317"/>
                  </a:lnTo>
                  <a:lnTo>
                    <a:pt x="142024" y="1165769"/>
                  </a:lnTo>
                  <a:lnTo>
                    <a:pt x="102526" y="1144331"/>
                  </a:lnTo>
                  <a:lnTo>
                    <a:pt x="68111" y="1115939"/>
                  </a:lnTo>
                  <a:lnTo>
                    <a:pt x="39715" y="1081528"/>
                  </a:lnTo>
                  <a:lnTo>
                    <a:pt x="18275" y="1042031"/>
                  </a:lnTo>
                  <a:lnTo>
                    <a:pt x="4724" y="998385"/>
                  </a:lnTo>
                  <a:lnTo>
                    <a:pt x="0" y="951524"/>
                  </a:lnTo>
                  <a:lnTo>
                    <a:pt x="0" y="232541"/>
                  </a:lnTo>
                  <a:close/>
                </a:path>
              </a:pathLst>
            </a:custGeom>
            <a:ln w="76199">
              <a:solidFill>
                <a:srgbClr val="00AF50"/>
              </a:solidFill>
            </a:ln>
          </p:spPr>
          <p:txBody>
            <a:bodyPr wrap="square" lIns="0" tIns="0" rIns="0" bIns="0" rtlCol="0"/>
            <a:lstStyle/>
            <a:p>
              <a:endParaRPr/>
            </a:p>
          </p:txBody>
        </p:sp>
        <p:sp>
          <p:nvSpPr>
            <p:cNvPr id="149" name="object 149"/>
            <p:cNvSpPr/>
            <p:nvPr/>
          </p:nvSpPr>
          <p:spPr>
            <a:xfrm>
              <a:off x="6635496" y="4928616"/>
              <a:ext cx="2481072" cy="1929383"/>
            </a:xfrm>
            <a:prstGeom prst="rect">
              <a:avLst/>
            </a:prstGeom>
            <a:blipFill>
              <a:blip r:embed="rId59" cstate="print"/>
              <a:stretch>
                <a:fillRect/>
              </a:stretch>
            </a:blipFill>
          </p:spPr>
          <p:txBody>
            <a:bodyPr wrap="square" lIns="0" tIns="0" rIns="0" bIns="0" rtlCol="0"/>
            <a:lstStyle/>
            <a:p>
              <a:endParaRPr/>
            </a:p>
          </p:txBody>
        </p:sp>
        <p:sp>
          <p:nvSpPr>
            <p:cNvPr id="150" name="object 150"/>
            <p:cNvSpPr/>
            <p:nvPr/>
          </p:nvSpPr>
          <p:spPr>
            <a:xfrm>
              <a:off x="7377562" y="5522976"/>
              <a:ext cx="997585" cy="740410"/>
            </a:xfrm>
            <a:custGeom>
              <a:avLst/>
              <a:gdLst/>
              <a:ahLst/>
              <a:cxnLst/>
              <a:rect l="l" t="t" r="r" b="b"/>
              <a:pathLst>
                <a:path w="997584" h="740410">
                  <a:moveTo>
                    <a:pt x="550407" y="575285"/>
                  </a:moveTo>
                  <a:lnTo>
                    <a:pt x="550407" y="709290"/>
                  </a:lnTo>
                  <a:lnTo>
                    <a:pt x="587431" y="722759"/>
                  </a:lnTo>
                  <a:lnTo>
                    <a:pt x="628577" y="732377"/>
                  </a:lnTo>
                  <a:lnTo>
                    <a:pt x="673821" y="738146"/>
                  </a:lnTo>
                  <a:lnTo>
                    <a:pt x="723138" y="740069"/>
                  </a:lnTo>
                  <a:lnTo>
                    <a:pt x="783119" y="735803"/>
                  </a:lnTo>
                  <a:lnTo>
                    <a:pt x="836546" y="723007"/>
                  </a:lnTo>
                  <a:lnTo>
                    <a:pt x="883400" y="701683"/>
                  </a:lnTo>
                  <a:lnTo>
                    <a:pt x="923665" y="671834"/>
                  </a:lnTo>
                  <a:lnTo>
                    <a:pt x="956007" y="635239"/>
                  </a:lnTo>
                  <a:lnTo>
                    <a:pt x="964508" y="619957"/>
                  </a:lnTo>
                  <a:lnTo>
                    <a:pt x="705733" y="619957"/>
                  </a:lnTo>
                  <a:lnTo>
                    <a:pt x="665159" y="617164"/>
                  </a:lnTo>
                  <a:lnTo>
                    <a:pt x="625739" y="608788"/>
                  </a:lnTo>
                  <a:lnTo>
                    <a:pt x="587484" y="594828"/>
                  </a:lnTo>
                  <a:lnTo>
                    <a:pt x="550407" y="575285"/>
                  </a:lnTo>
                  <a:close/>
                </a:path>
                <a:path w="997584" h="740410">
                  <a:moveTo>
                    <a:pt x="979952" y="404551"/>
                  </a:moveTo>
                  <a:lnTo>
                    <a:pt x="688329" y="404551"/>
                  </a:lnTo>
                  <a:lnTo>
                    <a:pt x="742159" y="408780"/>
                  </a:lnTo>
                  <a:lnTo>
                    <a:pt x="784015" y="421466"/>
                  </a:lnTo>
                  <a:lnTo>
                    <a:pt x="813902" y="442610"/>
                  </a:lnTo>
                  <a:lnTo>
                    <a:pt x="831829" y="472209"/>
                  </a:lnTo>
                  <a:lnTo>
                    <a:pt x="837803" y="510265"/>
                  </a:lnTo>
                  <a:lnTo>
                    <a:pt x="835614" y="534261"/>
                  </a:lnTo>
                  <a:lnTo>
                    <a:pt x="818091" y="574338"/>
                  </a:lnTo>
                  <a:lnTo>
                    <a:pt x="783615" y="603342"/>
                  </a:lnTo>
                  <a:lnTo>
                    <a:pt x="735089" y="618111"/>
                  </a:lnTo>
                  <a:lnTo>
                    <a:pt x="705733" y="619957"/>
                  </a:lnTo>
                  <a:lnTo>
                    <a:pt x="964508" y="619957"/>
                  </a:lnTo>
                  <a:lnTo>
                    <a:pt x="979105" y="593714"/>
                  </a:lnTo>
                  <a:lnTo>
                    <a:pt x="992961" y="547258"/>
                  </a:lnTo>
                  <a:lnTo>
                    <a:pt x="997579" y="495869"/>
                  </a:lnTo>
                  <a:lnTo>
                    <a:pt x="993701" y="449713"/>
                  </a:lnTo>
                  <a:lnTo>
                    <a:pt x="982073" y="408520"/>
                  </a:lnTo>
                  <a:lnTo>
                    <a:pt x="979952" y="404551"/>
                  </a:lnTo>
                  <a:close/>
                </a:path>
                <a:path w="997584" h="740410">
                  <a:moveTo>
                    <a:pt x="964813" y="15870"/>
                  </a:moveTo>
                  <a:lnTo>
                    <a:pt x="588142" y="15870"/>
                  </a:lnTo>
                  <a:lnTo>
                    <a:pt x="561350" y="412979"/>
                  </a:lnTo>
                  <a:lnTo>
                    <a:pt x="596282" y="409287"/>
                  </a:lnTo>
                  <a:lnTo>
                    <a:pt x="629080" y="406654"/>
                  </a:lnTo>
                  <a:lnTo>
                    <a:pt x="659758" y="405077"/>
                  </a:lnTo>
                  <a:lnTo>
                    <a:pt x="688329" y="404551"/>
                  </a:lnTo>
                  <a:lnTo>
                    <a:pt x="979952" y="404551"/>
                  </a:lnTo>
                  <a:lnTo>
                    <a:pt x="962707" y="372289"/>
                  </a:lnTo>
                  <a:lnTo>
                    <a:pt x="935614" y="341019"/>
                  </a:lnTo>
                  <a:lnTo>
                    <a:pt x="901575" y="315828"/>
                  </a:lnTo>
                  <a:lnTo>
                    <a:pt x="861589" y="297834"/>
                  </a:lnTo>
                  <a:lnTo>
                    <a:pt x="815654" y="287038"/>
                  </a:lnTo>
                  <a:lnTo>
                    <a:pt x="806527" y="286405"/>
                  </a:lnTo>
                  <a:lnTo>
                    <a:pt x="697870" y="286405"/>
                  </a:lnTo>
                  <a:lnTo>
                    <a:pt x="707776" y="143969"/>
                  </a:lnTo>
                  <a:lnTo>
                    <a:pt x="964813" y="143969"/>
                  </a:lnTo>
                  <a:lnTo>
                    <a:pt x="964813" y="15870"/>
                  </a:lnTo>
                  <a:close/>
                </a:path>
                <a:path w="997584" h="740410">
                  <a:moveTo>
                    <a:pt x="763767" y="283439"/>
                  </a:moveTo>
                  <a:lnTo>
                    <a:pt x="749275" y="283624"/>
                  </a:lnTo>
                  <a:lnTo>
                    <a:pt x="733436" y="284180"/>
                  </a:lnTo>
                  <a:lnTo>
                    <a:pt x="716289" y="285107"/>
                  </a:lnTo>
                  <a:lnTo>
                    <a:pt x="697870" y="286405"/>
                  </a:lnTo>
                  <a:lnTo>
                    <a:pt x="806527" y="286405"/>
                  </a:lnTo>
                  <a:lnTo>
                    <a:pt x="763767" y="283439"/>
                  </a:lnTo>
                  <a:close/>
                </a:path>
                <a:path w="997584" h="740410">
                  <a:moveTo>
                    <a:pt x="307726" y="176723"/>
                  </a:moveTo>
                  <a:lnTo>
                    <a:pt x="151394" y="176723"/>
                  </a:lnTo>
                  <a:lnTo>
                    <a:pt x="151394" y="727661"/>
                  </a:lnTo>
                  <a:lnTo>
                    <a:pt x="307726" y="727661"/>
                  </a:lnTo>
                  <a:lnTo>
                    <a:pt x="307726" y="176723"/>
                  </a:lnTo>
                  <a:close/>
                </a:path>
                <a:path w="997584" h="740410">
                  <a:moveTo>
                    <a:pt x="307726" y="0"/>
                  </a:moveTo>
                  <a:lnTo>
                    <a:pt x="212841" y="0"/>
                  </a:lnTo>
                  <a:lnTo>
                    <a:pt x="190367" y="16314"/>
                  </a:lnTo>
                  <a:lnTo>
                    <a:pt x="166569" y="31925"/>
                  </a:lnTo>
                  <a:lnTo>
                    <a:pt x="115062" y="61091"/>
                  </a:lnTo>
                  <a:lnTo>
                    <a:pt x="59245" y="86392"/>
                  </a:lnTo>
                  <a:lnTo>
                    <a:pt x="0" y="106740"/>
                  </a:lnTo>
                  <a:lnTo>
                    <a:pt x="0" y="238768"/>
                  </a:lnTo>
                  <a:lnTo>
                    <a:pt x="42153" y="230575"/>
                  </a:lnTo>
                  <a:lnTo>
                    <a:pt x="83301" y="216670"/>
                  </a:lnTo>
                  <a:lnTo>
                    <a:pt x="120761" y="198308"/>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51" name="object 151"/>
            <p:cNvSpPr/>
            <p:nvPr/>
          </p:nvSpPr>
          <p:spPr>
            <a:xfrm>
              <a:off x="7377562" y="5522976"/>
              <a:ext cx="997585" cy="740410"/>
            </a:xfrm>
            <a:custGeom>
              <a:avLst/>
              <a:gdLst/>
              <a:ahLst/>
              <a:cxnLst/>
              <a:rect l="l" t="t" r="r" b="b"/>
              <a:pathLst>
                <a:path w="997584" h="740410">
                  <a:moveTo>
                    <a:pt x="588142" y="15870"/>
                  </a:moveTo>
                  <a:lnTo>
                    <a:pt x="964813" y="15870"/>
                  </a:lnTo>
                  <a:lnTo>
                    <a:pt x="964813" y="143969"/>
                  </a:lnTo>
                  <a:lnTo>
                    <a:pt x="707776" y="143969"/>
                  </a:lnTo>
                  <a:lnTo>
                    <a:pt x="697870" y="286405"/>
                  </a:lnTo>
                  <a:lnTo>
                    <a:pt x="716289" y="285107"/>
                  </a:lnTo>
                  <a:lnTo>
                    <a:pt x="733436" y="284180"/>
                  </a:lnTo>
                  <a:lnTo>
                    <a:pt x="749275" y="283624"/>
                  </a:lnTo>
                  <a:lnTo>
                    <a:pt x="763767" y="283439"/>
                  </a:lnTo>
                  <a:lnTo>
                    <a:pt x="815654" y="287038"/>
                  </a:lnTo>
                  <a:lnTo>
                    <a:pt x="861589" y="297834"/>
                  </a:lnTo>
                  <a:lnTo>
                    <a:pt x="901575" y="315828"/>
                  </a:lnTo>
                  <a:lnTo>
                    <a:pt x="935614" y="341019"/>
                  </a:lnTo>
                  <a:lnTo>
                    <a:pt x="962706" y="372289"/>
                  </a:lnTo>
                  <a:lnTo>
                    <a:pt x="982073" y="408520"/>
                  </a:lnTo>
                  <a:lnTo>
                    <a:pt x="993701" y="449713"/>
                  </a:lnTo>
                  <a:lnTo>
                    <a:pt x="997579" y="495869"/>
                  </a:lnTo>
                  <a:lnTo>
                    <a:pt x="992961" y="547258"/>
                  </a:lnTo>
                  <a:lnTo>
                    <a:pt x="979105" y="593714"/>
                  </a:lnTo>
                  <a:lnTo>
                    <a:pt x="956007" y="635239"/>
                  </a:lnTo>
                  <a:lnTo>
                    <a:pt x="923665" y="671834"/>
                  </a:lnTo>
                  <a:lnTo>
                    <a:pt x="883400" y="701683"/>
                  </a:lnTo>
                  <a:lnTo>
                    <a:pt x="836546" y="723007"/>
                  </a:lnTo>
                  <a:lnTo>
                    <a:pt x="783119" y="735803"/>
                  </a:lnTo>
                  <a:lnTo>
                    <a:pt x="723137" y="740069"/>
                  </a:lnTo>
                  <a:lnTo>
                    <a:pt x="673821" y="738146"/>
                  </a:lnTo>
                  <a:lnTo>
                    <a:pt x="628577" y="732377"/>
                  </a:lnTo>
                  <a:lnTo>
                    <a:pt x="587431" y="722759"/>
                  </a:lnTo>
                  <a:lnTo>
                    <a:pt x="550407" y="709290"/>
                  </a:lnTo>
                  <a:lnTo>
                    <a:pt x="550407" y="575285"/>
                  </a:lnTo>
                  <a:lnTo>
                    <a:pt x="587484" y="594828"/>
                  </a:lnTo>
                  <a:lnTo>
                    <a:pt x="625739" y="608788"/>
                  </a:lnTo>
                  <a:lnTo>
                    <a:pt x="665159" y="617164"/>
                  </a:lnTo>
                  <a:lnTo>
                    <a:pt x="705733" y="619957"/>
                  </a:lnTo>
                  <a:lnTo>
                    <a:pt x="735089" y="618111"/>
                  </a:lnTo>
                  <a:lnTo>
                    <a:pt x="783615" y="603342"/>
                  </a:lnTo>
                  <a:lnTo>
                    <a:pt x="818091" y="574338"/>
                  </a:lnTo>
                  <a:lnTo>
                    <a:pt x="835614" y="534261"/>
                  </a:lnTo>
                  <a:lnTo>
                    <a:pt x="837803" y="510265"/>
                  </a:lnTo>
                  <a:lnTo>
                    <a:pt x="831829" y="472209"/>
                  </a:lnTo>
                  <a:lnTo>
                    <a:pt x="813902" y="442610"/>
                  </a:lnTo>
                  <a:lnTo>
                    <a:pt x="784015" y="421466"/>
                  </a:lnTo>
                  <a:lnTo>
                    <a:pt x="742159" y="408780"/>
                  </a:lnTo>
                  <a:lnTo>
                    <a:pt x="688329" y="404551"/>
                  </a:lnTo>
                  <a:lnTo>
                    <a:pt x="659758" y="405077"/>
                  </a:lnTo>
                  <a:lnTo>
                    <a:pt x="629080" y="406654"/>
                  </a:lnTo>
                  <a:lnTo>
                    <a:pt x="596282" y="409287"/>
                  </a:lnTo>
                  <a:lnTo>
                    <a:pt x="561350" y="412979"/>
                  </a:lnTo>
                  <a:lnTo>
                    <a:pt x="588142" y="15870"/>
                  </a:lnTo>
                  <a:close/>
                </a:path>
                <a:path w="997584" h="740410">
                  <a:moveTo>
                    <a:pt x="212841" y="0"/>
                  </a:moveTo>
                  <a:lnTo>
                    <a:pt x="307726" y="0"/>
                  </a:lnTo>
                  <a:lnTo>
                    <a:pt x="307726" y="727661"/>
                  </a:lnTo>
                  <a:lnTo>
                    <a:pt x="151394" y="727661"/>
                  </a:lnTo>
                  <a:lnTo>
                    <a:pt x="151394" y="176723"/>
                  </a:lnTo>
                  <a:lnTo>
                    <a:pt x="144619" y="182356"/>
                  </a:lnTo>
                  <a:lnTo>
                    <a:pt x="111843" y="203281"/>
                  </a:lnTo>
                  <a:lnTo>
                    <a:pt x="73306" y="220612"/>
                  </a:lnTo>
                  <a:lnTo>
                    <a:pt x="31521" y="233226"/>
                  </a:lnTo>
                  <a:lnTo>
                    <a:pt x="0" y="238768"/>
                  </a:lnTo>
                  <a:lnTo>
                    <a:pt x="0" y="106740"/>
                  </a:lnTo>
                  <a:lnTo>
                    <a:pt x="30048" y="97187"/>
                  </a:lnTo>
                  <a:lnTo>
                    <a:pt x="59245" y="86392"/>
                  </a:lnTo>
                  <a:lnTo>
                    <a:pt x="115061" y="61091"/>
                  </a:lnTo>
                  <a:lnTo>
                    <a:pt x="166569" y="31925"/>
                  </a:lnTo>
                  <a:lnTo>
                    <a:pt x="190367" y="16314"/>
                  </a:lnTo>
                  <a:lnTo>
                    <a:pt x="212841" y="0"/>
                  </a:lnTo>
                  <a:close/>
                </a:path>
              </a:pathLst>
            </a:custGeom>
            <a:ln w="12191">
              <a:solidFill>
                <a:srgbClr val="000000"/>
              </a:solidFill>
            </a:ln>
          </p:spPr>
          <p:txBody>
            <a:bodyPr wrap="square" lIns="0" tIns="0" rIns="0" bIns="0" rtlCol="0"/>
            <a:lstStyle/>
            <a:p>
              <a:endParaRPr/>
            </a:p>
          </p:txBody>
        </p:sp>
        <p:sp>
          <p:nvSpPr>
            <p:cNvPr id="152" name="object 152"/>
            <p:cNvSpPr/>
            <p:nvPr/>
          </p:nvSpPr>
          <p:spPr>
            <a:xfrm>
              <a:off x="6739128" y="5209032"/>
              <a:ext cx="2218944" cy="1345692"/>
            </a:xfrm>
            <a:prstGeom prst="rect">
              <a:avLst/>
            </a:prstGeom>
            <a:blipFill>
              <a:blip r:embed="rId60" cstate="print"/>
              <a:stretch>
                <a:fillRect/>
              </a:stretch>
            </a:blipFill>
          </p:spPr>
          <p:txBody>
            <a:bodyPr wrap="square" lIns="0" tIns="0" rIns="0" bIns="0" rtlCol="0"/>
            <a:lstStyle/>
            <a:p>
              <a:endParaRPr/>
            </a:p>
          </p:txBody>
        </p:sp>
        <p:sp>
          <p:nvSpPr>
            <p:cNvPr id="153" name="object 153"/>
            <p:cNvSpPr/>
            <p:nvPr/>
          </p:nvSpPr>
          <p:spPr>
            <a:xfrm>
              <a:off x="6585204" y="4892040"/>
              <a:ext cx="2558795" cy="1965959"/>
            </a:xfrm>
            <a:prstGeom prst="rect">
              <a:avLst/>
            </a:prstGeom>
            <a:blipFill>
              <a:blip r:embed="rId61" cstate="print"/>
              <a:stretch>
                <a:fillRect/>
              </a:stretch>
            </a:blipFill>
          </p:spPr>
          <p:txBody>
            <a:bodyPr wrap="square" lIns="0" tIns="0" rIns="0" bIns="0" rtlCol="0"/>
            <a:lstStyle/>
            <a:p>
              <a:endParaRPr/>
            </a:p>
          </p:txBody>
        </p:sp>
        <p:sp>
          <p:nvSpPr>
            <p:cNvPr id="154" name="object 154"/>
            <p:cNvSpPr/>
            <p:nvPr/>
          </p:nvSpPr>
          <p:spPr>
            <a:xfrm>
              <a:off x="6819899" y="5269992"/>
              <a:ext cx="2057400" cy="1184275"/>
            </a:xfrm>
            <a:custGeom>
              <a:avLst/>
              <a:gdLst/>
              <a:ahLst/>
              <a:cxnLst/>
              <a:rect l="l" t="t" r="r" b="b"/>
              <a:pathLst>
                <a:path w="2057400" h="1184275">
                  <a:moveTo>
                    <a:pt x="1824868"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1"/>
                  </a:lnTo>
                  <a:lnTo>
                    <a:pt x="18279" y="1041965"/>
                  </a:lnTo>
                  <a:lnTo>
                    <a:pt x="39723" y="1081459"/>
                  </a:lnTo>
                  <a:lnTo>
                    <a:pt x="68122" y="1115869"/>
                  </a:lnTo>
                  <a:lnTo>
                    <a:pt x="102539" y="1144260"/>
                  </a:lnTo>
                  <a:lnTo>
                    <a:pt x="142037" y="1165696"/>
                  </a:lnTo>
                  <a:lnTo>
                    <a:pt x="185680" y="1179244"/>
                  </a:lnTo>
                  <a:lnTo>
                    <a:pt x="232531" y="1183968"/>
                  </a:lnTo>
                  <a:lnTo>
                    <a:pt x="1824868" y="1183968"/>
                  </a:lnTo>
                  <a:lnTo>
                    <a:pt x="1871719" y="1179244"/>
                  </a:lnTo>
                  <a:lnTo>
                    <a:pt x="1915362" y="1165696"/>
                  </a:lnTo>
                  <a:lnTo>
                    <a:pt x="1954860" y="1144260"/>
                  </a:lnTo>
                  <a:lnTo>
                    <a:pt x="1989277" y="1115869"/>
                  </a:lnTo>
                  <a:lnTo>
                    <a:pt x="2017676" y="1081459"/>
                  </a:lnTo>
                  <a:lnTo>
                    <a:pt x="2039120" y="1041965"/>
                  </a:lnTo>
                  <a:lnTo>
                    <a:pt x="2052674" y="998321"/>
                  </a:lnTo>
                  <a:lnTo>
                    <a:pt x="2057399" y="951463"/>
                  </a:lnTo>
                  <a:lnTo>
                    <a:pt x="2057399" y="232409"/>
                  </a:lnTo>
                  <a:lnTo>
                    <a:pt x="2052674" y="185559"/>
                  </a:lnTo>
                  <a:lnTo>
                    <a:pt x="2039120" y="141928"/>
                  </a:lnTo>
                  <a:lnTo>
                    <a:pt x="2017676" y="102449"/>
                  </a:lnTo>
                  <a:lnTo>
                    <a:pt x="1989277" y="68056"/>
                  </a:lnTo>
                  <a:lnTo>
                    <a:pt x="1954860" y="39681"/>
                  </a:lnTo>
                  <a:lnTo>
                    <a:pt x="1915362" y="18258"/>
                  </a:lnTo>
                  <a:lnTo>
                    <a:pt x="1871719" y="4720"/>
                  </a:lnTo>
                  <a:lnTo>
                    <a:pt x="1824868" y="0"/>
                  </a:lnTo>
                  <a:close/>
                </a:path>
              </a:pathLst>
            </a:custGeom>
            <a:solidFill>
              <a:srgbClr val="252525"/>
            </a:solidFill>
          </p:spPr>
          <p:txBody>
            <a:bodyPr wrap="square" lIns="0" tIns="0" rIns="0" bIns="0" rtlCol="0"/>
            <a:lstStyle/>
            <a:p>
              <a:endParaRPr/>
            </a:p>
          </p:txBody>
        </p:sp>
        <p:sp>
          <p:nvSpPr>
            <p:cNvPr id="155" name="object 155"/>
            <p:cNvSpPr/>
            <p:nvPr/>
          </p:nvSpPr>
          <p:spPr>
            <a:xfrm>
              <a:off x="6819899" y="5269992"/>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868" y="0"/>
                  </a:lnTo>
                  <a:lnTo>
                    <a:pt x="1871719" y="4720"/>
                  </a:lnTo>
                  <a:lnTo>
                    <a:pt x="1915362" y="18258"/>
                  </a:lnTo>
                  <a:lnTo>
                    <a:pt x="1954860" y="39681"/>
                  </a:lnTo>
                  <a:lnTo>
                    <a:pt x="1989277" y="68056"/>
                  </a:lnTo>
                  <a:lnTo>
                    <a:pt x="2017676" y="102449"/>
                  </a:lnTo>
                  <a:lnTo>
                    <a:pt x="2039120" y="141928"/>
                  </a:lnTo>
                  <a:lnTo>
                    <a:pt x="2052674" y="185559"/>
                  </a:lnTo>
                  <a:lnTo>
                    <a:pt x="2057399" y="232409"/>
                  </a:lnTo>
                  <a:lnTo>
                    <a:pt x="2057399" y="951463"/>
                  </a:lnTo>
                  <a:lnTo>
                    <a:pt x="2052674" y="998321"/>
                  </a:lnTo>
                  <a:lnTo>
                    <a:pt x="2039120" y="1041965"/>
                  </a:lnTo>
                  <a:lnTo>
                    <a:pt x="2017676" y="1081459"/>
                  </a:lnTo>
                  <a:lnTo>
                    <a:pt x="1989277" y="1115869"/>
                  </a:lnTo>
                  <a:lnTo>
                    <a:pt x="1954860" y="1144260"/>
                  </a:lnTo>
                  <a:lnTo>
                    <a:pt x="1915362" y="1165696"/>
                  </a:lnTo>
                  <a:lnTo>
                    <a:pt x="1871719" y="1179244"/>
                  </a:lnTo>
                  <a:lnTo>
                    <a:pt x="1824868" y="1183968"/>
                  </a:lnTo>
                  <a:lnTo>
                    <a:pt x="232531" y="1183968"/>
                  </a:lnTo>
                  <a:lnTo>
                    <a:pt x="185680" y="1179244"/>
                  </a:lnTo>
                  <a:lnTo>
                    <a:pt x="142037" y="1165696"/>
                  </a:lnTo>
                  <a:lnTo>
                    <a:pt x="102539" y="1144260"/>
                  </a:lnTo>
                  <a:lnTo>
                    <a:pt x="68122" y="1115869"/>
                  </a:lnTo>
                  <a:lnTo>
                    <a:pt x="39723" y="1081459"/>
                  </a:lnTo>
                  <a:lnTo>
                    <a:pt x="18279" y="1041965"/>
                  </a:lnTo>
                  <a:lnTo>
                    <a:pt x="4725"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56" name="object 156"/>
            <p:cNvSpPr/>
            <p:nvPr/>
          </p:nvSpPr>
          <p:spPr>
            <a:xfrm>
              <a:off x="6626352" y="4911850"/>
              <a:ext cx="2481072" cy="1946147"/>
            </a:xfrm>
            <a:prstGeom prst="rect">
              <a:avLst/>
            </a:prstGeom>
            <a:blipFill>
              <a:blip r:embed="rId62" cstate="print"/>
              <a:stretch>
                <a:fillRect/>
              </a:stretch>
            </a:blipFill>
          </p:spPr>
          <p:txBody>
            <a:bodyPr wrap="square" lIns="0" tIns="0" rIns="0" bIns="0" rtlCol="0"/>
            <a:lstStyle/>
            <a:p>
              <a:endParaRPr/>
            </a:p>
          </p:txBody>
        </p:sp>
        <p:sp>
          <p:nvSpPr>
            <p:cNvPr id="157" name="object 157"/>
            <p:cNvSpPr/>
            <p:nvPr/>
          </p:nvSpPr>
          <p:spPr>
            <a:xfrm>
              <a:off x="7368022" y="5506212"/>
              <a:ext cx="1031240" cy="740410"/>
            </a:xfrm>
            <a:custGeom>
              <a:avLst/>
              <a:gdLst/>
              <a:ahLst/>
              <a:cxnLst/>
              <a:rect l="l" t="t" r="r" b="b"/>
              <a:pathLst>
                <a:path w="1031240" h="740410">
                  <a:moveTo>
                    <a:pt x="852190" y="3941"/>
                  </a:moveTo>
                  <a:lnTo>
                    <a:pt x="781480" y="11191"/>
                  </a:lnTo>
                  <a:lnTo>
                    <a:pt x="718200" y="33015"/>
                  </a:lnTo>
                  <a:lnTo>
                    <a:pt x="663031" y="68048"/>
                  </a:lnTo>
                  <a:lnTo>
                    <a:pt x="616732" y="115110"/>
                  </a:lnTo>
                  <a:lnTo>
                    <a:pt x="579611" y="173612"/>
                  </a:lnTo>
                  <a:lnTo>
                    <a:pt x="552206" y="242910"/>
                  </a:lnTo>
                  <a:lnTo>
                    <a:pt x="542294" y="281332"/>
                  </a:lnTo>
                  <a:lnTo>
                    <a:pt x="535228" y="321893"/>
                  </a:lnTo>
                  <a:lnTo>
                    <a:pt x="530997" y="364593"/>
                  </a:lnTo>
                  <a:lnTo>
                    <a:pt x="529594" y="409591"/>
                  </a:lnTo>
                  <a:lnTo>
                    <a:pt x="530667" y="447374"/>
                  </a:lnTo>
                  <a:lnTo>
                    <a:pt x="539349" y="517107"/>
                  </a:lnTo>
                  <a:lnTo>
                    <a:pt x="556614" y="578486"/>
                  </a:lnTo>
                  <a:lnTo>
                    <a:pt x="581626" y="630479"/>
                  </a:lnTo>
                  <a:lnTo>
                    <a:pt x="614356" y="672857"/>
                  </a:lnTo>
                  <a:lnTo>
                    <a:pt x="654495" y="705241"/>
                  </a:lnTo>
                  <a:lnTo>
                    <a:pt x="701739" y="727436"/>
                  </a:lnTo>
                  <a:lnTo>
                    <a:pt x="755460" y="738611"/>
                  </a:lnTo>
                  <a:lnTo>
                    <a:pt x="784738" y="740008"/>
                  </a:lnTo>
                  <a:lnTo>
                    <a:pt x="810981" y="738812"/>
                  </a:lnTo>
                  <a:lnTo>
                    <a:pt x="860326" y="729249"/>
                  </a:lnTo>
                  <a:lnTo>
                    <a:pt x="905233" y="710433"/>
                  </a:lnTo>
                  <a:lnTo>
                    <a:pt x="944228" y="684126"/>
                  </a:lnTo>
                  <a:lnTo>
                    <a:pt x="976884" y="650768"/>
                  </a:lnTo>
                  <a:lnTo>
                    <a:pt x="997422" y="619887"/>
                  </a:lnTo>
                  <a:lnTo>
                    <a:pt x="784738" y="619887"/>
                  </a:lnTo>
                  <a:lnTo>
                    <a:pt x="774321" y="619266"/>
                  </a:lnTo>
                  <a:lnTo>
                    <a:pt x="737619" y="604542"/>
                  </a:lnTo>
                  <a:lnTo>
                    <a:pt x="709963" y="573992"/>
                  </a:lnTo>
                  <a:lnTo>
                    <a:pt x="693326" y="531318"/>
                  </a:lnTo>
                  <a:lnTo>
                    <a:pt x="689366" y="493812"/>
                  </a:lnTo>
                  <a:lnTo>
                    <a:pt x="689792" y="482170"/>
                  </a:lnTo>
                  <a:lnTo>
                    <a:pt x="699794" y="440906"/>
                  </a:lnTo>
                  <a:lnTo>
                    <a:pt x="721726" y="409591"/>
                  </a:lnTo>
                  <a:lnTo>
                    <a:pt x="763356" y="388098"/>
                  </a:lnTo>
                  <a:lnTo>
                    <a:pt x="783732" y="386108"/>
                  </a:lnTo>
                  <a:lnTo>
                    <a:pt x="1011404" y="386108"/>
                  </a:lnTo>
                  <a:lnTo>
                    <a:pt x="1009362" y="380880"/>
                  </a:lnTo>
                  <a:lnTo>
                    <a:pt x="1000269" y="362719"/>
                  </a:lnTo>
                  <a:lnTo>
                    <a:pt x="989748" y="346015"/>
                  </a:lnTo>
                  <a:lnTo>
                    <a:pt x="985001" y="339958"/>
                  </a:lnTo>
                  <a:lnTo>
                    <a:pt x="684428" y="339958"/>
                  </a:lnTo>
                  <a:lnTo>
                    <a:pt x="685674" y="315959"/>
                  </a:lnTo>
                  <a:lnTo>
                    <a:pt x="692808" y="271409"/>
                  </a:lnTo>
                  <a:lnTo>
                    <a:pt x="705833" y="231606"/>
                  </a:lnTo>
                  <a:lnTo>
                    <a:pt x="723938" y="197490"/>
                  </a:lnTo>
                  <a:lnTo>
                    <a:pt x="760186" y="157548"/>
                  </a:lnTo>
                  <a:lnTo>
                    <a:pt x="806778" y="132200"/>
                  </a:lnTo>
                  <a:lnTo>
                    <a:pt x="862096" y="123550"/>
                  </a:lnTo>
                  <a:lnTo>
                    <a:pt x="980206" y="123550"/>
                  </a:lnTo>
                  <a:lnTo>
                    <a:pt x="980206" y="23241"/>
                  </a:lnTo>
                  <a:lnTo>
                    <a:pt x="955128" y="14815"/>
                  </a:lnTo>
                  <a:lnTo>
                    <a:pt x="925433" y="8782"/>
                  </a:lnTo>
                  <a:lnTo>
                    <a:pt x="891120" y="5153"/>
                  </a:lnTo>
                  <a:lnTo>
                    <a:pt x="852190" y="3941"/>
                  </a:lnTo>
                  <a:close/>
                </a:path>
                <a:path w="1031240" h="740410">
                  <a:moveTo>
                    <a:pt x="1011404" y="386108"/>
                  </a:moveTo>
                  <a:lnTo>
                    <a:pt x="783732" y="386108"/>
                  </a:lnTo>
                  <a:lnTo>
                    <a:pt x="824737" y="393274"/>
                  </a:lnTo>
                  <a:lnTo>
                    <a:pt x="854026" y="414772"/>
                  </a:lnTo>
                  <a:lnTo>
                    <a:pt x="871600" y="450602"/>
                  </a:lnTo>
                  <a:lnTo>
                    <a:pt x="877458" y="500765"/>
                  </a:lnTo>
                  <a:lnTo>
                    <a:pt x="877072" y="513653"/>
                  </a:lnTo>
                  <a:lnTo>
                    <a:pt x="867517" y="559799"/>
                  </a:lnTo>
                  <a:lnTo>
                    <a:pt x="846028" y="594263"/>
                  </a:lnTo>
                  <a:lnTo>
                    <a:pt x="805037" y="617715"/>
                  </a:lnTo>
                  <a:lnTo>
                    <a:pt x="784738" y="619887"/>
                  </a:lnTo>
                  <a:lnTo>
                    <a:pt x="997422" y="619887"/>
                  </a:lnTo>
                  <a:lnTo>
                    <a:pt x="1020577" y="565847"/>
                  </a:lnTo>
                  <a:lnTo>
                    <a:pt x="1029721" y="516713"/>
                  </a:lnTo>
                  <a:lnTo>
                    <a:pt x="1030864" y="490846"/>
                  </a:lnTo>
                  <a:lnTo>
                    <a:pt x="1030004" y="466583"/>
                  </a:lnTo>
                  <a:lnTo>
                    <a:pt x="1027419" y="443438"/>
                  </a:lnTo>
                  <a:lnTo>
                    <a:pt x="1023097" y="421411"/>
                  </a:lnTo>
                  <a:lnTo>
                    <a:pt x="1017026" y="400501"/>
                  </a:lnTo>
                  <a:lnTo>
                    <a:pt x="1011404" y="386108"/>
                  </a:lnTo>
                  <a:close/>
                </a:path>
                <a:path w="1031240" h="740410">
                  <a:moveTo>
                    <a:pt x="836828" y="269961"/>
                  </a:moveTo>
                  <a:lnTo>
                    <a:pt x="790462" y="274337"/>
                  </a:lnTo>
                  <a:lnTo>
                    <a:pt x="750093" y="287462"/>
                  </a:lnTo>
                  <a:lnTo>
                    <a:pt x="715754" y="309337"/>
                  </a:lnTo>
                  <a:lnTo>
                    <a:pt x="687476" y="339958"/>
                  </a:lnTo>
                  <a:lnTo>
                    <a:pt x="985001" y="339958"/>
                  </a:lnTo>
                  <a:lnTo>
                    <a:pt x="949859" y="305026"/>
                  </a:lnTo>
                  <a:lnTo>
                    <a:pt x="916686" y="285856"/>
                  </a:lnTo>
                  <a:lnTo>
                    <a:pt x="878894" y="273935"/>
                  </a:lnTo>
                  <a:lnTo>
                    <a:pt x="836828" y="269961"/>
                  </a:lnTo>
                  <a:close/>
                </a:path>
                <a:path w="1031240" h="740410">
                  <a:moveTo>
                    <a:pt x="980206" y="123550"/>
                  </a:moveTo>
                  <a:lnTo>
                    <a:pt x="862096" y="123550"/>
                  </a:lnTo>
                  <a:lnTo>
                    <a:pt x="893478" y="125472"/>
                  </a:lnTo>
                  <a:lnTo>
                    <a:pt x="923620" y="131240"/>
                  </a:lnTo>
                  <a:lnTo>
                    <a:pt x="952527" y="140854"/>
                  </a:lnTo>
                  <a:lnTo>
                    <a:pt x="980206" y="154317"/>
                  </a:lnTo>
                  <a:lnTo>
                    <a:pt x="980206" y="123550"/>
                  </a:lnTo>
                  <a:close/>
                </a:path>
                <a:path w="1031240" h="740410">
                  <a:moveTo>
                    <a:pt x="307726" y="176652"/>
                  </a:moveTo>
                  <a:lnTo>
                    <a:pt x="151394" y="176652"/>
                  </a:lnTo>
                  <a:lnTo>
                    <a:pt x="151394" y="727591"/>
                  </a:lnTo>
                  <a:lnTo>
                    <a:pt x="307726" y="727591"/>
                  </a:lnTo>
                  <a:lnTo>
                    <a:pt x="307726" y="176652"/>
                  </a:lnTo>
                  <a:close/>
                </a:path>
                <a:path w="1031240" h="740410">
                  <a:moveTo>
                    <a:pt x="307726" y="0"/>
                  </a:moveTo>
                  <a:lnTo>
                    <a:pt x="212872" y="0"/>
                  </a:lnTo>
                  <a:lnTo>
                    <a:pt x="190397" y="16240"/>
                  </a:lnTo>
                  <a:lnTo>
                    <a:pt x="166596" y="31815"/>
                  </a:lnTo>
                  <a:lnTo>
                    <a:pt x="115062" y="60960"/>
                  </a:lnTo>
                  <a:lnTo>
                    <a:pt x="59256" y="86296"/>
                  </a:lnTo>
                  <a:lnTo>
                    <a:pt x="0" y="106667"/>
                  </a:lnTo>
                  <a:lnTo>
                    <a:pt x="0" y="238694"/>
                  </a:lnTo>
                  <a:lnTo>
                    <a:pt x="42184" y="230505"/>
                  </a:lnTo>
                  <a:lnTo>
                    <a:pt x="83332" y="216609"/>
                  </a:lnTo>
                  <a:lnTo>
                    <a:pt x="120792" y="198251"/>
                  </a:lnTo>
                  <a:lnTo>
                    <a:pt x="151394" y="176652"/>
                  </a:lnTo>
                  <a:lnTo>
                    <a:pt x="307726" y="176652"/>
                  </a:lnTo>
                  <a:lnTo>
                    <a:pt x="307726" y="0"/>
                  </a:lnTo>
                  <a:close/>
                </a:path>
              </a:pathLst>
            </a:custGeom>
            <a:solidFill>
              <a:srgbClr val="FFFF00"/>
            </a:solidFill>
          </p:spPr>
          <p:txBody>
            <a:bodyPr wrap="square" lIns="0" tIns="0" rIns="0" bIns="0" rtlCol="0"/>
            <a:lstStyle/>
            <a:p>
              <a:endParaRPr/>
            </a:p>
          </p:txBody>
        </p:sp>
        <p:sp>
          <p:nvSpPr>
            <p:cNvPr id="158" name="object 158"/>
            <p:cNvSpPr/>
            <p:nvPr/>
          </p:nvSpPr>
          <p:spPr>
            <a:xfrm>
              <a:off x="8051291" y="5886224"/>
              <a:ext cx="200284" cy="245970"/>
            </a:xfrm>
            <a:prstGeom prst="rect">
              <a:avLst/>
            </a:prstGeom>
            <a:blipFill>
              <a:blip r:embed="rId63" cstate="print"/>
              <a:stretch>
                <a:fillRect/>
              </a:stretch>
            </a:blipFill>
          </p:spPr>
          <p:txBody>
            <a:bodyPr wrap="square" lIns="0" tIns="0" rIns="0" bIns="0" rtlCol="0"/>
            <a:lstStyle/>
            <a:p>
              <a:endParaRPr/>
            </a:p>
          </p:txBody>
        </p:sp>
        <p:sp>
          <p:nvSpPr>
            <p:cNvPr id="159" name="object 159"/>
            <p:cNvSpPr/>
            <p:nvPr/>
          </p:nvSpPr>
          <p:spPr>
            <a:xfrm>
              <a:off x="7368021" y="5506212"/>
              <a:ext cx="1031240" cy="740410"/>
            </a:xfrm>
            <a:custGeom>
              <a:avLst/>
              <a:gdLst/>
              <a:ahLst/>
              <a:cxnLst/>
              <a:rect l="l" t="t" r="r" b="b"/>
              <a:pathLst>
                <a:path w="1031240" h="740410">
                  <a:moveTo>
                    <a:pt x="852190" y="3941"/>
                  </a:moveTo>
                  <a:lnTo>
                    <a:pt x="891120" y="5153"/>
                  </a:lnTo>
                  <a:lnTo>
                    <a:pt x="925433" y="8782"/>
                  </a:lnTo>
                  <a:lnTo>
                    <a:pt x="955128" y="14815"/>
                  </a:lnTo>
                  <a:lnTo>
                    <a:pt x="980206" y="23240"/>
                  </a:lnTo>
                  <a:lnTo>
                    <a:pt x="980206" y="154317"/>
                  </a:lnTo>
                  <a:lnTo>
                    <a:pt x="952527" y="140854"/>
                  </a:lnTo>
                  <a:lnTo>
                    <a:pt x="923620" y="131240"/>
                  </a:lnTo>
                  <a:lnTo>
                    <a:pt x="893478" y="125472"/>
                  </a:lnTo>
                  <a:lnTo>
                    <a:pt x="862096" y="123550"/>
                  </a:lnTo>
                  <a:lnTo>
                    <a:pt x="842734" y="124511"/>
                  </a:lnTo>
                  <a:lnTo>
                    <a:pt x="790193" y="138933"/>
                  </a:lnTo>
                  <a:lnTo>
                    <a:pt x="746937" y="169278"/>
                  </a:lnTo>
                  <a:lnTo>
                    <a:pt x="714268" y="213819"/>
                  </a:lnTo>
                  <a:lnTo>
                    <a:pt x="698632" y="250853"/>
                  </a:lnTo>
                  <a:lnTo>
                    <a:pt x="688478" y="293110"/>
                  </a:lnTo>
                  <a:lnTo>
                    <a:pt x="684428" y="339958"/>
                  </a:lnTo>
                  <a:lnTo>
                    <a:pt x="687476" y="339958"/>
                  </a:lnTo>
                  <a:lnTo>
                    <a:pt x="715754" y="309337"/>
                  </a:lnTo>
                  <a:lnTo>
                    <a:pt x="750093" y="287462"/>
                  </a:lnTo>
                  <a:lnTo>
                    <a:pt x="790462" y="274337"/>
                  </a:lnTo>
                  <a:lnTo>
                    <a:pt x="836828" y="269961"/>
                  </a:lnTo>
                  <a:lnTo>
                    <a:pt x="878894" y="273935"/>
                  </a:lnTo>
                  <a:lnTo>
                    <a:pt x="916685" y="285856"/>
                  </a:lnTo>
                  <a:lnTo>
                    <a:pt x="949859" y="305026"/>
                  </a:lnTo>
                  <a:lnTo>
                    <a:pt x="989748" y="346015"/>
                  </a:lnTo>
                  <a:lnTo>
                    <a:pt x="1009362" y="380880"/>
                  </a:lnTo>
                  <a:lnTo>
                    <a:pt x="1023097" y="421411"/>
                  </a:lnTo>
                  <a:lnTo>
                    <a:pt x="1030004" y="466583"/>
                  </a:lnTo>
                  <a:lnTo>
                    <a:pt x="1030864" y="490846"/>
                  </a:lnTo>
                  <a:lnTo>
                    <a:pt x="1029721" y="516713"/>
                  </a:lnTo>
                  <a:lnTo>
                    <a:pt x="1020577" y="565847"/>
                  </a:lnTo>
                  <a:lnTo>
                    <a:pt x="1002458" y="611183"/>
                  </a:lnTo>
                  <a:lnTo>
                    <a:pt x="976884" y="650768"/>
                  </a:lnTo>
                  <a:lnTo>
                    <a:pt x="944228" y="684126"/>
                  </a:lnTo>
                  <a:lnTo>
                    <a:pt x="905233" y="710433"/>
                  </a:lnTo>
                  <a:lnTo>
                    <a:pt x="860326" y="729249"/>
                  </a:lnTo>
                  <a:lnTo>
                    <a:pt x="810981" y="738812"/>
                  </a:lnTo>
                  <a:lnTo>
                    <a:pt x="784738" y="740008"/>
                  </a:lnTo>
                  <a:lnTo>
                    <a:pt x="755460" y="738611"/>
                  </a:lnTo>
                  <a:lnTo>
                    <a:pt x="701739" y="727436"/>
                  </a:lnTo>
                  <a:lnTo>
                    <a:pt x="654495" y="705241"/>
                  </a:lnTo>
                  <a:lnTo>
                    <a:pt x="614356" y="672857"/>
                  </a:lnTo>
                  <a:lnTo>
                    <a:pt x="581626" y="630479"/>
                  </a:lnTo>
                  <a:lnTo>
                    <a:pt x="556614" y="578486"/>
                  </a:lnTo>
                  <a:lnTo>
                    <a:pt x="539349" y="517107"/>
                  </a:lnTo>
                  <a:lnTo>
                    <a:pt x="530667" y="447374"/>
                  </a:lnTo>
                  <a:lnTo>
                    <a:pt x="529589" y="409431"/>
                  </a:lnTo>
                  <a:lnTo>
                    <a:pt x="530997" y="364593"/>
                  </a:lnTo>
                  <a:lnTo>
                    <a:pt x="535228" y="321893"/>
                  </a:lnTo>
                  <a:lnTo>
                    <a:pt x="542294" y="281332"/>
                  </a:lnTo>
                  <a:lnTo>
                    <a:pt x="552206" y="242910"/>
                  </a:lnTo>
                  <a:lnTo>
                    <a:pt x="579611" y="173612"/>
                  </a:lnTo>
                  <a:lnTo>
                    <a:pt x="616732" y="115110"/>
                  </a:lnTo>
                  <a:lnTo>
                    <a:pt x="663031" y="68048"/>
                  </a:lnTo>
                  <a:lnTo>
                    <a:pt x="718200" y="33015"/>
                  </a:lnTo>
                  <a:lnTo>
                    <a:pt x="781480" y="11191"/>
                  </a:lnTo>
                  <a:lnTo>
                    <a:pt x="815896" y="5751"/>
                  </a:lnTo>
                  <a:lnTo>
                    <a:pt x="852190" y="3941"/>
                  </a:lnTo>
                  <a:close/>
                </a:path>
                <a:path w="1031240" h="740410">
                  <a:moveTo>
                    <a:pt x="212872" y="0"/>
                  </a:moveTo>
                  <a:lnTo>
                    <a:pt x="307726" y="0"/>
                  </a:lnTo>
                  <a:lnTo>
                    <a:pt x="307726" y="727591"/>
                  </a:lnTo>
                  <a:lnTo>
                    <a:pt x="151394" y="727591"/>
                  </a:lnTo>
                  <a:lnTo>
                    <a:pt x="151394" y="176652"/>
                  </a:lnTo>
                  <a:lnTo>
                    <a:pt x="144632" y="182282"/>
                  </a:lnTo>
                  <a:lnTo>
                    <a:pt x="111870" y="203209"/>
                  </a:lnTo>
                  <a:lnTo>
                    <a:pt x="73319" y="220551"/>
                  </a:lnTo>
                  <a:lnTo>
                    <a:pt x="31538" y="233159"/>
                  </a:lnTo>
                  <a:lnTo>
                    <a:pt x="0" y="238694"/>
                  </a:lnTo>
                  <a:lnTo>
                    <a:pt x="0" y="106667"/>
                  </a:lnTo>
                  <a:lnTo>
                    <a:pt x="30061" y="97105"/>
                  </a:lnTo>
                  <a:lnTo>
                    <a:pt x="59256" y="86296"/>
                  </a:lnTo>
                  <a:lnTo>
                    <a:pt x="115061" y="60959"/>
                  </a:lnTo>
                  <a:lnTo>
                    <a:pt x="166596" y="31815"/>
                  </a:lnTo>
                  <a:lnTo>
                    <a:pt x="190397" y="16240"/>
                  </a:lnTo>
                  <a:lnTo>
                    <a:pt x="212872" y="0"/>
                  </a:lnTo>
                  <a:close/>
                </a:path>
              </a:pathLst>
            </a:custGeom>
            <a:ln w="12191">
              <a:solidFill>
                <a:srgbClr val="000000"/>
              </a:solidFill>
            </a:ln>
          </p:spPr>
          <p:txBody>
            <a:bodyPr wrap="square" lIns="0" tIns="0" rIns="0" bIns="0" rtlCol="0"/>
            <a:lstStyle/>
            <a:p>
              <a:endParaRPr/>
            </a:p>
          </p:txBody>
        </p:sp>
        <p:sp>
          <p:nvSpPr>
            <p:cNvPr id="160" name="object 160"/>
            <p:cNvSpPr/>
            <p:nvPr/>
          </p:nvSpPr>
          <p:spPr>
            <a:xfrm>
              <a:off x="6748272" y="5234940"/>
              <a:ext cx="2218944" cy="1345692"/>
            </a:xfrm>
            <a:prstGeom prst="rect">
              <a:avLst/>
            </a:prstGeom>
            <a:blipFill>
              <a:blip r:embed="rId64" cstate="print"/>
              <a:stretch>
                <a:fillRect/>
              </a:stretch>
            </a:blipFill>
          </p:spPr>
          <p:txBody>
            <a:bodyPr wrap="square" lIns="0" tIns="0" rIns="0" bIns="0" rtlCol="0"/>
            <a:lstStyle/>
            <a:p>
              <a:endParaRPr/>
            </a:p>
          </p:txBody>
        </p:sp>
        <p:sp>
          <p:nvSpPr>
            <p:cNvPr id="161" name="object 161"/>
            <p:cNvSpPr/>
            <p:nvPr/>
          </p:nvSpPr>
          <p:spPr>
            <a:xfrm>
              <a:off x="6594348" y="4916422"/>
              <a:ext cx="2549651" cy="1941576"/>
            </a:xfrm>
            <a:prstGeom prst="rect">
              <a:avLst/>
            </a:prstGeom>
            <a:blipFill>
              <a:blip r:embed="rId65" cstate="print"/>
              <a:stretch>
                <a:fillRect/>
              </a:stretch>
            </a:blipFill>
          </p:spPr>
          <p:txBody>
            <a:bodyPr wrap="square" lIns="0" tIns="0" rIns="0" bIns="0" rtlCol="0"/>
            <a:lstStyle/>
            <a:p>
              <a:endParaRPr/>
            </a:p>
          </p:txBody>
        </p:sp>
        <p:sp>
          <p:nvSpPr>
            <p:cNvPr id="162" name="object 162"/>
            <p:cNvSpPr/>
            <p:nvPr/>
          </p:nvSpPr>
          <p:spPr>
            <a:xfrm>
              <a:off x="6829440" y="5295388"/>
              <a:ext cx="2057400" cy="1184275"/>
            </a:xfrm>
            <a:custGeom>
              <a:avLst/>
              <a:gdLst/>
              <a:ahLst/>
              <a:cxnLst/>
              <a:rect l="l" t="t" r="r" b="b"/>
              <a:pathLst>
                <a:path w="2057400" h="1184275">
                  <a:moveTo>
                    <a:pt x="1824837" y="0"/>
                  </a:moveTo>
                  <a:lnTo>
                    <a:pt x="232531" y="0"/>
                  </a:lnTo>
                  <a:lnTo>
                    <a:pt x="185671" y="4720"/>
                  </a:lnTo>
                  <a:lnTo>
                    <a:pt x="142024" y="18258"/>
                  </a:lnTo>
                  <a:lnTo>
                    <a:pt x="102526" y="39681"/>
                  </a:lnTo>
                  <a:lnTo>
                    <a:pt x="68111" y="68056"/>
                  </a:lnTo>
                  <a:lnTo>
                    <a:pt x="39715" y="102449"/>
                  </a:lnTo>
                  <a:lnTo>
                    <a:pt x="18275" y="141928"/>
                  </a:lnTo>
                  <a:lnTo>
                    <a:pt x="4724" y="185559"/>
                  </a:lnTo>
                  <a:lnTo>
                    <a:pt x="0" y="232409"/>
                  </a:lnTo>
                  <a:lnTo>
                    <a:pt x="0" y="951463"/>
                  </a:lnTo>
                  <a:lnTo>
                    <a:pt x="4724" y="998321"/>
                  </a:lnTo>
                  <a:lnTo>
                    <a:pt x="18275" y="1041965"/>
                  </a:lnTo>
                  <a:lnTo>
                    <a:pt x="39715" y="1081459"/>
                  </a:lnTo>
                  <a:lnTo>
                    <a:pt x="68111" y="1115869"/>
                  </a:lnTo>
                  <a:lnTo>
                    <a:pt x="102526" y="1144260"/>
                  </a:lnTo>
                  <a:lnTo>
                    <a:pt x="142024" y="1165696"/>
                  </a:lnTo>
                  <a:lnTo>
                    <a:pt x="185671" y="1179244"/>
                  </a:lnTo>
                  <a:lnTo>
                    <a:pt x="232531" y="1183968"/>
                  </a:lnTo>
                  <a:lnTo>
                    <a:pt x="1824837" y="1183968"/>
                  </a:lnTo>
                  <a:lnTo>
                    <a:pt x="1871698" y="1179244"/>
                  </a:lnTo>
                  <a:lnTo>
                    <a:pt x="1915349" y="1165696"/>
                  </a:lnTo>
                  <a:lnTo>
                    <a:pt x="1954852" y="1144260"/>
                  </a:lnTo>
                  <a:lnTo>
                    <a:pt x="1989273" y="1115869"/>
                  </a:lnTo>
                  <a:lnTo>
                    <a:pt x="2017674" y="1081459"/>
                  </a:lnTo>
                  <a:lnTo>
                    <a:pt x="2039120" y="1041965"/>
                  </a:lnTo>
                  <a:lnTo>
                    <a:pt x="2052673" y="998321"/>
                  </a:lnTo>
                  <a:lnTo>
                    <a:pt x="2057399" y="951463"/>
                  </a:lnTo>
                  <a:lnTo>
                    <a:pt x="2057399" y="232409"/>
                  </a:lnTo>
                  <a:lnTo>
                    <a:pt x="2052673" y="185559"/>
                  </a:lnTo>
                  <a:lnTo>
                    <a:pt x="2039120" y="141928"/>
                  </a:lnTo>
                  <a:lnTo>
                    <a:pt x="2017674" y="102449"/>
                  </a:lnTo>
                  <a:lnTo>
                    <a:pt x="1989273" y="68056"/>
                  </a:lnTo>
                  <a:lnTo>
                    <a:pt x="1954852" y="39681"/>
                  </a:lnTo>
                  <a:lnTo>
                    <a:pt x="1915349" y="18258"/>
                  </a:lnTo>
                  <a:lnTo>
                    <a:pt x="1871698" y="4720"/>
                  </a:lnTo>
                  <a:lnTo>
                    <a:pt x="1824837" y="0"/>
                  </a:lnTo>
                  <a:close/>
                </a:path>
              </a:pathLst>
            </a:custGeom>
            <a:solidFill>
              <a:srgbClr val="252525"/>
            </a:solidFill>
          </p:spPr>
          <p:txBody>
            <a:bodyPr wrap="square" lIns="0" tIns="0" rIns="0" bIns="0" rtlCol="0"/>
            <a:lstStyle/>
            <a:p>
              <a:endParaRPr/>
            </a:p>
          </p:txBody>
        </p:sp>
        <p:sp>
          <p:nvSpPr>
            <p:cNvPr id="163" name="object 163"/>
            <p:cNvSpPr/>
            <p:nvPr/>
          </p:nvSpPr>
          <p:spPr>
            <a:xfrm>
              <a:off x="6829440" y="5295388"/>
              <a:ext cx="2057400" cy="1184275"/>
            </a:xfrm>
            <a:custGeom>
              <a:avLst/>
              <a:gdLst/>
              <a:ahLst/>
              <a:cxnLst/>
              <a:rect l="l" t="t" r="r" b="b"/>
              <a:pathLst>
                <a:path w="2057400" h="1184275">
                  <a:moveTo>
                    <a:pt x="0" y="232409"/>
                  </a:moveTo>
                  <a:lnTo>
                    <a:pt x="4724" y="185559"/>
                  </a:lnTo>
                  <a:lnTo>
                    <a:pt x="18275" y="141928"/>
                  </a:lnTo>
                  <a:lnTo>
                    <a:pt x="39715" y="102449"/>
                  </a:lnTo>
                  <a:lnTo>
                    <a:pt x="68111" y="68056"/>
                  </a:lnTo>
                  <a:lnTo>
                    <a:pt x="102526" y="39681"/>
                  </a:lnTo>
                  <a:lnTo>
                    <a:pt x="142024" y="18258"/>
                  </a:lnTo>
                  <a:lnTo>
                    <a:pt x="185671" y="4720"/>
                  </a:lnTo>
                  <a:lnTo>
                    <a:pt x="232531" y="0"/>
                  </a:lnTo>
                  <a:lnTo>
                    <a:pt x="1824837" y="0"/>
                  </a:lnTo>
                  <a:lnTo>
                    <a:pt x="1871698" y="4720"/>
                  </a:lnTo>
                  <a:lnTo>
                    <a:pt x="1915349" y="18258"/>
                  </a:lnTo>
                  <a:lnTo>
                    <a:pt x="1954852" y="39681"/>
                  </a:lnTo>
                  <a:lnTo>
                    <a:pt x="1989273" y="68056"/>
                  </a:lnTo>
                  <a:lnTo>
                    <a:pt x="2017674" y="102449"/>
                  </a:lnTo>
                  <a:lnTo>
                    <a:pt x="2039120" y="141928"/>
                  </a:lnTo>
                  <a:lnTo>
                    <a:pt x="2052673" y="185559"/>
                  </a:lnTo>
                  <a:lnTo>
                    <a:pt x="2057399" y="232409"/>
                  </a:lnTo>
                  <a:lnTo>
                    <a:pt x="2057399" y="951463"/>
                  </a:lnTo>
                  <a:lnTo>
                    <a:pt x="2052673" y="998321"/>
                  </a:lnTo>
                  <a:lnTo>
                    <a:pt x="2039120" y="1041965"/>
                  </a:lnTo>
                  <a:lnTo>
                    <a:pt x="2017674" y="1081459"/>
                  </a:lnTo>
                  <a:lnTo>
                    <a:pt x="1989273" y="1115869"/>
                  </a:lnTo>
                  <a:lnTo>
                    <a:pt x="1954852" y="1144260"/>
                  </a:lnTo>
                  <a:lnTo>
                    <a:pt x="1915349" y="1165696"/>
                  </a:lnTo>
                  <a:lnTo>
                    <a:pt x="1871698" y="1179244"/>
                  </a:lnTo>
                  <a:lnTo>
                    <a:pt x="1824837" y="1183968"/>
                  </a:lnTo>
                  <a:lnTo>
                    <a:pt x="232531" y="1183968"/>
                  </a:lnTo>
                  <a:lnTo>
                    <a:pt x="185671" y="1179244"/>
                  </a:lnTo>
                  <a:lnTo>
                    <a:pt x="142024" y="1165696"/>
                  </a:lnTo>
                  <a:lnTo>
                    <a:pt x="102526" y="1144260"/>
                  </a:lnTo>
                  <a:lnTo>
                    <a:pt x="68111" y="1115869"/>
                  </a:lnTo>
                  <a:lnTo>
                    <a:pt x="39715" y="1081459"/>
                  </a:lnTo>
                  <a:lnTo>
                    <a:pt x="18275" y="1041965"/>
                  </a:lnTo>
                  <a:lnTo>
                    <a:pt x="4724"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64" name="object 164"/>
            <p:cNvSpPr/>
            <p:nvPr/>
          </p:nvSpPr>
          <p:spPr>
            <a:xfrm>
              <a:off x="6635496" y="4937760"/>
              <a:ext cx="2481072" cy="1920239"/>
            </a:xfrm>
            <a:prstGeom prst="rect">
              <a:avLst/>
            </a:prstGeom>
            <a:blipFill>
              <a:blip r:embed="rId66" cstate="print"/>
              <a:stretch>
                <a:fillRect/>
              </a:stretch>
            </a:blipFill>
          </p:spPr>
          <p:txBody>
            <a:bodyPr wrap="square" lIns="0" tIns="0" rIns="0" bIns="0" rtlCol="0"/>
            <a:lstStyle/>
            <a:p>
              <a:endParaRPr/>
            </a:p>
          </p:txBody>
        </p:sp>
        <p:sp>
          <p:nvSpPr>
            <p:cNvPr id="165" name="object 165"/>
            <p:cNvSpPr/>
            <p:nvPr/>
          </p:nvSpPr>
          <p:spPr>
            <a:xfrm>
              <a:off x="7377562" y="5531608"/>
              <a:ext cx="1022985" cy="727710"/>
            </a:xfrm>
            <a:custGeom>
              <a:avLst/>
              <a:gdLst/>
              <a:ahLst/>
              <a:cxnLst/>
              <a:rect l="l" t="t" r="r" b="b"/>
              <a:pathLst>
                <a:path w="1022984" h="727710">
                  <a:moveTo>
                    <a:pt x="1022969" y="15883"/>
                  </a:moveTo>
                  <a:lnTo>
                    <a:pt x="527547" y="15883"/>
                  </a:lnTo>
                  <a:lnTo>
                    <a:pt x="527547" y="143899"/>
                  </a:lnTo>
                  <a:lnTo>
                    <a:pt x="858133" y="143899"/>
                  </a:lnTo>
                  <a:lnTo>
                    <a:pt x="838029" y="176845"/>
                  </a:lnTo>
                  <a:lnTo>
                    <a:pt x="818479" y="210159"/>
                  </a:lnTo>
                  <a:lnTo>
                    <a:pt x="799455" y="243845"/>
                  </a:lnTo>
                  <a:lnTo>
                    <a:pt x="780928" y="277904"/>
                  </a:lnTo>
                  <a:lnTo>
                    <a:pt x="763118" y="312388"/>
                  </a:lnTo>
                  <a:lnTo>
                    <a:pt x="746097" y="347335"/>
                  </a:lnTo>
                  <a:lnTo>
                    <a:pt x="729887" y="382746"/>
                  </a:lnTo>
                  <a:lnTo>
                    <a:pt x="714512" y="418624"/>
                  </a:lnTo>
                  <a:lnTo>
                    <a:pt x="699904" y="455030"/>
                  </a:lnTo>
                  <a:lnTo>
                    <a:pt x="686207" y="492024"/>
                  </a:lnTo>
                  <a:lnTo>
                    <a:pt x="673419" y="529605"/>
                  </a:lnTo>
                  <a:lnTo>
                    <a:pt x="661537" y="567772"/>
                  </a:lnTo>
                  <a:lnTo>
                    <a:pt x="650728" y="606614"/>
                  </a:lnTo>
                  <a:lnTo>
                    <a:pt x="640994" y="646200"/>
                  </a:lnTo>
                  <a:lnTo>
                    <a:pt x="632357" y="686531"/>
                  </a:lnTo>
                  <a:lnTo>
                    <a:pt x="624840" y="727603"/>
                  </a:lnTo>
                  <a:lnTo>
                    <a:pt x="788670" y="727603"/>
                  </a:lnTo>
                  <a:lnTo>
                    <a:pt x="795598" y="684649"/>
                  </a:lnTo>
                  <a:lnTo>
                    <a:pt x="803449" y="643158"/>
                  </a:lnTo>
                  <a:lnTo>
                    <a:pt x="812231" y="603125"/>
                  </a:lnTo>
                  <a:lnTo>
                    <a:pt x="821954" y="564547"/>
                  </a:lnTo>
                  <a:lnTo>
                    <a:pt x="832657" y="526857"/>
                  </a:lnTo>
                  <a:lnTo>
                    <a:pt x="844417" y="489476"/>
                  </a:lnTo>
                  <a:lnTo>
                    <a:pt x="857230" y="452405"/>
                  </a:lnTo>
                  <a:lnTo>
                    <a:pt x="871087" y="415646"/>
                  </a:lnTo>
                  <a:lnTo>
                    <a:pt x="886017" y="378916"/>
                  </a:lnTo>
                  <a:lnTo>
                    <a:pt x="902055" y="341936"/>
                  </a:lnTo>
                  <a:lnTo>
                    <a:pt x="919213" y="304708"/>
                  </a:lnTo>
                  <a:lnTo>
                    <a:pt x="937503" y="267236"/>
                  </a:lnTo>
                  <a:lnTo>
                    <a:pt x="956987" y="228973"/>
                  </a:lnTo>
                  <a:lnTo>
                    <a:pt x="977722" y="189377"/>
                  </a:lnTo>
                  <a:lnTo>
                    <a:pt x="999714" y="148446"/>
                  </a:lnTo>
                  <a:lnTo>
                    <a:pt x="1022969" y="106180"/>
                  </a:lnTo>
                  <a:lnTo>
                    <a:pt x="1022969" y="15883"/>
                  </a:lnTo>
                  <a:close/>
                </a:path>
                <a:path w="1022984" h="727710">
                  <a:moveTo>
                    <a:pt x="307726" y="176665"/>
                  </a:moveTo>
                  <a:lnTo>
                    <a:pt x="151394" y="176665"/>
                  </a:lnTo>
                  <a:lnTo>
                    <a:pt x="151394" y="727603"/>
                  </a:lnTo>
                  <a:lnTo>
                    <a:pt x="307726" y="727603"/>
                  </a:lnTo>
                  <a:lnTo>
                    <a:pt x="307726" y="176665"/>
                  </a:lnTo>
                  <a:close/>
                </a:path>
                <a:path w="1022984" h="727710">
                  <a:moveTo>
                    <a:pt x="307726" y="0"/>
                  </a:moveTo>
                  <a:lnTo>
                    <a:pt x="212841" y="0"/>
                  </a:lnTo>
                  <a:lnTo>
                    <a:pt x="190367" y="16241"/>
                  </a:lnTo>
                  <a:lnTo>
                    <a:pt x="166569" y="31822"/>
                  </a:lnTo>
                  <a:lnTo>
                    <a:pt x="115062" y="61020"/>
                  </a:lnTo>
                  <a:lnTo>
                    <a:pt x="59245" y="86326"/>
                  </a:lnTo>
                  <a:lnTo>
                    <a:pt x="0" y="106667"/>
                  </a:lnTo>
                  <a:lnTo>
                    <a:pt x="0" y="238698"/>
                  </a:lnTo>
                  <a:lnTo>
                    <a:pt x="42153" y="230505"/>
                  </a:lnTo>
                  <a:lnTo>
                    <a:pt x="83301" y="216609"/>
                  </a:lnTo>
                  <a:lnTo>
                    <a:pt x="120761" y="198251"/>
                  </a:lnTo>
                  <a:lnTo>
                    <a:pt x="151394" y="176665"/>
                  </a:lnTo>
                  <a:lnTo>
                    <a:pt x="307726" y="176665"/>
                  </a:lnTo>
                  <a:lnTo>
                    <a:pt x="307726" y="0"/>
                  </a:lnTo>
                  <a:close/>
                </a:path>
              </a:pathLst>
            </a:custGeom>
            <a:solidFill>
              <a:srgbClr val="FFFF00"/>
            </a:solidFill>
          </p:spPr>
          <p:txBody>
            <a:bodyPr wrap="square" lIns="0" tIns="0" rIns="0" bIns="0" rtlCol="0"/>
            <a:lstStyle/>
            <a:p>
              <a:endParaRPr/>
            </a:p>
          </p:txBody>
        </p:sp>
        <p:sp>
          <p:nvSpPr>
            <p:cNvPr id="166" name="object 166"/>
            <p:cNvSpPr/>
            <p:nvPr/>
          </p:nvSpPr>
          <p:spPr>
            <a:xfrm>
              <a:off x="7377562" y="5531608"/>
              <a:ext cx="1022985" cy="727710"/>
            </a:xfrm>
            <a:custGeom>
              <a:avLst/>
              <a:gdLst/>
              <a:ahLst/>
              <a:cxnLst/>
              <a:rect l="l" t="t" r="r" b="b"/>
              <a:pathLst>
                <a:path w="1022984" h="727710">
                  <a:moveTo>
                    <a:pt x="527547" y="15883"/>
                  </a:moveTo>
                  <a:lnTo>
                    <a:pt x="1022969" y="15883"/>
                  </a:lnTo>
                  <a:lnTo>
                    <a:pt x="1022969" y="106180"/>
                  </a:lnTo>
                  <a:lnTo>
                    <a:pt x="999714" y="148446"/>
                  </a:lnTo>
                  <a:lnTo>
                    <a:pt x="977722" y="189377"/>
                  </a:lnTo>
                  <a:lnTo>
                    <a:pt x="956987" y="228973"/>
                  </a:lnTo>
                  <a:lnTo>
                    <a:pt x="937503" y="267236"/>
                  </a:lnTo>
                  <a:lnTo>
                    <a:pt x="919213" y="304708"/>
                  </a:lnTo>
                  <a:lnTo>
                    <a:pt x="902055" y="341936"/>
                  </a:lnTo>
                  <a:lnTo>
                    <a:pt x="886017" y="378916"/>
                  </a:lnTo>
                  <a:lnTo>
                    <a:pt x="871087" y="415646"/>
                  </a:lnTo>
                  <a:lnTo>
                    <a:pt x="857229" y="452405"/>
                  </a:lnTo>
                  <a:lnTo>
                    <a:pt x="844417" y="489476"/>
                  </a:lnTo>
                  <a:lnTo>
                    <a:pt x="832657" y="526857"/>
                  </a:lnTo>
                  <a:lnTo>
                    <a:pt x="821954" y="564547"/>
                  </a:lnTo>
                  <a:lnTo>
                    <a:pt x="812231" y="603125"/>
                  </a:lnTo>
                  <a:lnTo>
                    <a:pt x="803448" y="643158"/>
                  </a:lnTo>
                  <a:lnTo>
                    <a:pt x="795597" y="684649"/>
                  </a:lnTo>
                  <a:lnTo>
                    <a:pt x="788669" y="727603"/>
                  </a:lnTo>
                  <a:lnTo>
                    <a:pt x="624839" y="727603"/>
                  </a:lnTo>
                  <a:lnTo>
                    <a:pt x="632357" y="686530"/>
                  </a:lnTo>
                  <a:lnTo>
                    <a:pt x="640994" y="646200"/>
                  </a:lnTo>
                  <a:lnTo>
                    <a:pt x="650728" y="606614"/>
                  </a:lnTo>
                  <a:lnTo>
                    <a:pt x="661537" y="567772"/>
                  </a:lnTo>
                  <a:lnTo>
                    <a:pt x="673419" y="529605"/>
                  </a:lnTo>
                  <a:lnTo>
                    <a:pt x="686207" y="492024"/>
                  </a:lnTo>
                  <a:lnTo>
                    <a:pt x="699904" y="455030"/>
                  </a:lnTo>
                  <a:lnTo>
                    <a:pt x="714512" y="418624"/>
                  </a:lnTo>
                  <a:lnTo>
                    <a:pt x="729887" y="382746"/>
                  </a:lnTo>
                  <a:lnTo>
                    <a:pt x="746097" y="347335"/>
                  </a:lnTo>
                  <a:lnTo>
                    <a:pt x="763118" y="312388"/>
                  </a:lnTo>
                  <a:lnTo>
                    <a:pt x="780928" y="277904"/>
                  </a:lnTo>
                  <a:lnTo>
                    <a:pt x="799455" y="243845"/>
                  </a:lnTo>
                  <a:lnTo>
                    <a:pt x="818479" y="210159"/>
                  </a:lnTo>
                  <a:lnTo>
                    <a:pt x="838029" y="176845"/>
                  </a:lnTo>
                  <a:lnTo>
                    <a:pt x="858133" y="143899"/>
                  </a:lnTo>
                  <a:lnTo>
                    <a:pt x="527547" y="143899"/>
                  </a:lnTo>
                  <a:lnTo>
                    <a:pt x="527547" y="15883"/>
                  </a:lnTo>
                  <a:close/>
                </a:path>
                <a:path w="1022984" h="727710">
                  <a:moveTo>
                    <a:pt x="212841" y="0"/>
                  </a:moveTo>
                  <a:lnTo>
                    <a:pt x="307726" y="0"/>
                  </a:lnTo>
                  <a:lnTo>
                    <a:pt x="307726" y="727603"/>
                  </a:lnTo>
                  <a:lnTo>
                    <a:pt x="151394" y="727603"/>
                  </a:lnTo>
                  <a:lnTo>
                    <a:pt x="151394" y="176665"/>
                  </a:lnTo>
                  <a:lnTo>
                    <a:pt x="144619" y="182292"/>
                  </a:lnTo>
                  <a:lnTo>
                    <a:pt x="111843" y="203216"/>
                  </a:lnTo>
                  <a:lnTo>
                    <a:pt x="73306" y="220551"/>
                  </a:lnTo>
                  <a:lnTo>
                    <a:pt x="31521" y="233161"/>
                  </a:lnTo>
                  <a:lnTo>
                    <a:pt x="0" y="238698"/>
                  </a:lnTo>
                  <a:lnTo>
                    <a:pt x="0" y="106667"/>
                  </a:lnTo>
                  <a:lnTo>
                    <a:pt x="30048" y="97118"/>
                  </a:lnTo>
                  <a:lnTo>
                    <a:pt x="59245" y="86326"/>
                  </a:lnTo>
                  <a:lnTo>
                    <a:pt x="115061" y="61020"/>
                  </a:lnTo>
                  <a:lnTo>
                    <a:pt x="166569" y="31822"/>
                  </a:lnTo>
                  <a:lnTo>
                    <a:pt x="190367" y="16241"/>
                  </a:lnTo>
                  <a:lnTo>
                    <a:pt x="212841" y="0"/>
                  </a:lnTo>
                  <a:close/>
                </a:path>
              </a:pathLst>
            </a:custGeom>
            <a:ln w="12191">
              <a:solidFill>
                <a:srgbClr val="000000"/>
              </a:solidFill>
            </a:ln>
          </p:spPr>
          <p:txBody>
            <a:bodyPr wrap="square" lIns="0" tIns="0" rIns="0" bIns="0" rtlCol="0"/>
            <a:lstStyle/>
            <a:p>
              <a:endParaRPr/>
            </a:p>
          </p:txBody>
        </p:sp>
        <p:sp>
          <p:nvSpPr>
            <p:cNvPr id="167" name="object 167"/>
            <p:cNvSpPr/>
            <p:nvPr/>
          </p:nvSpPr>
          <p:spPr>
            <a:xfrm>
              <a:off x="6751320" y="5213604"/>
              <a:ext cx="2218944" cy="1345692"/>
            </a:xfrm>
            <a:prstGeom prst="rect">
              <a:avLst/>
            </a:prstGeom>
            <a:blipFill>
              <a:blip r:embed="rId67" cstate="print"/>
              <a:stretch>
                <a:fillRect/>
              </a:stretch>
            </a:blipFill>
          </p:spPr>
          <p:txBody>
            <a:bodyPr wrap="square" lIns="0" tIns="0" rIns="0" bIns="0" rtlCol="0"/>
            <a:lstStyle/>
            <a:p>
              <a:endParaRPr/>
            </a:p>
          </p:txBody>
        </p:sp>
        <p:sp>
          <p:nvSpPr>
            <p:cNvPr id="168" name="object 168"/>
            <p:cNvSpPr/>
            <p:nvPr/>
          </p:nvSpPr>
          <p:spPr>
            <a:xfrm>
              <a:off x="6597396" y="4895086"/>
              <a:ext cx="2546603" cy="1962912"/>
            </a:xfrm>
            <a:prstGeom prst="rect">
              <a:avLst/>
            </a:prstGeom>
            <a:blipFill>
              <a:blip r:embed="rId68" cstate="print"/>
              <a:stretch>
                <a:fillRect/>
              </a:stretch>
            </a:blipFill>
          </p:spPr>
          <p:txBody>
            <a:bodyPr wrap="square" lIns="0" tIns="0" rIns="0" bIns="0" rtlCol="0"/>
            <a:lstStyle/>
            <a:p>
              <a:endParaRPr/>
            </a:p>
          </p:txBody>
        </p:sp>
        <p:sp>
          <p:nvSpPr>
            <p:cNvPr id="169" name="object 169"/>
            <p:cNvSpPr/>
            <p:nvPr/>
          </p:nvSpPr>
          <p:spPr>
            <a:xfrm>
              <a:off x="6832488" y="5274052"/>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7"/>
                  </a:lnTo>
                  <a:lnTo>
                    <a:pt x="18275" y="1042035"/>
                  </a:lnTo>
                  <a:lnTo>
                    <a:pt x="39715" y="1081533"/>
                  </a:lnTo>
                  <a:lnTo>
                    <a:pt x="68111" y="1115947"/>
                  </a:lnTo>
                  <a:lnTo>
                    <a:pt x="102526" y="1144341"/>
                  </a:lnTo>
                  <a:lnTo>
                    <a:pt x="142024" y="1165780"/>
                  </a:lnTo>
                  <a:lnTo>
                    <a:pt x="185671" y="1179329"/>
                  </a:lnTo>
                  <a:lnTo>
                    <a:pt x="232531" y="1184053"/>
                  </a:lnTo>
                  <a:lnTo>
                    <a:pt x="1824989" y="1184053"/>
                  </a:lnTo>
                  <a:lnTo>
                    <a:pt x="1871835" y="1179329"/>
                  </a:lnTo>
                  <a:lnTo>
                    <a:pt x="1915465" y="1165780"/>
                  </a:lnTo>
                  <a:lnTo>
                    <a:pt x="1954943" y="1144341"/>
                  </a:lnTo>
                  <a:lnTo>
                    <a:pt x="1989338" y="1115947"/>
                  </a:lnTo>
                  <a:lnTo>
                    <a:pt x="2017714" y="1081533"/>
                  </a:lnTo>
                  <a:lnTo>
                    <a:pt x="2039139" y="1042035"/>
                  </a:lnTo>
                  <a:lnTo>
                    <a:pt x="2052679" y="998387"/>
                  </a:lnTo>
                  <a:lnTo>
                    <a:pt x="2057399" y="951524"/>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70" name="object 170"/>
            <p:cNvSpPr/>
            <p:nvPr/>
          </p:nvSpPr>
          <p:spPr>
            <a:xfrm>
              <a:off x="6832488" y="5274052"/>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24"/>
                  </a:lnTo>
                  <a:lnTo>
                    <a:pt x="2052679" y="998387"/>
                  </a:lnTo>
                  <a:lnTo>
                    <a:pt x="2039139" y="1042035"/>
                  </a:lnTo>
                  <a:lnTo>
                    <a:pt x="2017714" y="1081533"/>
                  </a:lnTo>
                  <a:lnTo>
                    <a:pt x="1989338" y="1115947"/>
                  </a:lnTo>
                  <a:lnTo>
                    <a:pt x="1954943" y="1144341"/>
                  </a:lnTo>
                  <a:lnTo>
                    <a:pt x="1915465" y="1165780"/>
                  </a:lnTo>
                  <a:lnTo>
                    <a:pt x="1871835" y="1179329"/>
                  </a:lnTo>
                  <a:lnTo>
                    <a:pt x="1824989" y="1184053"/>
                  </a:lnTo>
                  <a:lnTo>
                    <a:pt x="232531" y="1184053"/>
                  </a:lnTo>
                  <a:lnTo>
                    <a:pt x="185671" y="1179329"/>
                  </a:lnTo>
                  <a:lnTo>
                    <a:pt x="142024" y="1165780"/>
                  </a:lnTo>
                  <a:lnTo>
                    <a:pt x="102526" y="1144341"/>
                  </a:lnTo>
                  <a:lnTo>
                    <a:pt x="68111" y="1115947"/>
                  </a:lnTo>
                  <a:lnTo>
                    <a:pt x="39715" y="1081533"/>
                  </a:lnTo>
                  <a:lnTo>
                    <a:pt x="18275" y="1042035"/>
                  </a:lnTo>
                  <a:lnTo>
                    <a:pt x="4724" y="998387"/>
                  </a:lnTo>
                  <a:lnTo>
                    <a:pt x="0" y="951524"/>
                  </a:lnTo>
                  <a:lnTo>
                    <a:pt x="0" y="232541"/>
                  </a:lnTo>
                  <a:close/>
                </a:path>
              </a:pathLst>
            </a:custGeom>
            <a:ln w="76199">
              <a:solidFill>
                <a:srgbClr val="00AF50"/>
              </a:solidFill>
            </a:ln>
          </p:spPr>
          <p:txBody>
            <a:bodyPr wrap="square" lIns="0" tIns="0" rIns="0" bIns="0" rtlCol="0"/>
            <a:lstStyle/>
            <a:p>
              <a:endParaRPr/>
            </a:p>
          </p:txBody>
        </p:sp>
        <p:sp>
          <p:nvSpPr>
            <p:cNvPr id="171" name="object 171"/>
            <p:cNvSpPr/>
            <p:nvPr/>
          </p:nvSpPr>
          <p:spPr>
            <a:xfrm>
              <a:off x="6638544" y="4916422"/>
              <a:ext cx="2481072" cy="1941576"/>
            </a:xfrm>
            <a:prstGeom prst="rect">
              <a:avLst/>
            </a:prstGeom>
            <a:blipFill>
              <a:blip r:embed="rId69" cstate="print"/>
              <a:stretch>
                <a:fillRect/>
              </a:stretch>
            </a:blipFill>
          </p:spPr>
          <p:txBody>
            <a:bodyPr wrap="square" lIns="0" tIns="0" rIns="0" bIns="0" rtlCol="0"/>
            <a:lstStyle/>
            <a:p>
              <a:endParaRPr/>
            </a:p>
          </p:txBody>
        </p:sp>
        <p:sp>
          <p:nvSpPr>
            <p:cNvPr id="172" name="object 172"/>
            <p:cNvSpPr/>
            <p:nvPr/>
          </p:nvSpPr>
          <p:spPr>
            <a:xfrm>
              <a:off x="7380610" y="5510272"/>
              <a:ext cx="1025525" cy="739140"/>
            </a:xfrm>
            <a:custGeom>
              <a:avLst/>
              <a:gdLst/>
              <a:ahLst/>
              <a:cxnLst/>
              <a:rect l="l" t="t" r="r" b="b"/>
              <a:pathLst>
                <a:path w="1025525" h="739139">
                  <a:moveTo>
                    <a:pt x="773795" y="3941"/>
                  </a:moveTo>
                  <a:lnTo>
                    <a:pt x="726117" y="7527"/>
                  </a:lnTo>
                  <a:lnTo>
                    <a:pt x="682233" y="18169"/>
                  </a:lnTo>
                  <a:lnTo>
                    <a:pt x="643208" y="35102"/>
                  </a:lnTo>
                  <a:lnTo>
                    <a:pt x="609965" y="57662"/>
                  </a:lnTo>
                  <a:lnTo>
                    <a:pt x="583002" y="85262"/>
                  </a:lnTo>
                  <a:lnTo>
                    <a:pt x="562599" y="117658"/>
                  </a:lnTo>
                  <a:lnTo>
                    <a:pt x="549748" y="153895"/>
                  </a:lnTo>
                  <a:lnTo>
                    <a:pt x="545470" y="193106"/>
                  </a:lnTo>
                  <a:lnTo>
                    <a:pt x="547329" y="218096"/>
                  </a:lnTo>
                  <a:lnTo>
                    <a:pt x="562237" y="264631"/>
                  </a:lnTo>
                  <a:lnTo>
                    <a:pt x="591694" y="306196"/>
                  </a:lnTo>
                  <a:lnTo>
                    <a:pt x="633607" y="340568"/>
                  </a:lnTo>
                  <a:lnTo>
                    <a:pt x="659130" y="354912"/>
                  </a:lnTo>
                  <a:lnTo>
                    <a:pt x="642078" y="361287"/>
                  </a:lnTo>
                  <a:lnTo>
                    <a:pt x="597926" y="385440"/>
                  </a:lnTo>
                  <a:lnTo>
                    <a:pt x="563704" y="416153"/>
                  </a:lnTo>
                  <a:lnTo>
                    <a:pt x="539206" y="452200"/>
                  </a:lnTo>
                  <a:lnTo>
                    <a:pt x="524557" y="492665"/>
                  </a:lnTo>
                  <a:lnTo>
                    <a:pt x="519684" y="536079"/>
                  </a:lnTo>
                  <a:lnTo>
                    <a:pt x="520871" y="558182"/>
                  </a:lnTo>
                  <a:lnTo>
                    <a:pt x="530343" y="599503"/>
                  </a:lnTo>
                  <a:lnTo>
                    <a:pt x="548940" y="636789"/>
                  </a:lnTo>
                  <a:lnTo>
                    <a:pt x="575083" y="668931"/>
                  </a:lnTo>
                  <a:lnTo>
                    <a:pt x="608498" y="695638"/>
                  </a:lnTo>
                  <a:lnTo>
                    <a:pt x="648454" y="716360"/>
                  </a:lnTo>
                  <a:lnTo>
                    <a:pt x="694574" y="730843"/>
                  </a:lnTo>
                  <a:lnTo>
                    <a:pt x="745294" y="738164"/>
                  </a:lnTo>
                  <a:lnTo>
                    <a:pt x="772271" y="739079"/>
                  </a:lnTo>
                  <a:lnTo>
                    <a:pt x="799762" y="738148"/>
                  </a:lnTo>
                  <a:lnTo>
                    <a:pt x="851005" y="730708"/>
                  </a:lnTo>
                  <a:lnTo>
                    <a:pt x="897213" y="715990"/>
                  </a:lnTo>
                  <a:lnTo>
                    <a:pt x="937218" y="695014"/>
                  </a:lnTo>
                  <a:lnTo>
                    <a:pt x="970541" y="668073"/>
                  </a:lnTo>
                  <a:lnTo>
                    <a:pt x="996486" y="635814"/>
                  </a:lnTo>
                  <a:lnTo>
                    <a:pt x="1001466" y="626912"/>
                  </a:lnTo>
                  <a:lnTo>
                    <a:pt x="772789" y="626912"/>
                  </a:lnTo>
                  <a:lnTo>
                    <a:pt x="761189" y="626463"/>
                  </a:lnTo>
                  <a:lnTo>
                    <a:pt x="720656" y="615722"/>
                  </a:lnTo>
                  <a:lnTo>
                    <a:pt x="690289" y="592041"/>
                  </a:lnTo>
                  <a:lnTo>
                    <a:pt x="672266" y="556372"/>
                  </a:lnTo>
                  <a:lnTo>
                    <a:pt x="668152" y="522671"/>
                  </a:lnTo>
                  <a:lnTo>
                    <a:pt x="668630" y="511475"/>
                  </a:lnTo>
                  <a:lnTo>
                    <a:pt x="680377" y="471134"/>
                  </a:lnTo>
                  <a:lnTo>
                    <a:pt x="705153" y="440315"/>
                  </a:lnTo>
                  <a:lnTo>
                    <a:pt x="741011" y="421781"/>
                  </a:lnTo>
                  <a:lnTo>
                    <a:pt x="772789" y="417457"/>
                  </a:lnTo>
                  <a:lnTo>
                    <a:pt x="983514" y="417457"/>
                  </a:lnTo>
                  <a:lnTo>
                    <a:pt x="979716" y="412818"/>
                  </a:lnTo>
                  <a:lnTo>
                    <a:pt x="945001" y="381963"/>
                  </a:lnTo>
                  <a:lnTo>
                    <a:pt x="900849" y="357812"/>
                  </a:lnTo>
                  <a:lnTo>
                    <a:pt x="884041" y="351437"/>
                  </a:lnTo>
                  <a:lnTo>
                    <a:pt x="910543" y="337121"/>
                  </a:lnTo>
                  <a:lnTo>
                    <a:pt x="934021" y="320975"/>
                  </a:lnTo>
                  <a:lnTo>
                    <a:pt x="954447" y="302999"/>
                  </a:lnTo>
                  <a:lnTo>
                    <a:pt x="958969" y="297835"/>
                  </a:lnTo>
                  <a:lnTo>
                    <a:pt x="774832" y="297835"/>
                  </a:lnTo>
                  <a:lnTo>
                    <a:pt x="766261" y="297401"/>
                  </a:lnTo>
                  <a:lnTo>
                    <a:pt x="727150" y="282569"/>
                  </a:lnTo>
                  <a:lnTo>
                    <a:pt x="700285" y="251027"/>
                  </a:lnTo>
                  <a:lnTo>
                    <a:pt x="689975" y="207501"/>
                  </a:lnTo>
                  <a:lnTo>
                    <a:pt x="690358" y="198210"/>
                  </a:lnTo>
                  <a:lnTo>
                    <a:pt x="703596" y="156502"/>
                  </a:lnTo>
                  <a:lnTo>
                    <a:pt x="732751" y="127782"/>
                  </a:lnTo>
                  <a:lnTo>
                    <a:pt x="774832" y="116668"/>
                  </a:lnTo>
                  <a:lnTo>
                    <a:pt x="986790" y="116668"/>
                  </a:lnTo>
                  <a:lnTo>
                    <a:pt x="977471" y="100119"/>
                  </a:lnTo>
                  <a:lnTo>
                    <a:pt x="939302" y="57412"/>
                  </a:lnTo>
                  <a:lnTo>
                    <a:pt x="905873" y="35026"/>
                  </a:lnTo>
                  <a:lnTo>
                    <a:pt x="866637" y="18169"/>
                  </a:lnTo>
                  <a:lnTo>
                    <a:pt x="822319" y="7527"/>
                  </a:lnTo>
                  <a:lnTo>
                    <a:pt x="798597" y="4841"/>
                  </a:lnTo>
                  <a:lnTo>
                    <a:pt x="773795" y="3941"/>
                  </a:lnTo>
                  <a:close/>
                </a:path>
                <a:path w="1025525" h="739139">
                  <a:moveTo>
                    <a:pt x="983514" y="417457"/>
                  </a:moveTo>
                  <a:lnTo>
                    <a:pt x="772789" y="417457"/>
                  </a:lnTo>
                  <a:lnTo>
                    <a:pt x="784411" y="417984"/>
                  </a:lnTo>
                  <a:lnTo>
                    <a:pt x="795448" y="419564"/>
                  </a:lnTo>
                  <a:lnTo>
                    <a:pt x="833563" y="435752"/>
                  </a:lnTo>
                  <a:lnTo>
                    <a:pt x="861025" y="463926"/>
                  </a:lnTo>
                  <a:lnTo>
                    <a:pt x="875682" y="501829"/>
                  </a:lnTo>
                  <a:lnTo>
                    <a:pt x="877580" y="522671"/>
                  </a:lnTo>
                  <a:lnTo>
                    <a:pt x="877077" y="534304"/>
                  </a:lnTo>
                  <a:lnTo>
                    <a:pt x="865257" y="575170"/>
                  </a:lnTo>
                  <a:lnTo>
                    <a:pt x="840447" y="604947"/>
                  </a:lnTo>
                  <a:lnTo>
                    <a:pt x="804932" y="622716"/>
                  </a:lnTo>
                  <a:lnTo>
                    <a:pt x="772789" y="626912"/>
                  </a:lnTo>
                  <a:lnTo>
                    <a:pt x="1001466" y="626912"/>
                  </a:lnTo>
                  <a:lnTo>
                    <a:pt x="1020378" y="578206"/>
                  </a:lnTo>
                  <a:lnTo>
                    <a:pt x="1024934" y="536079"/>
                  </a:lnTo>
                  <a:lnTo>
                    <a:pt x="1025001" y="534304"/>
                  </a:lnTo>
                  <a:lnTo>
                    <a:pt x="1024442" y="519594"/>
                  </a:lnTo>
                  <a:lnTo>
                    <a:pt x="1015989" y="476262"/>
                  </a:lnTo>
                  <a:lnTo>
                    <a:pt x="997584" y="436578"/>
                  </a:lnTo>
                  <a:lnTo>
                    <a:pt x="989197" y="424397"/>
                  </a:lnTo>
                  <a:lnTo>
                    <a:pt x="983514" y="417457"/>
                  </a:lnTo>
                  <a:close/>
                </a:path>
                <a:path w="1025525" h="739139">
                  <a:moveTo>
                    <a:pt x="986790" y="116668"/>
                  </a:moveTo>
                  <a:lnTo>
                    <a:pt x="774832" y="116668"/>
                  </a:lnTo>
                  <a:lnTo>
                    <a:pt x="783726" y="117117"/>
                  </a:lnTo>
                  <a:lnTo>
                    <a:pt x="792156" y="118407"/>
                  </a:lnTo>
                  <a:lnTo>
                    <a:pt x="829534" y="136976"/>
                  </a:lnTo>
                  <a:lnTo>
                    <a:pt x="853683" y="171520"/>
                  </a:lnTo>
                  <a:lnTo>
                    <a:pt x="860176" y="207501"/>
                  </a:lnTo>
                  <a:lnTo>
                    <a:pt x="859764" y="216793"/>
                  </a:lnTo>
                  <a:lnTo>
                    <a:pt x="845530" y="258130"/>
                  </a:lnTo>
                  <a:lnTo>
                    <a:pt x="815539" y="287084"/>
                  </a:lnTo>
                  <a:lnTo>
                    <a:pt x="774832" y="297835"/>
                  </a:lnTo>
                  <a:lnTo>
                    <a:pt x="958969" y="297835"/>
                  </a:lnTo>
                  <a:lnTo>
                    <a:pt x="985725" y="261897"/>
                  </a:lnTo>
                  <a:lnTo>
                    <a:pt x="1001677" y="215865"/>
                  </a:lnTo>
                  <a:lnTo>
                    <a:pt x="1003675" y="191130"/>
                  </a:lnTo>
                  <a:lnTo>
                    <a:pt x="1002610" y="171395"/>
                  </a:lnTo>
                  <a:lnTo>
                    <a:pt x="999427" y="152409"/>
                  </a:lnTo>
                  <a:lnTo>
                    <a:pt x="994147" y="134167"/>
                  </a:lnTo>
                  <a:lnTo>
                    <a:pt x="986790" y="116668"/>
                  </a:lnTo>
                  <a:close/>
                </a:path>
                <a:path w="1025525" h="739139">
                  <a:moveTo>
                    <a:pt x="307726" y="176723"/>
                  </a:moveTo>
                  <a:lnTo>
                    <a:pt x="151394" y="176723"/>
                  </a:lnTo>
                  <a:lnTo>
                    <a:pt x="151394" y="727661"/>
                  </a:lnTo>
                  <a:lnTo>
                    <a:pt x="307726" y="727661"/>
                  </a:lnTo>
                  <a:lnTo>
                    <a:pt x="307726" y="176723"/>
                  </a:lnTo>
                  <a:close/>
                </a:path>
                <a:path w="1025525" h="739139">
                  <a:moveTo>
                    <a:pt x="307726" y="0"/>
                  </a:moveTo>
                  <a:lnTo>
                    <a:pt x="212963" y="0"/>
                  </a:lnTo>
                  <a:lnTo>
                    <a:pt x="190437" y="16316"/>
                  </a:lnTo>
                  <a:lnTo>
                    <a:pt x="166645" y="31929"/>
                  </a:lnTo>
                  <a:lnTo>
                    <a:pt x="115183" y="61091"/>
                  </a:lnTo>
                  <a:lnTo>
                    <a:pt x="59306" y="86394"/>
                  </a:lnTo>
                  <a:lnTo>
                    <a:pt x="0" y="106750"/>
                  </a:lnTo>
                  <a:lnTo>
                    <a:pt x="0" y="238780"/>
                  </a:lnTo>
                  <a:lnTo>
                    <a:pt x="42153" y="230587"/>
                  </a:lnTo>
                  <a:lnTo>
                    <a:pt x="83423" y="216682"/>
                  </a:lnTo>
                  <a:lnTo>
                    <a:pt x="120914" y="198312"/>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73" name="object 173"/>
            <p:cNvSpPr/>
            <p:nvPr/>
          </p:nvSpPr>
          <p:spPr>
            <a:xfrm>
              <a:off x="8042666" y="5921633"/>
              <a:ext cx="221620" cy="221647"/>
            </a:xfrm>
            <a:prstGeom prst="rect">
              <a:avLst/>
            </a:prstGeom>
            <a:blipFill>
              <a:blip r:embed="rId70" cstate="print"/>
              <a:stretch>
                <a:fillRect/>
              </a:stretch>
            </a:blipFill>
          </p:spPr>
          <p:txBody>
            <a:bodyPr wrap="square" lIns="0" tIns="0" rIns="0" bIns="0" rtlCol="0"/>
            <a:lstStyle/>
            <a:p>
              <a:endParaRPr/>
            </a:p>
          </p:txBody>
        </p:sp>
        <p:sp>
          <p:nvSpPr>
            <p:cNvPr id="174" name="object 174"/>
            <p:cNvSpPr/>
            <p:nvPr/>
          </p:nvSpPr>
          <p:spPr>
            <a:xfrm>
              <a:off x="8064489" y="5620844"/>
              <a:ext cx="182392" cy="193359"/>
            </a:xfrm>
            <a:prstGeom prst="rect">
              <a:avLst/>
            </a:prstGeom>
            <a:blipFill>
              <a:blip r:embed="rId71" cstate="print"/>
              <a:stretch>
                <a:fillRect/>
              </a:stretch>
            </a:blipFill>
          </p:spPr>
          <p:txBody>
            <a:bodyPr wrap="square" lIns="0" tIns="0" rIns="0" bIns="0" rtlCol="0"/>
            <a:lstStyle/>
            <a:p>
              <a:endParaRPr/>
            </a:p>
          </p:txBody>
        </p:sp>
        <p:sp>
          <p:nvSpPr>
            <p:cNvPr id="175" name="object 175"/>
            <p:cNvSpPr/>
            <p:nvPr/>
          </p:nvSpPr>
          <p:spPr>
            <a:xfrm>
              <a:off x="7380610" y="5510272"/>
              <a:ext cx="1025525" cy="739140"/>
            </a:xfrm>
            <a:custGeom>
              <a:avLst/>
              <a:gdLst/>
              <a:ahLst/>
              <a:cxnLst/>
              <a:rect l="l" t="t" r="r" b="b"/>
              <a:pathLst>
                <a:path w="1025525" h="739139">
                  <a:moveTo>
                    <a:pt x="773795" y="3941"/>
                  </a:moveTo>
                  <a:lnTo>
                    <a:pt x="822319" y="7527"/>
                  </a:lnTo>
                  <a:lnTo>
                    <a:pt x="866637" y="18169"/>
                  </a:lnTo>
                  <a:lnTo>
                    <a:pt x="905873" y="35026"/>
                  </a:lnTo>
                  <a:lnTo>
                    <a:pt x="939302" y="57412"/>
                  </a:lnTo>
                  <a:lnTo>
                    <a:pt x="966463" y="84718"/>
                  </a:lnTo>
                  <a:lnTo>
                    <a:pt x="994147" y="134167"/>
                  </a:lnTo>
                  <a:lnTo>
                    <a:pt x="1002610" y="171395"/>
                  </a:lnTo>
                  <a:lnTo>
                    <a:pt x="1003675" y="191130"/>
                  </a:lnTo>
                  <a:lnTo>
                    <a:pt x="1001677" y="215865"/>
                  </a:lnTo>
                  <a:lnTo>
                    <a:pt x="985725" y="261897"/>
                  </a:lnTo>
                  <a:lnTo>
                    <a:pt x="954447" y="302999"/>
                  </a:lnTo>
                  <a:lnTo>
                    <a:pt x="910543" y="337120"/>
                  </a:lnTo>
                  <a:lnTo>
                    <a:pt x="884041" y="351437"/>
                  </a:lnTo>
                  <a:lnTo>
                    <a:pt x="900849" y="357812"/>
                  </a:lnTo>
                  <a:lnTo>
                    <a:pt x="945001" y="381963"/>
                  </a:lnTo>
                  <a:lnTo>
                    <a:pt x="979716" y="412818"/>
                  </a:lnTo>
                  <a:lnTo>
                    <a:pt x="1004834" y="449280"/>
                  </a:lnTo>
                  <a:lnTo>
                    <a:pt x="1019919" y="490429"/>
                  </a:lnTo>
                  <a:lnTo>
                    <a:pt x="1025011" y="534591"/>
                  </a:lnTo>
                  <a:lnTo>
                    <a:pt x="1023849" y="556908"/>
                  </a:lnTo>
                  <a:lnTo>
                    <a:pt x="1014622" y="598483"/>
                  </a:lnTo>
                  <a:lnTo>
                    <a:pt x="996486" y="635814"/>
                  </a:lnTo>
                  <a:lnTo>
                    <a:pt x="970541" y="668073"/>
                  </a:lnTo>
                  <a:lnTo>
                    <a:pt x="937218" y="695014"/>
                  </a:lnTo>
                  <a:lnTo>
                    <a:pt x="897213" y="715990"/>
                  </a:lnTo>
                  <a:lnTo>
                    <a:pt x="851005" y="730707"/>
                  </a:lnTo>
                  <a:lnTo>
                    <a:pt x="799762" y="738148"/>
                  </a:lnTo>
                  <a:lnTo>
                    <a:pt x="772271" y="739079"/>
                  </a:lnTo>
                  <a:lnTo>
                    <a:pt x="745294" y="738164"/>
                  </a:lnTo>
                  <a:lnTo>
                    <a:pt x="694574" y="730842"/>
                  </a:lnTo>
                  <a:lnTo>
                    <a:pt x="648454" y="716360"/>
                  </a:lnTo>
                  <a:lnTo>
                    <a:pt x="608498" y="695638"/>
                  </a:lnTo>
                  <a:lnTo>
                    <a:pt x="575083" y="668931"/>
                  </a:lnTo>
                  <a:lnTo>
                    <a:pt x="548940" y="636789"/>
                  </a:lnTo>
                  <a:lnTo>
                    <a:pt x="530343" y="599503"/>
                  </a:lnTo>
                  <a:lnTo>
                    <a:pt x="520871" y="558182"/>
                  </a:lnTo>
                  <a:lnTo>
                    <a:pt x="519683" y="536079"/>
                  </a:lnTo>
                  <a:lnTo>
                    <a:pt x="520230" y="521326"/>
                  </a:lnTo>
                  <a:lnTo>
                    <a:pt x="528309" y="478749"/>
                  </a:lnTo>
                  <a:lnTo>
                    <a:pt x="546286" y="439666"/>
                  </a:lnTo>
                  <a:lnTo>
                    <a:pt x="574014" y="405296"/>
                  </a:lnTo>
                  <a:lnTo>
                    <a:pt x="611462" y="376549"/>
                  </a:lnTo>
                  <a:lnTo>
                    <a:pt x="659129" y="354912"/>
                  </a:lnTo>
                  <a:lnTo>
                    <a:pt x="633607" y="340568"/>
                  </a:lnTo>
                  <a:lnTo>
                    <a:pt x="591694" y="306196"/>
                  </a:lnTo>
                  <a:lnTo>
                    <a:pt x="562237" y="264631"/>
                  </a:lnTo>
                  <a:lnTo>
                    <a:pt x="547329" y="218096"/>
                  </a:lnTo>
                  <a:lnTo>
                    <a:pt x="545470" y="193106"/>
                  </a:lnTo>
                  <a:lnTo>
                    <a:pt x="546539" y="173128"/>
                  </a:lnTo>
                  <a:lnTo>
                    <a:pt x="555101" y="135405"/>
                  </a:lnTo>
                  <a:lnTo>
                    <a:pt x="571985" y="100871"/>
                  </a:lnTo>
                  <a:lnTo>
                    <a:pt x="595659" y="70852"/>
                  </a:lnTo>
                  <a:lnTo>
                    <a:pt x="625856" y="45684"/>
                  </a:lnTo>
                  <a:lnTo>
                    <a:pt x="662005" y="25927"/>
                  </a:lnTo>
                  <a:lnTo>
                    <a:pt x="703689" y="11977"/>
                  </a:lnTo>
                  <a:lnTo>
                    <a:pt x="749493" y="4841"/>
                  </a:lnTo>
                  <a:lnTo>
                    <a:pt x="773795" y="3941"/>
                  </a:lnTo>
                  <a:close/>
                </a:path>
                <a:path w="1025525" h="739139">
                  <a:moveTo>
                    <a:pt x="212963" y="0"/>
                  </a:moveTo>
                  <a:lnTo>
                    <a:pt x="307726" y="0"/>
                  </a:lnTo>
                  <a:lnTo>
                    <a:pt x="307726" y="727661"/>
                  </a:lnTo>
                  <a:lnTo>
                    <a:pt x="151394" y="727661"/>
                  </a:lnTo>
                  <a:lnTo>
                    <a:pt x="151394" y="176723"/>
                  </a:lnTo>
                  <a:lnTo>
                    <a:pt x="144621" y="182358"/>
                  </a:lnTo>
                  <a:lnTo>
                    <a:pt x="111927" y="203276"/>
                  </a:lnTo>
                  <a:lnTo>
                    <a:pt x="73357" y="220619"/>
                  </a:lnTo>
                  <a:lnTo>
                    <a:pt x="31521" y="233235"/>
                  </a:lnTo>
                  <a:lnTo>
                    <a:pt x="0" y="238780"/>
                  </a:lnTo>
                  <a:lnTo>
                    <a:pt x="0" y="106750"/>
                  </a:lnTo>
                  <a:lnTo>
                    <a:pt x="30067" y="97191"/>
                  </a:lnTo>
                  <a:lnTo>
                    <a:pt x="59306" y="86394"/>
                  </a:lnTo>
                  <a:lnTo>
                    <a:pt x="115183" y="61091"/>
                  </a:lnTo>
                  <a:lnTo>
                    <a:pt x="166645" y="31929"/>
                  </a:lnTo>
                  <a:lnTo>
                    <a:pt x="190437" y="16316"/>
                  </a:lnTo>
                  <a:lnTo>
                    <a:pt x="212963" y="0"/>
                  </a:lnTo>
                  <a:close/>
                </a:path>
              </a:pathLst>
            </a:custGeom>
            <a:ln w="12191">
              <a:solidFill>
                <a:srgbClr val="000000"/>
              </a:solidFill>
            </a:ln>
          </p:spPr>
          <p:txBody>
            <a:bodyPr wrap="square" lIns="0" tIns="0" rIns="0" bIns="0" rtlCol="0"/>
            <a:lstStyle/>
            <a:p>
              <a:endParaRPr/>
            </a:p>
          </p:txBody>
        </p:sp>
        <p:sp>
          <p:nvSpPr>
            <p:cNvPr id="176" name="object 176"/>
            <p:cNvSpPr/>
            <p:nvPr/>
          </p:nvSpPr>
          <p:spPr>
            <a:xfrm>
              <a:off x="6768084" y="5218176"/>
              <a:ext cx="2218944" cy="1345692"/>
            </a:xfrm>
            <a:prstGeom prst="rect">
              <a:avLst/>
            </a:prstGeom>
            <a:blipFill>
              <a:blip r:embed="rId6" cstate="print"/>
              <a:stretch>
                <a:fillRect/>
              </a:stretch>
            </a:blipFill>
          </p:spPr>
          <p:txBody>
            <a:bodyPr wrap="square" lIns="0" tIns="0" rIns="0" bIns="0" rtlCol="0"/>
            <a:lstStyle/>
            <a:p>
              <a:endParaRPr/>
            </a:p>
          </p:txBody>
        </p:sp>
        <p:sp>
          <p:nvSpPr>
            <p:cNvPr id="177" name="object 177"/>
            <p:cNvSpPr/>
            <p:nvPr/>
          </p:nvSpPr>
          <p:spPr>
            <a:xfrm>
              <a:off x="6612636" y="4899658"/>
              <a:ext cx="2531363" cy="1958339"/>
            </a:xfrm>
            <a:prstGeom prst="rect">
              <a:avLst/>
            </a:prstGeom>
            <a:blipFill>
              <a:blip r:embed="rId72" cstate="print"/>
              <a:stretch>
                <a:fillRect/>
              </a:stretch>
            </a:blipFill>
          </p:spPr>
          <p:txBody>
            <a:bodyPr wrap="square" lIns="0" tIns="0" rIns="0" bIns="0" rtlCol="0"/>
            <a:lstStyle/>
            <a:p>
              <a:endParaRPr/>
            </a:p>
          </p:txBody>
        </p:sp>
        <p:sp>
          <p:nvSpPr>
            <p:cNvPr id="178" name="object 178"/>
            <p:cNvSpPr/>
            <p:nvPr/>
          </p:nvSpPr>
          <p:spPr>
            <a:xfrm>
              <a:off x="6848215" y="5278505"/>
              <a:ext cx="2057400" cy="1184275"/>
            </a:xfrm>
            <a:custGeom>
              <a:avLst/>
              <a:gdLst/>
              <a:ahLst/>
              <a:cxnLst/>
              <a:rect l="l" t="t" r="r" b="b"/>
              <a:pathLst>
                <a:path w="2057400" h="1184275">
                  <a:moveTo>
                    <a:pt x="1824868"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63" y="1179304"/>
                  </a:lnTo>
                  <a:lnTo>
                    <a:pt x="1915426" y="1165755"/>
                  </a:lnTo>
                  <a:lnTo>
                    <a:pt x="1954927" y="1144316"/>
                  </a:lnTo>
                  <a:lnTo>
                    <a:pt x="1989334" y="1115922"/>
                  </a:lnTo>
                  <a:lnTo>
                    <a:pt x="2017716" y="1081508"/>
                  </a:lnTo>
                  <a:lnTo>
                    <a:pt x="2039141" y="1042010"/>
                  </a:lnTo>
                  <a:lnTo>
                    <a:pt x="2052680" y="998362"/>
                  </a:lnTo>
                  <a:lnTo>
                    <a:pt x="2057399" y="951500"/>
                  </a:lnTo>
                  <a:lnTo>
                    <a:pt x="2057399" y="232528"/>
                  </a:lnTo>
                  <a:lnTo>
                    <a:pt x="2052680" y="185673"/>
                  </a:lnTo>
                  <a:lnTo>
                    <a:pt x="2039141" y="142028"/>
                  </a:lnTo>
                  <a:lnTo>
                    <a:pt x="2017716" y="102530"/>
                  </a:lnTo>
                  <a:lnTo>
                    <a:pt x="1989334" y="68115"/>
                  </a:lnTo>
                  <a:lnTo>
                    <a:pt x="1954927" y="39718"/>
                  </a:lnTo>
                  <a:lnTo>
                    <a:pt x="1915426" y="18276"/>
                  </a:lnTo>
                  <a:lnTo>
                    <a:pt x="1871763" y="4725"/>
                  </a:lnTo>
                  <a:lnTo>
                    <a:pt x="1824868" y="0"/>
                  </a:lnTo>
                  <a:close/>
                </a:path>
              </a:pathLst>
            </a:custGeom>
            <a:solidFill>
              <a:srgbClr val="252525"/>
            </a:solidFill>
          </p:spPr>
          <p:txBody>
            <a:bodyPr wrap="square" lIns="0" tIns="0" rIns="0" bIns="0" rtlCol="0"/>
            <a:lstStyle/>
            <a:p>
              <a:endParaRPr/>
            </a:p>
          </p:txBody>
        </p:sp>
        <p:sp>
          <p:nvSpPr>
            <p:cNvPr id="179" name="object 179"/>
            <p:cNvSpPr/>
            <p:nvPr/>
          </p:nvSpPr>
          <p:spPr>
            <a:xfrm>
              <a:off x="6848215" y="5278505"/>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868" y="0"/>
                  </a:lnTo>
                  <a:lnTo>
                    <a:pt x="1871763" y="4725"/>
                  </a:lnTo>
                  <a:lnTo>
                    <a:pt x="1915426" y="18276"/>
                  </a:lnTo>
                  <a:lnTo>
                    <a:pt x="1954927" y="39718"/>
                  </a:lnTo>
                  <a:lnTo>
                    <a:pt x="1989334" y="68115"/>
                  </a:lnTo>
                  <a:lnTo>
                    <a:pt x="2017716" y="102530"/>
                  </a:lnTo>
                  <a:lnTo>
                    <a:pt x="2039141" y="142028"/>
                  </a:lnTo>
                  <a:lnTo>
                    <a:pt x="2052680" y="185673"/>
                  </a:lnTo>
                  <a:lnTo>
                    <a:pt x="2057399" y="232528"/>
                  </a:lnTo>
                  <a:lnTo>
                    <a:pt x="2057399" y="951500"/>
                  </a:lnTo>
                  <a:lnTo>
                    <a:pt x="2052680" y="998362"/>
                  </a:lnTo>
                  <a:lnTo>
                    <a:pt x="2039141" y="1042010"/>
                  </a:lnTo>
                  <a:lnTo>
                    <a:pt x="2017716" y="1081508"/>
                  </a:lnTo>
                  <a:lnTo>
                    <a:pt x="1989334" y="1115922"/>
                  </a:lnTo>
                  <a:lnTo>
                    <a:pt x="1954927" y="1144316"/>
                  </a:lnTo>
                  <a:lnTo>
                    <a:pt x="1915426" y="1165755"/>
                  </a:lnTo>
                  <a:lnTo>
                    <a:pt x="1871763"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28"/>
                  </a:lnTo>
                  <a:close/>
                </a:path>
              </a:pathLst>
            </a:custGeom>
            <a:ln w="76199">
              <a:solidFill>
                <a:srgbClr val="00AF50"/>
              </a:solidFill>
            </a:ln>
          </p:spPr>
          <p:txBody>
            <a:bodyPr wrap="square" lIns="0" tIns="0" rIns="0" bIns="0" rtlCol="0"/>
            <a:lstStyle/>
            <a:p>
              <a:endParaRPr/>
            </a:p>
          </p:txBody>
        </p:sp>
        <p:sp>
          <p:nvSpPr>
            <p:cNvPr id="180" name="object 180"/>
            <p:cNvSpPr/>
            <p:nvPr/>
          </p:nvSpPr>
          <p:spPr>
            <a:xfrm>
              <a:off x="6653784" y="4920994"/>
              <a:ext cx="2481072" cy="1937003"/>
            </a:xfrm>
            <a:prstGeom prst="rect">
              <a:avLst/>
            </a:prstGeom>
            <a:blipFill>
              <a:blip r:embed="rId73" cstate="print"/>
              <a:stretch>
                <a:fillRect/>
              </a:stretch>
            </a:blipFill>
          </p:spPr>
          <p:txBody>
            <a:bodyPr wrap="square" lIns="0" tIns="0" rIns="0" bIns="0" rtlCol="0"/>
            <a:lstStyle/>
            <a:p>
              <a:endParaRPr/>
            </a:p>
          </p:txBody>
        </p:sp>
        <p:sp>
          <p:nvSpPr>
            <p:cNvPr id="181" name="object 181"/>
            <p:cNvSpPr/>
            <p:nvPr/>
          </p:nvSpPr>
          <p:spPr>
            <a:xfrm>
              <a:off x="7396368" y="5514725"/>
              <a:ext cx="1019810" cy="740410"/>
            </a:xfrm>
            <a:custGeom>
              <a:avLst/>
              <a:gdLst/>
              <a:ahLst/>
              <a:cxnLst/>
              <a:rect l="l" t="t" r="r" b="b"/>
              <a:pathLst>
                <a:path w="1019809" h="740410">
                  <a:moveTo>
                    <a:pt x="559429" y="583204"/>
                  </a:moveTo>
                  <a:lnTo>
                    <a:pt x="559429" y="712268"/>
                  </a:lnTo>
                  <a:lnTo>
                    <a:pt x="592408" y="724424"/>
                  </a:lnTo>
                  <a:lnTo>
                    <a:pt x="628470" y="733104"/>
                  </a:lnTo>
                  <a:lnTo>
                    <a:pt x="667602" y="738310"/>
                  </a:lnTo>
                  <a:lnTo>
                    <a:pt x="709787" y="740045"/>
                  </a:lnTo>
                  <a:lnTo>
                    <a:pt x="745387" y="738310"/>
                  </a:lnTo>
                  <a:lnTo>
                    <a:pt x="810548" y="724554"/>
                  </a:lnTo>
                  <a:lnTo>
                    <a:pt x="868012" y="697224"/>
                  </a:lnTo>
                  <a:lnTo>
                    <a:pt x="916774" y="657643"/>
                  </a:lnTo>
                  <a:lnTo>
                    <a:pt x="947088" y="619935"/>
                  </a:lnTo>
                  <a:lnTo>
                    <a:pt x="694425" y="619935"/>
                  </a:lnTo>
                  <a:lnTo>
                    <a:pt x="656350" y="617640"/>
                  </a:lnTo>
                  <a:lnTo>
                    <a:pt x="621167" y="610754"/>
                  </a:lnTo>
                  <a:lnTo>
                    <a:pt x="588864" y="599275"/>
                  </a:lnTo>
                  <a:lnTo>
                    <a:pt x="559429" y="583204"/>
                  </a:lnTo>
                  <a:close/>
                </a:path>
                <a:path w="1019809" h="740410">
                  <a:moveTo>
                    <a:pt x="1016256" y="404527"/>
                  </a:moveTo>
                  <a:lnTo>
                    <a:pt x="864108" y="404527"/>
                  </a:lnTo>
                  <a:lnTo>
                    <a:pt x="867156" y="405515"/>
                  </a:lnTo>
                  <a:lnTo>
                    <a:pt x="864050" y="454559"/>
                  </a:lnTo>
                  <a:lnTo>
                    <a:pt x="855318" y="497462"/>
                  </a:lnTo>
                  <a:lnTo>
                    <a:pt x="840945" y="534224"/>
                  </a:lnTo>
                  <a:lnTo>
                    <a:pt x="795868" y="588947"/>
                  </a:lnTo>
                  <a:lnTo>
                    <a:pt x="732625" y="616492"/>
                  </a:lnTo>
                  <a:lnTo>
                    <a:pt x="694425" y="619935"/>
                  </a:lnTo>
                  <a:lnTo>
                    <a:pt x="947088" y="619935"/>
                  </a:lnTo>
                  <a:lnTo>
                    <a:pt x="972994" y="575952"/>
                  </a:lnTo>
                  <a:lnTo>
                    <a:pt x="998585" y="507016"/>
                  </a:lnTo>
                  <a:lnTo>
                    <a:pt x="1007727" y="468413"/>
                  </a:lnTo>
                  <a:lnTo>
                    <a:pt x="1014229" y="427294"/>
                  </a:lnTo>
                  <a:lnTo>
                    <a:pt x="1016256" y="404527"/>
                  </a:lnTo>
                  <a:close/>
                </a:path>
                <a:path w="1019809" h="740410">
                  <a:moveTo>
                    <a:pt x="769863" y="3928"/>
                  </a:moveTo>
                  <a:lnTo>
                    <a:pt x="716222" y="8486"/>
                  </a:lnTo>
                  <a:lnTo>
                    <a:pt x="667633" y="22098"/>
                  </a:lnTo>
                  <a:lnTo>
                    <a:pt x="624672" y="43993"/>
                  </a:lnTo>
                  <a:lnTo>
                    <a:pt x="588385" y="73462"/>
                  </a:lnTo>
                  <a:lnTo>
                    <a:pt x="559052" y="109949"/>
                  </a:lnTo>
                  <a:lnTo>
                    <a:pt x="537057" y="152875"/>
                  </a:lnTo>
                  <a:lnTo>
                    <a:pt x="523234" y="201523"/>
                  </a:lnTo>
                  <a:lnTo>
                    <a:pt x="518652" y="255239"/>
                  </a:lnTo>
                  <a:lnTo>
                    <a:pt x="519599" y="278698"/>
                  </a:lnTo>
                  <a:lnTo>
                    <a:pt x="527173" y="322876"/>
                  </a:lnTo>
                  <a:lnTo>
                    <a:pt x="542101" y="362879"/>
                  </a:lnTo>
                  <a:lnTo>
                    <a:pt x="563160" y="397500"/>
                  </a:lnTo>
                  <a:lnTo>
                    <a:pt x="590089" y="426445"/>
                  </a:lnTo>
                  <a:lnTo>
                    <a:pt x="622189" y="449155"/>
                  </a:lnTo>
                  <a:lnTo>
                    <a:pt x="658960" y="465300"/>
                  </a:lnTo>
                  <a:lnTo>
                    <a:pt x="699247" y="473488"/>
                  </a:lnTo>
                  <a:lnTo>
                    <a:pt x="720699" y="474512"/>
                  </a:lnTo>
                  <a:lnTo>
                    <a:pt x="765760" y="470137"/>
                  </a:lnTo>
                  <a:lnTo>
                    <a:pt x="804691" y="457012"/>
                  </a:lnTo>
                  <a:lnTo>
                    <a:pt x="837478" y="435141"/>
                  </a:lnTo>
                  <a:lnTo>
                    <a:pt x="864108" y="404527"/>
                  </a:lnTo>
                  <a:lnTo>
                    <a:pt x="1016256" y="404527"/>
                  </a:lnTo>
                  <a:lnTo>
                    <a:pt x="1018113" y="383662"/>
                  </a:lnTo>
                  <a:lnTo>
                    <a:pt x="1018834" y="357865"/>
                  </a:lnTo>
                  <a:lnTo>
                    <a:pt x="768858" y="357865"/>
                  </a:lnTo>
                  <a:lnTo>
                    <a:pt x="758150" y="357385"/>
                  </a:lnTo>
                  <a:lnTo>
                    <a:pt x="720470" y="345877"/>
                  </a:lnTo>
                  <a:lnTo>
                    <a:pt x="692602" y="319724"/>
                  </a:lnTo>
                  <a:lnTo>
                    <a:pt x="675941" y="279925"/>
                  </a:lnTo>
                  <a:lnTo>
                    <a:pt x="672084" y="241733"/>
                  </a:lnTo>
                  <a:lnTo>
                    <a:pt x="672512" y="229286"/>
                  </a:lnTo>
                  <a:lnTo>
                    <a:pt x="682794" y="184043"/>
                  </a:lnTo>
                  <a:lnTo>
                    <a:pt x="704857" y="149701"/>
                  </a:lnTo>
                  <a:lnTo>
                    <a:pt x="736612" y="128618"/>
                  </a:lnTo>
                  <a:lnTo>
                    <a:pt x="765291" y="123587"/>
                  </a:lnTo>
                  <a:lnTo>
                    <a:pt x="972930" y="123587"/>
                  </a:lnTo>
                  <a:lnTo>
                    <a:pt x="967998" y="114383"/>
                  </a:lnTo>
                  <a:lnTo>
                    <a:pt x="935611" y="71745"/>
                  </a:lnTo>
                  <a:lnTo>
                    <a:pt x="896272" y="39111"/>
                  </a:lnTo>
                  <a:lnTo>
                    <a:pt x="850196" y="16682"/>
                  </a:lnTo>
                  <a:lnTo>
                    <a:pt x="798104" y="5353"/>
                  </a:lnTo>
                  <a:lnTo>
                    <a:pt x="769863" y="3928"/>
                  </a:lnTo>
                  <a:close/>
                </a:path>
                <a:path w="1019809" h="740410">
                  <a:moveTo>
                    <a:pt x="972930" y="123587"/>
                  </a:moveTo>
                  <a:lnTo>
                    <a:pt x="765291" y="123587"/>
                  </a:lnTo>
                  <a:lnTo>
                    <a:pt x="775750" y="124223"/>
                  </a:lnTo>
                  <a:lnTo>
                    <a:pt x="785774" y="126131"/>
                  </a:lnTo>
                  <a:lnTo>
                    <a:pt x="821035" y="145753"/>
                  </a:lnTo>
                  <a:lnTo>
                    <a:pt x="845922" y="180363"/>
                  </a:lnTo>
                  <a:lnTo>
                    <a:pt x="859452" y="227642"/>
                  </a:lnTo>
                  <a:lnTo>
                    <a:pt x="861181" y="254139"/>
                  </a:lnTo>
                  <a:lnTo>
                    <a:pt x="860755" y="264867"/>
                  </a:lnTo>
                  <a:lnTo>
                    <a:pt x="850755" y="303952"/>
                  </a:lnTo>
                  <a:lnTo>
                    <a:pt x="822239" y="340064"/>
                  </a:lnTo>
                  <a:lnTo>
                    <a:pt x="778996" y="357354"/>
                  </a:lnTo>
                  <a:lnTo>
                    <a:pt x="768858" y="357865"/>
                  </a:lnTo>
                  <a:lnTo>
                    <a:pt x="1018834" y="357865"/>
                  </a:lnTo>
                  <a:lnTo>
                    <a:pt x="1019332" y="340064"/>
                  </a:lnTo>
                  <a:lnTo>
                    <a:pt x="1019312" y="334185"/>
                  </a:lnTo>
                  <a:lnTo>
                    <a:pt x="1018353" y="299113"/>
                  </a:lnTo>
                  <a:lnTo>
                    <a:pt x="1009875" y="228631"/>
                  </a:lnTo>
                  <a:lnTo>
                    <a:pt x="992850" y="166737"/>
                  </a:lnTo>
                  <a:lnTo>
                    <a:pt x="981355" y="139312"/>
                  </a:lnTo>
                  <a:lnTo>
                    <a:pt x="972930" y="123587"/>
                  </a:lnTo>
                  <a:close/>
                </a:path>
                <a:path w="1019809" h="740410">
                  <a:moveTo>
                    <a:pt x="307695" y="176701"/>
                  </a:moveTo>
                  <a:lnTo>
                    <a:pt x="151363" y="176701"/>
                  </a:lnTo>
                  <a:lnTo>
                    <a:pt x="151363" y="727639"/>
                  </a:lnTo>
                  <a:lnTo>
                    <a:pt x="307695" y="727639"/>
                  </a:lnTo>
                  <a:lnTo>
                    <a:pt x="307695" y="176701"/>
                  </a:lnTo>
                  <a:close/>
                </a:path>
                <a:path w="1019809" h="740410">
                  <a:moveTo>
                    <a:pt x="307695" y="0"/>
                  </a:moveTo>
                  <a:lnTo>
                    <a:pt x="212841" y="0"/>
                  </a:lnTo>
                  <a:lnTo>
                    <a:pt x="190367" y="16309"/>
                  </a:lnTo>
                  <a:lnTo>
                    <a:pt x="166569" y="31919"/>
                  </a:lnTo>
                  <a:lnTo>
                    <a:pt x="115062" y="61078"/>
                  </a:lnTo>
                  <a:lnTo>
                    <a:pt x="59234" y="86370"/>
                  </a:lnTo>
                  <a:lnTo>
                    <a:pt x="0" y="106716"/>
                  </a:lnTo>
                  <a:lnTo>
                    <a:pt x="0" y="238743"/>
                  </a:lnTo>
                  <a:lnTo>
                    <a:pt x="42153" y="230553"/>
                  </a:lnTo>
                  <a:lnTo>
                    <a:pt x="83301" y="216657"/>
                  </a:lnTo>
                  <a:lnTo>
                    <a:pt x="120761" y="198299"/>
                  </a:lnTo>
                  <a:lnTo>
                    <a:pt x="151363" y="176701"/>
                  </a:lnTo>
                  <a:lnTo>
                    <a:pt x="307695" y="176701"/>
                  </a:lnTo>
                  <a:lnTo>
                    <a:pt x="307695" y="0"/>
                  </a:lnTo>
                  <a:close/>
                </a:path>
              </a:pathLst>
            </a:custGeom>
            <a:solidFill>
              <a:srgbClr val="FFFF00"/>
            </a:solidFill>
          </p:spPr>
          <p:txBody>
            <a:bodyPr wrap="square" lIns="0" tIns="0" rIns="0" bIns="0" rtlCol="0"/>
            <a:lstStyle/>
            <a:p>
              <a:endParaRPr/>
            </a:p>
          </p:txBody>
        </p:sp>
        <p:sp>
          <p:nvSpPr>
            <p:cNvPr id="182" name="object 182"/>
            <p:cNvSpPr/>
            <p:nvPr/>
          </p:nvSpPr>
          <p:spPr>
            <a:xfrm>
              <a:off x="8062356" y="5632216"/>
              <a:ext cx="201289" cy="246470"/>
            </a:xfrm>
            <a:prstGeom prst="rect">
              <a:avLst/>
            </a:prstGeom>
            <a:blipFill>
              <a:blip r:embed="rId74" cstate="print"/>
              <a:stretch>
                <a:fillRect/>
              </a:stretch>
            </a:blipFill>
          </p:spPr>
          <p:txBody>
            <a:bodyPr wrap="square" lIns="0" tIns="0" rIns="0" bIns="0" rtlCol="0"/>
            <a:lstStyle/>
            <a:p>
              <a:endParaRPr/>
            </a:p>
          </p:txBody>
        </p:sp>
        <p:sp>
          <p:nvSpPr>
            <p:cNvPr id="183" name="object 183"/>
            <p:cNvSpPr/>
            <p:nvPr/>
          </p:nvSpPr>
          <p:spPr>
            <a:xfrm>
              <a:off x="7396368" y="5514725"/>
              <a:ext cx="1019810" cy="740410"/>
            </a:xfrm>
            <a:custGeom>
              <a:avLst/>
              <a:gdLst/>
              <a:ahLst/>
              <a:cxnLst/>
              <a:rect l="l" t="t" r="r" b="b"/>
              <a:pathLst>
                <a:path w="1019809" h="740410">
                  <a:moveTo>
                    <a:pt x="769863" y="3928"/>
                  </a:moveTo>
                  <a:lnTo>
                    <a:pt x="824887" y="9612"/>
                  </a:lnTo>
                  <a:lnTo>
                    <a:pt x="874013" y="26538"/>
                  </a:lnTo>
                  <a:lnTo>
                    <a:pt x="916796" y="54176"/>
                  </a:lnTo>
                  <a:lnTo>
                    <a:pt x="952743" y="91833"/>
                  </a:lnTo>
                  <a:lnTo>
                    <a:pt x="981375" y="139350"/>
                  </a:lnTo>
                  <a:lnTo>
                    <a:pt x="1002395" y="196547"/>
                  </a:lnTo>
                  <a:lnTo>
                    <a:pt x="1015185" y="262819"/>
                  </a:lnTo>
                  <a:lnTo>
                    <a:pt x="1019403" y="337517"/>
                  </a:lnTo>
                  <a:lnTo>
                    <a:pt x="1018113" y="383662"/>
                  </a:lnTo>
                  <a:lnTo>
                    <a:pt x="1014229" y="427294"/>
                  </a:lnTo>
                  <a:lnTo>
                    <a:pt x="1007727" y="468413"/>
                  </a:lnTo>
                  <a:lnTo>
                    <a:pt x="998585" y="507016"/>
                  </a:lnTo>
                  <a:lnTo>
                    <a:pt x="972993" y="575951"/>
                  </a:lnTo>
                  <a:lnTo>
                    <a:pt x="937869" y="633340"/>
                  </a:lnTo>
                  <a:lnTo>
                    <a:pt x="893490" y="678937"/>
                  </a:lnTo>
                  <a:lnTo>
                    <a:pt x="840333" y="712506"/>
                  </a:lnTo>
                  <a:lnTo>
                    <a:pt x="778878" y="733160"/>
                  </a:lnTo>
                  <a:lnTo>
                    <a:pt x="709787" y="740045"/>
                  </a:lnTo>
                  <a:lnTo>
                    <a:pt x="667601" y="738310"/>
                  </a:lnTo>
                  <a:lnTo>
                    <a:pt x="628470" y="733104"/>
                  </a:lnTo>
                  <a:lnTo>
                    <a:pt x="592408" y="724424"/>
                  </a:lnTo>
                  <a:lnTo>
                    <a:pt x="559429" y="712268"/>
                  </a:lnTo>
                  <a:lnTo>
                    <a:pt x="559429" y="583204"/>
                  </a:lnTo>
                  <a:lnTo>
                    <a:pt x="588864" y="599275"/>
                  </a:lnTo>
                  <a:lnTo>
                    <a:pt x="621167" y="610754"/>
                  </a:lnTo>
                  <a:lnTo>
                    <a:pt x="656350" y="617640"/>
                  </a:lnTo>
                  <a:lnTo>
                    <a:pt x="694425" y="619935"/>
                  </a:lnTo>
                  <a:lnTo>
                    <a:pt x="732625" y="616492"/>
                  </a:lnTo>
                  <a:lnTo>
                    <a:pt x="795868" y="588947"/>
                  </a:lnTo>
                  <a:lnTo>
                    <a:pt x="840945" y="534224"/>
                  </a:lnTo>
                  <a:lnTo>
                    <a:pt x="855318" y="497462"/>
                  </a:lnTo>
                  <a:lnTo>
                    <a:pt x="864050" y="454559"/>
                  </a:lnTo>
                  <a:lnTo>
                    <a:pt x="867155" y="405515"/>
                  </a:lnTo>
                  <a:lnTo>
                    <a:pt x="864107" y="404527"/>
                  </a:lnTo>
                  <a:lnTo>
                    <a:pt x="837478" y="435141"/>
                  </a:lnTo>
                  <a:lnTo>
                    <a:pt x="804691" y="457012"/>
                  </a:lnTo>
                  <a:lnTo>
                    <a:pt x="765759" y="470137"/>
                  </a:lnTo>
                  <a:lnTo>
                    <a:pt x="720699" y="474512"/>
                  </a:lnTo>
                  <a:lnTo>
                    <a:pt x="699247" y="473488"/>
                  </a:lnTo>
                  <a:lnTo>
                    <a:pt x="658960" y="465300"/>
                  </a:lnTo>
                  <a:lnTo>
                    <a:pt x="622189" y="449155"/>
                  </a:lnTo>
                  <a:lnTo>
                    <a:pt x="590089" y="426445"/>
                  </a:lnTo>
                  <a:lnTo>
                    <a:pt x="563160" y="397500"/>
                  </a:lnTo>
                  <a:lnTo>
                    <a:pt x="542101" y="362879"/>
                  </a:lnTo>
                  <a:lnTo>
                    <a:pt x="527173" y="322876"/>
                  </a:lnTo>
                  <a:lnTo>
                    <a:pt x="519599" y="278698"/>
                  </a:lnTo>
                  <a:lnTo>
                    <a:pt x="518647" y="255126"/>
                  </a:lnTo>
                  <a:lnTo>
                    <a:pt x="519792" y="227705"/>
                  </a:lnTo>
                  <a:lnTo>
                    <a:pt x="528986" y="176579"/>
                  </a:lnTo>
                  <a:lnTo>
                    <a:pt x="547130" y="130606"/>
                  </a:lnTo>
                  <a:lnTo>
                    <a:pt x="572809" y="90901"/>
                  </a:lnTo>
                  <a:lnTo>
                    <a:pt x="605697" y="57784"/>
                  </a:lnTo>
                  <a:lnTo>
                    <a:pt x="645315" y="32095"/>
                  </a:lnTo>
                  <a:lnTo>
                    <a:pt x="691301" y="14165"/>
                  </a:lnTo>
                  <a:lnTo>
                    <a:pt x="742407" y="5070"/>
                  </a:lnTo>
                  <a:lnTo>
                    <a:pt x="769863" y="3928"/>
                  </a:lnTo>
                  <a:close/>
                </a:path>
                <a:path w="1019809" h="740410">
                  <a:moveTo>
                    <a:pt x="212841" y="0"/>
                  </a:moveTo>
                  <a:lnTo>
                    <a:pt x="307695" y="0"/>
                  </a:lnTo>
                  <a:lnTo>
                    <a:pt x="307695" y="727639"/>
                  </a:lnTo>
                  <a:lnTo>
                    <a:pt x="151363" y="727639"/>
                  </a:lnTo>
                  <a:lnTo>
                    <a:pt x="151363" y="176701"/>
                  </a:lnTo>
                  <a:lnTo>
                    <a:pt x="144606" y="182331"/>
                  </a:lnTo>
                  <a:lnTo>
                    <a:pt x="111856" y="203256"/>
                  </a:lnTo>
                  <a:lnTo>
                    <a:pt x="73306" y="220600"/>
                  </a:lnTo>
                  <a:lnTo>
                    <a:pt x="31508" y="233208"/>
                  </a:lnTo>
                  <a:lnTo>
                    <a:pt x="0" y="238743"/>
                  </a:lnTo>
                  <a:lnTo>
                    <a:pt x="0" y="106716"/>
                  </a:lnTo>
                  <a:lnTo>
                    <a:pt x="30044" y="97163"/>
                  </a:lnTo>
                  <a:lnTo>
                    <a:pt x="59234" y="86370"/>
                  </a:lnTo>
                  <a:lnTo>
                    <a:pt x="115061" y="61078"/>
                  </a:lnTo>
                  <a:lnTo>
                    <a:pt x="166569" y="31919"/>
                  </a:lnTo>
                  <a:lnTo>
                    <a:pt x="190367" y="16309"/>
                  </a:lnTo>
                  <a:lnTo>
                    <a:pt x="212841" y="0"/>
                  </a:lnTo>
                  <a:close/>
                </a:path>
              </a:pathLst>
            </a:custGeom>
            <a:ln w="12191">
              <a:solidFill>
                <a:srgbClr val="000000"/>
              </a:solidFill>
            </a:ln>
          </p:spPr>
          <p:txBody>
            <a:bodyPr wrap="square" lIns="0" tIns="0" rIns="0" bIns="0" rtlCol="0"/>
            <a:lstStyle/>
            <a:p>
              <a:endParaRPr/>
            </a:p>
          </p:txBody>
        </p:sp>
        <p:sp>
          <p:nvSpPr>
            <p:cNvPr id="184" name="object 184"/>
            <p:cNvSpPr/>
            <p:nvPr/>
          </p:nvSpPr>
          <p:spPr>
            <a:xfrm>
              <a:off x="6742176" y="5237988"/>
              <a:ext cx="2218944" cy="1345692"/>
            </a:xfrm>
            <a:prstGeom prst="rect">
              <a:avLst/>
            </a:prstGeom>
            <a:blipFill>
              <a:blip r:embed="rId75" cstate="print"/>
              <a:stretch>
                <a:fillRect/>
              </a:stretch>
            </a:blipFill>
          </p:spPr>
          <p:txBody>
            <a:bodyPr wrap="square" lIns="0" tIns="0" rIns="0" bIns="0" rtlCol="0"/>
            <a:lstStyle/>
            <a:p>
              <a:endParaRPr/>
            </a:p>
          </p:txBody>
        </p:sp>
        <p:sp>
          <p:nvSpPr>
            <p:cNvPr id="185" name="object 185"/>
            <p:cNvSpPr/>
            <p:nvPr/>
          </p:nvSpPr>
          <p:spPr>
            <a:xfrm>
              <a:off x="6588252" y="4920994"/>
              <a:ext cx="2555747" cy="1937003"/>
            </a:xfrm>
            <a:prstGeom prst="rect">
              <a:avLst/>
            </a:prstGeom>
            <a:blipFill>
              <a:blip r:embed="rId76" cstate="print"/>
              <a:stretch>
                <a:fillRect/>
              </a:stretch>
            </a:blipFill>
          </p:spPr>
          <p:txBody>
            <a:bodyPr wrap="square" lIns="0" tIns="0" rIns="0" bIns="0" rtlCol="0"/>
            <a:lstStyle/>
            <a:p>
              <a:endParaRPr/>
            </a:p>
          </p:txBody>
        </p:sp>
        <p:sp>
          <p:nvSpPr>
            <p:cNvPr id="186" name="object 186"/>
            <p:cNvSpPr/>
            <p:nvPr/>
          </p:nvSpPr>
          <p:spPr>
            <a:xfrm>
              <a:off x="6822947" y="5299198"/>
              <a:ext cx="2057400" cy="1184275"/>
            </a:xfrm>
            <a:custGeom>
              <a:avLst/>
              <a:gdLst/>
              <a:ahLst/>
              <a:cxnLst/>
              <a:rect l="l" t="t" r="r" b="b"/>
              <a:pathLst>
                <a:path w="2057400" h="1184275">
                  <a:moveTo>
                    <a:pt x="1824989"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5"/>
                  </a:lnTo>
                  <a:lnTo>
                    <a:pt x="18279" y="1041972"/>
                  </a:lnTo>
                  <a:lnTo>
                    <a:pt x="39723" y="1081468"/>
                  </a:lnTo>
                  <a:lnTo>
                    <a:pt x="68122" y="1115880"/>
                  </a:lnTo>
                  <a:lnTo>
                    <a:pt x="102539" y="1144271"/>
                  </a:lnTo>
                  <a:lnTo>
                    <a:pt x="142037" y="1165708"/>
                  </a:lnTo>
                  <a:lnTo>
                    <a:pt x="185680" y="1179256"/>
                  </a:lnTo>
                  <a:lnTo>
                    <a:pt x="232531" y="1183980"/>
                  </a:lnTo>
                  <a:lnTo>
                    <a:pt x="1824989" y="1183980"/>
                  </a:lnTo>
                  <a:lnTo>
                    <a:pt x="1871844" y="1179256"/>
                  </a:lnTo>
                  <a:lnTo>
                    <a:pt x="1915477" y="1165708"/>
                  </a:lnTo>
                  <a:lnTo>
                    <a:pt x="1954957" y="1144271"/>
                  </a:lnTo>
                  <a:lnTo>
                    <a:pt x="1989349" y="1115880"/>
                  </a:lnTo>
                  <a:lnTo>
                    <a:pt x="2017722" y="1081468"/>
                  </a:lnTo>
                  <a:lnTo>
                    <a:pt x="2039143" y="1041972"/>
                  </a:lnTo>
                  <a:lnTo>
                    <a:pt x="2052680" y="998325"/>
                  </a:lnTo>
                  <a:lnTo>
                    <a:pt x="2057399" y="951463"/>
                  </a:lnTo>
                  <a:lnTo>
                    <a:pt x="2057399" y="232409"/>
                  </a:lnTo>
                  <a:lnTo>
                    <a:pt x="2052680" y="185559"/>
                  </a:lnTo>
                  <a:lnTo>
                    <a:pt x="2039143" y="141928"/>
                  </a:lnTo>
                  <a:lnTo>
                    <a:pt x="2017722" y="102449"/>
                  </a:lnTo>
                  <a:lnTo>
                    <a:pt x="1989349" y="68056"/>
                  </a:lnTo>
                  <a:lnTo>
                    <a:pt x="1954957" y="39681"/>
                  </a:lnTo>
                  <a:lnTo>
                    <a:pt x="1915477" y="18258"/>
                  </a:lnTo>
                  <a:lnTo>
                    <a:pt x="1871844" y="4720"/>
                  </a:lnTo>
                  <a:lnTo>
                    <a:pt x="1824989" y="0"/>
                  </a:lnTo>
                  <a:close/>
                </a:path>
              </a:pathLst>
            </a:custGeom>
            <a:solidFill>
              <a:srgbClr val="252525"/>
            </a:solidFill>
          </p:spPr>
          <p:txBody>
            <a:bodyPr wrap="square" lIns="0" tIns="0" rIns="0" bIns="0" rtlCol="0"/>
            <a:lstStyle/>
            <a:p>
              <a:endParaRPr/>
            </a:p>
          </p:txBody>
        </p:sp>
        <p:sp>
          <p:nvSpPr>
            <p:cNvPr id="187" name="object 187"/>
            <p:cNvSpPr/>
            <p:nvPr/>
          </p:nvSpPr>
          <p:spPr>
            <a:xfrm>
              <a:off x="6822947" y="5299198"/>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989" y="0"/>
                  </a:lnTo>
                  <a:lnTo>
                    <a:pt x="1871844" y="4720"/>
                  </a:lnTo>
                  <a:lnTo>
                    <a:pt x="1915477" y="18258"/>
                  </a:lnTo>
                  <a:lnTo>
                    <a:pt x="1954957" y="39681"/>
                  </a:lnTo>
                  <a:lnTo>
                    <a:pt x="1989349" y="68056"/>
                  </a:lnTo>
                  <a:lnTo>
                    <a:pt x="2017722" y="102449"/>
                  </a:lnTo>
                  <a:lnTo>
                    <a:pt x="2039143" y="141928"/>
                  </a:lnTo>
                  <a:lnTo>
                    <a:pt x="2052680" y="185559"/>
                  </a:lnTo>
                  <a:lnTo>
                    <a:pt x="2057399" y="232409"/>
                  </a:lnTo>
                  <a:lnTo>
                    <a:pt x="2057399" y="951463"/>
                  </a:lnTo>
                  <a:lnTo>
                    <a:pt x="2052680" y="998325"/>
                  </a:lnTo>
                  <a:lnTo>
                    <a:pt x="2039143" y="1041972"/>
                  </a:lnTo>
                  <a:lnTo>
                    <a:pt x="2017722" y="1081468"/>
                  </a:lnTo>
                  <a:lnTo>
                    <a:pt x="1989349" y="1115880"/>
                  </a:lnTo>
                  <a:lnTo>
                    <a:pt x="1954957" y="1144271"/>
                  </a:lnTo>
                  <a:lnTo>
                    <a:pt x="1915477" y="1165708"/>
                  </a:lnTo>
                  <a:lnTo>
                    <a:pt x="1871844" y="1179256"/>
                  </a:lnTo>
                  <a:lnTo>
                    <a:pt x="1824989" y="1183980"/>
                  </a:lnTo>
                  <a:lnTo>
                    <a:pt x="232531" y="1183980"/>
                  </a:lnTo>
                  <a:lnTo>
                    <a:pt x="185680" y="1179256"/>
                  </a:lnTo>
                  <a:lnTo>
                    <a:pt x="142037" y="1165708"/>
                  </a:lnTo>
                  <a:lnTo>
                    <a:pt x="102539" y="1144271"/>
                  </a:lnTo>
                  <a:lnTo>
                    <a:pt x="68122" y="1115880"/>
                  </a:lnTo>
                  <a:lnTo>
                    <a:pt x="39723" y="1081468"/>
                  </a:lnTo>
                  <a:lnTo>
                    <a:pt x="18279" y="1041972"/>
                  </a:lnTo>
                  <a:lnTo>
                    <a:pt x="4725"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188" name="object 188"/>
            <p:cNvSpPr/>
            <p:nvPr/>
          </p:nvSpPr>
          <p:spPr>
            <a:xfrm>
              <a:off x="6629400" y="4942332"/>
              <a:ext cx="2481072" cy="1915668"/>
            </a:xfrm>
            <a:prstGeom prst="rect">
              <a:avLst/>
            </a:prstGeom>
            <a:blipFill>
              <a:blip r:embed="rId77" cstate="print"/>
              <a:stretch>
                <a:fillRect/>
              </a:stretch>
            </a:blipFill>
          </p:spPr>
          <p:txBody>
            <a:bodyPr wrap="square" lIns="0" tIns="0" rIns="0" bIns="0" rtlCol="0"/>
            <a:lstStyle/>
            <a:p>
              <a:endParaRPr/>
            </a:p>
          </p:txBody>
        </p:sp>
        <p:sp>
          <p:nvSpPr>
            <p:cNvPr id="189" name="object 189"/>
            <p:cNvSpPr/>
            <p:nvPr/>
          </p:nvSpPr>
          <p:spPr>
            <a:xfrm>
              <a:off x="7307062" y="5539359"/>
              <a:ext cx="1095375" cy="736600"/>
            </a:xfrm>
            <a:custGeom>
              <a:avLst/>
              <a:gdLst/>
              <a:ahLst/>
              <a:cxnLst/>
              <a:rect l="l" t="t" r="r" b="b"/>
              <a:pathLst>
                <a:path w="1095375" h="736600">
                  <a:moveTo>
                    <a:pt x="846734" y="0"/>
                  </a:moveTo>
                  <a:lnTo>
                    <a:pt x="796994" y="3885"/>
                  </a:lnTo>
                  <a:lnTo>
                    <a:pt x="752198" y="15536"/>
                  </a:lnTo>
                  <a:lnTo>
                    <a:pt x="712343" y="34947"/>
                  </a:lnTo>
                  <a:lnTo>
                    <a:pt x="677430" y="62112"/>
                  </a:lnTo>
                  <a:lnTo>
                    <a:pt x="647456" y="97023"/>
                  </a:lnTo>
                  <a:lnTo>
                    <a:pt x="626449" y="131820"/>
                  </a:lnTo>
                  <a:lnTo>
                    <a:pt x="609270" y="171510"/>
                  </a:lnTo>
                  <a:lnTo>
                    <a:pt x="595914" y="216092"/>
                  </a:lnTo>
                  <a:lnTo>
                    <a:pt x="586378" y="265569"/>
                  </a:lnTo>
                  <a:lnTo>
                    <a:pt x="580659" y="319938"/>
                  </a:lnTo>
                  <a:lnTo>
                    <a:pt x="578754" y="379201"/>
                  </a:lnTo>
                  <a:lnTo>
                    <a:pt x="580854" y="441137"/>
                  </a:lnTo>
                  <a:lnTo>
                    <a:pt x="587154" y="497174"/>
                  </a:lnTo>
                  <a:lnTo>
                    <a:pt x="597655" y="547312"/>
                  </a:lnTo>
                  <a:lnTo>
                    <a:pt x="612355" y="591552"/>
                  </a:lnTo>
                  <a:lnTo>
                    <a:pt x="631256" y="629893"/>
                  </a:lnTo>
                  <a:lnTo>
                    <a:pt x="654357" y="662335"/>
                  </a:lnTo>
                  <a:lnTo>
                    <a:pt x="713160" y="709524"/>
                  </a:lnTo>
                  <a:lnTo>
                    <a:pt x="748862" y="724270"/>
                  </a:lnTo>
                  <a:lnTo>
                    <a:pt x="788763" y="733118"/>
                  </a:lnTo>
                  <a:lnTo>
                    <a:pt x="832866" y="736067"/>
                  </a:lnTo>
                  <a:lnTo>
                    <a:pt x="881120" y="732215"/>
                  </a:lnTo>
                  <a:lnTo>
                    <a:pt x="924679" y="720660"/>
                  </a:lnTo>
                  <a:lnTo>
                    <a:pt x="963541" y="701400"/>
                  </a:lnTo>
                  <a:lnTo>
                    <a:pt x="997706" y="674436"/>
                  </a:lnTo>
                  <a:lnTo>
                    <a:pt x="1027176" y="639769"/>
                  </a:lnTo>
                  <a:lnTo>
                    <a:pt x="1041516" y="615945"/>
                  </a:lnTo>
                  <a:lnTo>
                    <a:pt x="837834" y="615945"/>
                  </a:lnTo>
                  <a:lnTo>
                    <a:pt x="807345" y="609259"/>
                  </a:lnTo>
                  <a:lnTo>
                    <a:pt x="763032" y="555768"/>
                  </a:lnTo>
                  <a:lnTo>
                    <a:pt x="749196" y="508964"/>
                  </a:lnTo>
                  <a:lnTo>
                    <a:pt x="740898" y="448786"/>
                  </a:lnTo>
                  <a:lnTo>
                    <a:pt x="738134" y="375236"/>
                  </a:lnTo>
                  <a:lnTo>
                    <a:pt x="740961" y="297129"/>
                  </a:lnTo>
                  <a:lnTo>
                    <a:pt x="749441" y="233223"/>
                  </a:lnTo>
                  <a:lnTo>
                    <a:pt x="763573" y="183517"/>
                  </a:lnTo>
                  <a:lnTo>
                    <a:pt x="783357" y="148013"/>
                  </a:lnTo>
                  <a:lnTo>
                    <a:pt x="839876" y="119609"/>
                  </a:lnTo>
                  <a:lnTo>
                    <a:pt x="1049214" y="119609"/>
                  </a:lnTo>
                  <a:lnTo>
                    <a:pt x="1043690" y="107950"/>
                  </a:lnTo>
                  <a:lnTo>
                    <a:pt x="1021119" y="74965"/>
                  </a:lnTo>
                  <a:lnTo>
                    <a:pt x="963669" y="26987"/>
                  </a:lnTo>
                  <a:lnTo>
                    <a:pt x="889813" y="2998"/>
                  </a:lnTo>
                  <a:lnTo>
                    <a:pt x="846734" y="0"/>
                  </a:lnTo>
                  <a:close/>
                </a:path>
                <a:path w="1095375" h="736600">
                  <a:moveTo>
                    <a:pt x="1049214" y="119609"/>
                  </a:moveTo>
                  <a:lnTo>
                    <a:pt x="839876" y="119609"/>
                  </a:lnTo>
                  <a:lnTo>
                    <a:pt x="868977" y="126503"/>
                  </a:lnTo>
                  <a:lnTo>
                    <a:pt x="892788" y="147184"/>
                  </a:lnTo>
                  <a:lnTo>
                    <a:pt x="911310" y="181653"/>
                  </a:lnTo>
                  <a:lnTo>
                    <a:pt x="924540" y="229909"/>
                  </a:lnTo>
                  <a:lnTo>
                    <a:pt x="932479" y="291953"/>
                  </a:lnTo>
                  <a:lnTo>
                    <a:pt x="935126" y="367783"/>
                  </a:lnTo>
                  <a:lnTo>
                    <a:pt x="932425" y="443613"/>
                  </a:lnTo>
                  <a:lnTo>
                    <a:pt x="924322" y="505654"/>
                  </a:lnTo>
                  <a:lnTo>
                    <a:pt x="910814" y="553908"/>
                  </a:lnTo>
                  <a:lnTo>
                    <a:pt x="891899" y="588373"/>
                  </a:lnTo>
                  <a:lnTo>
                    <a:pt x="837834" y="615945"/>
                  </a:lnTo>
                  <a:lnTo>
                    <a:pt x="1041516" y="615945"/>
                  </a:lnTo>
                  <a:lnTo>
                    <a:pt x="1064861" y="566209"/>
                  </a:lnTo>
                  <a:lnTo>
                    <a:pt x="1078047" y="522397"/>
                  </a:lnTo>
                  <a:lnTo>
                    <a:pt x="1087463" y="473897"/>
                  </a:lnTo>
                  <a:lnTo>
                    <a:pt x="1093111" y="420708"/>
                  </a:lnTo>
                  <a:lnTo>
                    <a:pt x="1094994" y="362830"/>
                  </a:lnTo>
                  <a:lnTo>
                    <a:pt x="1092941" y="299860"/>
                  </a:lnTo>
                  <a:lnTo>
                    <a:pt x="1086784" y="242887"/>
                  </a:lnTo>
                  <a:lnTo>
                    <a:pt x="1076523" y="191910"/>
                  </a:lnTo>
                  <a:lnTo>
                    <a:pt x="1062158" y="146931"/>
                  </a:lnTo>
                  <a:lnTo>
                    <a:pt x="1049214" y="119609"/>
                  </a:lnTo>
                  <a:close/>
                </a:path>
                <a:path w="1095375" h="736600">
                  <a:moveTo>
                    <a:pt x="461248" y="125074"/>
                  </a:moveTo>
                  <a:lnTo>
                    <a:pt x="209946" y="125074"/>
                  </a:lnTo>
                  <a:lnTo>
                    <a:pt x="234799" y="126532"/>
                  </a:lnTo>
                  <a:lnTo>
                    <a:pt x="256230" y="130905"/>
                  </a:lnTo>
                  <a:lnTo>
                    <a:pt x="300137" y="161463"/>
                  </a:lnTo>
                  <a:lnTo>
                    <a:pt x="314706" y="217395"/>
                  </a:lnTo>
                  <a:lnTo>
                    <a:pt x="314208" y="228888"/>
                  </a:lnTo>
                  <a:lnTo>
                    <a:pt x="302217" y="271589"/>
                  </a:lnTo>
                  <a:lnTo>
                    <a:pt x="274155" y="312083"/>
                  </a:lnTo>
                  <a:lnTo>
                    <a:pt x="242956" y="342470"/>
                  </a:lnTo>
                  <a:lnTo>
                    <a:pt x="203190" y="374156"/>
                  </a:lnTo>
                  <a:lnTo>
                    <a:pt x="173023" y="396156"/>
                  </a:lnTo>
                  <a:lnTo>
                    <a:pt x="157539" y="407805"/>
                  </a:lnTo>
                  <a:lnTo>
                    <a:pt x="125364" y="433053"/>
                  </a:lnTo>
                  <a:lnTo>
                    <a:pt x="93607" y="461594"/>
                  </a:lnTo>
                  <a:lnTo>
                    <a:pt x="64526" y="494108"/>
                  </a:lnTo>
                  <a:lnTo>
                    <a:pt x="39086" y="530835"/>
                  </a:lnTo>
                  <a:lnTo>
                    <a:pt x="18288" y="572036"/>
                  </a:lnTo>
                  <a:lnTo>
                    <a:pt x="4572" y="618252"/>
                  </a:lnTo>
                  <a:lnTo>
                    <a:pt x="0" y="670047"/>
                  </a:lnTo>
                  <a:lnTo>
                    <a:pt x="0" y="723662"/>
                  </a:lnTo>
                  <a:lnTo>
                    <a:pt x="473476" y="723662"/>
                  </a:lnTo>
                  <a:lnTo>
                    <a:pt x="473476" y="593622"/>
                  </a:lnTo>
                  <a:lnTo>
                    <a:pt x="171724" y="593622"/>
                  </a:lnTo>
                  <a:lnTo>
                    <a:pt x="172342" y="586576"/>
                  </a:lnTo>
                  <a:lnTo>
                    <a:pt x="193300" y="548761"/>
                  </a:lnTo>
                  <a:lnTo>
                    <a:pt x="226634" y="516559"/>
                  </a:lnTo>
                  <a:lnTo>
                    <a:pt x="258548" y="491733"/>
                  </a:lnTo>
                  <a:lnTo>
                    <a:pt x="310831" y="454288"/>
                  </a:lnTo>
                  <a:lnTo>
                    <a:pt x="327972" y="441803"/>
                  </a:lnTo>
                  <a:lnTo>
                    <a:pt x="361340" y="416183"/>
                  </a:lnTo>
                  <a:lnTo>
                    <a:pt x="392174" y="388813"/>
                  </a:lnTo>
                  <a:lnTo>
                    <a:pt x="419100" y="358853"/>
                  </a:lnTo>
                  <a:lnTo>
                    <a:pt x="441712" y="325847"/>
                  </a:lnTo>
                  <a:lnTo>
                    <a:pt x="459364" y="289358"/>
                  </a:lnTo>
                  <a:lnTo>
                    <a:pt x="470683" y="248407"/>
                  </a:lnTo>
                  <a:lnTo>
                    <a:pt x="474482" y="202000"/>
                  </a:lnTo>
                  <a:lnTo>
                    <a:pt x="473505" y="179469"/>
                  </a:lnTo>
                  <a:lnTo>
                    <a:pt x="470576" y="158021"/>
                  </a:lnTo>
                  <a:lnTo>
                    <a:pt x="465699" y="137655"/>
                  </a:lnTo>
                  <a:lnTo>
                    <a:pt x="461248" y="125074"/>
                  </a:lnTo>
                  <a:close/>
                </a:path>
                <a:path w="1095375" h="736600">
                  <a:moveTo>
                    <a:pt x="243718" y="0"/>
                  </a:moveTo>
                  <a:lnTo>
                    <a:pt x="186852" y="3759"/>
                  </a:lnTo>
                  <a:lnTo>
                    <a:pt x="132999" y="15030"/>
                  </a:lnTo>
                  <a:lnTo>
                    <a:pt x="82117" y="33799"/>
                  </a:lnTo>
                  <a:lnTo>
                    <a:pt x="34168" y="60054"/>
                  </a:lnTo>
                  <a:lnTo>
                    <a:pt x="34168" y="198037"/>
                  </a:lnTo>
                  <a:lnTo>
                    <a:pt x="76661" y="166113"/>
                  </a:lnTo>
                  <a:lnTo>
                    <a:pt x="120114" y="143312"/>
                  </a:lnTo>
                  <a:lnTo>
                    <a:pt x="164538" y="129633"/>
                  </a:lnTo>
                  <a:lnTo>
                    <a:pt x="209946" y="125074"/>
                  </a:lnTo>
                  <a:lnTo>
                    <a:pt x="461248" y="125074"/>
                  </a:lnTo>
                  <a:lnTo>
                    <a:pt x="458876" y="118372"/>
                  </a:lnTo>
                  <a:lnTo>
                    <a:pt x="439704" y="83696"/>
                  </a:lnTo>
                  <a:lnTo>
                    <a:pt x="413400" y="54601"/>
                  </a:lnTo>
                  <a:lnTo>
                    <a:pt x="380363" y="31353"/>
                  </a:lnTo>
                  <a:lnTo>
                    <a:pt x="340766" y="14097"/>
                  </a:lnTo>
                  <a:lnTo>
                    <a:pt x="295008" y="3525"/>
                  </a:lnTo>
                  <a:lnTo>
                    <a:pt x="270069" y="881"/>
                  </a:lnTo>
                  <a:lnTo>
                    <a:pt x="243718" y="0"/>
                  </a:lnTo>
                  <a:close/>
                </a:path>
              </a:pathLst>
            </a:custGeom>
            <a:solidFill>
              <a:srgbClr val="FFFF00"/>
            </a:solidFill>
          </p:spPr>
          <p:txBody>
            <a:bodyPr wrap="square" lIns="0" tIns="0" rIns="0" bIns="0" rtlCol="0"/>
            <a:lstStyle/>
            <a:p>
              <a:endParaRPr/>
            </a:p>
          </p:txBody>
        </p:sp>
        <p:sp>
          <p:nvSpPr>
            <p:cNvPr id="190" name="object 190"/>
            <p:cNvSpPr/>
            <p:nvPr/>
          </p:nvSpPr>
          <p:spPr>
            <a:xfrm>
              <a:off x="7307061" y="5539359"/>
              <a:ext cx="1095375" cy="736600"/>
            </a:xfrm>
            <a:custGeom>
              <a:avLst/>
              <a:gdLst/>
              <a:ahLst/>
              <a:cxnLst/>
              <a:rect l="l" t="t" r="r" b="b"/>
              <a:pathLst>
                <a:path w="1095375" h="736600">
                  <a:moveTo>
                    <a:pt x="839876" y="119609"/>
                  </a:moveTo>
                  <a:lnTo>
                    <a:pt x="783357" y="148013"/>
                  </a:lnTo>
                  <a:lnTo>
                    <a:pt x="763573" y="183517"/>
                  </a:lnTo>
                  <a:lnTo>
                    <a:pt x="749441" y="233223"/>
                  </a:lnTo>
                  <a:lnTo>
                    <a:pt x="740961" y="297129"/>
                  </a:lnTo>
                  <a:lnTo>
                    <a:pt x="738134" y="375236"/>
                  </a:lnTo>
                  <a:lnTo>
                    <a:pt x="740898" y="448786"/>
                  </a:lnTo>
                  <a:lnTo>
                    <a:pt x="749196" y="508964"/>
                  </a:lnTo>
                  <a:lnTo>
                    <a:pt x="763032" y="555768"/>
                  </a:lnTo>
                  <a:lnTo>
                    <a:pt x="782413" y="589200"/>
                  </a:lnTo>
                  <a:lnTo>
                    <a:pt x="837834" y="615945"/>
                  </a:lnTo>
                  <a:lnTo>
                    <a:pt x="867572" y="609053"/>
                  </a:lnTo>
                  <a:lnTo>
                    <a:pt x="910814" y="553908"/>
                  </a:lnTo>
                  <a:lnTo>
                    <a:pt x="924322" y="505654"/>
                  </a:lnTo>
                  <a:lnTo>
                    <a:pt x="932425" y="443613"/>
                  </a:lnTo>
                  <a:lnTo>
                    <a:pt x="935126" y="367783"/>
                  </a:lnTo>
                  <a:lnTo>
                    <a:pt x="932479" y="291953"/>
                  </a:lnTo>
                  <a:lnTo>
                    <a:pt x="924540" y="229909"/>
                  </a:lnTo>
                  <a:lnTo>
                    <a:pt x="911310" y="181653"/>
                  </a:lnTo>
                  <a:lnTo>
                    <a:pt x="892788" y="147184"/>
                  </a:lnTo>
                  <a:lnTo>
                    <a:pt x="839876" y="119609"/>
                  </a:lnTo>
                  <a:close/>
                </a:path>
                <a:path w="1095375" h="736600">
                  <a:moveTo>
                    <a:pt x="846734" y="0"/>
                  </a:moveTo>
                  <a:lnTo>
                    <a:pt x="889813" y="2998"/>
                  </a:lnTo>
                  <a:lnTo>
                    <a:pt x="928792" y="11994"/>
                  </a:lnTo>
                  <a:lnTo>
                    <a:pt x="994445" y="47977"/>
                  </a:lnTo>
                  <a:lnTo>
                    <a:pt x="1043690" y="107950"/>
                  </a:lnTo>
                  <a:lnTo>
                    <a:pt x="1062158" y="146931"/>
                  </a:lnTo>
                  <a:lnTo>
                    <a:pt x="1076523" y="191910"/>
                  </a:lnTo>
                  <a:lnTo>
                    <a:pt x="1086784" y="242887"/>
                  </a:lnTo>
                  <a:lnTo>
                    <a:pt x="1092941" y="299860"/>
                  </a:lnTo>
                  <a:lnTo>
                    <a:pt x="1094993" y="362830"/>
                  </a:lnTo>
                  <a:lnTo>
                    <a:pt x="1093111" y="420708"/>
                  </a:lnTo>
                  <a:lnTo>
                    <a:pt x="1087463" y="473897"/>
                  </a:lnTo>
                  <a:lnTo>
                    <a:pt x="1078047" y="522397"/>
                  </a:lnTo>
                  <a:lnTo>
                    <a:pt x="1064861" y="566209"/>
                  </a:lnTo>
                  <a:lnTo>
                    <a:pt x="1047905" y="605332"/>
                  </a:lnTo>
                  <a:lnTo>
                    <a:pt x="1027175" y="639769"/>
                  </a:lnTo>
                  <a:lnTo>
                    <a:pt x="997706" y="674436"/>
                  </a:lnTo>
                  <a:lnTo>
                    <a:pt x="963541" y="701400"/>
                  </a:lnTo>
                  <a:lnTo>
                    <a:pt x="924679" y="720660"/>
                  </a:lnTo>
                  <a:lnTo>
                    <a:pt x="881120" y="732215"/>
                  </a:lnTo>
                  <a:lnTo>
                    <a:pt x="832865" y="736067"/>
                  </a:lnTo>
                  <a:lnTo>
                    <a:pt x="788763" y="733118"/>
                  </a:lnTo>
                  <a:lnTo>
                    <a:pt x="748862" y="724270"/>
                  </a:lnTo>
                  <a:lnTo>
                    <a:pt x="713160" y="709524"/>
                  </a:lnTo>
                  <a:lnTo>
                    <a:pt x="654357" y="662335"/>
                  </a:lnTo>
                  <a:lnTo>
                    <a:pt x="631256" y="629893"/>
                  </a:lnTo>
                  <a:lnTo>
                    <a:pt x="612355" y="591552"/>
                  </a:lnTo>
                  <a:lnTo>
                    <a:pt x="597655" y="547312"/>
                  </a:lnTo>
                  <a:lnTo>
                    <a:pt x="587154" y="497174"/>
                  </a:lnTo>
                  <a:lnTo>
                    <a:pt x="580854" y="441137"/>
                  </a:lnTo>
                  <a:lnTo>
                    <a:pt x="578754" y="379201"/>
                  </a:lnTo>
                  <a:lnTo>
                    <a:pt x="580659" y="319938"/>
                  </a:lnTo>
                  <a:lnTo>
                    <a:pt x="586378" y="265569"/>
                  </a:lnTo>
                  <a:lnTo>
                    <a:pt x="595914" y="216092"/>
                  </a:lnTo>
                  <a:lnTo>
                    <a:pt x="609270" y="171510"/>
                  </a:lnTo>
                  <a:lnTo>
                    <a:pt x="626449" y="131820"/>
                  </a:lnTo>
                  <a:lnTo>
                    <a:pt x="647456" y="97023"/>
                  </a:lnTo>
                  <a:lnTo>
                    <a:pt x="677430" y="62112"/>
                  </a:lnTo>
                  <a:lnTo>
                    <a:pt x="712343" y="34947"/>
                  </a:lnTo>
                  <a:lnTo>
                    <a:pt x="752198" y="15536"/>
                  </a:lnTo>
                  <a:lnTo>
                    <a:pt x="796994" y="3885"/>
                  </a:lnTo>
                  <a:lnTo>
                    <a:pt x="846734" y="0"/>
                  </a:lnTo>
                  <a:close/>
                </a:path>
                <a:path w="1095375" h="736600">
                  <a:moveTo>
                    <a:pt x="243718" y="0"/>
                  </a:moveTo>
                  <a:lnTo>
                    <a:pt x="295008" y="3525"/>
                  </a:lnTo>
                  <a:lnTo>
                    <a:pt x="340766" y="14096"/>
                  </a:lnTo>
                  <a:lnTo>
                    <a:pt x="380363" y="31353"/>
                  </a:lnTo>
                  <a:lnTo>
                    <a:pt x="413400" y="54601"/>
                  </a:lnTo>
                  <a:lnTo>
                    <a:pt x="439704" y="83696"/>
                  </a:lnTo>
                  <a:lnTo>
                    <a:pt x="458876" y="118372"/>
                  </a:lnTo>
                  <a:lnTo>
                    <a:pt x="470576" y="158021"/>
                  </a:lnTo>
                  <a:lnTo>
                    <a:pt x="474482" y="202000"/>
                  </a:lnTo>
                  <a:lnTo>
                    <a:pt x="473530" y="225885"/>
                  </a:lnTo>
                  <a:lnTo>
                    <a:pt x="465956" y="269565"/>
                  </a:lnTo>
                  <a:lnTo>
                    <a:pt x="451148" y="308039"/>
                  </a:lnTo>
                  <a:lnTo>
                    <a:pt x="431036" y="342785"/>
                  </a:lnTo>
                  <a:lnTo>
                    <a:pt x="406135" y="374156"/>
                  </a:lnTo>
                  <a:lnTo>
                    <a:pt x="377236" y="402822"/>
                  </a:lnTo>
                  <a:lnTo>
                    <a:pt x="344804" y="429101"/>
                  </a:lnTo>
                  <a:lnTo>
                    <a:pt x="310831" y="454288"/>
                  </a:lnTo>
                  <a:lnTo>
                    <a:pt x="293369" y="466557"/>
                  </a:lnTo>
                  <a:lnTo>
                    <a:pt x="281507" y="474981"/>
                  </a:lnTo>
                  <a:lnTo>
                    <a:pt x="247406" y="500060"/>
                  </a:lnTo>
                  <a:lnTo>
                    <a:pt x="217213" y="524716"/>
                  </a:lnTo>
                  <a:lnTo>
                    <a:pt x="187020" y="556594"/>
                  </a:lnTo>
                  <a:lnTo>
                    <a:pt x="171724" y="593622"/>
                  </a:lnTo>
                  <a:lnTo>
                    <a:pt x="473476" y="593622"/>
                  </a:lnTo>
                  <a:lnTo>
                    <a:pt x="473476" y="723662"/>
                  </a:lnTo>
                  <a:lnTo>
                    <a:pt x="0" y="723662"/>
                  </a:lnTo>
                  <a:lnTo>
                    <a:pt x="0" y="670047"/>
                  </a:lnTo>
                  <a:lnTo>
                    <a:pt x="4571" y="618252"/>
                  </a:lnTo>
                  <a:lnTo>
                    <a:pt x="18287" y="572036"/>
                  </a:lnTo>
                  <a:lnTo>
                    <a:pt x="39086" y="530835"/>
                  </a:lnTo>
                  <a:lnTo>
                    <a:pt x="64526" y="494108"/>
                  </a:lnTo>
                  <a:lnTo>
                    <a:pt x="93607" y="461594"/>
                  </a:lnTo>
                  <a:lnTo>
                    <a:pt x="125364" y="433053"/>
                  </a:lnTo>
                  <a:lnTo>
                    <a:pt x="157539" y="407805"/>
                  </a:lnTo>
                  <a:lnTo>
                    <a:pt x="203248" y="374114"/>
                  </a:lnTo>
                  <a:lnTo>
                    <a:pt x="217444" y="363320"/>
                  </a:lnTo>
                  <a:lnTo>
                    <a:pt x="254297" y="332313"/>
                  </a:lnTo>
                  <a:lnTo>
                    <a:pt x="282701" y="302014"/>
                  </a:lnTo>
                  <a:lnTo>
                    <a:pt x="306720" y="261317"/>
                  </a:lnTo>
                  <a:lnTo>
                    <a:pt x="314705" y="217395"/>
                  </a:lnTo>
                  <a:lnTo>
                    <a:pt x="313088" y="195959"/>
                  </a:lnTo>
                  <a:lnTo>
                    <a:pt x="288797" y="148397"/>
                  </a:lnTo>
                  <a:lnTo>
                    <a:pt x="234799" y="126532"/>
                  </a:lnTo>
                  <a:lnTo>
                    <a:pt x="209946" y="125074"/>
                  </a:lnTo>
                  <a:lnTo>
                    <a:pt x="164538" y="129633"/>
                  </a:lnTo>
                  <a:lnTo>
                    <a:pt x="120114" y="143312"/>
                  </a:lnTo>
                  <a:lnTo>
                    <a:pt x="76661" y="166113"/>
                  </a:lnTo>
                  <a:lnTo>
                    <a:pt x="34168" y="198037"/>
                  </a:lnTo>
                  <a:lnTo>
                    <a:pt x="34168" y="60054"/>
                  </a:lnTo>
                  <a:lnTo>
                    <a:pt x="82117" y="33799"/>
                  </a:lnTo>
                  <a:lnTo>
                    <a:pt x="132999" y="15030"/>
                  </a:lnTo>
                  <a:lnTo>
                    <a:pt x="186852" y="3759"/>
                  </a:lnTo>
                  <a:lnTo>
                    <a:pt x="243718" y="0"/>
                  </a:lnTo>
                  <a:close/>
                </a:path>
              </a:pathLst>
            </a:custGeom>
            <a:ln w="12191">
              <a:solidFill>
                <a:srgbClr val="000000"/>
              </a:solidFill>
            </a:ln>
          </p:spPr>
          <p:txBody>
            <a:bodyPr wrap="square" lIns="0" tIns="0" rIns="0" bIns="0" rtlCol="0"/>
            <a:lstStyle/>
            <a:p>
              <a:endParaRPr/>
            </a:p>
          </p:txBody>
        </p:sp>
        <p:sp>
          <p:nvSpPr>
            <p:cNvPr id="191" name="object 191"/>
            <p:cNvSpPr/>
            <p:nvPr/>
          </p:nvSpPr>
          <p:spPr>
            <a:xfrm>
              <a:off x="6748272" y="5234940"/>
              <a:ext cx="2218944" cy="1345692"/>
            </a:xfrm>
            <a:prstGeom prst="rect">
              <a:avLst/>
            </a:prstGeom>
            <a:blipFill>
              <a:blip r:embed="rId78" cstate="print"/>
              <a:stretch>
                <a:fillRect/>
              </a:stretch>
            </a:blipFill>
          </p:spPr>
          <p:txBody>
            <a:bodyPr wrap="square" lIns="0" tIns="0" rIns="0" bIns="0" rtlCol="0"/>
            <a:lstStyle/>
            <a:p>
              <a:endParaRPr/>
            </a:p>
          </p:txBody>
        </p:sp>
        <p:sp>
          <p:nvSpPr>
            <p:cNvPr id="192" name="object 192"/>
            <p:cNvSpPr/>
            <p:nvPr/>
          </p:nvSpPr>
          <p:spPr>
            <a:xfrm>
              <a:off x="6594348" y="4917946"/>
              <a:ext cx="2549651" cy="1940052"/>
            </a:xfrm>
            <a:prstGeom prst="rect">
              <a:avLst/>
            </a:prstGeom>
            <a:blipFill>
              <a:blip r:embed="rId79" cstate="print"/>
              <a:stretch>
                <a:fillRect/>
              </a:stretch>
            </a:blipFill>
          </p:spPr>
          <p:txBody>
            <a:bodyPr wrap="square" lIns="0" tIns="0" rIns="0" bIns="0" rtlCol="0"/>
            <a:lstStyle/>
            <a:p>
              <a:endParaRPr/>
            </a:p>
          </p:txBody>
        </p:sp>
        <p:sp>
          <p:nvSpPr>
            <p:cNvPr id="193" name="object 193"/>
            <p:cNvSpPr/>
            <p:nvPr/>
          </p:nvSpPr>
          <p:spPr>
            <a:xfrm>
              <a:off x="6829440" y="5295900"/>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12"/>
                  </a:lnTo>
                  <a:lnTo>
                    <a:pt x="4724" y="998374"/>
                  </a:lnTo>
                  <a:lnTo>
                    <a:pt x="18275" y="1042020"/>
                  </a:lnTo>
                  <a:lnTo>
                    <a:pt x="39715" y="1081517"/>
                  </a:lnTo>
                  <a:lnTo>
                    <a:pt x="68111" y="1115928"/>
                  </a:lnTo>
                  <a:lnTo>
                    <a:pt x="102526" y="1144320"/>
                  </a:lnTo>
                  <a:lnTo>
                    <a:pt x="142024" y="1165757"/>
                  </a:lnTo>
                  <a:lnTo>
                    <a:pt x="185671" y="1179305"/>
                  </a:lnTo>
                  <a:lnTo>
                    <a:pt x="232531" y="1184029"/>
                  </a:lnTo>
                  <a:lnTo>
                    <a:pt x="1824837" y="1184029"/>
                  </a:lnTo>
                  <a:lnTo>
                    <a:pt x="1871698" y="1179305"/>
                  </a:lnTo>
                  <a:lnTo>
                    <a:pt x="1915349" y="1165757"/>
                  </a:lnTo>
                  <a:lnTo>
                    <a:pt x="1954852" y="1144320"/>
                  </a:lnTo>
                  <a:lnTo>
                    <a:pt x="1989273" y="1115928"/>
                  </a:lnTo>
                  <a:lnTo>
                    <a:pt x="2017674" y="1081517"/>
                  </a:lnTo>
                  <a:lnTo>
                    <a:pt x="2039120" y="1042020"/>
                  </a:lnTo>
                  <a:lnTo>
                    <a:pt x="2052673" y="998374"/>
                  </a:lnTo>
                  <a:lnTo>
                    <a:pt x="2057399" y="951512"/>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94" name="object 194"/>
            <p:cNvSpPr/>
            <p:nvPr/>
          </p:nvSpPr>
          <p:spPr>
            <a:xfrm>
              <a:off x="6829440" y="5295900"/>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12"/>
                  </a:lnTo>
                  <a:lnTo>
                    <a:pt x="2052673" y="998374"/>
                  </a:lnTo>
                  <a:lnTo>
                    <a:pt x="2039120" y="1042020"/>
                  </a:lnTo>
                  <a:lnTo>
                    <a:pt x="2017674" y="1081517"/>
                  </a:lnTo>
                  <a:lnTo>
                    <a:pt x="1989273" y="1115928"/>
                  </a:lnTo>
                  <a:lnTo>
                    <a:pt x="1954852" y="1144320"/>
                  </a:lnTo>
                  <a:lnTo>
                    <a:pt x="1915349" y="1165757"/>
                  </a:lnTo>
                  <a:lnTo>
                    <a:pt x="1871698" y="1179305"/>
                  </a:lnTo>
                  <a:lnTo>
                    <a:pt x="1824837" y="1184029"/>
                  </a:lnTo>
                  <a:lnTo>
                    <a:pt x="232531" y="1184029"/>
                  </a:lnTo>
                  <a:lnTo>
                    <a:pt x="185671" y="1179305"/>
                  </a:lnTo>
                  <a:lnTo>
                    <a:pt x="142024" y="1165757"/>
                  </a:lnTo>
                  <a:lnTo>
                    <a:pt x="102526" y="1144320"/>
                  </a:lnTo>
                  <a:lnTo>
                    <a:pt x="68111" y="1115928"/>
                  </a:lnTo>
                  <a:lnTo>
                    <a:pt x="39715" y="1081517"/>
                  </a:lnTo>
                  <a:lnTo>
                    <a:pt x="18275" y="1042020"/>
                  </a:lnTo>
                  <a:lnTo>
                    <a:pt x="4724" y="998374"/>
                  </a:lnTo>
                  <a:lnTo>
                    <a:pt x="0" y="951512"/>
                  </a:lnTo>
                  <a:lnTo>
                    <a:pt x="0" y="232541"/>
                  </a:lnTo>
                  <a:close/>
                </a:path>
              </a:pathLst>
            </a:custGeom>
            <a:ln w="76199">
              <a:solidFill>
                <a:srgbClr val="00AF50"/>
              </a:solidFill>
            </a:ln>
          </p:spPr>
          <p:txBody>
            <a:bodyPr wrap="square" lIns="0" tIns="0" rIns="0" bIns="0" rtlCol="0"/>
            <a:lstStyle/>
            <a:p>
              <a:endParaRPr/>
            </a:p>
          </p:txBody>
        </p:sp>
        <p:sp>
          <p:nvSpPr>
            <p:cNvPr id="195" name="object 195"/>
            <p:cNvSpPr/>
            <p:nvPr/>
          </p:nvSpPr>
          <p:spPr>
            <a:xfrm>
              <a:off x="6635496" y="4937760"/>
              <a:ext cx="2481072" cy="1920239"/>
            </a:xfrm>
            <a:prstGeom prst="rect">
              <a:avLst/>
            </a:prstGeom>
            <a:blipFill>
              <a:blip r:embed="rId80" cstate="print"/>
              <a:stretch>
                <a:fillRect/>
              </a:stretch>
            </a:blipFill>
          </p:spPr>
          <p:txBody>
            <a:bodyPr wrap="square" lIns="0" tIns="0" rIns="0" bIns="0" rtlCol="0"/>
            <a:lstStyle/>
            <a:p>
              <a:endParaRPr/>
            </a:p>
          </p:txBody>
        </p:sp>
        <p:sp>
          <p:nvSpPr>
            <p:cNvPr id="196" name="object 196"/>
            <p:cNvSpPr/>
            <p:nvPr/>
          </p:nvSpPr>
          <p:spPr>
            <a:xfrm>
              <a:off x="7313432" y="5532120"/>
              <a:ext cx="957580" cy="727710"/>
            </a:xfrm>
            <a:custGeom>
              <a:avLst/>
              <a:gdLst/>
              <a:ahLst/>
              <a:cxnLst/>
              <a:rect l="l" t="t" r="r" b="b"/>
              <a:pathLst>
                <a:path w="957579" h="727710">
                  <a:moveTo>
                    <a:pt x="461350" y="129076"/>
                  </a:moveTo>
                  <a:lnTo>
                    <a:pt x="210037" y="129076"/>
                  </a:lnTo>
                  <a:lnTo>
                    <a:pt x="234836" y="130532"/>
                  </a:lnTo>
                  <a:lnTo>
                    <a:pt x="256245" y="134901"/>
                  </a:lnTo>
                  <a:lnTo>
                    <a:pt x="300175" y="165453"/>
                  </a:lnTo>
                  <a:lnTo>
                    <a:pt x="314706" y="221385"/>
                  </a:lnTo>
                  <a:lnTo>
                    <a:pt x="314205" y="232877"/>
                  </a:lnTo>
                  <a:lnTo>
                    <a:pt x="302311" y="275584"/>
                  </a:lnTo>
                  <a:lnTo>
                    <a:pt x="274151" y="316071"/>
                  </a:lnTo>
                  <a:lnTo>
                    <a:pt x="242956" y="346460"/>
                  </a:lnTo>
                  <a:lnTo>
                    <a:pt x="203294" y="378151"/>
                  </a:lnTo>
                  <a:lnTo>
                    <a:pt x="173069" y="400146"/>
                  </a:lnTo>
                  <a:lnTo>
                    <a:pt x="157539" y="411791"/>
                  </a:lnTo>
                  <a:lnTo>
                    <a:pt x="125333" y="437043"/>
                  </a:lnTo>
                  <a:lnTo>
                    <a:pt x="93634" y="465583"/>
                  </a:lnTo>
                  <a:lnTo>
                    <a:pt x="64495" y="498098"/>
                  </a:lnTo>
                  <a:lnTo>
                    <a:pt x="39121" y="534823"/>
                  </a:lnTo>
                  <a:lnTo>
                    <a:pt x="18409" y="576023"/>
                  </a:lnTo>
                  <a:lnTo>
                    <a:pt x="4632" y="622245"/>
                  </a:lnTo>
                  <a:lnTo>
                    <a:pt x="0" y="674049"/>
                  </a:lnTo>
                  <a:lnTo>
                    <a:pt x="0" y="727649"/>
                  </a:lnTo>
                  <a:lnTo>
                    <a:pt x="473567" y="727649"/>
                  </a:lnTo>
                  <a:lnTo>
                    <a:pt x="473567" y="597609"/>
                  </a:lnTo>
                  <a:lnTo>
                    <a:pt x="171815" y="597609"/>
                  </a:lnTo>
                  <a:lnTo>
                    <a:pt x="172437" y="590563"/>
                  </a:lnTo>
                  <a:lnTo>
                    <a:pt x="193368" y="552746"/>
                  </a:lnTo>
                  <a:lnTo>
                    <a:pt x="226683" y="520553"/>
                  </a:lnTo>
                  <a:lnTo>
                    <a:pt x="258668" y="495721"/>
                  </a:lnTo>
                  <a:lnTo>
                    <a:pt x="293370" y="470547"/>
                  </a:lnTo>
                  <a:lnTo>
                    <a:pt x="310845" y="458278"/>
                  </a:lnTo>
                  <a:lnTo>
                    <a:pt x="328018" y="445793"/>
                  </a:lnTo>
                  <a:lnTo>
                    <a:pt x="361431" y="420172"/>
                  </a:lnTo>
                  <a:lnTo>
                    <a:pt x="392235" y="392806"/>
                  </a:lnTo>
                  <a:lnTo>
                    <a:pt x="419221" y="362843"/>
                  </a:lnTo>
                  <a:lnTo>
                    <a:pt x="441761" y="329836"/>
                  </a:lnTo>
                  <a:lnTo>
                    <a:pt x="459364" y="293357"/>
                  </a:lnTo>
                  <a:lnTo>
                    <a:pt x="470790" y="252402"/>
                  </a:lnTo>
                  <a:lnTo>
                    <a:pt x="474604" y="205989"/>
                  </a:lnTo>
                  <a:lnTo>
                    <a:pt x="473626" y="183456"/>
                  </a:lnTo>
                  <a:lnTo>
                    <a:pt x="470695" y="162005"/>
                  </a:lnTo>
                  <a:lnTo>
                    <a:pt x="465808" y="141640"/>
                  </a:lnTo>
                  <a:lnTo>
                    <a:pt x="461350" y="129076"/>
                  </a:lnTo>
                  <a:close/>
                </a:path>
                <a:path w="957579" h="727710">
                  <a:moveTo>
                    <a:pt x="243718" y="3941"/>
                  </a:moveTo>
                  <a:lnTo>
                    <a:pt x="186901" y="7701"/>
                  </a:lnTo>
                  <a:lnTo>
                    <a:pt x="133049" y="18977"/>
                  </a:lnTo>
                  <a:lnTo>
                    <a:pt x="82173" y="37760"/>
                  </a:lnTo>
                  <a:lnTo>
                    <a:pt x="34290" y="64044"/>
                  </a:lnTo>
                  <a:lnTo>
                    <a:pt x="34290" y="202036"/>
                  </a:lnTo>
                  <a:lnTo>
                    <a:pt x="76713" y="170112"/>
                  </a:lnTo>
                  <a:lnTo>
                    <a:pt x="120163" y="147313"/>
                  </a:lnTo>
                  <a:lnTo>
                    <a:pt x="164613" y="133635"/>
                  </a:lnTo>
                  <a:lnTo>
                    <a:pt x="210037" y="129076"/>
                  </a:lnTo>
                  <a:lnTo>
                    <a:pt x="461350" y="129076"/>
                  </a:lnTo>
                  <a:lnTo>
                    <a:pt x="458967" y="122361"/>
                  </a:lnTo>
                  <a:lnTo>
                    <a:pt x="439704" y="87685"/>
                  </a:lnTo>
                  <a:lnTo>
                    <a:pt x="413491" y="58591"/>
                  </a:lnTo>
                  <a:lnTo>
                    <a:pt x="380451" y="35311"/>
                  </a:lnTo>
                  <a:lnTo>
                    <a:pt x="340735" y="18156"/>
                  </a:lnTo>
                  <a:lnTo>
                    <a:pt x="295027" y="7526"/>
                  </a:lnTo>
                  <a:lnTo>
                    <a:pt x="270068" y="4841"/>
                  </a:lnTo>
                  <a:lnTo>
                    <a:pt x="243718" y="3941"/>
                  </a:lnTo>
                  <a:close/>
                </a:path>
                <a:path w="957579" h="727710">
                  <a:moveTo>
                    <a:pt x="957072" y="176713"/>
                  </a:moveTo>
                  <a:lnTo>
                    <a:pt x="800740" y="176713"/>
                  </a:lnTo>
                  <a:lnTo>
                    <a:pt x="800740" y="727649"/>
                  </a:lnTo>
                  <a:lnTo>
                    <a:pt x="957072" y="727649"/>
                  </a:lnTo>
                  <a:lnTo>
                    <a:pt x="957072" y="176713"/>
                  </a:lnTo>
                  <a:close/>
                </a:path>
                <a:path w="957579" h="727710">
                  <a:moveTo>
                    <a:pt x="957072" y="0"/>
                  </a:moveTo>
                  <a:lnTo>
                    <a:pt x="862187" y="0"/>
                  </a:lnTo>
                  <a:lnTo>
                    <a:pt x="839713" y="16314"/>
                  </a:lnTo>
                  <a:lnTo>
                    <a:pt x="815915" y="31922"/>
                  </a:lnTo>
                  <a:lnTo>
                    <a:pt x="764407" y="61066"/>
                  </a:lnTo>
                  <a:lnTo>
                    <a:pt x="708591" y="86379"/>
                  </a:lnTo>
                  <a:lnTo>
                    <a:pt x="649345" y="106728"/>
                  </a:lnTo>
                  <a:lnTo>
                    <a:pt x="649345" y="238755"/>
                  </a:lnTo>
                  <a:lnTo>
                    <a:pt x="691499" y="230565"/>
                  </a:lnTo>
                  <a:lnTo>
                    <a:pt x="732647" y="216657"/>
                  </a:lnTo>
                  <a:lnTo>
                    <a:pt x="770107" y="198299"/>
                  </a:lnTo>
                  <a:lnTo>
                    <a:pt x="800740" y="176713"/>
                  </a:lnTo>
                  <a:lnTo>
                    <a:pt x="957072" y="176713"/>
                  </a:lnTo>
                  <a:lnTo>
                    <a:pt x="957072" y="0"/>
                  </a:lnTo>
                  <a:close/>
                </a:path>
              </a:pathLst>
            </a:custGeom>
            <a:solidFill>
              <a:srgbClr val="FFFF00"/>
            </a:solidFill>
          </p:spPr>
          <p:txBody>
            <a:bodyPr wrap="square" lIns="0" tIns="0" rIns="0" bIns="0" rtlCol="0"/>
            <a:lstStyle/>
            <a:p>
              <a:endParaRPr/>
            </a:p>
          </p:txBody>
        </p:sp>
        <p:sp>
          <p:nvSpPr>
            <p:cNvPr id="197" name="object 197"/>
            <p:cNvSpPr/>
            <p:nvPr/>
          </p:nvSpPr>
          <p:spPr>
            <a:xfrm>
              <a:off x="7313432" y="5532120"/>
              <a:ext cx="957580" cy="727710"/>
            </a:xfrm>
            <a:custGeom>
              <a:avLst/>
              <a:gdLst/>
              <a:ahLst/>
              <a:cxnLst/>
              <a:rect l="l" t="t" r="r" b="b"/>
              <a:pathLst>
                <a:path w="957579" h="727710">
                  <a:moveTo>
                    <a:pt x="243718" y="3941"/>
                  </a:moveTo>
                  <a:lnTo>
                    <a:pt x="295027" y="7526"/>
                  </a:lnTo>
                  <a:lnTo>
                    <a:pt x="340735" y="18156"/>
                  </a:lnTo>
                  <a:lnTo>
                    <a:pt x="380451" y="35311"/>
                  </a:lnTo>
                  <a:lnTo>
                    <a:pt x="413491" y="58591"/>
                  </a:lnTo>
                  <a:lnTo>
                    <a:pt x="439704" y="87685"/>
                  </a:lnTo>
                  <a:lnTo>
                    <a:pt x="458967" y="122361"/>
                  </a:lnTo>
                  <a:lnTo>
                    <a:pt x="470695" y="162005"/>
                  </a:lnTo>
                  <a:lnTo>
                    <a:pt x="474604" y="205989"/>
                  </a:lnTo>
                  <a:lnTo>
                    <a:pt x="473650" y="229879"/>
                  </a:lnTo>
                  <a:lnTo>
                    <a:pt x="466027" y="273560"/>
                  </a:lnTo>
                  <a:lnTo>
                    <a:pt x="451188" y="312031"/>
                  </a:lnTo>
                  <a:lnTo>
                    <a:pt x="431100" y="346773"/>
                  </a:lnTo>
                  <a:lnTo>
                    <a:pt x="406193" y="378151"/>
                  </a:lnTo>
                  <a:lnTo>
                    <a:pt x="377323" y="406812"/>
                  </a:lnTo>
                  <a:lnTo>
                    <a:pt x="344882" y="433091"/>
                  </a:lnTo>
                  <a:lnTo>
                    <a:pt x="310845" y="458278"/>
                  </a:lnTo>
                  <a:lnTo>
                    <a:pt x="293369" y="470547"/>
                  </a:lnTo>
                  <a:lnTo>
                    <a:pt x="281578" y="478969"/>
                  </a:lnTo>
                  <a:lnTo>
                    <a:pt x="247528" y="504050"/>
                  </a:lnTo>
                  <a:lnTo>
                    <a:pt x="217254" y="528710"/>
                  </a:lnTo>
                  <a:lnTo>
                    <a:pt x="187112" y="560579"/>
                  </a:lnTo>
                  <a:lnTo>
                    <a:pt x="171815" y="597609"/>
                  </a:lnTo>
                  <a:lnTo>
                    <a:pt x="473567" y="597609"/>
                  </a:lnTo>
                  <a:lnTo>
                    <a:pt x="473567" y="727649"/>
                  </a:lnTo>
                  <a:lnTo>
                    <a:pt x="0" y="727649"/>
                  </a:lnTo>
                  <a:lnTo>
                    <a:pt x="0" y="674049"/>
                  </a:lnTo>
                  <a:lnTo>
                    <a:pt x="4632" y="622245"/>
                  </a:lnTo>
                  <a:lnTo>
                    <a:pt x="18409" y="576023"/>
                  </a:lnTo>
                  <a:lnTo>
                    <a:pt x="39121" y="534823"/>
                  </a:lnTo>
                  <a:lnTo>
                    <a:pt x="64495" y="498098"/>
                  </a:lnTo>
                  <a:lnTo>
                    <a:pt x="93634" y="465583"/>
                  </a:lnTo>
                  <a:lnTo>
                    <a:pt x="125333" y="437043"/>
                  </a:lnTo>
                  <a:lnTo>
                    <a:pt x="157539" y="411791"/>
                  </a:lnTo>
                  <a:lnTo>
                    <a:pt x="188213" y="389156"/>
                  </a:lnTo>
                  <a:lnTo>
                    <a:pt x="203351" y="378109"/>
                  </a:lnTo>
                  <a:lnTo>
                    <a:pt x="242956" y="346460"/>
                  </a:lnTo>
                  <a:lnTo>
                    <a:pt x="274151" y="316071"/>
                  </a:lnTo>
                  <a:lnTo>
                    <a:pt x="302311" y="275584"/>
                  </a:lnTo>
                  <a:lnTo>
                    <a:pt x="314205" y="232877"/>
                  </a:lnTo>
                  <a:lnTo>
                    <a:pt x="314705" y="221385"/>
                  </a:lnTo>
                  <a:lnTo>
                    <a:pt x="313085" y="199949"/>
                  </a:lnTo>
                  <a:lnTo>
                    <a:pt x="288919" y="152387"/>
                  </a:lnTo>
                  <a:lnTo>
                    <a:pt x="234836" y="130532"/>
                  </a:lnTo>
                  <a:lnTo>
                    <a:pt x="210037" y="129076"/>
                  </a:lnTo>
                  <a:lnTo>
                    <a:pt x="164613" y="133635"/>
                  </a:lnTo>
                  <a:lnTo>
                    <a:pt x="120163" y="147313"/>
                  </a:lnTo>
                  <a:lnTo>
                    <a:pt x="76713" y="170112"/>
                  </a:lnTo>
                  <a:lnTo>
                    <a:pt x="34289" y="202036"/>
                  </a:lnTo>
                  <a:lnTo>
                    <a:pt x="34289" y="64044"/>
                  </a:lnTo>
                  <a:lnTo>
                    <a:pt x="82173" y="37760"/>
                  </a:lnTo>
                  <a:lnTo>
                    <a:pt x="133049" y="18977"/>
                  </a:lnTo>
                  <a:lnTo>
                    <a:pt x="186901" y="7701"/>
                  </a:lnTo>
                  <a:lnTo>
                    <a:pt x="243718" y="3941"/>
                  </a:lnTo>
                  <a:close/>
                </a:path>
                <a:path w="957579" h="727710">
                  <a:moveTo>
                    <a:pt x="862187" y="0"/>
                  </a:moveTo>
                  <a:lnTo>
                    <a:pt x="957071" y="0"/>
                  </a:lnTo>
                  <a:lnTo>
                    <a:pt x="957071" y="727649"/>
                  </a:lnTo>
                  <a:lnTo>
                    <a:pt x="800740" y="727649"/>
                  </a:lnTo>
                  <a:lnTo>
                    <a:pt x="800740" y="176713"/>
                  </a:lnTo>
                  <a:lnTo>
                    <a:pt x="793964" y="182346"/>
                  </a:lnTo>
                  <a:lnTo>
                    <a:pt x="761189" y="203270"/>
                  </a:lnTo>
                  <a:lnTo>
                    <a:pt x="722652" y="220600"/>
                  </a:lnTo>
                  <a:lnTo>
                    <a:pt x="680866" y="233215"/>
                  </a:lnTo>
                  <a:lnTo>
                    <a:pt x="649345" y="238755"/>
                  </a:lnTo>
                  <a:lnTo>
                    <a:pt x="649345" y="106728"/>
                  </a:lnTo>
                  <a:lnTo>
                    <a:pt x="679394" y="97175"/>
                  </a:lnTo>
                  <a:lnTo>
                    <a:pt x="708591" y="86379"/>
                  </a:lnTo>
                  <a:lnTo>
                    <a:pt x="764407" y="61066"/>
                  </a:lnTo>
                  <a:lnTo>
                    <a:pt x="815915" y="31922"/>
                  </a:lnTo>
                  <a:lnTo>
                    <a:pt x="839713" y="16314"/>
                  </a:lnTo>
                  <a:lnTo>
                    <a:pt x="862187" y="0"/>
                  </a:lnTo>
                  <a:close/>
                </a:path>
              </a:pathLst>
            </a:custGeom>
            <a:ln w="12191">
              <a:solidFill>
                <a:srgbClr val="000000"/>
              </a:solidFill>
            </a:ln>
          </p:spPr>
          <p:txBody>
            <a:bodyPr wrap="square" lIns="0" tIns="0" rIns="0" bIns="0" rtlCol="0"/>
            <a:lstStyle/>
            <a:p>
              <a:endParaRPr/>
            </a:p>
          </p:txBody>
        </p:sp>
        <p:sp>
          <p:nvSpPr>
            <p:cNvPr id="198" name="object 198"/>
            <p:cNvSpPr/>
            <p:nvPr/>
          </p:nvSpPr>
          <p:spPr>
            <a:xfrm>
              <a:off x="6754368" y="5222748"/>
              <a:ext cx="2244852" cy="1351788"/>
            </a:xfrm>
            <a:prstGeom prst="rect">
              <a:avLst/>
            </a:prstGeom>
            <a:blipFill>
              <a:blip r:embed="rId81" cstate="print"/>
              <a:stretch>
                <a:fillRect/>
              </a:stretch>
            </a:blipFill>
          </p:spPr>
          <p:txBody>
            <a:bodyPr wrap="square" lIns="0" tIns="0" rIns="0" bIns="0" rtlCol="0"/>
            <a:lstStyle/>
            <a:p>
              <a:endParaRPr/>
            </a:p>
          </p:txBody>
        </p:sp>
        <p:sp>
          <p:nvSpPr>
            <p:cNvPr id="199" name="object 199"/>
            <p:cNvSpPr/>
            <p:nvPr/>
          </p:nvSpPr>
          <p:spPr>
            <a:xfrm>
              <a:off x="6614160" y="4907278"/>
              <a:ext cx="2529839" cy="1950720"/>
            </a:xfrm>
            <a:prstGeom prst="rect">
              <a:avLst/>
            </a:prstGeom>
            <a:blipFill>
              <a:blip r:embed="rId82" cstate="print"/>
              <a:stretch>
                <a:fillRect/>
              </a:stretch>
            </a:blipFill>
          </p:spPr>
          <p:txBody>
            <a:bodyPr wrap="square" lIns="0" tIns="0" rIns="0" bIns="0" rtlCol="0"/>
            <a:lstStyle/>
            <a:p>
              <a:endParaRPr/>
            </a:p>
          </p:txBody>
        </p:sp>
        <p:sp>
          <p:nvSpPr>
            <p:cNvPr id="200" name="object 200"/>
            <p:cNvSpPr/>
            <p:nvPr/>
          </p:nvSpPr>
          <p:spPr>
            <a:xfrm>
              <a:off x="6835261" y="5283196"/>
              <a:ext cx="2084070" cy="1191260"/>
            </a:xfrm>
            <a:custGeom>
              <a:avLst/>
              <a:gdLst/>
              <a:ahLst/>
              <a:cxnLst/>
              <a:rect l="l" t="t" r="r" b="b"/>
              <a:pathLst>
                <a:path w="2084070" h="1191260">
                  <a:moveTo>
                    <a:pt x="1849892" y="0"/>
                  </a:moveTo>
                  <a:lnTo>
                    <a:pt x="233933" y="0"/>
                  </a:lnTo>
                  <a:lnTo>
                    <a:pt x="186803" y="4749"/>
                  </a:lnTo>
                  <a:lnTo>
                    <a:pt x="142899" y="18370"/>
                  </a:lnTo>
                  <a:lnTo>
                    <a:pt x="103163" y="39924"/>
                  </a:lnTo>
                  <a:lnTo>
                    <a:pt x="68538" y="68472"/>
                  </a:lnTo>
                  <a:lnTo>
                    <a:pt x="39966" y="103075"/>
                  </a:lnTo>
                  <a:lnTo>
                    <a:pt x="18391" y="142792"/>
                  </a:lnTo>
                  <a:lnTo>
                    <a:pt x="4754" y="186685"/>
                  </a:lnTo>
                  <a:lnTo>
                    <a:pt x="0" y="233815"/>
                  </a:lnTo>
                  <a:lnTo>
                    <a:pt x="0" y="956989"/>
                  </a:lnTo>
                  <a:lnTo>
                    <a:pt x="4754" y="1004121"/>
                  </a:lnTo>
                  <a:lnTo>
                    <a:pt x="18391" y="1048021"/>
                  </a:lnTo>
                  <a:lnTo>
                    <a:pt x="39966" y="1087747"/>
                  </a:lnTo>
                  <a:lnTo>
                    <a:pt x="68538" y="1122360"/>
                  </a:lnTo>
                  <a:lnTo>
                    <a:pt x="103163" y="1150919"/>
                  </a:lnTo>
                  <a:lnTo>
                    <a:pt x="142899" y="1172483"/>
                  </a:lnTo>
                  <a:lnTo>
                    <a:pt x="186803" y="1186111"/>
                  </a:lnTo>
                  <a:lnTo>
                    <a:pt x="233933" y="1190862"/>
                  </a:lnTo>
                  <a:lnTo>
                    <a:pt x="1849892" y="1190862"/>
                  </a:lnTo>
                  <a:lnTo>
                    <a:pt x="1897022" y="1186111"/>
                  </a:lnTo>
                  <a:lnTo>
                    <a:pt x="1940926" y="1172483"/>
                  </a:lnTo>
                  <a:lnTo>
                    <a:pt x="1980662" y="1150919"/>
                  </a:lnTo>
                  <a:lnTo>
                    <a:pt x="2015288" y="1122360"/>
                  </a:lnTo>
                  <a:lnTo>
                    <a:pt x="2043859" y="1087747"/>
                  </a:lnTo>
                  <a:lnTo>
                    <a:pt x="2065434" y="1048021"/>
                  </a:lnTo>
                  <a:lnTo>
                    <a:pt x="2079071" y="1004121"/>
                  </a:lnTo>
                  <a:lnTo>
                    <a:pt x="2083826" y="956989"/>
                  </a:lnTo>
                  <a:lnTo>
                    <a:pt x="2083826" y="233815"/>
                  </a:lnTo>
                  <a:lnTo>
                    <a:pt x="2079071" y="186685"/>
                  </a:lnTo>
                  <a:lnTo>
                    <a:pt x="2065434" y="142792"/>
                  </a:lnTo>
                  <a:lnTo>
                    <a:pt x="2043859" y="103075"/>
                  </a:lnTo>
                  <a:lnTo>
                    <a:pt x="2015288" y="68472"/>
                  </a:lnTo>
                  <a:lnTo>
                    <a:pt x="1980662" y="39924"/>
                  </a:lnTo>
                  <a:lnTo>
                    <a:pt x="1940926" y="18370"/>
                  </a:lnTo>
                  <a:lnTo>
                    <a:pt x="1897022" y="4749"/>
                  </a:lnTo>
                  <a:lnTo>
                    <a:pt x="1849892" y="0"/>
                  </a:lnTo>
                  <a:close/>
                </a:path>
              </a:pathLst>
            </a:custGeom>
            <a:solidFill>
              <a:srgbClr val="252525"/>
            </a:solidFill>
          </p:spPr>
          <p:txBody>
            <a:bodyPr wrap="square" lIns="0" tIns="0" rIns="0" bIns="0" rtlCol="0"/>
            <a:lstStyle/>
            <a:p>
              <a:endParaRPr/>
            </a:p>
          </p:txBody>
        </p:sp>
        <p:sp>
          <p:nvSpPr>
            <p:cNvPr id="201" name="object 201"/>
            <p:cNvSpPr/>
            <p:nvPr/>
          </p:nvSpPr>
          <p:spPr>
            <a:xfrm>
              <a:off x="6835261" y="5283196"/>
              <a:ext cx="2084070" cy="1191260"/>
            </a:xfrm>
            <a:custGeom>
              <a:avLst/>
              <a:gdLst/>
              <a:ahLst/>
              <a:cxnLst/>
              <a:rect l="l" t="t" r="r" b="b"/>
              <a:pathLst>
                <a:path w="2084070" h="1191260">
                  <a:moveTo>
                    <a:pt x="0" y="233815"/>
                  </a:moveTo>
                  <a:lnTo>
                    <a:pt x="4754" y="186685"/>
                  </a:lnTo>
                  <a:lnTo>
                    <a:pt x="18391" y="142792"/>
                  </a:lnTo>
                  <a:lnTo>
                    <a:pt x="39966" y="103075"/>
                  </a:lnTo>
                  <a:lnTo>
                    <a:pt x="68538" y="68472"/>
                  </a:lnTo>
                  <a:lnTo>
                    <a:pt x="103163" y="39924"/>
                  </a:lnTo>
                  <a:lnTo>
                    <a:pt x="142899" y="18370"/>
                  </a:lnTo>
                  <a:lnTo>
                    <a:pt x="186803" y="4749"/>
                  </a:lnTo>
                  <a:lnTo>
                    <a:pt x="233933" y="0"/>
                  </a:lnTo>
                  <a:lnTo>
                    <a:pt x="1849892" y="0"/>
                  </a:lnTo>
                  <a:lnTo>
                    <a:pt x="1897022" y="4749"/>
                  </a:lnTo>
                  <a:lnTo>
                    <a:pt x="1940926" y="18370"/>
                  </a:lnTo>
                  <a:lnTo>
                    <a:pt x="1980662" y="39924"/>
                  </a:lnTo>
                  <a:lnTo>
                    <a:pt x="2015288" y="68472"/>
                  </a:lnTo>
                  <a:lnTo>
                    <a:pt x="2043859" y="103075"/>
                  </a:lnTo>
                  <a:lnTo>
                    <a:pt x="2065434" y="142792"/>
                  </a:lnTo>
                  <a:lnTo>
                    <a:pt x="2079071" y="186685"/>
                  </a:lnTo>
                  <a:lnTo>
                    <a:pt x="2083826" y="233815"/>
                  </a:lnTo>
                  <a:lnTo>
                    <a:pt x="2083826" y="956989"/>
                  </a:lnTo>
                  <a:lnTo>
                    <a:pt x="2079071" y="1004121"/>
                  </a:lnTo>
                  <a:lnTo>
                    <a:pt x="2065434" y="1048021"/>
                  </a:lnTo>
                  <a:lnTo>
                    <a:pt x="2043859" y="1087747"/>
                  </a:lnTo>
                  <a:lnTo>
                    <a:pt x="2015288" y="1122360"/>
                  </a:lnTo>
                  <a:lnTo>
                    <a:pt x="1980662" y="1150919"/>
                  </a:lnTo>
                  <a:lnTo>
                    <a:pt x="1940926" y="1172483"/>
                  </a:lnTo>
                  <a:lnTo>
                    <a:pt x="1897022" y="1186111"/>
                  </a:lnTo>
                  <a:lnTo>
                    <a:pt x="1849892" y="1190862"/>
                  </a:lnTo>
                  <a:lnTo>
                    <a:pt x="233933" y="1190862"/>
                  </a:lnTo>
                  <a:lnTo>
                    <a:pt x="186803" y="1186111"/>
                  </a:lnTo>
                  <a:lnTo>
                    <a:pt x="142899" y="1172483"/>
                  </a:lnTo>
                  <a:lnTo>
                    <a:pt x="103163" y="1150919"/>
                  </a:lnTo>
                  <a:lnTo>
                    <a:pt x="68538" y="1122360"/>
                  </a:lnTo>
                  <a:lnTo>
                    <a:pt x="39966" y="1087747"/>
                  </a:lnTo>
                  <a:lnTo>
                    <a:pt x="18391" y="1048021"/>
                  </a:lnTo>
                  <a:lnTo>
                    <a:pt x="4754" y="1004121"/>
                  </a:lnTo>
                  <a:lnTo>
                    <a:pt x="0" y="956989"/>
                  </a:lnTo>
                  <a:lnTo>
                    <a:pt x="0" y="233815"/>
                  </a:lnTo>
                  <a:close/>
                </a:path>
              </a:pathLst>
            </a:custGeom>
            <a:ln w="76199">
              <a:solidFill>
                <a:srgbClr val="00AF50"/>
              </a:solidFill>
            </a:ln>
          </p:spPr>
          <p:txBody>
            <a:bodyPr wrap="square" lIns="0" tIns="0" rIns="0" bIns="0" rtlCol="0"/>
            <a:lstStyle/>
            <a:p>
              <a:endParaRPr/>
            </a:p>
          </p:txBody>
        </p:sp>
        <p:sp>
          <p:nvSpPr>
            <p:cNvPr id="202" name="object 202"/>
            <p:cNvSpPr/>
            <p:nvPr/>
          </p:nvSpPr>
          <p:spPr>
            <a:xfrm>
              <a:off x="6655308" y="4928616"/>
              <a:ext cx="2481072" cy="1929383"/>
            </a:xfrm>
            <a:prstGeom prst="rect">
              <a:avLst/>
            </a:prstGeom>
            <a:blipFill>
              <a:blip r:embed="rId83" cstate="print"/>
              <a:stretch>
                <a:fillRect/>
              </a:stretch>
            </a:blipFill>
          </p:spPr>
          <p:txBody>
            <a:bodyPr wrap="square" lIns="0" tIns="0" rIns="0" bIns="0" rtlCol="0"/>
            <a:lstStyle/>
            <a:p>
              <a:endParaRPr/>
            </a:p>
          </p:txBody>
        </p:sp>
        <p:sp>
          <p:nvSpPr>
            <p:cNvPr id="203" name="object 203"/>
            <p:cNvSpPr/>
            <p:nvPr/>
          </p:nvSpPr>
          <p:spPr>
            <a:xfrm>
              <a:off x="7333488" y="5526786"/>
              <a:ext cx="1059815" cy="723900"/>
            </a:xfrm>
            <a:custGeom>
              <a:avLst/>
              <a:gdLst/>
              <a:ahLst/>
              <a:cxnLst/>
              <a:rect l="l" t="t" r="r" b="b"/>
              <a:pathLst>
                <a:path w="1059815" h="723900">
                  <a:moveTo>
                    <a:pt x="1046562" y="125111"/>
                  </a:moveTo>
                  <a:lnTo>
                    <a:pt x="795284" y="125111"/>
                  </a:lnTo>
                  <a:lnTo>
                    <a:pt x="820069" y="126569"/>
                  </a:lnTo>
                  <a:lnTo>
                    <a:pt x="841476" y="130942"/>
                  </a:lnTo>
                  <a:lnTo>
                    <a:pt x="885404" y="161494"/>
                  </a:lnTo>
                  <a:lnTo>
                    <a:pt x="899922" y="217419"/>
                  </a:lnTo>
                  <a:lnTo>
                    <a:pt x="899426" y="228918"/>
                  </a:lnTo>
                  <a:lnTo>
                    <a:pt x="887553" y="271618"/>
                  </a:lnTo>
                  <a:lnTo>
                    <a:pt x="859371" y="312125"/>
                  </a:lnTo>
                  <a:lnTo>
                    <a:pt x="828172" y="342506"/>
                  </a:lnTo>
                  <a:lnTo>
                    <a:pt x="788498" y="374194"/>
                  </a:lnTo>
                  <a:lnTo>
                    <a:pt x="758286" y="396185"/>
                  </a:lnTo>
                  <a:lnTo>
                    <a:pt x="742759" y="407830"/>
                  </a:lnTo>
                  <a:lnTo>
                    <a:pt x="710580" y="433078"/>
                  </a:lnTo>
                  <a:lnTo>
                    <a:pt x="678869" y="461623"/>
                  </a:lnTo>
                  <a:lnTo>
                    <a:pt x="649742" y="494132"/>
                  </a:lnTo>
                  <a:lnTo>
                    <a:pt x="624352" y="530864"/>
                  </a:lnTo>
                  <a:lnTo>
                    <a:pt x="603625" y="572060"/>
                  </a:lnTo>
                  <a:lnTo>
                    <a:pt x="589848" y="618283"/>
                  </a:lnTo>
                  <a:lnTo>
                    <a:pt x="585216" y="670096"/>
                  </a:lnTo>
                  <a:lnTo>
                    <a:pt x="585216" y="723698"/>
                  </a:lnTo>
                  <a:lnTo>
                    <a:pt x="1058814" y="723698"/>
                  </a:lnTo>
                  <a:lnTo>
                    <a:pt x="1058814" y="593646"/>
                  </a:lnTo>
                  <a:lnTo>
                    <a:pt x="757062" y="593646"/>
                  </a:lnTo>
                  <a:lnTo>
                    <a:pt x="757679" y="586609"/>
                  </a:lnTo>
                  <a:lnTo>
                    <a:pt x="778592" y="548802"/>
                  </a:lnTo>
                  <a:lnTo>
                    <a:pt x="811914" y="516594"/>
                  </a:lnTo>
                  <a:lnTo>
                    <a:pt x="843884" y="491761"/>
                  </a:lnTo>
                  <a:lnTo>
                    <a:pt x="878586" y="466581"/>
                  </a:lnTo>
                  <a:lnTo>
                    <a:pt x="896065" y="454317"/>
                  </a:lnTo>
                  <a:lnTo>
                    <a:pt x="913245" y="441832"/>
                  </a:lnTo>
                  <a:lnTo>
                    <a:pt x="946647" y="416207"/>
                  </a:lnTo>
                  <a:lnTo>
                    <a:pt x="977451" y="388851"/>
                  </a:lnTo>
                  <a:lnTo>
                    <a:pt x="1004437" y="358889"/>
                  </a:lnTo>
                  <a:lnTo>
                    <a:pt x="1026989" y="325873"/>
                  </a:lnTo>
                  <a:lnTo>
                    <a:pt x="1044580" y="289392"/>
                  </a:lnTo>
                  <a:lnTo>
                    <a:pt x="1056006" y="248448"/>
                  </a:lnTo>
                  <a:lnTo>
                    <a:pt x="1059820" y="202048"/>
                  </a:lnTo>
                  <a:lnTo>
                    <a:pt x="1058842" y="179502"/>
                  </a:lnTo>
                  <a:lnTo>
                    <a:pt x="1055911" y="158049"/>
                  </a:lnTo>
                  <a:lnTo>
                    <a:pt x="1051024" y="137685"/>
                  </a:lnTo>
                  <a:lnTo>
                    <a:pt x="1046562" y="125111"/>
                  </a:lnTo>
                  <a:close/>
                </a:path>
                <a:path w="1059815" h="723900">
                  <a:moveTo>
                    <a:pt x="828934" y="0"/>
                  </a:moveTo>
                  <a:lnTo>
                    <a:pt x="772117" y="3759"/>
                  </a:lnTo>
                  <a:lnTo>
                    <a:pt x="718265" y="15031"/>
                  </a:lnTo>
                  <a:lnTo>
                    <a:pt x="667389" y="33804"/>
                  </a:lnTo>
                  <a:lnTo>
                    <a:pt x="619506" y="60066"/>
                  </a:lnTo>
                  <a:lnTo>
                    <a:pt x="619506" y="198071"/>
                  </a:lnTo>
                  <a:lnTo>
                    <a:pt x="661930" y="166147"/>
                  </a:lnTo>
                  <a:lnTo>
                    <a:pt x="705383" y="143347"/>
                  </a:lnTo>
                  <a:lnTo>
                    <a:pt x="749842" y="129669"/>
                  </a:lnTo>
                  <a:lnTo>
                    <a:pt x="795284" y="125111"/>
                  </a:lnTo>
                  <a:lnTo>
                    <a:pt x="1046562" y="125111"/>
                  </a:lnTo>
                  <a:lnTo>
                    <a:pt x="1044183" y="118408"/>
                  </a:lnTo>
                  <a:lnTo>
                    <a:pt x="1024947" y="83720"/>
                  </a:lnTo>
                  <a:lnTo>
                    <a:pt x="998738" y="54614"/>
                  </a:lnTo>
                  <a:lnTo>
                    <a:pt x="965682" y="31371"/>
                  </a:lnTo>
                  <a:lnTo>
                    <a:pt x="925951" y="14228"/>
                  </a:lnTo>
                  <a:lnTo>
                    <a:pt x="880254" y="3542"/>
                  </a:lnTo>
                  <a:lnTo>
                    <a:pt x="855288" y="883"/>
                  </a:lnTo>
                  <a:lnTo>
                    <a:pt x="828934" y="0"/>
                  </a:lnTo>
                  <a:close/>
                </a:path>
                <a:path w="1059815" h="723900">
                  <a:moveTo>
                    <a:pt x="461346" y="125111"/>
                  </a:moveTo>
                  <a:lnTo>
                    <a:pt x="210068" y="125111"/>
                  </a:lnTo>
                  <a:lnTo>
                    <a:pt x="234853" y="126569"/>
                  </a:lnTo>
                  <a:lnTo>
                    <a:pt x="256260" y="130942"/>
                  </a:lnTo>
                  <a:lnTo>
                    <a:pt x="300188" y="161494"/>
                  </a:lnTo>
                  <a:lnTo>
                    <a:pt x="314706" y="217419"/>
                  </a:lnTo>
                  <a:lnTo>
                    <a:pt x="314210" y="228918"/>
                  </a:lnTo>
                  <a:lnTo>
                    <a:pt x="302337" y="271618"/>
                  </a:lnTo>
                  <a:lnTo>
                    <a:pt x="274155" y="312125"/>
                  </a:lnTo>
                  <a:lnTo>
                    <a:pt x="242956" y="342506"/>
                  </a:lnTo>
                  <a:lnTo>
                    <a:pt x="203282" y="374194"/>
                  </a:lnTo>
                  <a:lnTo>
                    <a:pt x="173070" y="396185"/>
                  </a:lnTo>
                  <a:lnTo>
                    <a:pt x="157543" y="407830"/>
                  </a:lnTo>
                  <a:lnTo>
                    <a:pt x="125364" y="433078"/>
                  </a:lnTo>
                  <a:lnTo>
                    <a:pt x="93653" y="461623"/>
                  </a:lnTo>
                  <a:lnTo>
                    <a:pt x="64526" y="494132"/>
                  </a:lnTo>
                  <a:lnTo>
                    <a:pt x="39136" y="530864"/>
                  </a:lnTo>
                  <a:lnTo>
                    <a:pt x="18409" y="572060"/>
                  </a:lnTo>
                  <a:lnTo>
                    <a:pt x="4632" y="618283"/>
                  </a:lnTo>
                  <a:lnTo>
                    <a:pt x="0" y="670096"/>
                  </a:lnTo>
                  <a:lnTo>
                    <a:pt x="0" y="723698"/>
                  </a:lnTo>
                  <a:lnTo>
                    <a:pt x="473598" y="723698"/>
                  </a:lnTo>
                  <a:lnTo>
                    <a:pt x="473598" y="593646"/>
                  </a:lnTo>
                  <a:lnTo>
                    <a:pt x="171846" y="593646"/>
                  </a:lnTo>
                  <a:lnTo>
                    <a:pt x="172463" y="586609"/>
                  </a:lnTo>
                  <a:lnTo>
                    <a:pt x="193376" y="548802"/>
                  </a:lnTo>
                  <a:lnTo>
                    <a:pt x="226698" y="516594"/>
                  </a:lnTo>
                  <a:lnTo>
                    <a:pt x="258668" y="491761"/>
                  </a:lnTo>
                  <a:lnTo>
                    <a:pt x="293370" y="466581"/>
                  </a:lnTo>
                  <a:lnTo>
                    <a:pt x="310849" y="454317"/>
                  </a:lnTo>
                  <a:lnTo>
                    <a:pt x="328029" y="441832"/>
                  </a:lnTo>
                  <a:lnTo>
                    <a:pt x="361431" y="416207"/>
                  </a:lnTo>
                  <a:lnTo>
                    <a:pt x="392235" y="388851"/>
                  </a:lnTo>
                  <a:lnTo>
                    <a:pt x="419221" y="358889"/>
                  </a:lnTo>
                  <a:lnTo>
                    <a:pt x="441773" y="325873"/>
                  </a:lnTo>
                  <a:lnTo>
                    <a:pt x="459364" y="289392"/>
                  </a:lnTo>
                  <a:lnTo>
                    <a:pt x="470790" y="248448"/>
                  </a:lnTo>
                  <a:lnTo>
                    <a:pt x="474604" y="202048"/>
                  </a:lnTo>
                  <a:lnTo>
                    <a:pt x="473626" y="179502"/>
                  </a:lnTo>
                  <a:lnTo>
                    <a:pt x="470695" y="158049"/>
                  </a:lnTo>
                  <a:lnTo>
                    <a:pt x="465808" y="137685"/>
                  </a:lnTo>
                  <a:lnTo>
                    <a:pt x="461346" y="125111"/>
                  </a:lnTo>
                  <a:close/>
                </a:path>
                <a:path w="1059815" h="723900">
                  <a:moveTo>
                    <a:pt x="243718" y="0"/>
                  </a:moveTo>
                  <a:lnTo>
                    <a:pt x="186901" y="3759"/>
                  </a:lnTo>
                  <a:lnTo>
                    <a:pt x="133049" y="15031"/>
                  </a:lnTo>
                  <a:lnTo>
                    <a:pt x="82173" y="33804"/>
                  </a:lnTo>
                  <a:lnTo>
                    <a:pt x="34290" y="60066"/>
                  </a:lnTo>
                  <a:lnTo>
                    <a:pt x="34290" y="198071"/>
                  </a:lnTo>
                  <a:lnTo>
                    <a:pt x="76714" y="166147"/>
                  </a:lnTo>
                  <a:lnTo>
                    <a:pt x="120167" y="143347"/>
                  </a:lnTo>
                  <a:lnTo>
                    <a:pt x="164626" y="129669"/>
                  </a:lnTo>
                  <a:lnTo>
                    <a:pt x="210068" y="125111"/>
                  </a:lnTo>
                  <a:lnTo>
                    <a:pt x="461346" y="125111"/>
                  </a:lnTo>
                  <a:lnTo>
                    <a:pt x="458967" y="118408"/>
                  </a:lnTo>
                  <a:lnTo>
                    <a:pt x="439731" y="83720"/>
                  </a:lnTo>
                  <a:lnTo>
                    <a:pt x="413522" y="54614"/>
                  </a:lnTo>
                  <a:lnTo>
                    <a:pt x="380466" y="31371"/>
                  </a:lnTo>
                  <a:lnTo>
                    <a:pt x="340735" y="14228"/>
                  </a:lnTo>
                  <a:lnTo>
                    <a:pt x="295038" y="3542"/>
                  </a:lnTo>
                  <a:lnTo>
                    <a:pt x="270072" y="883"/>
                  </a:lnTo>
                  <a:lnTo>
                    <a:pt x="243718" y="0"/>
                  </a:lnTo>
                  <a:close/>
                </a:path>
              </a:pathLst>
            </a:custGeom>
            <a:solidFill>
              <a:srgbClr val="FFFF00"/>
            </a:solidFill>
          </p:spPr>
          <p:txBody>
            <a:bodyPr wrap="square" lIns="0" tIns="0" rIns="0" bIns="0" rtlCol="0"/>
            <a:lstStyle/>
            <a:p>
              <a:endParaRPr/>
            </a:p>
          </p:txBody>
        </p:sp>
        <p:sp>
          <p:nvSpPr>
            <p:cNvPr id="204" name="object 204"/>
            <p:cNvSpPr/>
            <p:nvPr/>
          </p:nvSpPr>
          <p:spPr>
            <a:xfrm>
              <a:off x="7333487" y="5526786"/>
              <a:ext cx="1059815" cy="723900"/>
            </a:xfrm>
            <a:custGeom>
              <a:avLst/>
              <a:gdLst/>
              <a:ahLst/>
              <a:cxnLst/>
              <a:rect l="l" t="t" r="r" b="b"/>
              <a:pathLst>
                <a:path w="1059815" h="723900">
                  <a:moveTo>
                    <a:pt x="828934" y="0"/>
                  </a:moveTo>
                  <a:lnTo>
                    <a:pt x="880254" y="3542"/>
                  </a:lnTo>
                  <a:lnTo>
                    <a:pt x="925951" y="14228"/>
                  </a:lnTo>
                  <a:lnTo>
                    <a:pt x="965682" y="31371"/>
                  </a:lnTo>
                  <a:lnTo>
                    <a:pt x="998738" y="54614"/>
                  </a:lnTo>
                  <a:lnTo>
                    <a:pt x="1024947" y="83720"/>
                  </a:lnTo>
                  <a:lnTo>
                    <a:pt x="1044183" y="118408"/>
                  </a:lnTo>
                  <a:lnTo>
                    <a:pt x="1055910" y="158049"/>
                  </a:lnTo>
                  <a:lnTo>
                    <a:pt x="1059820" y="202048"/>
                  </a:lnTo>
                  <a:lnTo>
                    <a:pt x="1058866" y="225931"/>
                  </a:lnTo>
                  <a:lnTo>
                    <a:pt x="1051243" y="269602"/>
                  </a:lnTo>
                  <a:lnTo>
                    <a:pt x="1036417" y="308067"/>
                  </a:lnTo>
                  <a:lnTo>
                    <a:pt x="1016320" y="342813"/>
                  </a:lnTo>
                  <a:lnTo>
                    <a:pt x="991409" y="374194"/>
                  </a:lnTo>
                  <a:lnTo>
                    <a:pt x="962539" y="402857"/>
                  </a:lnTo>
                  <a:lnTo>
                    <a:pt x="930110" y="429128"/>
                  </a:lnTo>
                  <a:lnTo>
                    <a:pt x="896065" y="454317"/>
                  </a:lnTo>
                  <a:lnTo>
                    <a:pt x="878585" y="466581"/>
                  </a:lnTo>
                  <a:lnTo>
                    <a:pt x="866794" y="475006"/>
                  </a:lnTo>
                  <a:lnTo>
                    <a:pt x="832744" y="500085"/>
                  </a:lnTo>
                  <a:lnTo>
                    <a:pt x="802487" y="524755"/>
                  </a:lnTo>
                  <a:lnTo>
                    <a:pt x="772341" y="556632"/>
                  </a:lnTo>
                  <a:lnTo>
                    <a:pt x="757062" y="593646"/>
                  </a:lnTo>
                  <a:lnTo>
                    <a:pt x="1058814" y="593646"/>
                  </a:lnTo>
                  <a:lnTo>
                    <a:pt x="1058814" y="723698"/>
                  </a:lnTo>
                  <a:lnTo>
                    <a:pt x="585215" y="723698"/>
                  </a:lnTo>
                  <a:lnTo>
                    <a:pt x="585215" y="670096"/>
                  </a:lnTo>
                  <a:lnTo>
                    <a:pt x="589848" y="618282"/>
                  </a:lnTo>
                  <a:lnTo>
                    <a:pt x="603625" y="572060"/>
                  </a:lnTo>
                  <a:lnTo>
                    <a:pt x="624352" y="530864"/>
                  </a:lnTo>
                  <a:lnTo>
                    <a:pt x="649742" y="494132"/>
                  </a:lnTo>
                  <a:lnTo>
                    <a:pt x="678869" y="461623"/>
                  </a:lnTo>
                  <a:lnTo>
                    <a:pt x="710580" y="433078"/>
                  </a:lnTo>
                  <a:lnTo>
                    <a:pt x="742759" y="407830"/>
                  </a:lnTo>
                  <a:lnTo>
                    <a:pt x="773429" y="385190"/>
                  </a:lnTo>
                  <a:lnTo>
                    <a:pt x="788567" y="374144"/>
                  </a:lnTo>
                  <a:lnTo>
                    <a:pt x="828172" y="342506"/>
                  </a:lnTo>
                  <a:lnTo>
                    <a:pt x="859371" y="312125"/>
                  </a:lnTo>
                  <a:lnTo>
                    <a:pt x="887553" y="271618"/>
                  </a:lnTo>
                  <a:lnTo>
                    <a:pt x="899426" y="228918"/>
                  </a:lnTo>
                  <a:lnTo>
                    <a:pt x="899921" y="217419"/>
                  </a:lnTo>
                  <a:lnTo>
                    <a:pt x="898306" y="195989"/>
                  </a:lnTo>
                  <a:lnTo>
                    <a:pt x="874135" y="148434"/>
                  </a:lnTo>
                  <a:lnTo>
                    <a:pt x="820069" y="126569"/>
                  </a:lnTo>
                  <a:lnTo>
                    <a:pt x="795284" y="125111"/>
                  </a:lnTo>
                  <a:lnTo>
                    <a:pt x="749842" y="129669"/>
                  </a:lnTo>
                  <a:lnTo>
                    <a:pt x="705383" y="143347"/>
                  </a:lnTo>
                  <a:lnTo>
                    <a:pt x="661930" y="166147"/>
                  </a:lnTo>
                  <a:lnTo>
                    <a:pt x="619505" y="198071"/>
                  </a:lnTo>
                  <a:lnTo>
                    <a:pt x="619505" y="60066"/>
                  </a:lnTo>
                  <a:lnTo>
                    <a:pt x="667389" y="33804"/>
                  </a:lnTo>
                  <a:lnTo>
                    <a:pt x="718264" y="15031"/>
                  </a:lnTo>
                  <a:lnTo>
                    <a:pt x="772117" y="3759"/>
                  </a:lnTo>
                  <a:lnTo>
                    <a:pt x="828934" y="0"/>
                  </a:lnTo>
                  <a:close/>
                </a:path>
                <a:path w="1059815" h="723900">
                  <a:moveTo>
                    <a:pt x="243718" y="0"/>
                  </a:moveTo>
                  <a:lnTo>
                    <a:pt x="295038" y="3542"/>
                  </a:lnTo>
                  <a:lnTo>
                    <a:pt x="340735" y="14228"/>
                  </a:lnTo>
                  <a:lnTo>
                    <a:pt x="380466" y="31371"/>
                  </a:lnTo>
                  <a:lnTo>
                    <a:pt x="413522" y="54614"/>
                  </a:lnTo>
                  <a:lnTo>
                    <a:pt x="439731" y="83720"/>
                  </a:lnTo>
                  <a:lnTo>
                    <a:pt x="458967" y="118408"/>
                  </a:lnTo>
                  <a:lnTo>
                    <a:pt x="470695" y="158049"/>
                  </a:lnTo>
                  <a:lnTo>
                    <a:pt x="474604" y="202048"/>
                  </a:lnTo>
                  <a:lnTo>
                    <a:pt x="473650" y="225931"/>
                  </a:lnTo>
                  <a:lnTo>
                    <a:pt x="466027" y="269602"/>
                  </a:lnTo>
                  <a:lnTo>
                    <a:pt x="451201" y="308067"/>
                  </a:lnTo>
                  <a:lnTo>
                    <a:pt x="431104" y="342813"/>
                  </a:lnTo>
                  <a:lnTo>
                    <a:pt x="406193" y="374194"/>
                  </a:lnTo>
                  <a:lnTo>
                    <a:pt x="377323" y="402857"/>
                  </a:lnTo>
                  <a:lnTo>
                    <a:pt x="344895" y="429128"/>
                  </a:lnTo>
                  <a:lnTo>
                    <a:pt x="310849" y="454317"/>
                  </a:lnTo>
                  <a:lnTo>
                    <a:pt x="293369" y="466581"/>
                  </a:lnTo>
                  <a:lnTo>
                    <a:pt x="281578" y="475006"/>
                  </a:lnTo>
                  <a:lnTo>
                    <a:pt x="247528" y="500085"/>
                  </a:lnTo>
                  <a:lnTo>
                    <a:pt x="217271" y="524755"/>
                  </a:lnTo>
                  <a:lnTo>
                    <a:pt x="187125" y="556632"/>
                  </a:lnTo>
                  <a:lnTo>
                    <a:pt x="171846" y="593646"/>
                  </a:lnTo>
                  <a:lnTo>
                    <a:pt x="473598" y="593646"/>
                  </a:lnTo>
                  <a:lnTo>
                    <a:pt x="473598" y="723698"/>
                  </a:lnTo>
                  <a:lnTo>
                    <a:pt x="0" y="723698"/>
                  </a:lnTo>
                  <a:lnTo>
                    <a:pt x="0" y="670096"/>
                  </a:lnTo>
                  <a:lnTo>
                    <a:pt x="4632" y="618282"/>
                  </a:lnTo>
                  <a:lnTo>
                    <a:pt x="18409" y="572060"/>
                  </a:lnTo>
                  <a:lnTo>
                    <a:pt x="39136" y="530864"/>
                  </a:lnTo>
                  <a:lnTo>
                    <a:pt x="64526" y="494132"/>
                  </a:lnTo>
                  <a:lnTo>
                    <a:pt x="93653" y="461623"/>
                  </a:lnTo>
                  <a:lnTo>
                    <a:pt x="125364" y="433078"/>
                  </a:lnTo>
                  <a:lnTo>
                    <a:pt x="157543" y="407830"/>
                  </a:lnTo>
                  <a:lnTo>
                    <a:pt x="188213" y="385190"/>
                  </a:lnTo>
                  <a:lnTo>
                    <a:pt x="203351" y="374144"/>
                  </a:lnTo>
                  <a:lnTo>
                    <a:pt x="242956" y="342506"/>
                  </a:lnTo>
                  <a:lnTo>
                    <a:pt x="274155" y="312125"/>
                  </a:lnTo>
                  <a:lnTo>
                    <a:pt x="302337" y="271618"/>
                  </a:lnTo>
                  <a:lnTo>
                    <a:pt x="314210" y="228918"/>
                  </a:lnTo>
                  <a:lnTo>
                    <a:pt x="314705" y="217419"/>
                  </a:lnTo>
                  <a:lnTo>
                    <a:pt x="313090" y="195989"/>
                  </a:lnTo>
                  <a:lnTo>
                    <a:pt x="288919" y="148434"/>
                  </a:lnTo>
                  <a:lnTo>
                    <a:pt x="234853" y="126569"/>
                  </a:lnTo>
                  <a:lnTo>
                    <a:pt x="210068" y="125111"/>
                  </a:lnTo>
                  <a:lnTo>
                    <a:pt x="164626" y="129669"/>
                  </a:lnTo>
                  <a:lnTo>
                    <a:pt x="120167" y="143347"/>
                  </a:lnTo>
                  <a:lnTo>
                    <a:pt x="76714" y="166147"/>
                  </a:lnTo>
                  <a:lnTo>
                    <a:pt x="34289" y="198071"/>
                  </a:lnTo>
                  <a:lnTo>
                    <a:pt x="34289" y="60066"/>
                  </a:lnTo>
                  <a:lnTo>
                    <a:pt x="82173" y="33804"/>
                  </a:lnTo>
                  <a:lnTo>
                    <a:pt x="133049" y="15031"/>
                  </a:lnTo>
                  <a:lnTo>
                    <a:pt x="186901" y="3759"/>
                  </a:lnTo>
                  <a:lnTo>
                    <a:pt x="243718" y="0"/>
                  </a:lnTo>
                  <a:close/>
                </a:path>
              </a:pathLst>
            </a:custGeom>
            <a:ln w="12191">
              <a:solidFill>
                <a:srgbClr val="000000"/>
              </a:solidFill>
            </a:ln>
          </p:spPr>
          <p:txBody>
            <a:bodyPr wrap="square" lIns="0" tIns="0" rIns="0" bIns="0" rtlCol="0"/>
            <a:lstStyle/>
            <a:p>
              <a:endParaRPr/>
            </a:p>
          </p:txBody>
        </p:sp>
        <p:sp>
          <p:nvSpPr>
            <p:cNvPr id="205" name="object 205"/>
            <p:cNvSpPr/>
            <p:nvPr/>
          </p:nvSpPr>
          <p:spPr>
            <a:xfrm>
              <a:off x="6739128" y="5215128"/>
              <a:ext cx="2218944" cy="1345691"/>
            </a:xfrm>
            <a:prstGeom prst="rect">
              <a:avLst/>
            </a:prstGeom>
            <a:blipFill>
              <a:blip r:embed="rId84" cstate="print"/>
              <a:stretch>
                <a:fillRect/>
              </a:stretch>
            </a:blipFill>
          </p:spPr>
          <p:txBody>
            <a:bodyPr wrap="square" lIns="0" tIns="0" rIns="0" bIns="0" rtlCol="0"/>
            <a:lstStyle/>
            <a:p>
              <a:endParaRPr/>
            </a:p>
          </p:txBody>
        </p:sp>
        <p:sp>
          <p:nvSpPr>
            <p:cNvPr id="206" name="object 206"/>
            <p:cNvSpPr/>
            <p:nvPr/>
          </p:nvSpPr>
          <p:spPr>
            <a:xfrm>
              <a:off x="6585204" y="4896612"/>
              <a:ext cx="2558795" cy="1961388"/>
            </a:xfrm>
            <a:prstGeom prst="rect">
              <a:avLst/>
            </a:prstGeom>
            <a:blipFill>
              <a:blip r:embed="rId85" cstate="print"/>
              <a:stretch>
                <a:fillRect/>
              </a:stretch>
            </a:blipFill>
          </p:spPr>
          <p:txBody>
            <a:bodyPr wrap="square" lIns="0" tIns="0" rIns="0" bIns="0" rtlCol="0"/>
            <a:lstStyle/>
            <a:p>
              <a:endParaRPr/>
            </a:p>
          </p:txBody>
        </p:sp>
        <p:sp>
          <p:nvSpPr>
            <p:cNvPr id="207" name="object 207"/>
            <p:cNvSpPr/>
            <p:nvPr/>
          </p:nvSpPr>
          <p:spPr>
            <a:xfrm>
              <a:off x="6820296" y="5275326"/>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989" y="1184087"/>
                  </a:lnTo>
                  <a:lnTo>
                    <a:pt x="1871835" y="1179362"/>
                  </a:lnTo>
                  <a:lnTo>
                    <a:pt x="1915465" y="1165813"/>
                  </a:lnTo>
                  <a:lnTo>
                    <a:pt x="1954943" y="1144375"/>
                  </a:lnTo>
                  <a:lnTo>
                    <a:pt x="1989338" y="1115982"/>
                  </a:lnTo>
                  <a:lnTo>
                    <a:pt x="2017714" y="1081569"/>
                  </a:lnTo>
                  <a:lnTo>
                    <a:pt x="2039139" y="1042073"/>
                  </a:lnTo>
                  <a:lnTo>
                    <a:pt x="2052679" y="998428"/>
                  </a:lnTo>
                  <a:lnTo>
                    <a:pt x="2057399" y="951570"/>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208" name="object 208"/>
            <p:cNvSpPr/>
            <p:nvPr/>
          </p:nvSpPr>
          <p:spPr>
            <a:xfrm>
              <a:off x="6820296" y="52753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70"/>
                  </a:lnTo>
                  <a:lnTo>
                    <a:pt x="2052679" y="998428"/>
                  </a:lnTo>
                  <a:lnTo>
                    <a:pt x="2039139" y="1042073"/>
                  </a:lnTo>
                  <a:lnTo>
                    <a:pt x="2017714" y="1081569"/>
                  </a:lnTo>
                  <a:lnTo>
                    <a:pt x="1989338" y="1115982"/>
                  </a:lnTo>
                  <a:lnTo>
                    <a:pt x="1954943" y="1144375"/>
                  </a:lnTo>
                  <a:lnTo>
                    <a:pt x="1915465" y="1165813"/>
                  </a:lnTo>
                  <a:lnTo>
                    <a:pt x="1871835" y="1179362"/>
                  </a:lnTo>
                  <a:lnTo>
                    <a:pt x="1824989"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209" name="object 209"/>
            <p:cNvSpPr/>
            <p:nvPr/>
          </p:nvSpPr>
          <p:spPr>
            <a:xfrm>
              <a:off x="6626352" y="4917946"/>
              <a:ext cx="2481072" cy="1940052"/>
            </a:xfrm>
            <a:prstGeom prst="rect">
              <a:avLst/>
            </a:prstGeom>
            <a:blipFill>
              <a:blip r:embed="rId86" cstate="print"/>
              <a:stretch>
                <a:fillRect/>
              </a:stretch>
            </a:blipFill>
          </p:spPr>
          <p:txBody>
            <a:bodyPr wrap="square" lIns="0" tIns="0" rIns="0" bIns="0" rtlCol="0"/>
            <a:lstStyle/>
            <a:p>
              <a:endParaRPr/>
            </a:p>
          </p:txBody>
        </p:sp>
        <p:sp>
          <p:nvSpPr>
            <p:cNvPr id="210" name="object 210"/>
            <p:cNvSpPr/>
            <p:nvPr/>
          </p:nvSpPr>
          <p:spPr>
            <a:xfrm>
              <a:off x="7304410" y="5515606"/>
              <a:ext cx="1056005" cy="736600"/>
            </a:xfrm>
            <a:custGeom>
              <a:avLst/>
              <a:gdLst/>
              <a:ahLst/>
              <a:cxnLst/>
              <a:rect l="l" t="t" r="r" b="b"/>
              <a:pathLst>
                <a:path w="1056004" h="736600">
                  <a:moveTo>
                    <a:pt x="602101" y="563831"/>
                  </a:moveTo>
                  <a:lnTo>
                    <a:pt x="602101" y="700326"/>
                  </a:lnTo>
                  <a:lnTo>
                    <a:pt x="639153" y="715959"/>
                  </a:lnTo>
                  <a:lnTo>
                    <a:pt x="681365" y="727124"/>
                  </a:lnTo>
                  <a:lnTo>
                    <a:pt x="728743" y="733822"/>
                  </a:lnTo>
                  <a:lnTo>
                    <a:pt x="781293" y="736055"/>
                  </a:lnTo>
                  <a:lnTo>
                    <a:pt x="842048" y="732427"/>
                  </a:lnTo>
                  <a:lnTo>
                    <a:pt x="895879" y="721541"/>
                  </a:lnTo>
                  <a:lnTo>
                    <a:pt x="942778" y="703392"/>
                  </a:lnTo>
                  <a:lnTo>
                    <a:pt x="982736" y="677978"/>
                  </a:lnTo>
                  <a:lnTo>
                    <a:pt x="1014652" y="646340"/>
                  </a:lnTo>
                  <a:lnTo>
                    <a:pt x="1033468" y="615945"/>
                  </a:lnTo>
                  <a:lnTo>
                    <a:pt x="768858" y="615945"/>
                  </a:lnTo>
                  <a:lnTo>
                    <a:pt x="722717" y="612687"/>
                  </a:lnTo>
                  <a:lnTo>
                    <a:pt x="679536" y="602913"/>
                  </a:lnTo>
                  <a:lnTo>
                    <a:pt x="639327" y="586626"/>
                  </a:lnTo>
                  <a:lnTo>
                    <a:pt x="602101" y="563831"/>
                  </a:lnTo>
                  <a:close/>
                </a:path>
                <a:path w="1056004" h="736600">
                  <a:moveTo>
                    <a:pt x="1023927" y="119597"/>
                  </a:moveTo>
                  <a:lnTo>
                    <a:pt x="767852" y="119597"/>
                  </a:lnTo>
                  <a:lnTo>
                    <a:pt x="814520" y="125026"/>
                  </a:lnTo>
                  <a:lnTo>
                    <a:pt x="847858" y="141314"/>
                  </a:lnTo>
                  <a:lnTo>
                    <a:pt x="867863" y="168460"/>
                  </a:lnTo>
                  <a:lnTo>
                    <a:pt x="874532" y="206465"/>
                  </a:lnTo>
                  <a:lnTo>
                    <a:pt x="865858" y="246854"/>
                  </a:lnTo>
                  <a:lnTo>
                    <a:pt x="839823" y="275705"/>
                  </a:lnTo>
                  <a:lnTo>
                    <a:pt x="796402" y="293015"/>
                  </a:lnTo>
                  <a:lnTo>
                    <a:pt x="735573" y="298786"/>
                  </a:lnTo>
                  <a:lnTo>
                    <a:pt x="674491" y="298786"/>
                  </a:lnTo>
                  <a:lnTo>
                    <a:pt x="674491" y="418898"/>
                  </a:lnTo>
                  <a:lnTo>
                    <a:pt x="740542" y="418898"/>
                  </a:lnTo>
                  <a:lnTo>
                    <a:pt x="774871" y="420510"/>
                  </a:lnTo>
                  <a:lnTo>
                    <a:pt x="831826" y="433413"/>
                  </a:lnTo>
                  <a:lnTo>
                    <a:pt x="872606" y="458979"/>
                  </a:lnTo>
                  <a:lnTo>
                    <a:pt x="893292" y="495706"/>
                  </a:lnTo>
                  <a:lnTo>
                    <a:pt x="895868" y="518160"/>
                  </a:lnTo>
                  <a:lnTo>
                    <a:pt x="893773" y="539971"/>
                  </a:lnTo>
                  <a:lnTo>
                    <a:pt x="877055" y="575957"/>
                  </a:lnTo>
                  <a:lnTo>
                    <a:pt x="844021" y="601424"/>
                  </a:lnTo>
                  <a:lnTo>
                    <a:pt x="797208" y="614332"/>
                  </a:lnTo>
                  <a:lnTo>
                    <a:pt x="768858" y="615945"/>
                  </a:lnTo>
                  <a:lnTo>
                    <a:pt x="1033468" y="615945"/>
                  </a:lnTo>
                  <a:lnTo>
                    <a:pt x="1037466" y="609488"/>
                  </a:lnTo>
                  <a:lnTo>
                    <a:pt x="1051166" y="567424"/>
                  </a:lnTo>
                  <a:lnTo>
                    <a:pt x="1055735" y="520147"/>
                  </a:lnTo>
                  <a:lnTo>
                    <a:pt x="1053000" y="488429"/>
                  </a:lnTo>
                  <a:lnTo>
                    <a:pt x="1031149" y="432713"/>
                  </a:lnTo>
                  <a:lnTo>
                    <a:pt x="988251" y="388259"/>
                  </a:lnTo>
                  <a:lnTo>
                    <a:pt x="928681" y="360841"/>
                  </a:lnTo>
                  <a:lnTo>
                    <a:pt x="892942" y="353878"/>
                  </a:lnTo>
                  <a:lnTo>
                    <a:pt x="892942" y="351388"/>
                  </a:lnTo>
                  <a:lnTo>
                    <a:pt x="943890" y="333129"/>
                  </a:lnTo>
                  <a:lnTo>
                    <a:pt x="983501" y="306528"/>
                  </a:lnTo>
                  <a:lnTo>
                    <a:pt x="1011784" y="271587"/>
                  </a:lnTo>
                  <a:lnTo>
                    <a:pt x="1028747" y="228307"/>
                  </a:lnTo>
                  <a:lnTo>
                    <a:pt x="1034399" y="176689"/>
                  </a:lnTo>
                  <a:lnTo>
                    <a:pt x="1030595" y="139303"/>
                  </a:lnTo>
                  <a:lnTo>
                    <a:pt x="1023927" y="119597"/>
                  </a:lnTo>
                  <a:close/>
                </a:path>
                <a:path w="1056004" h="736600">
                  <a:moveTo>
                    <a:pt x="803513" y="0"/>
                  </a:moveTo>
                  <a:lnTo>
                    <a:pt x="755231" y="2357"/>
                  </a:lnTo>
                  <a:lnTo>
                    <a:pt x="710020" y="9429"/>
                  </a:lnTo>
                  <a:lnTo>
                    <a:pt x="667901" y="21216"/>
                  </a:lnTo>
                  <a:lnTo>
                    <a:pt x="628893" y="37719"/>
                  </a:lnTo>
                  <a:lnTo>
                    <a:pt x="628893" y="165759"/>
                  </a:lnTo>
                  <a:lnTo>
                    <a:pt x="662873" y="145566"/>
                  </a:lnTo>
                  <a:lnTo>
                    <a:pt x="697367" y="131140"/>
                  </a:lnTo>
                  <a:lnTo>
                    <a:pt x="732363" y="122483"/>
                  </a:lnTo>
                  <a:lnTo>
                    <a:pt x="767852" y="119597"/>
                  </a:lnTo>
                  <a:lnTo>
                    <a:pt x="1023927" y="119597"/>
                  </a:lnTo>
                  <a:lnTo>
                    <a:pt x="1019186" y="105583"/>
                  </a:lnTo>
                  <a:lnTo>
                    <a:pt x="973592" y="49149"/>
                  </a:lnTo>
                  <a:lnTo>
                    <a:pt x="940168" y="27646"/>
                  </a:lnTo>
                  <a:lnTo>
                    <a:pt x="900691" y="12287"/>
                  </a:lnTo>
                  <a:lnTo>
                    <a:pt x="855145" y="3071"/>
                  </a:lnTo>
                  <a:lnTo>
                    <a:pt x="803513" y="0"/>
                  </a:lnTo>
                  <a:close/>
                </a:path>
                <a:path w="1056004" h="736600">
                  <a:moveTo>
                    <a:pt x="461223" y="125062"/>
                  </a:moveTo>
                  <a:lnTo>
                    <a:pt x="209915" y="125062"/>
                  </a:lnTo>
                  <a:lnTo>
                    <a:pt x="234782" y="126520"/>
                  </a:lnTo>
                  <a:lnTo>
                    <a:pt x="256214" y="130894"/>
                  </a:lnTo>
                  <a:lnTo>
                    <a:pt x="300137" y="161447"/>
                  </a:lnTo>
                  <a:lnTo>
                    <a:pt x="314706" y="217371"/>
                  </a:lnTo>
                  <a:lnTo>
                    <a:pt x="314203" y="228871"/>
                  </a:lnTo>
                  <a:lnTo>
                    <a:pt x="302191" y="271572"/>
                  </a:lnTo>
                  <a:lnTo>
                    <a:pt x="274151" y="312076"/>
                  </a:lnTo>
                  <a:lnTo>
                    <a:pt x="242956" y="342458"/>
                  </a:lnTo>
                  <a:lnTo>
                    <a:pt x="203171" y="374146"/>
                  </a:lnTo>
                  <a:lnTo>
                    <a:pt x="173018" y="396141"/>
                  </a:lnTo>
                  <a:lnTo>
                    <a:pt x="157524" y="407791"/>
                  </a:lnTo>
                  <a:lnTo>
                    <a:pt x="125333" y="433029"/>
                  </a:lnTo>
                  <a:lnTo>
                    <a:pt x="93592" y="461577"/>
                  </a:lnTo>
                  <a:lnTo>
                    <a:pt x="64526" y="494096"/>
                  </a:lnTo>
                  <a:lnTo>
                    <a:pt x="39063" y="530821"/>
                  </a:lnTo>
                  <a:lnTo>
                    <a:pt x="18288" y="572012"/>
                  </a:lnTo>
                  <a:lnTo>
                    <a:pt x="4572" y="618239"/>
                  </a:lnTo>
                  <a:lnTo>
                    <a:pt x="0" y="670047"/>
                  </a:lnTo>
                  <a:lnTo>
                    <a:pt x="0" y="723650"/>
                  </a:lnTo>
                  <a:lnTo>
                    <a:pt x="473445" y="723650"/>
                  </a:lnTo>
                  <a:lnTo>
                    <a:pt x="473445" y="593598"/>
                  </a:lnTo>
                  <a:lnTo>
                    <a:pt x="171693" y="593598"/>
                  </a:lnTo>
                  <a:lnTo>
                    <a:pt x="172315" y="586562"/>
                  </a:lnTo>
                  <a:lnTo>
                    <a:pt x="193292" y="548755"/>
                  </a:lnTo>
                  <a:lnTo>
                    <a:pt x="226607" y="516547"/>
                  </a:lnTo>
                  <a:lnTo>
                    <a:pt x="258565" y="491720"/>
                  </a:lnTo>
                  <a:lnTo>
                    <a:pt x="310826" y="454276"/>
                  </a:lnTo>
                  <a:lnTo>
                    <a:pt x="327957" y="441791"/>
                  </a:lnTo>
                  <a:lnTo>
                    <a:pt x="361309" y="416170"/>
                  </a:lnTo>
                  <a:lnTo>
                    <a:pt x="392159" y="388805"/>
                  </a:lnTo>
                  <a:lnTo>
                    <a:pt x="419100" y="358841"/>
                  </a:lnTo>
                  <a:lnTo>
                    <a:pt x="441700" y="325831"/>
                  </a:lnTo>
                  <a:lnTo>
                    <a:pt x="459364" y="289346"/>
                  </a:lnTo>
                  <a:lnTo>
                    <a:pt x="470683" y="248401"/>
                  </a:lnTo>
                  <a:lnTo>
                    <a:pt x="474482" y="202000"/>
                  </a:lnTo>
                  <a:lnTo>
                    <a:pt x="473504" y="179462"/>
                  </a:lnTo>
                  <a:lnTo>
                    <a:pt x="470573" y="158010"/>
                  </a:lnTo>
                  <a:lnTo>
                    <a:pt x="465686" y="137643"/>
                  </a:lnTo>
                  <a:lnTo>
                    <a:pt x="461223" y="125062"/>
                  </a:lnTo>
                  <a:close/>
                </a:path>
                <a:path w="1056004" h="736600">
                  <a:moveTo>
                    <a:pt x="243718" y="0"/>
                  </a:moveTo>
                  <a:lnTo>
                    <a:pt x="186901" y="3743"/>
                  </a:lnTo>
                  <a:lnTo>
                    <a:pt x="133049" y="14988"/>
                  </a:lnTo>
                  <a:lnTo>
                    <a:pt x="82173" y="33759"/>
                  </a:lnTo>
                  <a:lnTo>
                    <a:pt x="34290" y="60079"/>
                  </a:lnTo>
                  <a:lnTo>
                    <a:pt x="34290" y="198025"/>
                  </a:lnTo>
                  <a:lnTo>
                    <a:pt x="76694" y="166101"/>
                  </a:lnTo>
                  <a:lnTo>
                    <a:pt x="120102" y="143300"/>
                  </a:lnTo>
                  <a:lnTo>
                    <a:pt x="164510" y="129621"/>
                  </a:lnTo>
                  <a:lnTo>
                    <a:pt x="209915" y="125062"/>
                  </a:lnTo>
                  <a:lnTo>
                    <a:pt x="461223" y="125062"/>
                  </a:lnTo>
                  <a:lnTo>
                    <a:pt x="458845" y="118359"/>
                  </a:lnTo>
                  <a:lnTo>
                    <a:pt x="439685" y="83687"/>
                  </a:lnTo>
                  <a:lnTo>
                    <a:pt x="413369" y="54614"/>
                  </a:lnTo>
                  <a:lnTo>
                    <a:pt x="380344" y="31310"/>
                  </a:lnTo>
                  <a:lnTo>
                    <a:pt x="340735" y="14097"/>
                  </a:lnTo>
                  <a:lnTo>
                    <a:pt x="294981" y="3525"/>
                  </a:lnTo>
                  <a:lnTo>
                    <a:pt x="270051" y="881"/>
                  </a:lnTo>
                  <a:lnTo>
                    <a:pt x="243718" y="0"/>
                  </a:lnTo>
                  <a:close/>
                </a:path>
              </a:pathLst>
            </a:custGeom>
            <a:solidFill>
              <a:srgbClr val="FFFF00"/>
            </a:solidFill>
          </p:spPr>
          <p:txBody>
            <a:bodyPr wrap="square" lIns="0" tIns="0" rIns="0" bIns="0" rtlCol="0"/>
            <a:lstStyle/>
            <a:p>
              <a:endParaRPr/>
            </a:p>
          </p:txBody>
        </p:sp>
        <p:sp>
          <p:nvSpPr>
            <p:cNvPr id="211" name="object 211"/>
            <p:cNvSpPr/>
            <p:nvPr/>
          </p:nvSpPr>
          <p:spPr>
            <a:xfrm>
              <a:off x="7304410" y="5515606"/>
              <a:ext cx="1056005" cy="736600"/>
            </a:xfrm>
            <a:custGeom>
              <a:avLst/>
              <a:gdLst/>
              <a:ahLst/>
              <a:cxnLst/>
              <a:rect l="l" t="t" r="r" b="b"/>
              <a:pathLst>
                <a:path w="1056004" h="736600">
                  <a:moveTo>
                    <a:pt x="803513" y="0"/>
                  </a:moveTo>
                  <a:lnTo>
                    <a:pt x="855145" y="3071"/>
                  </a:lnTo>
                  <a:lnTo>
                    <a:pt x="900691" y="12287"/>
                  </a:lnTo>
                  <a:lnTo>
                    <a:pt x="940167" y="27646"/>
                  </a:lnTo>
                  <a:lnTo>
                    <a:pt x="973592" y="49148"/>
                  </a:lnTo>
                  <a:lnTo>
                    <a:pt x="1019186" y="105583"/>
                  </a:lnTo>
                  <a:lnTo>
                    <a:pt x="1034399" y="176689"/>
                  </a:lnTo>
                  <a:lnTo>
                    <a:pt x="1028747" y="228307"/>
                  </a:lnTo>
                  <a:lnTo>
                    <a:pt x="1011784" y="271587"/>
                  </a:lnTo>
                  <a:lnTo>
                    <a:pt x="983501" y="306528"/>
                  </a:lnTo>
                  <a:lnTo>
                    <a:pt x="943890" y="333129"/>
                  </a:lnTo>
                  <a:lnTo>
                    <a:pt x="892942" y="351388"/>
                  </a:lnTo>
                  <a:lnTo>
                    <a:pt x="892942" y="353878"/>
                  </a:lnTo>
                  <a:lnTo>
                    <a:pt x="960455" y="372300"/>
                  </a:lnTo>
                  <a:lnTo>
                    <a:pt x="1012057" y="408718"/>
                  </a:lnTo>
                  <a:lnTo>
                    <a:pt x="1044801" y="459284"/>
                  </a:lnTo>
                  <a:lnTo>
                    <a:pt x="1055735" y="520147"/>
                  </a:lnTo>
                  <a:lnTo>
                    <a:pt x="1051166" y="567424"/>
                  </a:lnTo>
                  <a:lnTo>
                    <a:pt x="1037466" y="609488"/>
                  </a:lnTo>
                  <a:lnTo>
                    <a:pt x="1014652" y="646340"/>
                  </a:lnTo>
                  <a:lnTo>
                    <a:pt x="982736" y="677978"/>
                  </a:lnTo>
                  <a:lnTo>
                    <a:pt x="942778" y="703392"/>
                  </a:lnTo>
                  <a:lnTo>
                    <a:pt x="895879" y="721541"/>
                  </a:lnTo>
                  <a:lnTo>
                    <a:pt x="842048" y="732427"/>
                  </a:lnTo>
                  <a:lnTo>
                    <a:pt x="781293" y="736055"/>
                  </a:lnTo>
                  <a:lnTo>
                    <a:pt x="728743" y="733822"/>
                  </a:lnTo>
                  <a:lnTo>
                    <a:pt x="681365" y="727124"/>
                  </a:lnTo>
                  <a:lnTo>
                    <a:pt x="639153" y="715959"/>
                  </a:lnTo>
                  <a:lnTo>
                    <a:pt x="602101" y="700326"/>
                  </a:lnTo>
                  <a:lnTo>
                    <a:pt x="602101" y="563831"/>
                  </a:lnTo>
                  <a:lnTo>
                    <a:pt x="639327" y="586626"/>
                  </a:lnTo>
                  <a:lnTo>
                    <a:pt x="679536" y="602913"/>
                  </a:lnTo>
                  <a:lnTo>
                    <a:pt x="722716" y="612687"/>
                  </a:lnTo>
                  <a:lnTo>
                    <a:pt x="768857" y="615945"/>
                  </a:lnTo>
                  <a:lnTo>
                    <a:pt x="797208" y="614332"/>
                  </a:lnTo>
                  <a:lnTo>
                    <a:pt x="844021" y="601424"/>
                  </a:lnTo>
                  <a:lnTo>
                    <a:pt x="877055" y="575957"/>
                  </a:lnTo>
                  <a:lnTo>
                    <a:pt x="893773" y="539971"/>
                  </a:lnTo>
                  <a:lnTo>
                    <a:pt x="895868" y="518159"/>
                  </a:lnTo>
                  <a:lnTo>
                    <a:pt x="893292" y="495706"/>
                  </a:lnTo>
                  <a:lnTo>
                    <a:pt x="872606" y="458979"/>
                  </a:lnTo>
                  <a:lnTo>
                    <a:pt x="831826" y="433413"/>
                  </a:lnTo>
                  <a:lnTo>
                    <a:pt x="774871" y="420510"/>
                  </a:lnTo>
                  <a:lnTo>
                    <a:pt x="740542" y="418898"/>
                  </a:lnTo>
                  <a:lnTo>
                    <a:pt x="674491" y="418898"/>
                  </a:lnTo>
                  <a:lnTo>
                    <a:pt x="674491" y="298786"/>
                  </a:lnTo>
                  <a:lnTo>
                    <a:pt x="735573" y="298786"/>
                  </a:lnTo>
                  <a:lnTo>
                    <a:pt x="796402" y="293015"/>
                  </a:lnTo>
                  <a:lnTo>
                    <a:pt x="839823" y="275705"/>
                  </a:lnTo>
                  <a:lnTo>
                    <a:pt x="865858" y="246854"/>
                  </a:lnTo>
                  <a:lnTo>
                    <a:pt x="874532" y="206465"/>
                  </a:lnTo>
                  <a:lnTo>
                    <a:pt x="867863" y="168460"/>
                  </a:lnTo>
                  <a:lnTo>
                    <a:pt x="847858" y="141314"/>
                  </a:lnTo>
                  <a:lnTo>
                    <a:pt x="814520" y="125026"/>
                  </a:lnTo>
                  <a:lnTo>
                    <a:pt x="767852" y="119597"/>
                  </a:lnTo>
                  <a:lnTo>
                    <a:pt x="732363" y="122483"/>
                  </a:lnTo>
                  <a:lnTo>
                    <a:pt x="697367" y="131140"/>
                  </a:lnTo>
                  <a:lnTo>
                    <a:pt x="662873" y="145566"/>
                  </a:lnTo>
                  <a:lnTo>
                    <a:pt x="628893" y="165759"/>
                  </a:lnTo>
                  <a:lnTo>
                    <a:pt x="628893" y="37718"/>
                  </a:lnTo>
                  <a:lnTo>
                    <a:pt x="667901" y="21216"/>
                  </a:lnTo>
                  <a:lnTo>
                    <a:pt x="710020" y="9429"/>
                  </a:lnTo>
                  <a:lnTo>
                    <a:pt x="755231" y="2357"/>
                  </a:lnTo>
                  <a:lnTo>
                    <a:pt x="803513" y="0"/>
                  </a:lnTo>
                  <a:close/>
                </a:path>
                <a:path w="1056004" h="736600">
                  <a:moveTo>
                    <a:pt x="243718" y="0"/>
                  </a:moveTo>
                  <a:lnTo>
                    <a:pt x="294981" y="3525"/>
                  </a:lnTo>
                  <a:lnTo>
                    <a:pt x="340735" y="14096"/>
                  </a:lnTo>
                  <a:lnTo>
                    <a:pt x="380344" y="31310"/>
                  </a:lnTo>
                  <a:lnTo>
                    <a:pt x="413369" y="54614"/>
                  </a:lnTo>
                  <a:lnTo>
                    <a:pt x="439685" y="83687"/>
                  </a:lnTo>
                  <a:lnTo>
                    <a:pt x="458845" y="118359"/>
                  </a:lnTo>
                  <a:lnTo>
                    <a:pt x="470573" y="158010"/>
                  </a:lnTo>
                  <a:lnTo>
                    <a:pt x="474482" y="202000"/>
                  </a:lnTo>
                  <a:lnTo>
                    <a:pt x="473530" y="225883"/>
                  </a:lnTo>
                  <a:lnTo>
                    <a:pt x="465956" y="269555"/>
                  </a:lnTo>
                  <a:lnTo>
                    <a:pt x="451135" y="308022"/>
                  </a:lnTo>
                  <a:lnTo>
                    <a:pt x="431031" y="342771"/>
                  </a:lnTo>
                  <a:lnTo>
                    <a:pt x="406122" y="374146"/>
                  </a:lnTo>
                  <a:lnTo>
                    <a:pt x="377219" y="402814"/>
                  </a:lnTo>
                  <a:lnTo>
                    <a:pt x="344779" y="429089"/>
                  </a:lnTo>
                  <a:lnTo>
                    <a:pt x="310826" y="454276"/>
                  </a:lnTo>
                  <a:lnTo>
                    <a:pt x="293369" y="466545"/>
                  </a:lnTo>
                  <a:lnTo>
                    <a:pt x="281558" y="474963"/>
                  </a:lnTo>
                  <a:lnTo>
                    <a:pt x="247406" y="500051"/>
                  </a:lnTo>
                  <a:lnTo>
                    <a:pt x="217183" y="524708"/>
                  </a:lnTo>
                  <a:lnTo>
                    <a:pt x="187007" y="556589"/>
                  </a:lnTo>
                  <a:lnTo>
                    <a:pt x="171693" y="593597"/>
                  </a:lnTo>
                  <a:lnTo>
                    <a:pt x="473445" y="593597"/>
                  </a:lnTo>
                  <a:lnTo>
                    <a:pt x="473445" y="723650"/>
                  </a:lnTo>
                  <a:lnTo>
                    <a:pt x="0" y="723650"/>
                  </a:lnTo>
                  <a:lnTo>
                    <a:pt x="0" y="670047"/>
                  </a:lnTo>
                  <a:lnTo>
                    <a:pt x="4571" y="618239"/>
                  </a:lnTo>
                  <a:lnTo>
                    <a:pt x="18287" y="572012"/>
                  </a:lnTo>
                  <a:lnTo>
                    <a:pt x="39063" y="530821"/>
                  </a:lnTo>
                  <a:lnTo>
                    <a:pt x="64526" y="494096"/>
                  </a:lnTo>
                  <a:lnTo>
                    <a:pt x="93592" y="461577"/>
                  </a:lnTo>
                  <a:lnTo>
                    <a:pt x="125333" y="433029"/>
                  </a:lnTo>
                  <a:lnTo>
                    <a:pt x="157524" y="407791"/>
                  </a:lnTo>
                  <a:lnTo>
                    <a:pt x="203231" y="374102"/>
                  </a:lnTo>
                  <a:lnTo>
                    <a:pt x="217421" y="363306"/>
                  </a:lnTo>
                  <a:lnTo>
                    <a:pt x="254284" y="332301"/>
                  </a:lnTo>
                  <a:lnTo>
                    <a:pt x="282701" y="302014"/>
                  </a:lnTo>
                  <a:lnTo>
                    <a:pt x="306689" y="261305"/>
                  </a:lnTo>
                  <a:lnTo>
                    <a:pt x="314705" y="217371"/>
                  </a:lnTo>
                  <a:lnTo>
                    <a:pt x="313088" y="195940"/>
                  </a:lnTo>
                  <a:lnTo>
                    <a:pt x="288797" y="148388"/>
                  </a:lnTo>
                  <a:lnTo>
                    <a:pt x="234782" y="126520"/>
                  </a:lnTo>
                  <a:lnTo>
                    <a:pt x="209915" y="125062"/>
                  </a:lnTo>
                  <a:lnTo>
                    <a:pt x="164510" y="129621"/>
                  </a:lnTo>
                  <a:lnTo>
                    <a:pt x="120102" y="143300"/>
                  </a:lnTo>
                  <a:lnTo>
                    <a:pt x="76694" y="166101"/>
                  </a:lnTo>
                  <a:lnTo>
                    <a:pt x="34289" y="198025"/>
                  </a:lnTo>
                  <a:lnTo>
                    <a:pt x="34289" y="60079"/>
                  </a:lnTo>
                  <a:lnTo>
                    <a:pt x="82173" y="33759"/>
                  </a:lnTo>
                  <a:lnTo>
                    <a:pt x="133049" y="14988"/>
                  </a:lnTo>
                  <a:lnTo>
                    <a:pt x="186901" y="3743"/>
                  </a:lnTo>
                  <a:lnTo>
                    <a:pt x="243718" y="0"/>
                  </a:lnTo>
                  <a:close/>
                </a:path>
              </a:pathLst>
            </a:custGeom>
            <a:ln w="12191">
              <a:solidFill>
                <a:srgbClr val="000000"/>
              </a:solidFill>
            </a:ln>
          </p:spPr>
          <p:txBody>
            <a:bodyPr wrap="square" lIns="0" tIns="0" rIns="0" bIns="0" rtlCol="0"/>
            <a:lstStyle/>
            <a:p>
              <a:endParaRPr/>
            </a:p>
          </p:txBody>
        </p:sp>
        <p:sp>
          <p:nvSpPr>
            <p:cNvPr id="212" name="object 212"/>
            <p:cNvSpPr/>
            <p:nvPr/>
          </p:nvSpPr>
          <p:spPr>
            <a:xfrm>
              <a:off x="6780276" y="5244084"/>
              <a:ext cx="2218944" cy="1345691"/>
            </a:xfrm>
            <a:prstGeom prst="rect">
              <a:avLst/>
            </a:prstGeom>
            <a:blipFill>
              <a:blip r:embed="rId87" cstate="print"/>
              <a:stretch>
                <a:fillRect/>
              </a:stretch>
            </a:blipFill>
          </p:spPr>
          <p:txBody>
            <a:bodyPr wrap="square" lIns="0" tIns="0" rIns="0" bIns="0" rtlCol="0"/>
            <a:lstStyle/>
            <a:p>
              <a:endParaRPr/>
            </a:p>
          </p:txBody>
        </p:sp>
        <p:sp>
          <p:nvSpPr>
            <p:cNvPr id="213" name="object 213"/>
            <p:cNvSpPr/>
            <p:nvPr/>
          </p:nvSpPr>
          <p:spPr>
            <a:xfrm>
              <a:off x="6626352" y="4927090"/>
              <a:ext cx="2517647" cy="1930908"/>
            </a:xfrm>
            <a:prstGeom prst="rect">
              <a:avLst/>
            </a:prstGeom>
            <a:blipFill>
              <a:blip r:embed="rId88" cstate="print"/>
              <a:stretch>
                <a:fillRect/>
              </a:stretch>
            </a:blipFill>
          </p:spPr>
          <p:txBody>
            <a:bodyPr wrap="square" lIns="0" tIns="0" rIns="0" bIns="0" rtlCol="0"/>
            <a:lstStyle/>
            <a:p>
              <a:endParaRPr/>
            </a:p>
          </p:txBody>
        </p:sp>
        <p:sp>
          <p:nvSpPr>
            <p:cNvPr id="214" name="object 214"/>
            <p:cNvSpPr/>
            <p:nvPr/>
          </p:nvSpPr>
          <p:spPr>
            <a:xfrm>
              <a:off x="6861809" y="5305294"/>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58"/>
                  </a:lnTo>
                  <a:lnTo>
                    <a:pt x="4720" y="998424"/>
                  </a:lnTo>
                  <a:lnTo>
                    <a:pt x="18262" y="1042073"/>
                  </a:lnTo>
                  <a:lnTo>
                    <a:pt x="39691" y="1081572"/>
                  </a:lnTo>
                  <a:lnTo>
                    <a:pt x="68077" y="1115985"/>
                  </a:lnTo>
                  <a:lnTo>
                    <a:pt x="102486" y="1144377"/>
                  </a:lnTo>
                  <a:lnTo>
                    <a:pt x="141986" y="1165815"/>
                  </a:lnTo>
                  <a:lnTo>
                    <a:pt x="185645" y="1179363"/>
                  </a:lnTo>
                  <a:lnTo>
                    <a:pt x="232531"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15" name="object 215"/>
            <p:cNvSpPr/>
            <p:nvPr/>
          </p:nvSpPr>
          <p:spPr>
            <a:xfrm>
              <a:off x="6861809" y="5305294"/>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531" y="1184087"/>
                  </a:lnTo>
                  <a:lnTo>
                    <a:pt x="185645" y="1179363"/>
                  </a:lnTo>
                  <a:lnTo>
                    <a:pt x="141986" y="1165815"/>
                  </a:lnTo>
                  <a:lnTo>
                    <a:pt x="102486" y="1144377"/>
                  </a:lnTo>
                  <a:lnTo>
                    <a:pt x="68077" y="1115985"/>
                  </a:lnTo>
                  <a:lnTo>
                    <a:pt x="39691" y="1081572"/>
                  </a:lnTo>
                  <a:lnTo>
                    <a:pt x="18262" y="1042073"/>
                  </a:lnTo>
                  <a:lnTo>
                    <a:pt x="4720"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216" name="object 216"/>
            <p:cNvSpPr/>
            <p:nvPr/>
          </p:nvSpPr>
          <p:spPr>
            <a:xfrm>
              <a:off x="6667500" y="4948426"/>
              <a:ext cx="2476500" cy="1909571"/>
            </a:xfrm>
            <a:prstGeom prst="rect">
              <a:avLst/>
            </a:prstGeom>
            <a:blipFill>
              <a:blip r:embed="rId89" cstate="print"/>
              <a:stretch>
                <a:fillRect/>
              </a:stretch>
            </a:blipFill>
          </p:spPr>
          <p:txBody>
            <a:bodyPr wrap="square" lIns="0" tIns="0" rIns="0" bIns="0" rtlCol="0"/>
            <a:lstStyle/>
            <a:p>
              <a:endParaRPr/>
            </a:p>
          </p:txBody>
        </p:sp>
        <p:sp>
          <p:nvSpPr>
            <p:cNvPr id="217" name="object 217"/>
            <p:cNvSpPr/>
            <p:nvPr/>
          </p:nvSpPr>
          <p:spPr>
            <a:xfrm>
              <a:off x="7345802" y="5545586"/>
              <a:ext cx="1102360" cy="723900"/>
            </a:xfrm>
            <a:custGeom>
              <a:avLst/>
              <a:gdLst/>
              <a:ahLst/>
              <a:cxnLst/>
              <a:rect l="l" t="t" r="r" b="b"/>
              <a:pathLst>
                <a:path w="1102359" h="723900">
                  <a:moveTo>
                    <a:pt x="1016508" y="577714"/>
                  </a:moveTo>
                  <a:lnTo>
                    <a:pt x="873648" y="577714"/>
                  </a:lnTo>
                  <a:lnTo>
                    <a:pt x="873648" y="723637"/>
                  </a:lnTo>
                  <a:lnTo>
                    <a:pt x="1016508" y="723637"/>
                  </a:lnTo>
                  <a:lnTo>
                    <a:pt x="1016508" y="577714"/>
                  </a:lnTo>
                  <a:close/>
                </a:path>
                <a:path w="1102359" h="723900">
                  <a:moveTo>
                    <a:pt x="1016508" y="11929"/>
                  </a:moveTo>
                  <a:lnTo>
                    <a:pt x="871087" y="11929"/>
                  </a:lnTo>
                  <a:lnTo>
                    <a:pt x="858045" y="39033"/>
                  </a:lnTo>
                  <a:lnTo>
                    <a:pt x="843648" y="66798"/>
                  </a:lnTo>
                  <a:lnTo>
                    <a:pt x="810768" y="124300"/>
                  </a:lnTo>
                  <a:lnTo>
                    <a:pt x="773898" y="182936"/>
                  </a:lnTo>
                  <a:lnTo>
                    <a:pt x="734080" y="241197"/>
                  </a:lnTo>
                  <a:lnTo>
                    <a:pt x="692162" y="298460"/>
                  </a:lnTo>
                  <a:lnTo>
                    <a:pt x="648736" y="354116"/>
                  </a:lnTo>
                  <a:lnTo>
                    <a:pt x="605298" y="406781"/>
                  </a:lnTo>
                  <a:lnTo>
                    <a:pt x="563392" y="455115"/>
                  </a:lnTo>
                  <a:lnTo>
                    <a:pt x="563392" y="577714"/>
                  </a:lnTo>
                  <a:lnTo>
                    <a:pt x="1101852" y="577714"/>
                  </a:lnTo>
                  <a:lnTo>
                    <a:pt x="1101852" y="460568"/>
                  </a:lnTo>
                  <a:lnTo>
                    <a:pt x="703844" y="460568"/>
                  </a:lnTo>
                  <a:lnTo>
                    <a:pt x="714611" y="447185"/>
                  </a:lnTo>
                  <a:lnTo>
                    <a:pt x="748040" y="404241"/>
                  </a:lnTo>
                  <a:lnTo>
                    <a:pt x="782008" y="358082"/>
                  </a:lnTo>
                  <a:lnTo>
                    <a:pt x="804272" y="326129"/>
                  </a:lnTo>
                  <a:lnTo>
                    <a:pt x="825603" y="293617"/>
                  </a:lnTo>
                  <a:lnTo>
                    <a:pt x="845869" y="260721"/>
                  </a:lnTo>
                  <a:lnTo>
                    <a:pt x="873648" y="211906"/>
                  </a:lnTo>
                  <a:lnTo>
                    <a:pt x="1016508" y="211906"/>
                  </a:lnTo>
                  <a:lnTo>
                    <a:pt x="1016508" y="11929"/>
                  </a:lnTo>
                  <a:close/>
                </a:path>
                <a:path w="1102359" h="723900">
                  <a:moveTo>
                    <a:pt x="1016508" y="211906"/>
                  </a:moveTo>
                  <a:lnTo>
                    <a:pt x="873648" y="211906"/>
                  </a:lnTo>
                  <a:lnTo>
                    <a:pt x="873648" y="460568"/>
                  </a:lnTo>
                  <a:lnTo>
                    <a:pt x="1016508" y="460568"/>
                  </a:lnTo>
                  <a:lnTo>
                    <a:pt x="1016508" y="211906"/>
                  </a:lnTo>
                  <a:close/>
                </a:path>
                <a:path w="1102359" h="723900">
                  <a:moveTo>
                    <a:pt x="461224" y="125050"/>
                  </a:moveTo>
                  <a:lnTo>
                    <a:pt x="209946" y="125050"/>
                  </a:lnTo>
                  <a:lnTo>
                    <a:pt x="234801" y="126508"/>
                  </a:lnTo>
                  <a:lnTo>
                    <a:pt x="256245" y="130883"/>
                  </a:lnTo>
                  <a:lnTo>
                    <a:pt x="300188" y="161440"/>
                  </a:lnTo>
                  <a:lnTo>
                    <a:pt x="314706" y="217371"/>
                  </a:lnTo>
                  <a:lnTo>
                    <a:pt x="314208" y="228862"/>
                  </a:lnTo>
                  <a:lnTo>
                    <a:pt x="302268" y="271561"/>
                  </a:lnTo>
                  <a:lnTo>
                    <a:pt x="274155" y="312058"/>
                  </a:lnTo>
                  <a:lnTo>
                    <a:pt x="242956" y="342448"/>
                  </a:lnTo>
                  <a:lnTo>
                    <a:pt x="203167" y="374133"/>
                  </a:lnTo>
                  <a:lnTo>
                    <a:pt x="173023" y="396127"/>
                  </a:lnTo>
                  <a:lnTo>
                    <a:pt x="157539" y="407776"/>
                  </a:lnTo>
                  <a:lnTo>
                    <a:pt x="125364" y="433029"/>
                  </a:lnTo>
                  <a:lnTo>
                    <a:pt x="93653" y="461570"/>
                  </a:lnTo>
                  <a:lnTo>
                    <a:pt x="64526" y="494074"/>
                  </a:lnTo>
                  <a:lnTo>
                    <a:pt x="39090" y="530803"/>
                  </a:lnTo>
                  <a:lnTo>
                    <a:pt x="18409" y="571999"/>
                  </a:lnTo>
                  <a:lnTo>
                    <a:pt x="4587" y="618227"/>
                  </a:lnTo>
                  <a:lnTo>
                    <a:pt x="0" y="670035"/>
                  </a:lnTo>
                  <a:lnTo>
                    <a:pt x="0" y="723637"/>
                  </a:lnTo>
                  <a:lnTo>
                    <a:pt x="473476" y="723637"/>
                  </a:lnTo>
                  <a:lnTo>
                    <a:pt x="473476" y="593598"/>
                  </a:lnTo>
                  <a:lnTo>
                    <a:pt x="171724" y="593598"/>
                  </a:lnTo>
                  <a:lnTo>
                    <a:pt x="172342" y="586557"/>
                  </a:lnTo>
                  <a:lnTo>
                    <a:pt x="193346" y="548739"/>
                  </a:lnTo>
                  <a:lnTo>
                    <a:pt x="226634" y="516541"/>
                  </a:lnTo>
                  <a:lnTo>
                    <a:pt x="258565" y="491704"/>
                  </a:lnTo>
                  <a:lnTo>
                    <a:pt x="293370" y="466532"/>
                  </a:lnTo>
                  <a:lnTo>
                    <a:pt x="310830" y="454261"/>
                  </a:lnTo>
                  <a:lnTo>
                    <a:pt x="327968" y="441772"/>
                  </a:lnTo>
                  <a:lnTo>
                    <a:pt x="361309" y="416146"/>
                  </a:lnTo>
                  <a:lnTo>
                    <a:pt x="392174" y="388790"/>
                  </a:lnTo>
                  <a:lnTo>
                    <a:pt x="419221" y="358819"/>
                  </a:lnTo>
                  <a:lnTo>
                    <a:pt x="441773" y="325819"/>
                  </a:lnTo>
                  <a:lnTo>
                    <a:pt x="459364" y="289346"/>
                  </a:lnTo>
                  <a:lnTo>
                    <a:pt x="470729" y="248394"/>
                  </a:lnTo>
                  <a:lnTo>
                    <a:pt x="474482" y="201978"/>
                  </a:lnTo>
                  <a:lnTo>
                    <a:pt x="473504" y="179439"/>
                  </a:lnTo>
                  <a:lnTo>
                    <a:pt x="470573" y="157988"/>
                  </a:lnTo>
                  <a:lnTo>
                    <a:pt x="465686" y="137624"/>
                  </a:lnTo>
                  <a:lnTo>
                    <a:pt x="461224" y="125050"/>
                  </a:lnTo>
                  <a:close/>
                </a:path>
                <a:path w="1102359" h="723900">
                  <a:moveTo>
                    <a:pt x="243718" y="0"/>
                  </a:moveTo>
                  <a:lnTo>
                    <a:pt x="186901" y="3740"/>
                  </a:lnTo>
                  <a:lnTo>
                    <a:pt x="133049" y="14977"/>
                  </a:lnTo>
                  <a:lnTo>
                    <a:pt x="82173" y="33733"/>
                  </a:lnTo>
                  <a:lnTo>
                    <a:pt x="34290" y="60030"/>
                  </a:lnTo>
                  <a:lnTo>
                    <a:pt x="34290" y="198013"/>
                  </a:lnTo>
                  <a:lnTo>
                    <a:pt x="76708" y="166094"/>
                  </a:lnTo>
                  <a:lnTo>
                    <a:pt x="120117" y="143292"/>
                  </a:lnTo>
                  <a:lnTo>
                    <a:pt x="164527" y="129611"/>
                  </a:lnTo>
                  <a:lnTo>
                    <a:pt x="209946" y="125050"/>
                  </a:lnTo>
                  <a:lnTo>
                    <a:pt x="461224" y="125050"/>
                  </a:lnTo>
                  <a:lnTo>
                    <a:pt x="458845" y="118347"/>
                  </a:lnTo>
                  <a:lnTo>
                    <a:pt x="439715" y="83666"/>
                  </a:lnTo>
                  <a:lnTo>
                    <a:pt x="413522" y="54565"/>
                  </a:lnTo>
                  <a:lnTo>
                    <a:pt x="380375" y="3129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18" name="object 218"/>
            <p:cNvSpPr/>
            <p:nvPr/>
          </p:nvSpPr>
          <p:spPr>
            <a:xfrm>
              <a:off x="7345801" y="5545586"/>
              <a:ext cx="1102360" cy="723900"/>
            </a:xfrm>
            <a:custGeom>
              <a:avLst/>
              <a:gdLst/>
              <a:ahLst/>
              <a:cxnLst/>
              <a:rect l="l" t="t" r="r" b="b"/>
              <a:pathLst>
                <a:path w="1102359" h="723900">
                  <a:moveTo>
                    <a:pt x="873648" y="211906"/>
                  </a:moveTo>
                  <a:lnTo>
                    <a:pt x="845869" y="260721"/>
                  </a:lnTo>
                  <a:lnTo>
                    <a:pt x="825603" y="293617"/>
                  </a:lnTo>
                  <a:lnTo>
                    <a:pt x="804272" y="326129"/>
                  </a:lnTo>
                  <a:lnTo>
                    <a:pt x="782008" y="358082"/>
                  </a:lnTo>
                  <a:lnTo>
                    <a:pt x="759427" y="389105"/>
                  </a:lnTo>
                  <a:lnTo>
                    <a:pt x="725564" y="433338"/>
                  </a:lnTo>
                  <a:lnTo>
                    <a:pt x="703844" y="460568"/>
                  </a:lnTo>
                  <a:lnTo>
                    <a:pt x="873648" y="460568"/>
                  </a:lnTo>
                  <a:lnTo>
                    <a:pt x="873648" y="211906"/>
                  </a:lnTo>
                  <a:close/>
                </a:path>
                <a:path w="1102359" h="723900">
                  <a:moveTo>
                    <a:pt x="871087" y="11929"/>
                  </a:moveTo>
                  <a:lnTo>
                    <a:pt x="1016507" y="11929"/>
                  </a:lnTo>
                  <a:lnTo>
                    <a:pt x="1016507" y="460568"/>
                  </a:lnTo>
                  <a:lnTo>
                    <a:pt x="1101851" y="460568"/>
                  </a:lnTo>
                  <a:lnTo>
                    <a:pt x="1101851" y="577714"/>
                  </a:lnTo>
                  <a:lnTo>
                    <a:pt x="1016507" y="577714"/>
                  </a:lnTo>
                  <a:lnTo>
                    <a:pt x="1016507" y="723637"/>
                  </a:lnTo>
                  <a:lnTo>
                    <a:pt x="873648" y="723637"/>
                  </a:lnTo>
                  <a:lnTo>
                    <a:pt x="873648" y="577714"/>
                  </a:lnTo>
                  <a:lnTo>
                    <a:pt x="563392" y="577714"/>
                  </a:lnTo>
                  <a:lnTo>
                    <a:pt x="563392" y="455115"/>
                  </a:lnTo>
                  <a:lnTo>
                    <a:pt x="584155" y="431490"/>
                  </a:lnTo>
                  <a:lnTo>
                    <a:pt x="605298" y="406781"/>
                  </a:lnTo>
                  <a:lnTo>
                    <a:pt x="648736" y="354116"/>
                  </a:lnTo>
                  <a:lnTo>
                    <a:pt x="692162" y="298460"/>
                  </a:lnTo>
                  <a:lnTo>
                    <a:pt x="734080" y="241197"/>
                  </a:lnTo>
                  <a:lnTo>
                    <a:pt x="773898" y="182936"/>
                  </a:lnTo>
                  <a:lnTo>
                    <a:pt x="810767" y="124300"/>
                  </a:lnTo>
                  <a:lnTo>
                    <a:pt x="843648" y="66798"/>
                  </a:lnTo>
                  <a:lnTo>
                    <a:pt x="858045" y="39033"/>
                  </a:lnTo>
                  <a:lnTo>
                    <a:pt x="871087" y="11929"/>
                  </a:lnTo>
                  <a:close/>
                </a:path>
                <a:path w="1102359" h="723900">
                  <a:moveTo>
                    <a:pt x="243718" y="0"/>
                  </a:moveTo>
                  <a:lnTo>
                    <a:pt x="295038" y="3521"/>
                  </a:lnTo>
                  <a:lnTo>
                    <a:pt x="340735" y="14096"/>
                  </a:lnTo>
                  <a:lnTo>
                    <a:pt x="380375" y="31295"/>
                  </a:lnTo>
                  <a:lnTo>
                    <a:pt x="413522" y="54565"/>
                  </a:lnTo>
                  <a:lnTo>
                    <a:pt x="439715" y="83666"/>
                  </a:lnTo>
                  <a:lnTo>
                    <a:pt x="458845" y="118347"/>
                  </a:lnTo>
                  <a:lnTo>
                    <a:pt x="470573" y="157988"/>
                  </a:lnTo>
                  <a:lnTo>
                    <a:pt x="474482" y="201978"/>
                  </a:lnTo>
                  <a:lnTo>
                    <a:pt x="473547" y="225869"/>
                  </a:lnTo>
                  <a:lnTo>
                    <a:pt x="466008" y="269553"/>
                  </a:lnTo>
                  <a:lnTo>
                    <a:pt x="451201" y="308015"/>
                  </a:lnTo>
                  <a:lnTo>
                    <a:pt x="431104" y="342755"/>
                  </a:lnTo>
                  <a:lnTo>
                    <a:pt x="406174" y="374133"/>
                  </a:lnTo>
                  <a:lnTo>
                    <a:pt x="377220" y="402794"/>
                  </a:lnTo>
                  <a:lnTo>
                    <a:pt x="344792" y="429067"/>
                  </a:lnTo>
                  <a:lnTo>
                    <a:pt x="310830" y="454261"/>
                  </a:lnTo>
                  <a:lnTo>
                    <a:pt x="293369" y="466532"/>
                  </a:lnTo>
                  <a:lnTo>
                    <a:pt x="281558" y="474955"/>
                  </a:lnTo>
                  <a:lnTo>
                    <a:pt x="247406" y="500039"/>
                  </a:lnTo>
                  <a:lnTo>
                    <a:pt x="217213" y="524702"/>
                  </a:lnTo>
                  <a:lnTo>
                    <a:pt x="187072" y="556571"/>
                  </a:lnTo>
                  <a:lnTo>
                    <a:pt x="171724" y="593597"/>
                  </a:lnTo>
                  <a:lnTo>
                    <a:pt x="473476" y="593597"/>
                  </a:lnTo>
                  <a:lnTo>
                    <a:pt x="473476" y="723637"/>
                  </a:lnTo>
                  <a:lnTo>
                    <a:pt x="0" y="723637"/>
                  </a:lnTo>
                  <a:lnTo>
                    <a:pt x="0" y="670035"/>
                  </a:lnTo>
                  <a:lnTo>
                    <a:pt x="4587" y="618227"/>
                  </a:lnTo>
                  <a:lnTo>
                    <a:pt x="18409" y="571999"/>
                  </a:lnTo>
                  <a:lnTo>
                    <a:pt x="39090" y="530803"/>
                  </a:lnTo>
                  <a:lnTo>
                    <a:pt x="64526" y="494074"/>
                  </a:lnTo>
                  <a:lnTo>
                    <a:pt x="93653" y="461570"/>
                  </a:lnTo>
                  <a:lnTo>
                    <a:pt x="125364" y="433029"/>
                  </a:lnTo>
                  <a:lnTo>
                    <a:pt x="157539" y="407776"/>
                  </a:lnTo>
                  <a:lnTo>
                    <a:pt x="203231" y="374086"/>
                  </a:lnTo>
                  <a:lnTo>
                    <a:pt x="217421" y="363294"/>
                  </a:lnTo>
                  <a:lnTo>
                    <a:pt x="254297" y="332285"/>
                  </a:lnTo>
                  <a:lnTo>
                    <a:pt x="282701" y="301989"/>
                  </a:lnTo>
                  <a:lnTo>
                    <a:pt x="306720" y="261295"/>
                  </a:lnTo>
                  <a:lnTo>
                    <a:pt x="314705" y="217371"/>
                  </a:lnTo>
                  <a:lnTo>
                    <a:pt x="313090" y="195934"/>
                  </a:lnTo>
                  <a:lnTo>
                    <a:pt x="288919" y="148388"/>
                  </a:lnTo>
                  <a:lnTo>
                    <a:pt x="234801" y="126508"/>
                  </a:lnTo>
                  <a:lnTo>
                    <a:pt x="209946" y="125050"/>
                  </a:lnTo>
                  <a:lnTo>
                    <a:pt x="164527" y="129611"/>
                  </a:lnTo>
                  <a:lnTo>
                    <a:pt x="120117" y="143292"/>
                  </a:lnTo>
                  <a:lnTo>
                    <a:pt x="76708" y="166094"/>
                  </a:lnTo>
                  <a:lnTo>
                    <a:pt x="34289" y="198013"/>
                  </a:lnTo>
                  <a:lnTo>
                    <a:pt x="34289" y="60030"/>
                  </a:lnTo>
                  <a:lnTo>
                    <a:pt x="82173" y="33733"/>
                  </a:lnTo>
                  <a:lnTo>
                    <a:pt x="133049" y="14977"/>
                  </a:lnTo>
                  <a:lnTo>
                    <a:pt x="186901" y="3740"/>
                  </a:lnTo>
                  <a:lnTo>
                    <a:pt x="243718" y="0"/>
                  </a:lnTo>
                  <a:close/>
                </a:path>
              </a:pathLst>
            </a:custGeom>
            <a:ln w="12191">
              <a:solidFill>
                <a:srgbClr val="000000"/>
              </a:solidFill>
            </a:ln>
          </p:spPr>
          <p:txBody>
            <a:bodyPr wrap="square" lIns="0" tIns="0" rIns="0" bIns="0" rtlCol="0"/>
            <a:lstStyle/>
            <a:p>
              <a:endParaRPr/>
            </a:p>
          </p:txBody>
        </p:sp>
        <p:sp>
          <p:nvSpPr>
            <p:cNvPr id="219" name="object 219"/>
            <p:cNvSpPr/>
            <p:nvPr/>
          </p:nvSpPr>
          <p:spPr>
            <a:xfrm>
              <a:off x="6774180" y="5224272"/>
              <a:ext cx="2218944" cy="1344167"/>
            </a:xfrm>
            <a:prstGeom prst="rect">
              <a:avLst/>
            </a:prstGeom>
            <a:blipFill>
              <a:blip r:embed="rId90" cstate="print"/>
              <a:stretch>
                <a:fillRect/>
              </a:stretch>
            </a:blipFill>
          </p:spPr>
          <p:txBody>
            <a:bodyPr wrap="square" lIns="0" tIns="0" rIns="0" bIns="0" rtlCol="0"/>
            <a:lstStyle/>
            <a:p>
              <a:endParaRPr/>
            </a:p>
          </p:txBody>
        </p:sp>
        <p:sp>
          <p:nvSpPr>
            <p:cNvPr id="220" name="object 220"/>
            <p:cNvSpPr/>
            <p:nvPr/>
          </p:nvSpPr>
          <p:spPr>
            <a:xfrm>
              <a:off x="6620256" y="4905756"/>
              <a:ext cx="2523743" cy="1952244"/>
            </a:xfrm>
            <a:prstGeom prst="rect">
              <a:avLst/>
            </a:prstGeom>
            <a:blipFill>
              <a:blip r:embed="rId91" cstate="print"/>
              <a:stretch>
                <a:fillRect/>
              </a:stretch>
            </a:blipFill>
          </p:spPr>
          <p:txBody>
            <a:bodyPr wrap="square" lIns="0" tIns="0" rIns="0" bIns="0" rtlCol="0"/>
            <a:lstStyle/>
            <a:p>
              <a:endParaRPr/>
            </a:p>
          </p:txBody>
        </p:sp>
        <p:sp>
          <p:nvSpPr>
            <p:cNvPr id="221" name="object 221"/>
            <p:cNvSpPr/>
            <p:nvPr/>
          </p:nvSpPr>
          <p:spPr>
            <a:xfrm>
              <a:off x="6855592"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22" name="object 222"/>
            <p:cNvSpPr/>
            <p:nvPr/>
          </p:nvSpPr>
          <p:spPr>
            <a:xfrm>
              <a:off x="6855592"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23" name="object 223"/>
            <p:cNvSpPr/>
            <p:nvPr/>
          </p:nvSpPr>
          <p:spPr>
            <a:xfrm>
              <a:off x="6661404" y="4927090"/>
              <a:ext cx="2481072" cy="1930908"/>
            </a:xfrm>
            <a:prstGeom prst="rect">
              <a:avLst/>
            </a:prstGeom>
            <a:blipFill>
              <a:blip r:embed="rId92" cstate="print"/>
              <a:stretch>
                <a:fillRect/>
              </a:stretch>
            </a:blipFill>
          </p:spPr>
          <p:txBody>
            <a:bodyPr wrap="square" lIns="0" tIns="0" rIns="0" bIns="0" rtlCol="0"/>
            <a:lstStyle/>
            <a:p>
              <a:endParaRPr/>
            </a:p>
          </p:txBody>
        </p:sp>
        <p:sp>
          <p:nvSpPr>
            <p:cNvPr id="224" name="object 224"/>
            <p:cNvSpPr/>
            <p:nvPr/>
          </p:nvSpPr>
          <p:spPr>
            <a:xfrm>
              <a:off x="7339584" y="5524631"/>
              <a:ext cx="1061720" cy="736600"/>
            </a:xfrm>
            <a:custGeom>
              <a:avLst/>
              <a:gdLst/>
              <a:ahLst/>
              <a:cxnLst/>
              <a:rect l="l" t="t" r="r" b="b"/>
              <a:pathLst>
                <a:path w="1061720" h="736600">
                  <a:moveTo>
                    <a:pt x="614568" y="571237"/>
                  </a:moveTo>
                  <a:lnTo>
                    <a:pt x="614568" y="705255"/>
                  </a:lnTo>
                  <a:lnTo>
                    <a:pt x="651569" y="718721"/>
                  </a:lnTo>
                  <a:lnTo>
                    <a:pt x="692677" y="728335"/>
                  </a:lnTo>
                  <a:lnTo>
                    <a:pt x="737905" y="734101"/>
                  </a:lnTo>
                  <a:lnTo>
                    <a:pt x="787267" y="736021"/>
                  </a:lnTo>
                  <a:lnTo>
                    <a:pt x="847254" y="731757"/>
                  </a:lnTo>
                  <a:lnTo>
                    <a:pt x="900687" y="718964"/>
                  </a:lnTo>
                  <a:lnTo>
                    <a:pt x="947543" y="697641"/>
                  </a:lnTo>
                  <a:lnTo>
                    <a:pt x="987795" y="667786"/>
                  </a:lnTo>
                  <a:lnTo>
                    <a:pt x="1020137" y="631191"/>
                  </a:lnTo>
                  <a:lnTo>
                    <a:pt x="1028631" y="615921"/>
                  </a:lnTo>
                  <a:lnTo>
                    <a:pt x="769863" y="615921"/>
                  </a:lnTo>
                  <a:lnTo>
                    <a:pt x="729289" y="613128"/>
                  </a:lnTo>
                  <a:lnTo>
                    <a:pt x="689872" y="604750"/>
                  </a:lnTo>
                  <a:lnTo>
                    <a:pt x="651627" y="590786"/>
                  </a:lnTo>
                  <a:lnTo>
                    <a:pt x="614568" y="571237"/>
                  </a:lnTo>
                  <a:close/>
                </a:path>
                <a:path w="1061720" h="736600">
                  <a:moveTo>
                    <a:pt x="1044080" y="400501"/>
                  </a:moveTo>
                  <a:lnTo>
                    <a:pt x="752490" y="400501"/>
                  </a:lnTo>
                  <a:lnTo>
                    <a:pt x="806308" y="404730"/>
                  </a:lnTo>
                  <a:lnTo>
                    <a:pt x="848162" y="417418"/>
                  </a:lnTo>
                  <a:lnTo>
                    <a:pt x="878054" y="438564"/>
                  </a:lnTo>
                  <a:lnTo>
                    <a:pt x="895987" y="468168"/>
                  </a:lnTo>
                  <a:lnTo>
                    <a:pt x="901964" y="506230"/>
                  </a:lnTo>
                  <a:lnTo>
                    <a:pt x="899770" y="530219"/>
                  </a:lnTo>
                  <a:lnTo>
                    <a:pt x="882238" y="570296"/>
                  </a:lnTo>
                  <a:lnTo>
                    <a:pt x="847710" y="599306"/>
                  </a:lnTo>
                  <a:lnTo>
                    <a:pt x="799215" y="614075"/>
                  </a:lnTo>
                  <a:lnTo>
                    <a:pt x="769863" y="615921"/>
                  </a:lnTo>
                  <a:lnTo>
                    <a:pt x="1028631" y="615921"/>
                  </a:lnTo>
                  <a:lnTo>
                    <a:pt x="1043235" y="589667"/>
                  </a:lnTo>
                  <a:lnTo>
                    <a:pt x="1057091" y="543211"/>
                  </a:lnTo>
                  <a:lnTo>
                    <a:pt x="1061709" y="491822"/>
                  </a:lnTo>
                  <a:lnTo>
                    <a:pt x="1057831" y="445665"/>
                  </a:lnTo>
                  <a:lnTo>
                    <a:pt x="1046203" y="404472"/>
                  </a:lnTo>
                  <a:lnTo>
                    <a:pt x="1044080" y="400501"/>
                  </a:lnTo>
                  <a:close/>
                </a:path>
                <a:path w="1061720" h="736600">
                  <a:moveTo>
                    <a:pt x="1028943" y="11811"/>
                  </a:moveTo>
                  <a:lnTo>
                    <a:pt x="652272" y="11811"/>
                  </a:lnTo>
                  <a:lnTo>
                    <a:pt x="625480" y="408931"/>
                  </a:lnTo>
                  <a:lnTo>
                    <a:pt x="660413" y="405243"/>
                  </a:lnTo>
                  <a:lnTo>
                    <a:pt x="693214" y="402608"/>
                  </a:lnTo>
                  <a:lnTo>
                    <a:pt x="723900" y="401028"/>
                  </a:lnTo>
                  <a:lnTo>
                    <a:pt x="752490" y="400501"/>
                  </a:lnTo>
                  <a:lnTo>
                    <a:pt x="1044080" y="400501"/>
                  </a:lnTo>
                  <a:lnTo>
                    <a:pt x="1026836" y="368245"/>
                  </a:lnTo>
                  <a:lnTo>
                    <a:pt x="999744" y="336983"/>
                  </a:lnTo>
                  <a:lnTo>
                    <a:pt x="965722" y="311785"/>
                  </a:lnTo>
                  <a:lnTo>
                    <a:pt x="925746" y="293788"/>
                  </a:lnTo>
                  <a:lnTo>
                    <a:pt x="879814" y="282990"/>
                  </a:lnTo>
                  <a:lnTo>
                    <a:pt x="870993" y="282378"/>
                  </a:lnTo>
                  <a:lnTo>
                    <a:pt x="762000" y="282378"/>
                  </a:lnTo>
                  <a:lnTo>
                    <a:pt x="771906" y="139921"/>
                  </a:lnTo>
                  <a:lnTo>
                    <a:pt x="1028943" y="139921"/>
                  </a:lnTo>
                  <a:lnTo>
                    <a:pt x="1028943" y="11811"/>
                  </a:lnTo>
                  <a:close/>
                </a:path>
                <a:path w="1061720" h="736600">
                  <a:moveTo>
                    <a:pt x="827928" y="279391"/>
                  </a:moveTo>
                  <a:lnTo>
                    <a:pt x="813366" y="279579"/>
                  </a:lnTo>
                  <a:lnTo>
                    <a:pt x="797524" y="280140"/>
                  </a:lnTo>
                  <a:lnTo>
                    <a:pt x="780402" y="281073"/>
                  </a:lnTo>
                  <a:lnTo>
                    <a:pt x="762000" y="282378"/>
                  </a:lnTo>
                  <a:lnTo>
                    <a:pt x="870993" y="282378"/>
                  </a:lnTo>
                  <a:lnTo>
                    <a:pt x="827928" y="279391"/>
                  </a:lnTo>
                  <a:close/>
                </a:path>
                <a:path w="1061720" h="736600">
                  <a:moveTo>
                    <a:pt x="461220" y="125025"/>
                  </a:moveTo>
                  <a:lnTo>
                    <a:pt x="209946" y="125025"/>
                  </a:lnTo>
                  <a:lnTo>
                    <a:pt x="234801" y="126485"/>
                  </a:lnTo>
                  <a:lnTo>
                    <a:pt x="256245" y="130862"/>
                  </a:lnTo>
                  <a:lnTo>
                    <a:pt x="300188" y="161417"/>
                  </a:lnTo>
                  <a:lnTo>
                    <a:pt x="314706" y="217358"/>
                  </a:lnTo>
                  <a:lnTo>
                    <a:pt x="314208" y="228845"/>
                  </a:lnTo>
                  <a:lnTo>
                    <a:pt x="302285" y="271550"/>
                  </a:lnTo>
                  <a:lnTo>
                    <a:pt x="274155" y="312041"/>
                  </a:lnTo>
                  <a:lnTo>
                    <a:pt x="242956" y="342424"/>
                  </a:lnTo>
                  <a:lnTo>
                    <a:pt x="203210" y="374121"/>
                  </a:lnTo>
                  <a:lnTo>
                    <a:pt x="173018" y="396111"/>
                  </a:lnTo>
                  <a:lnTo>
                    <a:pt x="157528" y="407763"/>
                  </a:lnTo>
                  <a:lnTo>
                    <a:pt x="125364" y="433017"/>
                  </a:lnTo>
                  <a:lnTo>
                    <a:pt x="93653" y="461553"/>
                  </a:lnTo>
                  <a:lnTo>
                    <a:pt x="64526" y="494062"/>
                  </a:lnTo>
                  <a:lnTo>
                    <a:pt x="39079" y="530792"/>
                  </a:lnTo>
                  <a:lnTo>
                    <a:pt x="18409" y="571987"/>
                  </a:lnTo>
                  <a:lnTo>
                    <a:pt x="4587" y="618215"/>
                  </a:lnTo>
                  <a:lnTo>
                    <a:pt x="0" y="670023"/>
                  </a:lnTo>
                  <a:lnTo>
                    <a:pt x="0" y="723613"/>
                  </a:lnTo>
                  <a:lnTo>
                    <a:pt x="473598" y="723613"/>
                  </a:lnTo>
                  <a:lnTo>
                    <a:pt x="473598" y="593585"/>
                  </a:lnTo>
                  <a:lnTo>
                    <a:pt x="171693" y="593585"/>
                  </a:lnTo>
                  <a:lnTo>
                    <a:pt x="172318" y="586539"/>
                  </a:lnTo>
                  <a:lnTo>
                    <a:pt x="193376" y="548719"/>
                  </a:lnTo>
                  <a:lnTo>
                    <a:pt x="226626" y="516524"/>
                  </a:lnTo>
                  <a:lnTo>
                    <a:pt x="258565" y="491687"/>
                  </a:lnTo>
                  <a:lnTo>
                    <a:pt x="293370" y="466523"/>
                  </a:lnTo>
                  <a:lnTo>
                    <a:pt x="310830" y="454246"/>
                  </a:lnTo>
                  <a:lnTo>
                    <a:pt x="327968" y="441757"/>
                  </a:lnTo>
                  <a:lnTo>
                    <a:pt x="361309" y="416134"/>
                  </a:lnTo>
                  <a:lnTo>
                    <a:pt x="392174" y="388778"/>
                  </a:lnTo>
                  <a:lnTo>
                    <a:pt x="419221" y="358807"/>
                  </a:lnTo>
                  <a:lnTo>
                    <a:pt x="441773" y="325805"/>
                  </a:lnTo>
                  <a:lnTo>
                    <a:pt x="459364" y="289322"/>
                  </a:lnTo>
                  <a:lnTo>
                    <a:pt x="470729" y="248376"/>
                  </a:lnTo>
                  <a:lnTo>
                    <a:pt x="474482" y="201966"/>
                  </a:lnTo>
                  <a:lnTo>
                    <a:pt x="473504" y="179427"/>
                  </a:lnTo>
                  <a:lnTo>
                    <a:pt x="470573" y="157975"/>
                  </a:lnTo>
                  <a:lnTo>
                    <a:pt x="465686" y="137612"/>
                  </a:lnTo>
                  <a:lnTo>
                    <a:pt x="461220" y="125025"/>
                  </a:lnTo>
                  <a:close/>
                </a:path>
                <a:path w="1061720" h="736600">
                  <a:moveTo>
                    <a:pt x="243718" y="0"/>
                  </a:moveTo>
                  <a:lnTo>
                    <a:pt x="186901" y="3741"/>
                  </a:lnTo>
                  <a:lnTo>
                    <a:pt x="133049" y="14982"/>
                  </a:lnTo>
                  <a:lnTo>
                    <a:pt x="82173" y="33749"/>
                  </a:lnTo>
                  <a:lnTo>
                    <a:pt x="34290" y="60066"/>
                  </a:lnTo>
                  <a:lnTo>
                    <a:pt x="34290" y="198001"/>
                  </a:lnTo>
                  <a:lnTo>
                    <a:pt x="76695" y="166080"/>
                  </a:lnTo>
                  <a:lnTo>
                    <a:pt x="120106" y="143274"/>
                  </a:lnTo>
                  <a:lnTo>
                    <a:pt x="164523" y="129588"/>
                  </a:lnTo>
                  <a:lnTo>
                    <a:pt x="209946" y="125025"/>
                  </a:lnTo>
                  <a:lnTo>
                    <a:pt x="461220" y="125025"/>
                  </a:lnTo>
                  <a:lnTo>
                    <a:pt x="458845" y="118335"/>
                  </a:lnTo>
                  <a:lnTo>
                    <a:pt x="439715" y="83660"/>
                  </a:lnTo>
                  <a:lnTo>
                    <a:pt x="413522" y="54601"/>
                  </a:lnTo>
                  <a:lnTo>
                    <a:pt x="380420"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25" name="object 225"/>
            <p:cNvSpPr/>
            <p:nvPr/>
          </p:nvSpPr>
          <p:spPr>
            <a:xfrm>
              <a:off x="7339583" y="5524631"/>
              <a:ext cx="1061720" cy="736600"/>
            </a:xfrm>
            <a:custGeom>
              <a:avLst/>
              <a:gdLst/>
              <a:ahLst/>
              <a:cxnLst/>
              <a:rect l="l" t="t" r="r" b="b"/>
              <a:pathLst>
                <a:path w="1061720" h="736600">
                  <a:moveTo>
                    <a:pt x="652271" y="11810"/>
                  </a:moveTo>
                  <a:lnTo>
                    <a:pt x="1028943" y="11810"/>
                  </a:lnTo>
                  <a:lnTo>
                    <a:pt x="1028943" y="139921"/>
                  </a:lnTo>
                  <a:lnTo>
                    <a:pt x="771905" y="139921"/>
                  </a:lnTo>
                  <a:lnTo>
                    <a:pt x="761999" y="282378"/>
                  </a:lnTo>
                  <a:lnTo>
                    <a:pt x="780402" y="281073"/>
                  </a:lnTo>
                  <a:lnTo>
                    <a:pt x="797524" y="280140"/>
                  </a:lnTo>
                  <a:lnTo>
                    <a:pt x="813366" y="279579"/>
                  </a:lnTo>
                  <a:lnTo>
                    <a:pt x="827928" y="279391"/>
                  </a:lnTo>
                  <a:lnTo>
                    <a:pt x="879814" y="282990"/>
                  </a:lnTo>
                  <a:lnTo>
                    <a:pt x="925746" y="293788"/>
                  </a:lnTo>
                  <a:lnTo>
                    <a:pt x="965722" y="311785"/>
                  </a:lnTo>
                  <a:lnTo>
                    <a:pt x="999743" y="336983"/>
                  </a:lnTo>
                  <a:lnTo>
                    <a:pt x="1026836" y="368245"/>
                  </a:lnTo>
                  <a:lnTo>
                    <a:pt x="1046203" y="404472"/>
                  </a:lnTo>
                  <a:lnTo>
                    <a:pt x="1057831" y="445665"/>
                  </a:lnTo>
                  <a:lnTo>
                    <a:pt x="1061709" y="491822"/>
                  </a:lnTo>
                  <a:lnTo>
                    <a:pt x="1057091" y="543211"/>
                  </a:lnTo>
                  <a:lnTo>
                    <a:pt x="1043235" y="589667"/>
                  </a:lnTo>
                  <a:lnTo>
                    <a:pt x="1020137" y="631191"/>
                  </a:lnTo>
                  <a:lnTo>
                    <a:pt x="987795" y="667786"/>
                  </a:lnTo>
                  <a:lnTo>
                    <a:pt x="947543" y="697641"/>
                  </a:lnTo>
                  <a:lnTo>
                    <a:pt x="900687" y="718964"/>
                  </a:lnTo>
                  <a:lnTo>
                    <a:pt x="847253" y="731757"/>
                  </a:lnTo>
                  <a:lnTo>
                    <a:pt x="787267" y="736021"/>
                  </a:lnTo>
                  <a:lnTo>
                    <a:pt x="737905" y="734100"/>
                  </a:lnTo>
                  <a:lnTo>
                    <a:pt x="692677" y="728335"/>
                  </a:lnTo>
                  <a:lnTo>
                    <a:pt x="651569" y="718721"/>
                  </a:lnTo>
                  <a:lnTo>
                    <a:pt x="614568" y="705255"/>
                  </a:lnTo>
                  <a:lnTo>
                    <a:pt x="614568" y="571237"/>
                  </a:lnTo>
                  <a:lnTo>
                    <a:pt x="651627" y="590786"/>
                  </a:lnTo>
                  <a:lnTo>
                    <a:pt x="689872" y="604750"/>
                  </a:lnTo>
                  <a:lnTo>
                    <a:pt x="729289" y="613128"/>
                  </a:lnTo>
                  <a:lnTo>
                    <a:pt x="769863" y="615921"/>
                  </a:lnTo>
                  <a:lnTo>
                    <a:pt x="799215" y="614075"/>
                  </a:lnTo>
                  <a:lnTo>
                    <a:pt x="847710" y="599306"/>
                  </a:lnTo>
                  <a:lnTo>
                    <a:pt x="882238" y="570296"/>
                  </a:lnTo>
                  <a:lnTo>
                    <a:pt x="899770" y="530219"/>
                  </a:lnTo>
                  <a:lnTo>
                    <a:pt x="901964" y="506230"/>
                  </a:lnTo>
                  <a:lnTo>
                    <a:pt x="895987" y="468168"/>
                  </a:lnTo>
                  <a:lnTo>
                    <a:pt x="878054" y="438563"/>
                  </a:lnTo>
                  <a:lnTo>
                    <a:pt x="848162" y="417418"/>
                  </a:lnTo>
                  <a:lnTo>
                    <a:pt x="806308" y="404730"/>
                  </a:lnTo>
                  <a:lnTo>
                    <a:pt x="752490" y="400501"/>
                  </a:lnTo>
                  <a:lnTo>
                    <a:pt x="723900" y="401028"/>
                  </a:lnTo>
                  <a:lnTo>
                    <a:pt x="693214" y="402608"/>
                  </a:lnTo>
                  <a:lnTo>
                    <a:pt x="660413" y="405243"/>
                  </a:lnTo>
                  <a:lnTo>
                    <a:pt x="625480" y="408931"/>
                  </a:lnTo>
                  <a:lnTo>
                    <a:pt x="652271" y="11810"/>
                  </a:lnTo>
                  <a:close/>
                </a:path>
                <a:path w="1061720" h="736600">
                  <a:moveTo>
                    <a:pt x="243718" y="0"/>
                  </a:moveTo>
                  <a:lnTo>
                    <a:pt x="295038" y="3521"/>
                  </a:lnTo>
                  <a:lnTo>
                    <a:pt x="340735" y="14096"/>
                  </a:lnTo>
                  <a:lnTo>
                    <a:pt x="380420" y="31255"/>
                  </a:lnTo>
                  <a:lnTo>
                    <a:pt x="413522" y="54601"/>
                  </a:lnTo>
                  <a:lnTo>
                    <a:pt x="439715" y="83660"/>
                  </a:lnTo>
                  <a:lnTo>
                    <a:pt x="458845" y="118335"/>
                  </a:lnTo>
                  <a:lnTo>
                    <a:pt x="470573" y="157975"/>
                  </a:lnTo>
                  <a:lnTo>
                    <a:pt x="474482" y="201966"/>
                  </a:lnTo>
                  <a:lnTo>
                    <a:pt x="473547" y="225855"/>
                  </a:lnTo>
                  <a:lnTo>
                    <a:pt x="466008" y="269530"/>
                  </a:lnTo>
                  <a:lnTo>
                    <a:pt x="451201" y="307997"/>
                  </a:lnTo>
                  <a:lnTo>
                    <a:pt x="431104" y="342743"/>
                  </a:lnTo>
                  <a:lnTo>
                    <a:pt x="406174" y="374121"/>
                  </a:lnTo>
                  <a:lnTo>
                    <a:pt x="377220" y="402781"/>
                  </a:lnTo>
                  <a:lnTo>
                    <a:pt x="344792" y="429054"/>
                  </a:lnTo>
                  <a:lnTo>
                    <a:pt x="310830" y="454246"/>
                  </a:lnTo>
                  <a:lnTo>
                    <a:pt x="293369" y="466523"/>
                  </a:lnTo>
                  <a:lnTo>
                    <a:pt x="281558" y="474944"/>
                  </a:lnTo>
                  <a:lnTo>
                    <a:pt x="247406" y="500015"/>
                  </a:lnTo>
                  <a:lnTo>
                    <a:pt x="217248" y="524680"/>
                  </a:lnTo>
                  <a:lnTo>
                    <a:pt x="187125" y="556553"/>
                  </a:lnTo>
                  <a:lnTo>
                    <a:pt x="171693" y="593585"/>
                  </a:lnTo>
                  <a:lnTo>
                    <a:pt x="473598" y="593585"/>
                  </a:lnTo>
                  <a:lnTo>
                    <a:pt x="473598" y="723613"/>
                  </a:lnTo>
                  <a:lnTo>
                    <a:pt x="0" y="723613"/>
                  </a:lnTo>
                  <a:lnTo>
                    <a:pt x="0" y="670023"/>
                  </a:lnTo>
                  <a:lnTo>
                    <a:pt x="4587" y="618215"/>
                  </a:lnTo>
                  <a:lnTo>
                    <a:pt x="18409" y="571987"/>
                  </a:lnTo>
                  <a:lnTo>
                    <a:pt x="39079" y="530792"/>
                  </a:lnTo>
                  <a:lnTo>
                    <a:pt x="64526" y="494062"/>
                  </a:lnTo>
                  <a:lnTo>
                    <a:pt x="93653" y="461553"/>
                  </a:lnTo>
                  <a:lnTo>
                    <a:pt x="125364" y="433017"/>
                  </a:lnTo>
                  <a:lnTo>
                    <a:pt x="157528" y="407763"/>
                  </a:lnTo>
                  <a:lnTo>
                    <a:pt x="203282" y="374069"/>
                  </a:lnTo>
                  <a:lnTo>
                    <a:pt x="217467" y="363275"/>
                  </a:lnTo>
                  <a:lnTo>
                    <a:pt x="254297" y="332266"/>
                  </a:lnTo>
                  <a:lnTo>
                    <a:pt x="282701" y="301977"/>
                  </a:lnTo>
                  <a:lnTo>
                    <a:pt x="306720" y="261283"/>
                  </a:lnTo>
                  <a:lnTo>
                    <a:pt x="314705" y="217358"/>
                  </a:lnTo>
                  <a:lnTo>
                    <a:pt x="313090" y="195921"/>
                  </a:lnTo>
                  <a:lnTo>
                    <a:pt x="288919" y="148352"/>
                  </a:lnTo>
                  <a:lnTo>
                    <a:pt x="234801" y="126485"/>
                  </a:lnTo>
                  <a:lnTo>
                    <a:pt x="209946" y="125025"/>
                  </a:lnTo>
                  <a:lnTo>
                    <a:pt x="164523" y="129588"/>
                  </a:lnTo>
                  <a:lnTo>
                    <a:pt x="120106" y="143274"/>
                  </a:lnTo>
                  <a:lnTo>
                    <a:pt x="76695"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6" name="object 226"/>
            <p:cNvSpPr/>
            <p:nvPr/>
          </p:nvSpPr>
          <p:spPr>
            <a:xfrm>
              <a:off x="6778752" y="5230368"/>
              <a:ext cx="2218944" cy="1345692"/>
            </a:xfrm>
            <a:prstGeom prst="rect">
              <a:avLst/>
            </a:prstGeom>
            <a:blipFill>
              <a:blip r:embed="rId93" cstate="print"/>
              <a:stretch>
                <a:fillRect/>
              </a:stretch>
            </a:blipFill>
          </p:spPr>
          <p:txBody>
            <a:bodyPr wrap="square" lIns="0" tIns="0" rIns="0" bIns="0" rtlCol="0"/>
            <a:lstStyle/>
            <a:p>
              <a:endParaRPr/>
            </a:p>
          </p:txBody>
        </p:sp>
        <p:sp>
          <p:nvSpPr>
            <p:cNvPr id="227" name="object 227"/>
            <p:cNvSpPr/>
            <p:nvPr/>
          </p:nvSpPr>
          <p:spPr>
            <a:xfrm>
              <a:off x="6624828" y="4911850"/>
              <a:ext cx="2519171" cy="1946147"/>
            </a:xfrm>
            <a:prstGeom prst="rect">
              <a:avLst/>
            </a:prstGeom>
            <a:blipFill>
              <a:blip r:embed="rId94" cstate="print"/>
              <a:stretch>
                <a:fillRect/>
              </a:stretch>
            </a:blipFill>
          </p:spPr>
          <p:txBody>
            <a:bodyPr wrap="square" lIns="0" tIns="0" rIns="0" bIns="0" rtlCol="0"/>
            <a:lstStyle/>
            <a:p>
              <a:endParaRPr/>
            </a:p>
          </p:txBody>
        </p:sp>
        <p:sp>
          <p:nvSpPr>
            <p:cNvPr id="228" name="object 228"/>
            <p:cNvSpPr/>
            <p:nvPr/>
          </p:nvSpPr>
          <p:spPr>
            <a:xfrm>
              <a:off x="6860042" y="5290566"/>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36"/>
                  </a:lnTo>
                  <a:lnTo>
                    <a:pt x="4719" y="998393"/>
                  </a:lnTo>
                  <a:lnTo>
                    <a:pt x="18257" y="1042036"/>
                  </a:lnTo>
                  <a:lnTo>
                    <a:pt x="39683" y="1081531"/>
                  </a:lnTo>
                  <a:lnTo>
                    <a:pt x="68065" y="1115941"/>
                  </a:lnTo>
                  <a:lnTo>
                    <a:pt x="102472" y="1144332"/>
                  </a:lnTo>
                  <a:lnTo>
                    <a:pt x="141973" y="1165769"/>
                  </a:lnTo>
                  <a:lnTo>
                    <a:pt x="185636" y="1179317"/>
                  </a:lnTo>
                  <a:lnTo>
                    <a:pt x="232531" y="1184041"/>
                  </a:lnTo>
                  <a:lnTo>
                    <a:pt x="1824868" y="1184041"/>
                  </a:lnTo>
                  <a:lnTo>
                    <a:pt x="1871719" y="1179317"/>
                  </a:lnTo>
                  <a:lnTo>
                    <a:pt x="1915362" y="1165769"/>
                  </a:lnTo>
                  <a:lnTo>
                    <a:pt x="1954860" y="1144332"/>
                  </a:lnTo>
                  <a:lnTo>
                    <a:pt x="1989277" y="1115941"/>
                  </a:lnTo>
                  <a:lnTo>
                    <a:pt x="2017676" y="1081531"/>
                  </a:lnTo>
                  <a:lnTo>
                    <a:pt x="2039120" y="1042036"/>
                  </a:lnTo>
                  <a:lnTo>
                    <a:pt x="2052674" y="998393"/>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29" name="object 229"/>
            <p:cNvSpPr/>
            <p:nvPr/>
          </p:nvSpPr>
          <p:spPr>
            <a:xfrm>
              <a:off x="6860042" y="5290566"/>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3"/>
                  </a:lnTo>
                  <a:lnTo>
                    <a:pt x="2039120" y="1042036"/>
                  </a:lnTo>
                  <a:lnTo>
                    <a:pt x="2017676" y="1081531"/>
                  </a:lnTo>
                  <a:lnTo>
                    <a:pt x="1989277" y="1115941"/>
                  </a:lnTo>
                  <a:lnTo>
                    <a:pt x="1954860" y="1144332"/>
                  </a:lnTo>
                  <a:lnTo>
                    <a:pt x="1915362" y="1165769"/>
                  </a:lnTo>
                  <a:lnTo>
                    <a:pt x="1871719" y="1179317"/>
                  </a:lnTo>
                  <a:lnTo>
                    <a:pt x="1824868" y="1184041"/>
                  </a:lnTo>
                  <a:lnTo>
                    <a:pt x="232531" y="1184041"/>
                  </a:lnTo>
                  <a:lnTo>
                    <a:pt x="185636" y="1179317"/>
                  </a:lnTo>
                  <a:lnTo>
                    <a:pt x="141973" y="1165769"/>
                  </a:lnTo>
                  <a:lnTo>
                    <a:pt x="102472" y="1144332"/>
                  </a:lnTo>
                  <a:lnTo>
                    <a:pt x="68065" y="1115941"/>
                  </a:lnTo>
                  <a:lnTo>
                    <a:pt x="39683" y="1081531"/>
                  </a:lnTo>
                  <a:lnTo>
                    <a:pt x="18257" y="1042036"/>
                  </a:lnTo>
                  <a:lnTo>
                    <a:pt x="4719" y="998393"/>
                  </a:lnTo>
                  <a:lnTo>
                    <a:pt x="0" y="951536"/>
                  </a:lnTo>
                  <a:lnTo>
                    <a:pt x="0" y="232541"/>
                  </a:lnTo>
                  <a:close/>
                </a:path>
              </a:pathLst>
            </a:custGeom>
            <a:ln w="76199">
              <a:solidFill>
                <a:srgbClr val="00AF50"/>
              </a:solidFill>
            </a:ln>
          </p:spPr>
          <p:txBody>
            <a:bodyPr wrap="square" lIns="0" tIns="0" rIns="0" bIns="0" rtlCol="0"/>
            <a:lstStyle/>
            <a:p>
              <a:endParaRPr/>
            </a:p>
          </p:txBody>
        </p:sp>
        <p:sp>
          <p:nvSpPr>
            <p:cNvPr id="230" name="object 230"/>
            <p:cNvSpPr/>
            <p:nvPr/>
          </p:nvSpPr>
          <p:spPr>
            <a:xfrm>
              <a:off x="6665976" y="4933188"/>
              <a:ext cx="2478024" cy="1924811"/>
            </a:xfrm>
            <a:prstGeom prst="rect">
              <a:avLst/>
            </a:prstGeom>
            <a:blipFill>
              <a:blip r:embed="rId95" cstate="print"/>
              <a:stretch>
                <a:fillRect/>
              </a:stretch>
            </a:blipFill>
          </p:spPr>
          <p:txBody>
            <a:bodyPr wrap="square" lIns="0" tIns="0" rIns="0" bIns="0" rtlCol="0"/>
            <a:lstStyle/>
            <a:p>
              <a:endParaRPr/>
            </a:p>
          </p:txBody>
        </p:sp>
        <p:sp>
          <p:nvSpPr>
            <p:cNvPr id="231" name="object 231"/>
            <p:cNvSpPr/>
            <p:nvPr/>
          </p:nvSpPr>
          <p:spPr>
            <a:xfrm>
              <a:off x="7344034" y="5530846"/>
              <a:ext cx="1095375" cy="736600"/>
            </a:xfrm>
            <a:custGeom>
              <a:avLst/>
              <a:gdLst/>
              <a:ahLst/>
              <a:cxnLst/>
              <a:rect l="l" t="t" r="r" b="b"/>
              <a:pathLst>
                <a:path w="1095375" h="736600">
                  <a:moveTo>
                    <a:pt x="916289" y="0"/>
                  </a:moveTo>
                  <a:lnTo>
                    <a:pt x="845549" y="7240"/>
                  </a:lnTo>
                  <a:lnTo>
                    <a:pt x="782330" y="28956"/>
                  </a:lnTo>
                  <a:lnTo>
                    <a:pt x="727130" y="64052"/>
                  </a:lnTo>
                  <a:lnTo>
                    <a:pt x="680709" y="111133"/>
                  </a:lnTo>
                  <a:lnTo>
                    <a:pt x="643649" y="169636"/>
                  </a:lnTo>
                  <a:lnTo>
                    <a:pt x="616214" y="238935"/>
                  </a:lnTo>
                  <a:lnTo>
                    <a:pt x="606372" y="277351"/>
                  </a:lnTo>
                  <a:lnTo>
                    <a:pt x="599343" y="317909"/>
                  </a:lnTo>
                  <a:lnTo>
                    <a:pt x="595125" y="360610"/>
                  </a:lnTo>
                  <a:lnTo>
                    <a:pt x="593724" y="405610"/>
                  </a:lnTo>
                  <a:lnTo>
                    <a:pt x="594795" y="443391"/>
                  </a:lnTo>
                  <a:lnTo>
                    <a:pt x="603428" y="513128"/>
                  </a:lnTo>
                  <a:lnTo>
                    <a:pt x="620641" y="574502"/>
                  </a:lnTo>
                  <a:lnTo>
                    <a:pt x="645737" y="626495"/>
                  </a:lnTo>
                  <a:lnTo>
                    <a:pt x="678450" y="668876"/>
                  </a:lnTo>
                  <a:lnTo>
                    <a:pt x="718505" y="701263"/>
                  </a:lnTo>
                  <a:lnTo>
                    <a:pt x="765798" y="723457"/>
                  </a:lnTo>
                  <a:lnTo>
                    <a:pt x="819519" y="734626"/>
                  </a:lnTo>
                  <a:lnTo>
                    <a:pt x="848746" y="736021"/>
                  </a:lnTo>
                  <a:lnTo>
                    <a:pt x="875059" y="734825"/>
                  </a:lnTo>
                  <a:lnTo>
                    <a:pt x="924441" y="725266"/>
                  </a:lnTo>
                  <a:lnTo>
                    <a:pt x="969350" y="706455"/>
                  </a:lnTo>
                  <a:lnTo>
                    <a:pt x="1008357" y="680148"/>
                  </a:lnTo>
                  <a:lnTo>
                    <a:pt x="1040999" y="646785"/>
                  </a:lnTo>
                  <a:lnTo>
                    <a:pt x="1061514" y="615897"/>
                  </a:lnTo>
                  <a:lnTo>
                    <a:pt x="848746" y="615897"/>
                  </a:lnTo>
                  <a:lnTo>
                    <a:pt x="838329" y="615278"/>
                  </a:lnTo>
                  <a:lnTo>
                    <a:pt x="801629" y="600560"/>
                  </a:lnTo>
                  <a:lnTo>
                    <a:pt x="774093" y="570003"/>
                  </a:lnTo>
                  <a:lnTo>
                    <a:pt x="757405" y="527341"/>
                  </a:lnTo>
                  <a:lnTo>
                    <a:pt x="753496" y="489834"/>
                  </a:lnTo>
                  <a:lnTo>
                    <a:pt x="753922" y="478186"/>
                  </a:lnTo>
                  <a:lnTo>
                    <a:pt x="763911" y="436928"/>
                  </a:lnTo>
                  <a:lnTo>
                    <a:pt x="785770" y="405610"/>
                  </a:lnTo>
                  <a:lnTo>
                    <a:pt x="827440" y="384108"/>
                  </a:lnTo>
                  <a:lnTo>
                    <a:pt x="847862" y="382118"/>
                  </a:lnTo>
                  <a:lnTo>
                    <a:pt x="1075409" y="382118"/>
                  </a:lnTo>
                  <a:lnTo>
                    <a:pt x="1073371" y="376899"/>
                  </a:lnTo>
                  <a:lnTo>
                    <a:pt x="1064312" y="358735"/>
                  </a:lnTo>
                  <a:lnTo>
                    <a:pt x="1053829" y="342032"/>
                  </a:lnTo>
                  <a:lnTo>
                    <a:pt x="1049084" y="335971"/>
                  </a:lnTo>
                  <a:lnTo>
                    <a:pt x="748527" y="335971"/>
                  </a:lnTo>
                  <a:lnTo>
                    <a:pt x="749768" y="311972"/>
                  </a:lnTo>
                  <a:lnTo>
                    <a:pt x="756821" y="267425"/>
                  </a:lnTo>
                  <a:lnTo>
                    <a:pt x="769825" y="227623"/>
                  </a:lnTo>
                  <a:lnTo>
                    <a:pt x="787967" y="193501"/>
                  </a:lnTo>
                  <a:lnTo>
                    <a:pt x="824297" y="153565"/>
                  </a:lnTo>
                  <a:lnTo>
                    <a:pt x="870843" y="128221"/>
                  </a:lnTo>
                  <a:lnTo>
                    <a:pt x="926195" y="119563"/>
                  </a:lnTo>
                  <a:lnTo>
                    <a:pt x="1044305" y="119563"/>
                  </a:lnTo>
                  <a:lnTo>
                    <a:pt x="1044305" y="19312"/>
                  </a:lnTo>
                  <a:lnTo>
                    <a:pt x="1019159" y="10829"/>
                  </a:lnTo>
                  <a:lnTo>
                    <a:pt x="989441" y="4798"/>
                  </a:lnTo>
                  <a:lnTo>
                    <a:pt x="955151" y="1195"/>
                  </a:lnTo>
                  <a:lnTo>
                    <a:pt x="916289" y="0"/>
                  </a:lnTo>
                  <a:close/>
                </a:path>
                <a:path w="1095375" h="736600">
                  <a:moveTo>
                    <a:pt x="1075409" y="382118"/>
                  </a:moveTo>
                  <a:lnTo>
                    <a:pt x="847862" y="382118"/>
                  </a:lnTo>
                  <a:lnTo>
                    <a:pt x="888867" y="389286"/>
                  </a:lnTo>
                  <a:lnTo>
                    <a:pt x="918156" y="410787"/>
                  </a:lnTo>
                  <a:lnTo>
                    <a:pt x="935730" y="446618"/>
                  </a:lnTo>
                  <a:lnTo>
                    <a:pt x="941588" y="496775"/>
                  </a:lnTo>
                  <a:lnTo>
                    <a:pt x="941182" y="509665"/>
                  </a:lnTo>
                  <a:lnTo>
                    <a:pt x="931514" y="555809"/>
                  </a:lnTo>
                  <a:lnTo>
                    <a:pt x="910151" y="590278"/>
                  </a:lnTo>
                  <a:lnTo>
                    <a:pt x="869019" y="613727"/>
                  </a:lnTo>
                  <a:lnTo>
                    <a:pt x="848746" y="615897"/>
                  </a:lnTo>
                  <a:lnTo>
                    <a:pt x="1061514" y="615897"/>
                  </a:lnTo>
                  <a:lnTo>
                    <a:pt x="1084655" y="561866"/>
                  </a:lnTo>
                  <a:lnTo>
                    <a:pt x="1093849" y="512729"/>
                  </a:lnTo>
                  <a:lnTo>
                    <a:pt x="1094994" y="486857"/>
                  </a:lnTo>
                  <a:lnTo>
                    <a:pt x="1094115" y="462593"/>
                  </a:lnTo>
                  <a:lnTo>
                    <a:pt x="1091488" y="439450"/>
                  </a:lnTo>
                  <a:lnTo>
                    <a:pt x="1087124" y="417427"/>
                  </a:lnTo>
                  <a:lnTo>
                    <a:pt x="1081034" y="396526"/>
                  </a:lnTo>
                  <a:lnTo>
                    <a:pt x="1075409" y="382118"/>
                  </a:lnTo>
                  <a:close/>
                </a:path>
                <a:path w="1095375" h="736600">
                  <a:moveTo>
                    <a:pt x="900927" y="265986"/>
                  </a:moveTo>
                  <a:lnTo>
                    <a:pt x="854521" y="270360"/>
                  </a:lnTo>
                  <a:lnTo>
                    <a:pt x="814143" y="283481"/>
                  </a:lnTo>
                  <a:lnTo>
                    <a:pt x="779789" y="305351"/>
                  </a:lnTo>
                  <a:lnTo>
                    <a:pt x="751453" y="335971"/>
                  </a:lnTo>
                  <a:lnTo>
                    <a:pt x="1049084" y="335971"/>
                  </a:lnTo>
                  <a:lnTo>
                    <a:pt x="1013974" y="301043"/>
                  </a:lnTo>
                  <a:lnTo>
                    <a:pt x="980815" y="281869"/>
                  </a:lnTo>
                  <a:lnTo>
                    <a:pt x="942975" y="269954"/>
                  </a:lnTo>
                  <a:lnTo>
                    <a:pt x="900927" y="265986"/>
                  </a:lnTo>
                  <a:close/>
                </a:path>
                <a:path w="1095375" h="736600">
                  <a:moveTo>
                    <a:pt x="1044305" y="119563"/>
                  </a:moveTo>
                  <a:lnTo>
                    <a:pt x="926195" y="119563"/>
                  </a:lnTo>
                  <a:lnTo>
                    <a:pt x="957582" y="121487"/>
                  </a:lnTo>
                  <a:lnTo>
                    <a:pt x="987731" y="127257"/>
                  </a:lnTo>
                  <a:lnTo>
                    <a:pt x="1016639" y="136871"/>
                  </a:lnTo>
                  <a:lnTo>
                    <a:pt x="1044305" y="150327"/>
                  </a:lnTo>
                  <a:lnTo>
                    <a:pt x="1044305" y="119563"/>
                  </a:lnTo>
                  <a:close/>
                </a:path>
                <a:path w="1095375" h="736600">
                  <a:moveTo>
                    <a:pt x="461228" y="125028"/>
                  </a:moveTo>
                  <a:lnTo>
                    <a:pt x="209915" y="125028"/>
                  </a:lnTo>
                  <a:lnTo>
                    <a:pt x="234784" y="126484"/>
                  </a:lnTo>
                  <a:lnTo>
                    <a:pt x="256230" y="130854"/>
                  </a:lnTo>
                  <a:lnTo>
                    <a:pt x="300188" y="161408"/>
                  </a:lnTo>
                  <a:lnTo>
                    <a:pt x="314706" y="217337"/>
                  </a:lnTo>
                  <a:lnTo>
                    <a:pt x="314203" y="228836"/>
                  </a:lnTo>
                  <a:lnTo>
                    <a:pt x="302255" y="271536"/>
                  </a:lnTo>
                  <a:lnTo>
                    <a:pt x="274151" y="312036"/>
                  </a:lnTo>
                  <a:lnTo>
                    <a:pt x="242956" y="342424"/>
                  </a:lnTo>
                  <a:lnTo>
                    <a:pt x="203162" y="374112"/>
                  </a:lnTo>
                  <a:lnTo>
                    <a:pt x="173018" y="396103"/>
                  </a:lnTo>
                  <a:lnTo>
                    <a:pt x="157524" y="407748"/>
                  </a:lnTo>
                  <a:lnTo>
                    <a:pt x="125333" y="432995"/>
                  </a:lnTo>
                  <a:lnTo>
                    <a:pt x="93649" y="461539"/>
                  </a:lnTo>
                  <a:lnTo>
                    <a:pt x="64526" y="494050"/>
                  </a:lnTo>
                  <a:lnTo>
                    <a:pt x="39079" y="530780"/>
                  </a:lnTo>
                  <a:lnTo>
                    <a:pt x="18409" y="571975"/>
                  </a:lnTo>
                  <a:lnTo>
                    <a:pt x="4587" y="618197"/>
                  </a:lnTo>
                  <a:lnTo>
                    <a:pt x="0" y="669999"/>
                  </a:lnTo>
                  <a:lnTo>
                    <a:pt x="0" y="723613"/>
                  </a:lnTo>
                  <a:lnTo>
                    <a:pt x="473567" y="723613"/>
                  </a:lnTo>
                  <a:lnTo>
                    <a:pt x="473567" y="593561"/>
                  </a:lnTo>
                  <a:lnTo>
                    <a:pt x="171693" y="593561"/>
                  </a:lnTo>
                  <a:lnTo>
                    <a:pt x="172315" y="586525"/>
                  </a:lnTo>
                  <a:lnTo>
                    <a:pt x="193357" y="548714"/>
                  </a:lnTo>
                  <a:lnTo>
                    <a:pt x="226626" y="516511"/>
                  </a:lnTo>
                  <a:lnTo>
                    <a:pt x="258565" y="491678"/>
                  </a:lnTo>
                  <a:lnTo>
                    <a:pt x="293370" y="466499"/>
                  </a:lnTo>
                  <a:lnTo>
                    <a:pt x="310826" y="454234"/>
                  </a:lnTo>
                  <a:lnTo>
                    <a:pt x="327957" y="441750"/>
                  </a:lnTo>
                  <a:lnTo>
                    <a:pt x="361309" y="416134"/>
                  </a:lnTo>
                  <a:lnTo>
                    <a:pt x="392174" y="388770"/>
                  </a:lnTo>
                  <a:lnTo>
                    <a:pt x="419221" y="358807"/>
                  </a:lnTo>
                  <a:lnTo>
                    <a:pt x="441773" y="325790"/>
                  </a:lnTo>
                  <a:lnTo>
                    <a:pt x="459364" y="289310"/>
                  </a:lnTo>
                  <a:lnTo>
                    <a:pt x="470729" y="248360"/>
                  </a:lnTo>
                  <a:lnTo>
                    <a:pt x="474482" y="201954"/>
                  </a:lnTo>
                  <a:lnTo>
                    <a:pt x="473504" y="179420"/>
                  </a:lnTo>
                  <a:lnTo>
                    <a:pt x="470573" y="157967"/>
                  </a:lnTo>
                  <a:lnTo>
                    <a:pt x="465686" y="137598"/>
                  </a:lnTo>
                  <a:lnTo>
                    <a:pt x="461228" y="125028"/>
                  </a:lnTo>
                  <a:close/>
                </a:path>
                <a:path w="1095375" h="736600">
                  <a:moveTo>
                    <a:pt x="243718" y="0"/>
                  </a:moveTo>
                  <a:lnTo>
                    <a:pt x="186901" y="3741"/>
                  </a:lnTo>
                  <a:lnTo>
                    <a:pt x="133049" y="14978"/>
                  </a:lnTo>
                  <a:lnTo>
                    <a:pt x="82173" y="33724"/>
                  </a:lnTo>
                  <a:lnTo>
                    <a:pt x="34290" y="59996"/>
                  </a:lnTo>
                  <a:lnTo>
                    <a:pt x="34290" y="197988"/>
                  </a:lnTo>
                  <a:lnTo>
                    <a:pt x="76694" y="166065"/>
                  </a:lnTo>
                  <a:lnTo>
                    <a:pt x="120102" y="143265"/>
                  </a:lnTo>
                  <a:lnTo>
                    <a:pt x="164510" y="129587"/>
                  </a:lnTo>
                  <a:lnTo>
                    <a:pt x="209915" y="125028"/>
                  </a:lnTo>
                  <a:lnTo>
                    <a:pt x="461228" y="125028"/>
                  </a:lnTo>
                  <a:lnTo>
                    <a:pt x="458845" y="118311"/>
                  </a:lnTo>
                  <a:lnTo>
                    <a:pt x="439704" y="83628"/>
                  </a:lnTo>
                  <a:lnTo>
                    <a:pt x="413522" y="54483"/>
                  </a:lnTo>
                  <a:lnTo>
                    <a:pt x="380363" y="31245"/>
                  </a:lnTo>
                  <a:lnTo>
                    <a:pt x="340735" y="14097"/>
                  </a:lnTo>
                  <a:lnTo>
                    <a:pt x="295038" y="3525"/>
                  </a:lnTo>
                  <a:lnTo>
                    <a:pt x="270072" y="881"/>
                  </a:lnTo>
                  <a:lnTo>
                    <a:pt x="243718" y="0"/>
                  </a:lnTo>
                  <a:close/>
                </a:path>
              </a:pathLst>
            </a:custGeom>
            <a:solidFill>
              <a:srgbClr val="FFFF00"/>
            </a:solidFill>
          </p:spPr>
          <p:txBody>
            <a:bodyPr wrap="square" lIns="0" tIns="0" rIns="0" bIns="0" rtlCol="0"/>
            <a:lstStyle/>
            <a:p>
              <a:endParaRPr/>
            </a:p>
          </p:txBody>
        </p:sp>
        <p:sp>
          <p:nvSpPr>
            <p:cNvPr id="232" name="object 232"/>
            <p:cNvSpPr/>
            <p:nvPr/>
          </p:nvSpPr>
          <p:spPr>
            <a:xfrm>
              <a:off x="8091434" y="5906868"/>
              <a:ext cx="200284" cy="245970"/>
            </a:xfrm>
            <a:prstGeom prst="rect">
              <a:avLst/>
            </a:prstGeom>
            <a:blipFill>
              <a:blip r:embed="rId96" cstate="print"/>
              <a:stretch>
                <a:fillRect/>
              </a:stretch>
            </a:blipFill>
          </p:spPr>
          <p:txBody>
            <a:bodyPr wrap="square" lIns="0" tIns="0" rIns="0" bIns="0" rtlCol="0"/>
            <a:lstStyle/>
            <a:p>
              <a:endParaRPr/>
            </a:p>
          </p:txBody>
        </p:sp>
        <p:sp>
          <p:nvSpPr>
            <p:cNvPr id="233" name="object 233"/>
            <p:cNvSpPr/>
            <p:nvPr/>
          </p:nvSpPr>
          <p:spPr>
            <a:xfrm>
              <a:off x="7344033" y="5530846"/>
              <a:ext cx="1095375" cy="736600"/>
            </a:xfrm>
            <a:custGeom>
              <a:avLst/>
              <a:gdLst/>
              <a:ahLst/>
              <a:cxnLst/>
              <a:rect l="l" t="t" r="r" b="b"/>
              <a:pathLst>
                <a:path w="1095375" h="736600">
                  <a:moveTo>
                    <a:pt x="916289" y="0"/>
                  </a:moveTo>
                  <a:lnTo>
                    <a:pt x="955151" y="1195"/>
                  </a:lnTo>
                  <a:lnTo>
                    <a:pt x="989441" y="4798"/>
                  </a:lnTo>
                  <a:lnTo>
                    <a:pt x="1019159" y="10829"/>
                  </a:lnTo>
                  <a:lnTo>
                    <a:pt x="1044305" y="19312"/>
                  </a:lnTo>
                  <a:lnTo>
                    <a:pt x="1044305" y="150327"/>
                  </a:lnTo>
                  <a:lnTo>
                    <a:pt x="1016639" y="136871"/>
                  </a:lnTo>
                  <a:lnTo>
                    <a:pt x="987731" y="127257"/>
                  </a:lnTo>
                  <a:lnTo>
                    <a:pt x="957582" y="121487"/>
                  </a:lnTo>
                  <a:lnTo>
                    <a:pt x="926195" y="119563"/>
                  </a:lnTo>
                  <a:lnTo>
                    <a:pt x="906845" y="120525"/>
                  </a:lnTo>
                  <a:lnTo>
                    <a:pt x="854201" y="134956"/>
                  </a:lnTo>
                  <a:lnTo>
                    <a:pt x="811052" y="165290"/>
                  </a:lnTo>
                  <a:lnTo>
                    <a:pt x="778264" y="209832"/>
                  </a:lnTo>
                  <a:lnTo>
                    <a:pt x="762640" y="246875"/>
                  </a:lnTo>
                  <a:lnTo>
                    <a:pt x="752532" y="289124"/>
                  </a:lnTo>
                  <a:lnTo>
                    <a:pt x="748527" y="335971"/>
                  </a:lnTo>
                  <a:lnTo>
                    <a:pt x="751453" y="335971"/>
                  </a:lnTo>
                  <a:lnTo>
                    <a:pt x="779789" y="305351"/>
                  </a:lnTo>
                  <a:lnTo>
                    <a:pt x="814143" y="283481"/>
                  </a:lnTo>
                  <a:lnTo>
                    <a:pt x="854521" y="270360"/>
                  </a:lnTo>
                  <a:lnTo>
                    <a:pt x="900927" y="265986"/>
                  </a:lnTo>
                  <a:lnTo>
                    <a:pt x="942974" y="269954"/>
                  </a:lnTo>
                  <a:lnTo>
                    <a:pt x="980815" y="281869"/>
                  </a:lnTo>
                  <a:lnTo>
                    <a:pt x="1013974" y="301043"/>
                  </a:lnTo>
                  <a:lnTo>
                    <a:pt x="1053829" y="342032"/>
                  </a:lnTo>
                  <a:lnTo>
                    <a:pt x="1073371" y="376899"/>
                  </a:lnTo>
                  <a:lnTo>
                    <a:pt x="1087124" y="417427"/>
                  </a:lnTo>
                  <a:lnTo>
                    <a:pt x="1094115" y="462593"/>
                  </a:lnTo>
                  <a:lnTo>
                    <a:pt x="1094993" y="486857"/>
                  </a:lnTo>
                  <a:lnTo>
                    <a:pt x="1093849" y="512729"/>
                  </a:lnTo>
                  <a:lnTo>
                    <a:pt x="1084655" y="561865"/>
                  </a:lnTo>
                  <a:lnTo>
                    <a:pt x="1066532" y="607205"/>
                  </a:lnTo>
                  <a:lnTo>
                    <a:pt x="1040999" y="646785"/>
                  </a:lnTo>
                  <a:lnTo>
                    <a:pt x="1008357" y="680148"/>
                  </a:lnTo>
                  <a:lnTo>
                    <a:pt x="969350" y="706455"/>
                  </a:lnTo>
                  <a:lnTo>
                    <a:pt x="924441" y="725266"/>
                  </a:lnTo>
                  <a:lnTo>
                    <a:pt x="875059" y="734825"/>
                  </a:lnTo>
                  <a:lnTo>
                    <a:pt x="848746" y="736021"/>
                  </a:lnTo>
                  <a:lnTo>
                    <a:pt x="819519" y="734626"/>
                  </a:lnTo>
                  <a:lnTo>
                    <a:pt x="765798" y="723457"/>
                  </a:lnTo>
                  <a:lnTo>
                    <a:pt x="718505" y="701263"/>
                  </a:lnTo>
                  <a:lnTo>
                    <a:pt x="678450" y="668876"/>
                  </a:lnTo>
                  <a:lnTo>
                    <a:pt x="645737" y="626495"/>
                  </a:lnTo>
                  <a:lnTo>
                    <a:pt x="620641" y="574502"/>
                  </a:lnTo>
                  <a:lnTo>
                    <a:pt x="603428" y="513128"/>
                  </a:lnTo>
                  <a:lnTo>
                    <a:pt x="594795" y="443391"/>
                  </a:lnTo>
                  <a:lnTo>
                    <a:pt x="593719" y="405454"/>
                  </a:lnTo>
                  <a:lnTo>
                    <a:pt x="595125" y="360610"/>
                  </a:lnTo>
                  <a:lnTo>
                    <a:pt x="599343" y="317909"/>
                  </a:lnTo>
                  <a:lnTo>
                    <a:pt x="606372" y="277351"/>
                  </a:lnTo>
                  <a:lnTo>
                    <a:pt x="616214" y="238935"/>
                  </a:lnTo>
                  <a:lnTo>
                    <a:pt x="628730" y="202934"/>
                  </a:lnTo>
                  <a:lnTo>
                    <a:pt x="660975" y="139036"/>
                  </a:lnTo>
                  <a:lnTo>
                    <a:pt x="702837" y="86087"/>
                  </a:lnTo>
                  <a:lnTo>
                    <a:pt x="753618" y="45014"/>
                  </a:lnTo>
                  <a:lnTo>
                    <a:pt x="812995" y="16289"/>
                  </a:lnTo>
                  <a:lnTo>
                    <a:pt x="879983" y="1810"/>
                  </a:lnTo>
                  <a:lnTo>
                    <a:pt x="916289" y="0"/>
                  </a:lnTo>
                  <a:close/>
                </a:path>
                <a:path w="1095375" h="736600">
                  <a:moveTo>
                    <a:pt x="243718" y="0"/>
                  </a:moveTo>
                  <a:lnTo>
                    <a:pt x="295038" y="3525"/>
                  </a:lnTo>
                  <a:lnTo>
                    <a:pt x="340735" y="14096"/>
                  </a:lnTo>
                  <a:lnTo>
                    <a:pt x="380363" y="31245"/>
                  </a:lnTo>
                  <a:lnTo>
                    <a:pt x="413522" y="54482"/>
                  </a:lnTo>
                  <a:lnTo>
                    <a:pt x="439704" y="83628"/>
                  </a:lnTo>
                  <a:lnTo>
                    <a:pt x="458845" y="118311"/>
                  </a:lnTo>
                  <a:lnTo>
                    <a:pt x="470573" y="157967"/>
                  </a:lnTo>
                  <a:lnTo>
                    <a:pt x="474482" y="201954"/>
                  </a:lnTo>
                  <a:lnTo>
                    <a:pt x="473547" y="225838"/>
                  </a:lnTo>
                  <a:lnTo>
                    <a:pt x="466008" y="269518"/>
                  </a:lnTo>
                  <a:lnTo>
                    <a:pt x="451201" y="307984"/>
                  </a:lnTo>
                  <a:lnTo>
                    <a:pt x="431104" y="342730"/>
                  </a:lnTo>
                  <a:lnTo>
                    <a:pt x="406174" y="374112"/>
                  </a:lnTo>
                  <a:lnTo>
                    <a:pt x="377220" y="402778"/>
                  </a:lnTo>
                  <a:lnTo>
                    <a:pt x="344779" y="429049"/>
                  </a:lnTo>
                  <a:lnTo>
                    <a:pt x="310826" y="454234"/>
                  </a:lnTo>
                  <a:lnTo>
                    <a:pt x="293369" y="466499"/>
                  </a:lnTo>
                  <a:lnTo>
                    <a:pt x="281558" y="474923"/>
                  </a:lnTo>
                  <a:lnTo>
                    <a:pt x="247406" y="500003"/>
                  </a:lnTo>
                  <a:lnTo>
                    <a:pt x="217248" y="524672"/>
                  </a:lnTo>
                  <a:lnTo>
                    <a:pt x="187061" y="556548"/>
                  </a:lnTo>
                  <a:lnTo>
                    <a:pt x="171693" y="593561"/>
                  </a:lnTo>
                  <a:lnTo>
                    <a:pt x="473567" y="593561"/>
                  </a:lnTo>
                  <a:lnTo>
                    <a:pt x="473567" y="723613"/>
                  </a:lnTo>
                  <a:lnTo>
                    <a:pt x="0" y="723613"/>
                  </a:lnTo>
                  <a:lnTo>
                    <a:pt x="0" y="669999"/>
                  </a:lnTo>
                  <a:lnTo>
                    <a:pt x="4587" y="618197"/>
                  </a:lnTo>
                  <a:lnTo>
                    <a:pt x="18409" y="571975"/>
                  </a:lnTo>
                  <a:lnTo>
                    <a:pt x="39079" y="530780"/>
                  </a:lnTo>
                  <a:lnTo>
                    <a:pt x="64526" y="494050"/>
                  </a:lnTo>
                  <a:lnTo>
                    <a:pt x="93649" y="461539"/>
                  </a:lnTo>
                  <a:lnTo>
                    <a:pt x="125333" y="432995"/>
                  </a:lnTo>
                  <a:lnTo>
                    <a:pt x="157524" y="407748"/>
                  </a:lnTo>
                  <a:lnTo>
                    <a:pt x="188092" y="385108"/>
                  </a:lnTo>
                  <a:lnTo>
                    <a:pt x="203231" y="374062"/>
                  </a:lnTo>
                  <a:lnTo>
                    <a:pt x="242956" y="342424"/>
                  </a:lnTo>
                  <a:lnTo>
                    <a:pt x="274151" y="312036"/>
                  </a:lnTo>
                  <a:lnTo>
                    <a:pt x="302255" y="271536"/>
                  </a:lnTo>
                  <a:lnTo>
                    <a:pt x="314203" y="228836"/>
                  </a:lnTo>
                  <a:lnTo>
                    <a:pt x="314705" y="217337"/>
                  </a:lnTo>
                  <a:lnTo>
                    <a:pt x="313090" y="195900"/>
                  </a:lnTo>
                  <a:lnTo>
                    <a:pt x="288919" y="148352"/>
                  </a:lnTo>
                  <a:lnTo>
                    <a:pt x="234784" y="126484"/>
                  </a:lnTo>
                  <a:lnTo>
                    <a:pt x="209915" y="125028"/>
                  </a:lnTo>
                  <a:lnTo>
                    <a:pt x="164510" y="129587"/>
                  </a:lnTo>
                  <a:lnTo>
                    <a:pt x="120102" y="143265"/>
                  </a:lnTo>
                  <a:lnTo>
                    <a:pt x="76694" y="166065"/>
                  </a:lnTo>
                  <a:lnTo>
                    <a:pt x="34289" y="197988"/>
                  </a:lnTo>
                  <a:lnTo>
                    <a:pt x="34289" y="59996"/>
                  </a:lnTo>
                  <a:lnTo>
                    <a:pt x="82173" y="33724"/>
                  </a:lnTo>
                  <a:lnTo>
                    <a:pt x="133049" y="14978"/>
                  </a:lnTo>
                  <a:lnTo>
                    <a:pt x="186901" y="3741"/>
                  </a:lnTo>
                  <a:lnTo>
                    <a:pt x="243718" y="0"/>
                  </a:lnTo>
                  <a:close/>
                </a:path>
              </a:pathLst>
            </a:custGeom>
            <a:ln w="12191">
              <a:solidFill>
                <a:srgbClr val="000000"/>
              </a:solidFill>
            </a:ln>
          </p:spPr>
          <p:txBody>
            <a:bodyPr wrap="square" lIns="0" tIns="0" rIns="0" bIns="0" rtlCol="0"/>
            <a:lstStyle/>
            <a:p>
              <a:endParaRPr/>
            </a:p>
          </p:txBody>
        </p:sp>
        <p:sp>
          <p:nvSpPr>
            <p:cNvPr id="234" name="object 234"/>
            <p:cNvSpPr/>
            <p:nvPr/>
          </p:nvSpPr>
          <p:spPr>
            <a:xfrm>
              <a:off x="6749796" y="5224272"/>
              <a:ext cx="2218944" cy="1344167"/>
            </a:xfrm>
            <a:prstGeom prst="rect">
              <a:avLst/>
            </a:prstGeom>
            <a:blipFill>
              <a:blip r:embed="rId90" cstate="print"/>
              <a:stretch>
                <a:fillRect/>
              </a:stretch>
            </a:blipFill>
          </p:spPr>
          <p:txBody>
            <a:bodyPr wrap="square" lIns="0" tIns="0" rIns="0" bIns="0" rtlCol="0"/>
            <a:lstStyle/>
            <a:p>
              <a:endParaRPr/>
            </a:p>
          </p:txBody>
        </p:sp>
        <p:sp>
          <p:nvSpPr>
            <p:cNvPr id="235" name="object 235"/>
            <p:cNvSpPr/>
            <p:nvPr/>
          </p:nvSpPr>
          <p:spPr>
            <a:xfrm>
              <a:off x="6595872" y="4905756"/>
              <a:ext cx="2548127" cy="1952244"/>
            </a:xfrm>
            <a:prstGeom prst="rect">
              <a:avLst/>
            </a:prstGeom>
            <a:blipFill>
              <a:blip r:embed="rId97" cstate="print"/>
              <a:stretch>
                <a:fillRect/>
              </a:stretch>
            </a:blipFill>
          </p:spPr>
          <p:txBody>
            <a:bodyPr wrap="square" lIns="0" tIns="0" rIns="0" bIns="0" rtlCol="0"/>
            <a:lstStyle/>
            <a:p>
              <a:endParaRPr/>
            </a:p>
          </p:txBody>
        </p:sp>
        <p:sp>
          <p:nvSpPr>
            <p:cNvPr id="236" name="object 236"/>
            <p:cNvSpPr/>
            <p:nvPr/>
          </p:nvSpPr>
          <p:spPr>
            <a:xfrm>
              <a:off x="6831208"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37" name="object 237"/>
            <p:cNvSpPr/>
            <p:nvPr/>
          </p:nvSpPr>
          <p:spPr>
            <a:xfrm>
              <a:off x="6831208"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38" name="object 238"/>
            <p:cNvSpPr/>
            <p:nvPr/>
          </p:nvSpPr>
          <p:spPr>
            <a:xfrm>
              <a:off x="6637020" y="4927090"/>
              <a:ext cx="2481072" cy="1930908"/>
            </a:xfrm>
            <a:prstGeom prst="rect">
              <a:avLst/>
            </a:prstGeom>
            <a:blipFill>
              <a:blip r:embed="rId98" cstate="print"/>
              <a:stretch>
                <a:fillRect/>
              </a:stretch>
            </a:blipFill>
          </p:spPr>
          <p:txBody>
            <a:bodyPr wrap="square" lIns="0" tIns="0" rIns="0" bIns="0" rtlCol="0"/>
            <a:lstStyle/>
            <a:p>
              <a:endParaRPr/>
            </a:p>
          </p:txBody>
        </p:sp>
        <p:sp>
          <p:nvSpPr>
            <p:cNvPr id="239" name="object 239"/>
            <p:cNvSpPr/>
            <p:nvPr/>
          </p:nvSpPr>
          <p:spPr>
            <a:xfrm>
              <a:off x="7315200" y="5524631"/>
              <a:ext cx="1087755" cy="723900"/>
            </a:xfrm>
            <a:custGeom>
              <a:avLst/>
              <a:gdLst/>
              <a:ahLst/>
              <a:cxnLst/>
              <a:rect l="l" t="t" r="r" b="b"/>
              <a:pathLst>
                <a:path w="1087754" h="723900">
                  <a:moveTo>
                    <a:pt x="1087130" y="11811"/>
                  </a:moveTo>
                  <a:lnTo>
                    <a:pt x="591708" y="11811"/>
                  </a:lnTo>
                  <a:lnTo>
                    <a:pt x="591708" y="139921"/>
                  </a:lnTo>
                  <a:lnTo>
                    <a:pt x="922263" y="139921"/>
                  </a:lnTo>
                  <a:lnTo>
                    <a:pt x="902172" y="172864"/>
                  </a:lnTo>
                  <a:lnTo>
                    <a:pt x="882620" y="206183"/>
                  </a:lnTo>
                  <a:lnTo>
                    <a:pt x="863589" y="239876"/>
                  </a:lnTo>
                  <a:lnTo>
                    <a:pt x="845058" y="273939"/>
                  </a:lnTo>
                  <a:lnTo>
                    <a:pt x="827248" y="308417"/>
                  </a:lnTo>
                  <a:lnTo>
                    <a:pt x="810227" y="343363"/>
                  </a:lnTo>
                  <a:lnTo>
                    <a:pt x="794017" y="378774"/>
                  </a:lnTo>
                  <a:lnTo>
                    <a:pt x="778642" y="414646"/>
                  </a:lnTo>
                  <a:lnTo>
                    <a:pt x="764046" y="451053"/>
                  </a:lnTo>
                  <a:lnTo>
                    <a:pt x="750349" y="488047"/>
                  </a:lnTo>
                  <a:lnTo>
                    <a:pt x="737554" y="525629"/>
                  </a:lnTo>
                  <a:lnTo>
                    <a:pt x="725667" y="563797"/>
                  </a:lnTo>
                  <a:lnTo>
                    <a:pt x="714871" y="602642"/>
                  </a:lnTo>
                  <a:lnTo>
                    <a:pt x="705135" y="642223"/>
                  </a:lnTo>
                  <a:lnTo>
                    <a:pt x="696491" y="682545"/>
                  </a:lnTo>
                  <a:lnTo>
                    <a:pt x="688969" y="723613"/>
                  </a:lnTo>
                  <a:lnTo>
                    <a:pt x="852799" y="723613"/>
                  </a:lnTo>
                  <a:lnTo>
                    <a:pt x="859740" y="680672"/>
                  </a:lnTo>
                  <a:lnTo>
                    <a:pt x="867590" y="639181"/>
                  </a:lnTo>
                  <a:lnTo>
                    <a:pt x="876365" y="599145"/>
                  </a:lnTo>
                  <a:lnTo>
                    <a:pt x="886084" y="560569"/>
                  </a:lnTo>
                  <a:lnTo>
                    <a:pt x="896800" y="522879"/>
                  </a:lnTo>
                  <a:lnTo>
                    <a:pt x="908559" y="485498"/>
                  </a:lnTo>
                  <a:lnTo>
                    <a:pt x="921364" y="448428"/>
                  </a:lnTo>
                  <a:lnTo>
                    <a:pt x="935217" y="411668"/>
                  </a:lnTo>
                  <a:lnTo>
                    <a:pt x="950164" y="374937"/>
                  </a:lnTo>
                  <a:lnTo>
                    <a:pt x="966212" y="337961"/>
                  </a:lnTo>
                  <a:lnTo>
                    <a:pt x="983373" y="300739"/>
                  </a:lnTo>
                  <a:lnTo>
                    <a:pt x="1001664" y="263271"/>
                  </a:lnTo>
                  <a:lnTo>
                    <a:pt x="1021143" y="225007"/>
                  </a:lnTo>
                  <a:lnTo>
                    <a:pt x="1041871" y="185406"/>
                  </a:lnTo>
                  <a:lnTo>
                    <a:pt x="1063862" y="144470"/>
                  </a:lnTo>
                  <a:lnTo>
                    <a:pt x="1087130" y="102202"/>
                  </a:lnTo>
                  <a:lnTo>
                    <a:pt x="1087130" y="11811"/>
                  </a:lnTo>
                  <a:close/>
                </a:path>
                <a:path w="1087754" h="723900">
                  <a:moveTo>
                    <a:pt x="461244" y="125025"/>
                  </a:moveTo>
                  <a:lnTo>
                    <a:pt x="210068" y="125025"/>
                  </a:lnTo>
                  <a:lnTo>
                    <a:pt x="234853" y="126485"/>
                  </a:lnTo>
                  <a:lnTo>
                    <a:pt x="256260" y="130862"/>
                  </a:lnTo>
                  <a:lnTo>
                    <a:pt x="300188" y="161417"/>
                  </a:lnTo>
                  <a:lnTo>
                    <a:pt x="314706" y="217358"/>
                  </a:lnTo>
                  <a:lnTo>
                    <a:pt x="314210" y="228845"/>
                  </a:lnTo>
                  <a:lnTo>
                    <a:pt x="302337" y="271550"/>
                  </a:lnTo>
                  <a:lnTo>
                    <a:pt x="274155" y="312041"/>
                  </a:lnTo>
                  <a:lnTo>
                    <a:pt x="242956" y="342424"/>
                  </a:lnTo>
                  <a:lnTo>
                    <a:pt x="203279" y="374121"/>
                  </a:lnTo>
                  <a:lnTo>
                    <a:pt x="173070" y="396111"/>
                  </a:lnTo>
                  <a:lnTo>
                    <a:pt x="157543" y="407763"/>
                  </a:lnTo>
                  <a:lnTo>
                    <a:pt x="125364" y="433017"/>
                  </a:lnTo>
                  <a:lnTo>
                    <a:pt x="93653" y="461553"/>
                  </a:lnTo>
                  <a:lnTo>
                    <a:pt x="64526" y="494062"/>
                  </a:lnTo>
                  <a:lnTo>
                    <a:pt x="39079" y="530792"/>
                  </a:lnTo>
                  <a:lnTo>
                    <a:pt x="18409" y="571987"/>
                  </a:lnTo>
                  <a:lnTo>
                    <a:pt x="4632" y="618215"/>
                  </a:lnTo>
                  <a:lnTo>
                    <a:pt x="0" y="670023"/>
                  </a:lnTo>
                  <a:lnTo>
                    <a:pt x="0" y="723613"/>
                  </a:lnTo>
                  <a:lnTo>
                    <a:pt x="473598" y="723613"/>
                  </a:lnTo>
                  <a:lnTo>
                    <a:pt x="473598" y="593585"/>
                  </a:lnTo>
                  <a:lnTo>
                    <a:pt x="171846" y="593585"/>
                  </a:lnTo>
                  <a:lnTo>
                    <a:pt x="172463" y="586539"/>
                  </a:lnTo>
                  <a:lnTo>
                    <a:pt x="193376" y="548719"/>
                  </a:lnTo>
                  <a:lnTo>
                    <a:pt x="226698" y="516524"/>
                  </a:lnTo>
                  <a:lnTo>
                    <a:pt x="258668" y="491687"/>
                  </a:lnTo>
                  <a:lnTo>
                    <a:pt x="293370" y="466523"/>
                  </a:lnTo>
                  <a:lnTo>
                    <a:pt x="310849" y="454246"/>
                  </a:lnTo>
                  <a:lnTo>
                    <a:pt x="328029" y="441757"/>
                  </a:lnTo>
                  <a:lnTo>
                    <a:pt x="361431" y="416134"/>
                  </a:lnTo>
                  <a:lnTo>
                    <a:pt x="392189" y="388778"/>
                  </a:lnTo>
                  <a:lnTo>
                    <a:pt x="419221" y="358807"/>
                  </a:lnTo>
                  <a:lnTo>
                    <a:pt x="441773" y="325805"/>
                  </a:lnTo>
                  <a:lnTo>
                    <a:pt x="459364" y="289322"/>
                  </a:lnTo>
                  <a:lnTo>
                    <a:pt x="470790" y="248376"/>
                  </a:lnTo>
                  <a:lnTo>
                    <a:pt x="474604" y="201966"/>
                  </a:lnTo>
                  <a:lnTo>
                    <a:pt x="473624" y="179427"/>
                  </a:lnTo>
                  <a:lnTo>
                    <a:pt x="470679" y="157975"/>
                  </a:lnTo>
                  <a:lnTo>
                    <a:pt x="465757" y="137612"/>
                  </a:lnTo>
                  <a:lnTo>
                    <a:pt x="461244" y="125025"/>
                  </a:lnTo>
                  <a:close/>
                </a:path>
                <a:path w="1087754" h="723900">
                  <a:moveTo>
                    <a:pt x="243718" y="0"/>
                  </a:moveTo>
                  <a:lnTo>
                    <a:pt x="186901" y="3741"/>
                  </a:lnTo>
                  <a:lnTo>
                    <a:pt x="133049" y="14982"/>
                  </a:lnTo>
                  <a:lnTo>
                    <a:pt x="82173" y="33749"/>
                  </a:lnTo>
                  <a:lnTo>
                    <a:pt x="34290" y="60066"/>
                  </a:lnTo>
                  <a:lnTo>
                    <a:pt x="34290" y="198001"/>
                  </a:lnTo>
                  <a:lnTo>
                    <a:pt x="76697" y="166080"/>
                  </a:lnTo>
                  <a:lnTo>
                    <a:pt x="120121" y="143274"/>
                  </a:lnTo>
                  <a:lnTo>
                    <a:pt x="164574" y="129588"/>
                  </a:lnTo>
                  <a:lnTo>
                    <a:pt x="210068" y="125025"/>
                  </a:lnTo>
                  <a:lnTo>
                    <a:pt x="461244" y="125025"/>
                  </a:lnTo>
                  <a:lnTo>
                    <a:pt x="458845" y="118335"/>
                  </a:lnTo>
                  <a:lnTo>
                    <a:pt x="439715" y="83660"/>
                  </a:lnTo>
                  <a:lnTo>
                    <a:pt x="413522" y="54601"/>
                  </a:lnTo>
                  <a:lnTo>
                    <a:pt x="380466"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40" name="object 240"/>
            <p:cNvSpPr/>
            <p:nvPr/>
          </p:nvSpPr>
          <p:spPr>
            <a:xfrm>
              <a:off x="7315200" y="5524631"/>
              <a:ext cx="1087755" cy="723900"/>
            </a:xfrm>
            <a:custGeom>
              <a:avLst/>
              <a:gdLst/>
              <a:ahLst/>
              <a:cxnLst/>
              <a:rect l="l" t="t" r="r" b="b"/>
              <a:pathLst>
                <a:path w="1087754" h="723900">
                  <a:moveTo>
                    <a:pt x="591708" y="11810"/>
                  </a:moveTo>
                  <a:lnTo>
                    <a:pt x="1087130" y="11810"/>
                  </a:lnTo>
                  <a:lnTo>
                    <a:pt x="1087130" y="102202"/>
                  </a:lnTo>
                  <a:lnTo>
                    <a:pt x="1063861" y="144470"/>
                  </a:lnTo>
                  <a:lnTo>
                    <a:pt x="1041871" y="185406"/>
                  </a:lnTo>
                  <a:lnTo>
                    <a:pt x="1021143" y="225007"/>
                  </a:lnTo>
                  <a:lnTo>
                    <a:pt x="1001664" y="263270"/>
                  </a:lnTo>
                  <a:lnTo>
                    <a:pt x="983373" y="300739"/>
                  </a:lnTo>
                  <a:lnTo>
                    <a:pt x="966212" y="337961"/>
                  </a:lnTo>
                  <a:lnTo>
                    <a:pt x="950164" y="374937"/>
                  </a:lnTo>
                  <a:lnTo>
                    <a:pt x="935217" y="411668"/>
                  </a:lnTo>
                  <a:lnTo>
                    <a:pt x="921364" y="448428"/>
                  </a:lnTo>
                  <a:lnTo>
                    <a:pt x="908559" y="485498"/>
                  </a:lnTo>
                  <a:lnTo>
                    <a:pt x="896800" y="522879"/>
                  </a:lnTo>
                  <a:lnTo>
                    <a:pt x="886084" y="560569"/>
                  </a:lnTo>
                  <a:lnTo>
                    <a:pt x="876365" y="599145"/>
                  </a:lnTo>
                  <a:lnTo>
                    <a:pt x="867590" y="639181"/>
                  </a:lnTo>
                  <a:lnTo>
                    <a:pt x="859740" y="680672"/>
                  </a:lnTo>
                  <a:lnTo>
                    <a:pt x="852799" y="723613"/>
                  </a:lnTo>
                  <a:lnTo>
                    <a:pt x="688969" y="723613"/>
                  </a:lnTo>
                  <a:lnTo>
                    <a:pt x="696491" y="682545"/>
                  </a:lnTo>
                  <a:lnTo>
                    <a:pt x="705135" y="642223"/>
                  </a:lnTo>
                  <a:lnTo>
                    <a:pt x="714871" y="602642"/>
                  </a:lnTo>
                  <a:lnTo>
                    <a:pt x="725667" y="563797"/>
                  </a:lnTo>
                  <a:lnTo>
                    <a:pt x="737554" y="525629"/>
                  </a:lnTo>
                  <a:lnTo>
                    <a:pt x="750349" y="488047"/>
                  </a:lnTo>
                  <a:lnTo>
                    <a:pt x="764046" y="451053"/>
                  </a:lnTo>
                  <a:lnTo>
                    <a:pt x="778642" y="414646"/>
                  </a:lnTo>
                  <a:lnTo>
                    <a:pt x="794017" y="378774"/>
                  </a:lnTo>
                  <a:lnTo>
                    <a:pt x="810226" y="343363"/>
                  </a:lnTo>
                  <a:lnTo>
                    <a:pt x="827248" y="308417"/>
                  </a:lnTo>
                  <a:lnTo>
                    <a:pt x="845057" y="273938"/>
                  </a:lnTo>
                  <a:lnTo>
                    <a:pt x="863589" y="239876"/>
                  </a:lnTo>
                  <a:lnTo>
                    <a:pt x="882620" y="206183"/>
                  </a:lnTo>
                  <a:lnTo>
                    <a:pt x="902172" y="172864"/>
                  </a:lnTo>
                  <a:lnTo>
                    <a:pt x="922263" y="139921"/>
                  </a:lnTo>
                  <a:lnTo>
                    <a:pt x="591708" y="139921"/>
                  </a:lnTo>
                  <a:lnTo>
                    <a:pt x="591708" y="11810"/>
                  </a:lnTo>
                  <a:close/>
                </a:path>
                <a:path w="1087754" h="723900">
                  <a:moveTo>
                    <a:pt x="243718" y="0"/>
                  </a:moveTo>
                  <a:lnTo>
                    <a:pt x="295038" y="3521"/>
                  </a:lnTo>
                  <a:lnTo>
                    <a:pt x="340735" y="14096"/>
                  </a:lnTo>
                  <a:lnTo>
                    <a:pt x="380466" y="31255"/>
                  </a:lnTo>
                  <a:lnTo>
                    <a:pt x="413522" y="54601"/>
                  </a:lnTo>
                  <a:lnTo>
                    <a:pt x="439715" y="83660"/>
                  </a:lnTo>
                  <a:lnTo>
                    <a:pt x="458845" y="118335"/>
                  </a:lnTo>
                  <a:lnTo>
                    <a:pt x="470679" y="157975"/>
                  </a:lnTo>
                  <a:lnTo>
                    <a:pt x="474604" y="201966"/>
                  </a:lnTo>
                  <a:lnTo>
                    <a:pt x="473650" y="225855"/>
                  </a:lnTo>
                  <a:lnTo>
                    <a:pt x="466027" y="269530"/>
                  </a:lnTo>
                  <a:lnTo>
                    <a:pt x="451201" y="307997"/>
                  </a:lnTo>
                  <a:lnTo>
                    <a:pt x="431104" y="342743"/>
                  </a:lnTo>
                  <a:lnTo>
                    <a:pt x="406175" y="374121"/>
                  </a:lnTo>
                  <a:lnTo>
                    <a:pt x="377272" y="402781"/>
                  </a:lnTo>
                  <a:lnTo>
                    <a:pt x="344895" y="429054"/>
                  </a:lnTo>
                  <a:lnTo>
                    <a:pt x="310849" y="454246"/>
                  </a:lnTo>
                  <a:lnTo>
                    <a:pt x="293369" y="466523"/>
                  </a:lnTo>
                  <a:lnTo>
                    <a:pt x="281578" y="474944"/>
                  </a:lnTo>
                  <a:lnTo>
                    <a:pt x="247528" y="500015"/>
                  </a:lnTo>
                  <a:lnTo>
                    <a:pt x="217271" y="524680"/>
                  </a:lnTo>
                  <a:lnTo>
                    <a:pt x="187125" y="556553"/>
                  </a:lnTo>
                  <a:lnTo>
                    <a:pt x="171846" y="593585"/>
                  </a:lnTo>
                  <a:lnTo>
                    <a:pt x="473598" y="593585"/>
                  </a:lnTo>
                  <a:lnTo>
                    <a:pt x="473598" y="723613"/>
                  </a:lnTo>
                  <a:lnTo>
                    <a:pt x="0" y="723613"/>
                  </a:lnTo>
                  <a:lnTo>
                    <a:pt x="0" y="670023"/>
                  </a:lnTo>
                  <a:lnTo>
                    <a:pt x="4632" y="618215"/>
                  </a:lnTo>
                  <a:lnTo>
                    <a:pt x="18409" y="571987"/>
                  </a:lnTo>
                  <a:lnTo>
                    <a:pt x="39079" y="530792"/>
                  </a:lnTo>
                  <a:lnTo>
                    <a:pt x="64526" y="494062"/>
                  </a:lnTo>
                  <a:lnTo>
                    <a:pt x="93653" y="461553"/>
                  </a:lnTo>
                  <a:lnTo>
                    <a:pt x="125364" y="433017"/>
                  </a:lnTo>
                  <a:lnTo>
                    <a:pt x="157543" y="407763"/>
                  </a:lnTo>
                  <a:lnTo>
                    <a:pt x="188213" y="385108"/>
                  </a:lnTo>
                  <a:lnTo>
                    <a:pt x="203351" y="374069"/>
                  </a:lnTo>
                  <a:lnTo>
                    <a:pt x="242956" y="342424"/>
                  </a:lnTo>
                  <a:lnTo>
                    <a:pt x="274155" y="312041"/>
                  </a:lnTo>
                  <a:lnTo>
                    <a:pt x="302337" y="271550"/>
                  </a:lnTo>
                  <a:lnTo>
                    <a:pt x="314210" y="228845"/>
                  </a:lnTo>
                  <a:lnTo>
                    <a:pt x="314705" y="217358"/>
                  </a:lnTo>
                  <a:lnTo>
                    <a:pt x="313090" y="195921"/>
                  </a:lnTo>
                  <a:lnTo>
                    <a:pt x="288919" y="148352"/>
                  </a:lnTo>
                  <a:lnTo>
                    <a:pt x="234853" y="126485"/>
                  </a:lnTo>
                  <a:lnTo>
                    <a:pt x="210068" y="125025"/>
                  </a:lnTo>
                  <a:lnTo>
                    <a:pt x="164574" y="129588"/>
                  </a:lnTo>
                  <a:lnTo>
                    <a:pt x="120121" y="143274"/>
                  </a:lnTo>
                  <a:lnTo>
                    <a:pt x="76697"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41" name="object 241"/>
            <p:cNvSpPr/>
            <p:nvPr/>
          </p:nvSpPr>
          <p:spPr>
            <a:xfrm>
              <a:off x="6781800" y="5227320"/>
              <a:ext cx="2218944" cy="1345691"/>
            </a:xfrm>
            <a:prstGeom prst="rect">
              <a:avLst/>
            </a:prstGeom>
            <a:blipFill>
              <a:blip r:embed="rId14" cstate="print"/>
              <a:stretch>
                <a:fillRect/>
              </a:stretch>
            </a:blipFill>
          </p:spPr>
          <p:txBody>
            <a:bodyPr wrap="square" lIns="0" tIns="0" rIns="0" bIns="0" rtlCol="0"/>
            <a:lstStyle/>
            <a:p>
              <a:endParaRPr/>
            </a:p>
          </p:txBody>
        </p:sp>
        <p:sp>
          <p:nvSpPr>
            <p:cNvPr id="242" name="object 242"/>
            <p:cNvSpPr/>
            <p:nvPr/>
          </p:nvSpPr>
          <p:spPr>
            <a:xfrm>
              <a:off x="6627876" y="4910328"/>
              <a:ext cx="2516123" cy="1947671"/>
            </a:xfrm>
            <a:prstGeom prst="rect">
              <a:avLst/>
            </a:prstGeom>
            <a:blipFill>
              <a:blip r:embed="rId99" cstate="print"/>
              <a:stretch>
                <a:fillRect/>
              </a:stretch>
            </a:blipFill>
          </p:spPr>
          <p:txBody>
            <a:bodyPr wrap="square" lIns="0" tIns="0" rIns="0" bIns="0" rtlCol="0"/>
            <a:lstStyle/>
            <a:p>
              <a:endParaRPr/>
            </a:p>
          </p:txBody>
        </p:sp>
        <p:sp>
          <p:nvSpPr>
            <p:cNvPr id="243" name="object 243"/>
            <p:cNvSpPr/>
            <p:nvPr/>
          </p:nvSpPr>
          <p:spPr>
            <a:xfrm>
              <a:off x="6862815" y="5288530"/>
              <a:ext cx="2057400" cy="1184275"/>
            </a:xfrm>
            <a:custGeom>
              <a:avLst/>
              <a:gdLst/>
              <a:ahLst/>
              <a:cxnLst/>
              <a:rect l="l" t="t" r="r" b="b"/>
              <a:pathLst>
                <a:path w="2057400" h="1184275">
                  <a:moveTo>
                    <a:pt x="1824989" y="0"/>
                  </a:moveTo>
                  <a:lnTo>
                    <a:pt x="232562" y="0"/>
                  </a:lnTo>
                  <a:lnTo>
                    <a:pt x="185701" y="4725"/>
                  </a:lnTo>
                  <a:lnTo>
                    <a:pt x="142050" y="18278"/>
                  </a:lnTo>
                  <a:lnTo>
                    <a:pt x="102547" y="39722"/>
                  </a:lnTo>
                  <a:lnTo>
                    <a:pt x="68126" y="68121"/>
                  </a:lnTo>
                  <a:lnTo>
                    <a:pt x="39725" y="102539"/>
                  </a:lnTo>
                  <a:lnTo>
                    <a:pt x="18279" y="142039"/>
                  </a:lnTo>
                  <a:lnTo>
                    <a:pt x="4726" y="185685"/>
                  </a:lnTo>
                  <a:lnTo>
                    <a:pt x="0" y="232541"/>
                  </a:lnTo>
                  <a:lnTo>
                    <a:pt x="0" y="951500"/>
                  </a:lnTo>
                  <a:lnTo>
                    <a:pt x="4726" y="998359"/>
                  </a:lnTo>
                  <a:lnTo>
                    <a:pt x="18279" y="1042005"/>
                  </a:lnTo>
                  <a:lnTo>
                    <a:pt x="39725" y="1081503"/>
                  </a:lnTo>
                  <a:lnTo>
                    <a:pt x="68126" y="1115918"/>
                  </a:lnTo>
                  <a:lnTo>
                    <a:pt x="102547" y="1144313"/>
                  </a:lnTo>
                  <a:lnTo>
                    <a:pt x="142050" y="1165754"/>
                  </a:lnTo>
                  <a:lnTo>
                    <a:pt x="185701" y="1179304"/>
                  </a:lnTo>
                  <a:lnTo>
                    <a:pt x="232562" y="1184029"/>
                  </a:lnTo>
                  <a:lnTo>
                    <a:pt x="1824989" y="1184029"/>
                  </a:lnTo>
                  <a:lnTo>
                    <a:pt x="1871844" y="1179304"/>
                  </a:lnTo>
                  <a:lnTo>
                    <a:pt x="1915477" y="1165754"/>
                  </a:lnTo>
                  <a:lnTo>
                    <a:pt x="1954957" y="1144313"/>
                  </a:lnTo>
                  <a:lnTo>
                    <a:pt x="1989349" y="1115918"/>
                  </a:lnTo>
                  <a:lnTo>
                    <a:pt x="2017722" y="1081503"/>
                  </a:lnTo>
                  <a:lnTo>
                    <a:pt x="2039143" y="1042005"/>
                  </a:lnTo>
                  <a:lnTo>
                    <a:pt x="2052680" y="998359"/>
                  </a:lnTo>
                  <a:lnTo>
                    <a:pt x="2057399" y="951500"/>
                  </a:lnTo>
                  <a:lnTo>
                    <a:pt x="2057399" y="232541"/>
                  </a:lnTo>
                  <a:lnTo>
                    <a:pt x="2052680" y="185685"/>
                  </a:lnTo>
                  <a:lnTo>
                    <a:pt x="2039143" y="142039"/>
                  </a:lnTo>
                  <a:lnTo>
                    <a:pt x="2017722" y="102539"/>
                  </a:lnTo>
                  <a:lnTo>
                    <a:pt x="1989349" y="68121"/>
                  </a:lnTo>
                  <a:lnTo>
                    <a:pt x="1954957" y="39722"/>
                  </a:lnTo>
                  <a:lnTo>
                    <a:pt x="1915477" y="18278"/>
                  </a:lnTo>
                  <a:lnTo>
                    <a:pt x="1871844" y="4725"/>
                  </a:lnTo>
                  <a:lnTo>
                    <a:pt x="1824989" y="0"/>
                  </a:lnTo>
                  <a:close/>
                </a:path>
              </a:pathLst>
            </a:custGeom>
            <a:solidFill>
              <a:srgbClr val="252525"/>
            </a:solidFill>
          </p:spPr>
          <p:txBody>
            <a:bodyPr wrap="square" lIns="0" tIns="0" rIns="0" bIns="0" rtlCol="0"/>
            <a:lstStyle/>
            <a:p>
              <a:endParaRPr/>
            </a:p>
          </p:txBody>
        </p:sp>
        <p:sp>
          <p:nvSpPr>
            <p:cNvPr id="244" name="object 244"/>
            <p:cNvSpPr/>
            <p:nvPr/>
          </p:nvSpPr>
          <p:spPr>
            <a:xfrm>
              <a:off x="6862815" y="5288530"/>
              <a:ext cx="2057400" cy="1184275"/>
            </a:xfrm>
            <a:custGeom>
              <a:avLst/>
              <a:gdLst/>
              <a:ahLst/>
              <a:cxnLst/>
              <a:rect l="l" t="t" r="r" b="b"/>
              <a:pathLst>
                <a:path w="2057400" h="1184275">
                  <a:moveTo>
                    <a:pt x="0" y="232541"/>
                  </a:moveTo>
                  <a:lnTo>
                    <a:pt x="4726" y="185685"/>
                  </a:lnTo>
                  <a:lnTo>
                    <a:pt x="18279" y="142039"/>
                  </a:lnTo>
                  <a:lnTo>
                    <a:pt x="39725" y="102539"/>
                  </a:lnTo>
                  <a:lnTo>
                    <a:pt x="68126" y="68121"/>
                  </a:lnTo>
                  <a:lnTo>
                    <a:pt x="102547" y="39722"/>
                  </a:lnTo>
                  <a:lnTo>
                    <a:pt x="142050" y="18278"/>
                  </a:lnTo>
                  <a:lnTo>
                    <a:pt x="185701" y="4725"/>
                  </a:lnTo>
                  <a:lnTo>
                    <a:pt x="232562" y="0"/>
                  </a:lnTo>
                  <a:lnTo>
                    <a:pt x="1824989" y="0"/>
                  </a:lnTo>
                  <a:lnTo>
                    <a:pt x="1871844" y="4725"/>
                  </a:lnTo>
                  <a:lnTo>
                    <a:pt x="1915477" y="18278"/>
                  </a:lnTo>
                  <a:lnTo>
                    <a:pt x="1954957" y="39722"/>
                  </a:lnTo>
                  <a:lnTo>
                    <a:pt x="1989349" y="68121"/>
                  </a:lnTo>
                  <a:lnTo>
                    <a:pt x="2017722" y="102539"/>
                  </a:lnTo>
                  <a:lnTo>
                    <a:pt x="2039143" y="142039"/>
                  </a:lnTo>
                  <a:lnTo>
                    <a:pt x="2052680" y="185685"/>
                  </a:lnTo>
                  <a:lnTo>
                    <a:pt x="2057399" y="232541"/>
                  </a:lnTo>
                  <a:lnTo>
                    <a:pt x="2057399" y="951500"/>
                  </a:lnTo>
                  <a:lnTo>
                    <a:pt x="2052680" y="998359"/>
                  </a:lnTo>
                  <a:lnTo>
                    <a:pt x="2039143" y="1042005"/>
                  </a:lnTo>
                  <a:lnTo>
                    <a:pt x="2017722" y="1081503"/>
                  </a:lnTo>
                  <a:lnTo>
                    <a:pt x="1989349" y="1115918"/>
                  </a:lnTo>
                  <a:lnTo>
                    <a:pt x="1954957" y="1144313"/>
                  </a:lnTo>
                  <a:lnTo>
                    <a:pt x="1915477" y="1165754"/>
                  </a:lnTo>
                  <a:lnTo>
                    <a:pt x="1871844" y="1179304"/>
                  </a:lnTo>
                  <a:lnTo>
                    <a:pt x="1824989" y="1184029"/>
                  </a:lnTo>
                  <a:lnTo>
                    <a:pt x="232562" y="1184029"/>
                  </a:lnTo>
                  <a:lnTo>
                    <a:pt x="185701" y="1179304"/>
                  </a:lnTo>
                  <a:lnTo>
                    <a:pt x="142050" y="1165754"/>
                  </a:lnTo>
                  <a:lnTo>
                    <a:pt x="102547" y="1144313"/>
                  </a:lnTo>
                  <a:lnTo>
                    <a:pt x="68126" y="1115918"/>
                  </a:lnTo>
                  <a:lnTo>
                    <a:pt x="39725" y="1081503"/>
                  </a:lnTo>
                  <a:lnTo>
                    <a:pt x="18279" y="1042005"/>
                  </a:lnTo>
                  <a:lnTo>
                    <a:pt x="4726" y="998359"/>
                  </a:lnTo>
                  <a:lnTo>
                    <a:pt x="0" y="951500"/>
                  </a:lnTo>
                  <a:lnTo>
                    <a:pt x="0" y="232541"/>
                  </a:lnTo>
                  <a:close/>
                </a:path>
              </a:pathLst>
            </a:custGeom>
            <a:ln w="76199">
              <a:solidFill>
                <a:srgbClr val="00AF50"/>
              </a:solidFill>
            </a:ln>
          </p:spPr>
          <p:txBody>
            <a:bodyPr wrap="square" lIns="0" tIns="0" rIns="0" bIns="0" rtlCol="0"/>
            <a:lstStyle/>
            <a:p>
              <a:endParaRPr/>
            </a:p>
          </p:txBody>
        </p:sp>
        <p:sp>
          <p:nvSpPr>
            <p:cNvPr id="245" name="object 245"/>
            <p:cNvSpPr/>
            <p:nvPr/>
          </p:nvSpPr>
          <p:spPr>
            <a:xfrm>
              <a:off x="6669024" y="4931662"/>
              <a:ext cx="2474976" cy="1926336"/>
            </a:xfrm>
            <a:prstGeom prst="rect">
              <a:avLst/>
            </a:prstGeom>
            <a:blipFill>
              <a:blip r:embed="rId100" cstate="print"/>
              <a:stretch>
                <a:fillRect/>
              </a:stretch>
            </a:blipFill>
          </p:spPr>
          <p:txBody>
            <a:bodyPr wrap="square" lIns="0" tIns="0" rIns="0" bIns="0" rtlCol="0"/>
            <a:lstStyle/>
            <a:p>
              <a:endParaRPr/>
            </a:p>
          </p:txBody>
        </p:sp>
        <p:sp>
          <p:nvSpPr>
            <p:cNvPr id="246" name="object 246"/>
            <p:cNvSpPr/>
            <p:nvPr/>
          </p:nvSpPr>
          <p:spPr>
            <a:xfrm>
              <a:off x="7340864" y="5522595"/>
              <a:ext cx="1101211" cy="747308"/>
            </a:xfrm>
            <a:prstGeom prst="rect">
              <a:avLst/>
            </a:prstGeom>
            <a:blipFill>
              <a:blip r:embed="rId101" cstate="print"/>
              <a:stretch>
                <a:fillRect/>
              </a:stretch>
            </a:blipFill>
          </p:spPr>
          <p:txBody>
            <a:bodyPr wrap="square" lIns="0" tIns="0" rIns="0" bIns="0" rtlCol="0"/>
            <a:lstStyle/>
            <a:p>
              <a:endParaRPr/>
            </a:p>
          </p:txBody>
        </p:sp>
        <p:sp>
          <p:nvSpPr>
            <p:cNvPr id="247" name="object 247"/>
            <p:cNvSpPr/>
            <p:nvPr/>
          </p:nvSpPr>
          <p:spPr>
            <a:xfrm>
              <a:off x="6777228" y="5245608"/>
              <a:ext cx="2218944" cy="1345692"/>
            </a:xfrm>
            <a:prstGeom prst="rect">
              <a:avLst/>
            </a:prstGeom>
            <a:blipFill>
              <a:blip r:embed="rId75" cstate="print"/>
              <a:stretch>
                <a:fillRect/>
              </a:stretch>
            </a:blipFill>
          </p:spPr>
          <p:txBody>
            <a:bodyPr wrap="square" lIns="0" tIns="0" rIns="0" bIns="0" rtlCol="0"/>
            <a:lstStyle/>
            <a:p>
              <a:endParaRPr/>
            </a:p>
          </p:txBody>
        </p:sp>
        <p:sp>
          <p:nvSpPr>
            <p:cNvPr id="248" name="object 248"/>
            <p:cNvSpPr/>
            <p:nvPr/>
          </p:nvSpPr>
          <p:spPr>
            <a:xfrm>
              <a:off x="6623304" y="4928616"/>
              <a:ext cx="2520695" cy="1929383"/>
            </a:xfrm>
            <a:prstGeom prst="rect">
              <a:avLst/>
            </a:prstGeom>
            <a:blipFill>
              <a:blip r:embed="rId102" cstate="print"/>
              <a:stretch>
                <a:fillRect/>
              </a:stretch>
            </a:blipFill>
          </p:spPr>
          <p:txBody>
            <a:bodyPr wrap="square" lIns="0" tIns="0" rIns="0" bIns="0" rtlCol="0"/>
            <a:lstStyle/>
            <a:p>
              <a:endParaRPr/>
            </a:p>
          </p:txBody>
        </p:sp>
        <p:sp>
          <p:nvSpPr>
            <p:cNvPr id="249" name="object 249"/>
            <p:cNvSpPr/>
            <p:nvPr/>
          </p:nvSpPr>
          <p:spPr>
            <a:xfrm>
              <a:off x="6857999" y="5306818"/>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24"/>
                  </a:lnTo>
                  <a:lnTo>
                    <a:pt x="4725" y="998383"/>
                  </a:lnTo>
                  <a:lnTo>
                    <a:pt x="18279" y="1042027"/>
                  </a:lnTo>
                  <a:lnTo>
                    <a:pt x="39723" y="1081524"/>
                  </a:lnTo>
                  <a:lnTo>
                    <a:pt x="68122" y="1115936"/>
                  </a:lnTo>
                  <a:lnTo>
                    <a:pt x="102539" y="1144329"/>
                  </a:lnTo>
                  <a:lnTo>
                    <a:pt x="142037" y="1165768"/>
                  </a:lnTo>
                  <a:lnTo>
                    <a:pt x="185680" y="1179317"/>
                  </a:lnTo>
                  <a:lnTo>
                    <a:pt x="232531" y="1184041"/>
                  </a:lnTo>
                  <a:lnTo>
                    <a:pt x="1824868" y="1184041"/>
                  </a:lnTo>
                  <a:lnTo>
                    <a:pt x="1871719" y="1179317"/>
                  </a:lnTo>
                  <a:lnTo>
                    <a:pt x="1915362" y="1165768"/>
                  </a:lnTo>
                  <a:lnTo>
                    <a:pt x="1954860" y="1144329"/>
                  </a:lnTo>
                  <a:lnTo>
                    <a:pt x="1989277" y="1115936"/>
                  </a:lnTo>
                  <a:lnTo>
                    <a:pt x="2017676" y="1081524"/>
                  </a:lnTo>
                  <a:lnTo>
                    <a:pt x="2039120" y="1042027"/>
                  </a:lnTo>
                  <a:lnTo>
                    <a:pt x="2052674" y="998383"/>
                  </a:lnTo>
                  <a:lnTo>
                    <a:pt x="2057399" y="951524"/>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50" name="object 250"/>
            <p:cNvSpPr/>
            <p:nvPr/>
          </p:nvSpPr>
          <p:spPr>
            <a:xfrm>
              <a:off x="6857999" y="5306818"/>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24"/>
                  </a:lnTo>
                  <a:lnTo>
                    <a:pt x="2052674" y="998383"/>
                  </a:lnTo>
                  <a:lnTo>
                    <a:pt x="2039120" y="1042027"/>
                  </a:lnTo>
                  <a:lnTo>
                    <a:pt x="2017676" y="1081524"/>
                  </a:lnTo>
                  <a:lnTo>
                    <a:pt x="1989277" y="1115936"/>
                  </a:lnTo>
                  <a:lnTo>
                    <a:pt x="1954860" y="1144329"/>
                  </a:lnTo>
                  <a:lnTo>
                    <a:pt x="1915362" y="1165768"/>
                  </a:lnTo>
                  <a:lnTo>
                    <a:pt x="1871719" y="1179317"/>
                  </a:lnTo>
                  <a:lnTo>
                    <a:pt x="1824868" y="1184041"/>
                  </a:lnTo>
                  <a:lnTo>
                    <a:pt x="232531" y="1184041"/>
                  </a:lnTo>
                  <a:lnTo>
                    <a:pt x="185680" y="1179317"/>
                  </a:lnTo>
                  <a:lnTo>
                    <a:pt x="142037" y="1165768"/>
                  </a:lnTo>
                  <a:lnTo>
                    <a:pt x="102539" y="1144329"/>
                  </a:lnTo>
                  <a:lnTo>
                    <a:pt x="68122" y="1115936"/>
                  </a:lnTo>
                  <a:lnTo>
                    <a:pt x="39723" y="1081524"/>
                  </a:lnTo>
                  <a:lnTo>
                    <a:pt x="18279" y="1042027"/>
                  </a:lnTo>
                  <a:lnTo>
                    <a:pt x="4725" y="998383"/>
                  </a:lnTo>
                  <a:lnTo>
                    <a:pt x="0" y="951524"/>
                  </a:lnTo>
                  <a:lnTo>
                    <a:pt x="0" y="232541"/>
                  </a:lnTo>
                  <a:close/>
                </a:path>
              </a:pathLst>
            </a:custGeom>
            <a:ln w="76199">
              <a:solidFill>
                <a:srgbClr val="00AF50"/>
              </a:solidFill>
            </a:ln>
          </p:spPr>
          <p:txBody>
            <a:bodyPr wrap="square" lIns="0" tIns="0" rIns="0" bIns="0" rtlCol="0"/>
            <a:lstStyle/>
            <a:p>
              <a:endParaRPr/>
            </a:p>
          </p:txBody>
        </p:sp>
        <p:sp>
          <p:nvSpPr>
            <p:cNvPr id="251" name="object 251"/>
            <p:cNvSpPr/>
            <p:nvPr/>
          </p:nvSpPr>
          <p:spPr>
            <a:xfrm>
              <a:off x="6664452" y="4949950"/>
              <a:ext cx="2479548" cy="1908047"/>
            </a:xfrm>
            <a:prstGeom prst="rect">
              <a:avLst/>
            </a:prstGeom>
            <a:blipFill>
              <a:blip r:embed="rId103" cstate="print"/>
              <a:stretch>
                <a:fillRect/>
              </a:stretch>
            </a:blipFill>
          </p:spPr>
          <p:txBody>
            <a:bodyPr wrap="square" lIns="0" tIns="0" rIns="0" bIns="0" rtlCol="0"/>
            <a:lstStyle/>
            <a:p>
              <a:endParaRPr/>
            </a:p>
          </p:txBody>
        </p:sp>
        <p:sp>
          <p:nvSpPr>
            <p:cNvPr id="252" name="object 252"/>
            <p:cNvSpPr/>
            <p:nvPr/>
          </p:nvSpPr>
          <p:spPr>
            <a:xfrm>
              <a:off x="7341992" y="5546979"/>
              <a:ext cx="1083945" cy="736600"/>
            </a:xfrm>
            <a:custGeom>
              <a:avLst/>
              <a:gdLst/>
              <a:ahLst/>
              <a:cxnLst/>
              <a:rect l="l" t="t" r="r" b="b"/>
              <a:pathLst>
                <a:path w="1083945" h="736600">
                  <a:moveTo>
                    <a:pt x="623437" y="579287"/>
                  </a:moveTo>
                  <a:lnTo>
                    <a:pt x="623437" y="708327"/>
                  </a:lnTo>
                  <a:lnTo>
                    <a:pt x="656498" y="720492"/>
                  </a:lnTo>
                  <a:lnTo>
                    <a:pt x="692585" y="729179"/>
                  </a:lnTo>
                  <a:lnTo>
                    <a:pt x="731695" y="734391"/>
                  </a:lnTo>
                  <a:lnTo>
                    <a:pt x="773826" y="736128"/>
                  </a:lnTo>
                  <a:lnTo>
                    <a:pt x="809456" y="734391"/>
                  </a:lnTo>
                  <a:lnTo>
                    <a:pt x="874638" y="720637"/>
                  </a:lnTo>
                  <a:lnTo>
                    <a:pt x="932119" y="693307"/>
                  </a:lnTo>
                  <a:lnTo>
                    <a:pt x="980881" y="653721"/>
                  </a:lnTo>
                  <a:lnTo>
                    <a:pt x="1011155" y="616016"/>
                  </a:lnTo>
                  <a:lnTo>
                    <a:pt x="758464" y="616016"/>
                  </a:lnTo>
                  <a:lnTo>
                    <a:pt x="720457" y="613719"/>
                  </a:lnTo>
                  <a:lnTo>
                    <a:pt x="685293" y="606831"/>
                  </a:lnTo>
                  <a:lnTo>
                    <a:pt x="652958" y="595353"/>
                  </a:lnTo>
                  <a:lnTo>
                    <a:pt x="623437" y="579287"/>
                  </a:lnTo>
                  <a:close/>
                </a:path>
                <a:path w="1083945" h="736600">
                  <a:moveTo>
                    <a:pt x="1080386" y="400598"/>
                  </a:moveTo>
                  <a:lnTo>
                    <a:pt x="928237" y="400598"/>
                  </a:lnTo>
                  <a:lnTo>
                    <a:pt x="931164" y="401598"/>
                  </a:lnTo>
                  <a:lnTo>
                    <a:pt x="928146" y="450641"/>
                  </a:lnTo>
                  <a:lnTo>
                    <a:pt x="919459" y="493543"/>
                  </a:lnTo>
                  <a:lnTo>
                    <a:pt x="905103" y="530301"/>
                  </a:lnTo>
                  <a:lnTo>
                    <a:pt x="860022" y="585020"/>
                  </a:lnTo>
                  <a:lnTo>
                    <a:pt x="796721" y="612571"/>
                  </a:lnTo>
                  <a:lnTo>
                    <a:pt x="758464" y="616016"/>
                  </a:lnTo>
                  <a:lnTo>
                    <a:pt x="1011155" y="616016"/>
                  </a:lnTo>
                  <a:lnTo>
                    <a:pt x="1037139" y="572024"/>
                  </a:lnTo>
                  <a:lnTo>
                    <a:pt x="1062746" y="503099"/>
                  </a:lnTo>
                  <a:lnTo>
                    <a:pt x="1071836" y="464496"/>
                  </a:lnTo>
                  <a:lnTo>
                    <a:pt x="1078344" y="423376"/>
                  </a:lnTo>
                  <a:lnTo>
                    <a:pt x="1080386" y="400598"/>
                  </a:lnTo>
                  <a:close/>
                </a:path>
                <a:path w="1083945" h="736600">
                  <a:moveTo>
                    <a:pt x="833902" y="0"/>
                  </a:moveTo>
                  <a:lnTo>
                    <a:pt x="780348" y="4555"/>
                  </a:lnTo>
                  <a:lnTo>
                    <a:pt x="731641" y="18156"/>
                  </a:lnTo>
                  <a:lnTo>
                    <a:pt x="688802" y="40064"/>
                  </a:lnTo>
                  <a:lnTo>
                    <a:pt x="652546" y="69543"/>
                  </a:lnTo>
                  <a:lnTo>
                    <a:pt x="623197" y="106018"/>
                  </a:lnTo>
                  <a:lnTo>
                    <a:pt x="601096" y="148958"/>
                  </a:lnTo>
                  <a:lnTo>
                    <a:pt x="587380" y="197597"/>
                  </a:lnTo>
                  <a:lnTo>
                    <a:pt x="582812" y="251317"/>
                  </a:lnTo>
                  <a:lnTo>
                    <a:pt x="583760" y="274781"/>
                  </a:lnTo>
                  <a:lnTo>
                    <a:pt x="591333" y="318949"/>
                  </a:lnTo>
                  <a:lnTo>
                    <a:pt x="606210" y="358950"/>
                  </a:lnTo>
                  <a:lnTo>
                    <a:pt x="627304" y="393572"/>
                  </a:lnTo>
                  <a:lnTo>
                    <a:pt x="654230" y="422521"/>
                  </a:lnTo>
                  <a:lnTo>
                    <a:pt x="686234" y="445223"/>
                  </a:lnTo>
                  <a:lnTo>
                    <a:pt x="723003" y="461371"/>
                  </a:lnTo>
                  <a:lnTo>
                    <a:pt x="763336" y="469560"/>
                  </a:lnTo>
                  <a:lnTo>
                    <a:pt x="784738" y="470583"/>
                  </a:lnTo>
                  <a:lnTo>
                    <a:pt x="829838" y="466209"/>
                  </a:lnTo>
                  <a:lnTo>
                    <a:pt x="868775" y="453088"/>
                  </a:lnTo>
                  <a:lnTo>
                    <a:pt x="901568" y="431218"/>
                  </a:lnTo>
                  <a:lnTo>
                    <a:pt x="928237" y="400598"/>
                  </a:lnTo>
                  <a:lnTo>
                    <a:pt x="1080386" y="400598"/>
                  </a:lnTo>
                  <a:lnTo>
                    <a:pt x="1082257" y="379740"/>
                  </a:lnTo>
                  <a:lnTo>
                    <a:pt x="1082987" y="353949"/>
                  </a:lnTo>
                  <a:lnTo>
                    <a:pt x="832987" y="353949"/>
                  </a:lnTo>
                  <a:lnTo>
                    <a:pt x="822298" y="353468"/>
                  </a:lnTo>
                  <a:lnTo>
                    <a:pt x="784630" y="341958"/>
                  </a:lnTo>
                  <a:lnTo>
                    <a:pt x="756762" y="315806"/>
                  </a:lnTo>
                  <a:lnTo>
                    <a:pt x="740052" y="276008"/>
                  </a:lnTo>
                  <a:lnTo>
                    <a:pt x="736092" y="237804"/>
                  </a:lnTo>
                  <a:lnTo>
                    <a:pt x="736539" y="225365"/>
                  </a:lnTo>
                  <a:lnTo>
                    <a:pt x="746924" y="180117"/>
                  </a:lnTo>
                  <a:lnTo>
                    <a:pt x="769000" y="145771"/>
                  </a:lnTo>
                  <a:lnTo>
                    <a:pt x="800755" y="124702"/>
                  </a:lnTo>
                  <a:lnTo>
                    <a:pt x="829452" y="119670"/>
                  </a:lnTo>
                  <a:lnTo>
                    <a:pt x="1037060" y="119670"/>
                  </a:lnTo>
                  <a:lnTo>
                    <a:pt x="1032139" y="110456"/>
                  </a:lnTo>
                  <a:lnTo>
                    <a:pt x="999754" y="67821"/>
                  </a:lnTo>
                  <a:lnTo>
                    <a:pt x="960368" y="35184"/>
                  </a:lnTo>
                  <a:lnTo>
                    <a:pt x="914338" y="12753"/>
                  </a:lnTo>
                  <a:lnTo>
                    <a:pt x="862200" y="1424"/>
                  </a:lnTo>
                  <a:lnTo>
                    <a:pt x="833902" y="0"/>
                  </a:lnTo>
                  <a:close/>
                </a:path>
                <a:path w="1083945" h="736600">
                  <a:moveTo>
                    <a:pt x="1037060" y="119670"/>
                  </a:moveTo>
                  <a:lnTo>
                    <a:pt x="829452" y="119670"/>
                  </a:lnTo>
                  <a:lnTo>
                    <a:pt x="839897" y="120306"/>
                  </a:lnTo>
                  <a:lnTo>
                    <a:pt x="849923" y="122215"/>
                  </a:lnTo>
                  <a:lnTo>
                    <a:pt x="885181" y="141815"/>
                  </a:lnTo>
                  <a:lnTo>
                    <a:pt x="909961" y="176443"/>
                  </a:lnTo>
                  <a:lnTo>
                    <a:pt x="923475" y="223719"/>
                  </a:lnTo>
                  <a:lnTo>
                    <a:pt x="925189" y="250210"/>
                  </a:lnTo>
                  <a:lnTo>
                    <a:pt x="924787" y="260943"/>
                  </a:lnTo>
                  <a:lnTo>
                    <a:pt x="914915" y="300023"/>
                  </a:lnTo>
                  <a:lnTo>
                    <a:pt x="886343" y="336138"/>
                  </a:lnTo>
                  <a:lnTo>
                    <a:pt x="843144" y="353437"/>
                  </a:lnTo>
                  <a:lnTo>
                    <a:pt x="832987" y="353949"/>
                  </a:lnTo>
                  <a:lnTo>
                    <a:pt x="1082987" y="353949"/>
                  </a:lnTo>
                  <a:lnTo>
                    <a:pt x="1083491" y="336138"/>
                  </a:lnTo>
                  <a:lnTo>
                    <a:pt x="1083471" y="330260"/>
                  </a:lnTo>
                  <a:lnTo>
                    <a:pt x="1082494" y="295188"/>
                  </a:lnTo>
                  <a:lnTo>
                    <a:pt x="1073932" y="224708"/>
                  </a:lnTo>
                  <a:lnTo>
                    <a:pt x="1056907" y="162819"/>
                  </a:lnTo>
                  <a:lnTo>
                    <a:pt x="1045450" y="135381"/>
                  </a:lnTo>
                  <a:lnTo>
                    <a:pt x="1037060" y="119670"/>
                  </a:lnTo>
                  <a:close/>
                </a:path>
                <a:path w="1083945" h="736600">
                  <a:moveTo>
                    <a:pt x="461371" y="125135"/>
                  </a:moveTo>
                  <a:lnTo>
                    <a:pt x="210068" y="125135"/>
                  </a:lnTo>
                  <a:lnTo>
                    <a:pt x="234853" y="126593"/>
                  </a:lnTo>
                  <a:lnTo>
                    <a:pt x="256260" y="130965"/>
                  </a:lnTo>
                  <a:lnTo>
                    <a:pt x="300188" y="161518"/>
                  </a:lnTo>
                  <a:lnTo>
                    <a:pt x="314706" y="217444"/>
                  </a:lnTo>
                  <a:lnTo>
                    <a:pt x="314210" y="228942"/>
                  </a:lnTo>
                  <a:lnTo>
                    <a:pt x="302337" y="271643"/>
                  </a:lnTo>
                  <a:lnTo>
                    <a:pt x="274155" y="312148"/>
                  </a:lnTo>
                  <a:lnTo>
                    <a:pt x="242956" y="342531"/>
                  </a:lnTo>
                  <a:lnTo>
                    <a:pt x="203299" y="374219"/>
                  </a:lnTo>
                  <a:lnTo>
                    <a:pt x="173074" y="396212"/>
                  </a:lnTo>
                  <a:lnTo>
                    <a:pt x="157554" y="407860"/>
                  </a:lnTo>
                  <a:lnTo>
                    <a:pt x="125364" y="433114"/>
                  </a:lnTo>
                  <a:lnTo>
                    <a:pt x="93653" y="461648"/>
                  </a:lnTo>
                  <a:lnTo>
                    <a:pt x="64526" y="494157"/>
                  </a:lnTo>
                  <a:lnTo>
                    <a:pt x="39136" y="530887"/>
                  </a:lnTo>
                  <a:lnTo>
                    <a:pt x="18409" y="572082"/>
                  </a:lnTo>
                  <a:lnTo>
                    <a:pt x="4632" y="618310"/>
                  </a:lnTo>
                  <a:lnTo>
                    <a:pt x="0" y="670118"/>
                  </a:lnTo>
                  <a:lnTo>
                    <a:pt x="0" y="723720"/>
                  </a:lnTo>
                  <a:lnTo>
                    <a:pt x="473598" y="723720"/>
                  </a:lnTo>
                  <a:lnTo>
                    <a:pt x="473598" y="593668"/>
                  </a:lnTo>
                  <a:lnTo>
                    <a:pt x="171846" y="593668"/>
                  </a:lnTo>
                  <a:lnTo>
                    <a:pt x="172463" y="586634"/>
                  </a:lnTo>
                  <a:lnTo>
                    <a:pt x="193376" y="548827"/>
                  </a:lnTo>
                  <a:lnTo>
                    <a:pt x="226710" y="516618"/>
                  </a:lnTo>
                  <a:lnTo>
                    <a:pt x="258668" y="491785"/>
                  </a:lnTo>
                  <a:lnTo>
                    <a:pt x="293370" y="466606"/>
                  </a:lnTo>
                  <a:lnTo>
                    <a:pt x="310850" y="454342"/>
                  </a:lnTo>
                  <a:lnTo>
                    <a:pt x="328033" y="441857"/>
                  </a:lnTo>
                  <a:lnTo>
                    <a:pt x="361462" y="416240"/>
                  </a:lnTo>
                  <a:lnTo>
                    <a:pt x="392193" y="388877"/>
                  </a:lnTo>
                  <a:lnTo>
                    <a:pt x="419221" y="358914"/>
                  </a:lnTo>
                  <a:lnTo>
                    <a:pt x="441773" y="325901"/>
                  </a:lnTo>
                  <a:lnTo>
                    <a:pt x="459364" y="289416"/>
                  </a:lnTo>
                  <a:lnTo>
                    <a:pt x="470790" y="248477"/>
                  </a:lnTo>
                  <a:lnTo>
                    <a:pt x="474604" y="202073"/>
                  </a:lnTo>
                  <a:lnTo>
                    <a:pt x="473627" y="179532"/>
                  </a:lnTo>
                  <a:lnTo>
                    <a:pt x="470698" y="158077"/>
                  </a:lnTo>
                  <a:lnTo>
                    <a:pt x="465821" y="137710"/>
                  </a:lnTo>
                  <a:lnTo>
                    <a:pt x="461371" y="125135"/>
                  </a:lnTo>
                  <a:close/>
                </a:path>
                <a:path w="1083945" h="736600">
                  <a:moveTo>
                    <a:pt x="243718" y="0"/>
                  </a:moveTo>
                  <a:lnTo>
                    <a:pt x="186901" y="3760"/>
                  </a:lnTo>
                  <a:lnTo>
                    <a:pt x="133049" y="15037"/>
                  </a:lnTo>
                  <a:lnTo>
                    <a:pt x="82173" y="33824"/>
                  </a:lnTo>
                  <a:lnTo>
                    <a:pt x="34290" y="60115"/>
                  </a:lnTo>
                  <a:lnTo>
                    <a:pt x="34290" y="198095"/>
                  </a:lnTo>
                  <a:lnTo>
                    <a:pt x="76731" y="166176"/>
                  </a:lnTo>
                  <a:lnTo>
                    <a:pt x="120190" y="143376"/>
                  </a:lnTo>
                  <a:lnTo>
                    <a:pt x="164643" y="129696"/>
                  </a:lnTo>
                  <a:lnTo>
                    <a:pt x="210068" y="125135"/>
                  </a:lnTo>
                  <a:lnTo>
                    <a:pt x="461371" y="125135"/>
                  </a:lnTo>
                  <a:lnTo>
                    <a:pt x="458998" y="118430"/>
                  </a:lnTo>
                  <a:lnTo>
                    <a:pt x="439734" y="83750"/>
                  </a:lnTo>
                  <a:lnTo>
                    <a:pt x="413522" y="54650"/>
                  </a:lnTo>
                  <a:lnTo>
                    <a:pt x="380466" y="31376"/>
                  </a:lnTo>
                  <a:lnTo>
                    <a:pt x="340735" y="14228"/>
                  </a:lnTo>
                  <a:lnTo>
                    <a:pt x="295038" y="3586"/>
                  </a:lnTo>
                  <a:lnTo>
                    <a:pt x="270072" y="900"/>
                  </a:lnTo>
                  <a:lnTo>
                    <a:pt x="243718" y="0"/>
                  </a:lnTo>
                  <a:close/>
                </a:path>
              </a:pathLst>
            </a:custGeom>
            <a:solidFill>
              <a:srgbClr val="FFFF00"/>
            </a:solidFill>
          </p:spPr>
          <p:txBody>
            <a:bodyPr wrap="square" lIns="0" tIns="0" rIns="0" bIns="0" rtlCol="0"/>
            <a:lstStyle/>
            <a:p>
              <a:endParaRPr/>
            </a:p>
          </p:txBody>
        </p:sp>
        <p:sp>
          <p:nvSpPr>
            <p:cNvPr id="253" name="object 253"/>
            <p:cNvSpPr/>
            <p:nvPr/>
          </p:nvSpPr>
          <p:spPr>
            <a:xfrm>
              <a:off x="8071987" y="5660553"/>
              <a:ext cx="201289" cy="246470"/>
            </a:xfrm>
            <a:prstGeom prst="rect">
              <a:avLst/>
            </a:prstGeom>
            <a:blipFill>
              <a:blip r:embed="rId104" cstate="print"/>
              <a:stretch>
                <a:fillRect/>
              </a:stretch>
            </a:blipFill>
          </p:spPr>
          <p:txBody>
            <a:bodyPr wrap="square" lIns="0" tIns="0" rIns="0" bIns="0" rtlCol="0"/>
            <a:lstStyle/>
            <a:p>
              <a:endParaRPr/>
            </a:p>
          </p:txBody>
        </p:sp>
        <p:sp>
          <p:nvSpPr>
            <p:cNvPr id="254" name="object 254"/>
            <p:cNvSpPr/>
            <p:nvPr/>
          </p:nvSpPr>
          <p:spPr>
            <a:xfrm>
              <a:off x="7341991" y="5546979"/>
              <a:ext cx="1083945" cy="736600"/>
            </a:xfrm>
            <a:custGeom>
              <a:avLst/>
              <a:gdLst/>
              <a:ahLst/>
              <a:cxnLst/>
              <a:rect l="l" t="t" r="r" b="b"/>
              <a:pathLst>
                <a:path w="1083945" h="736600">
                  <a:moveTo>
                    <a:pt x="833902" y="0"/>
                  </a:moveTo>
                  <a:lnTo>
                    <a:pt x="889017" y="5683"/>
                  </a:lnTo>
                  <a:lnTo>
                    <a:pt x="938143" y="22610"/>
                  </a:lnTo>
                  <a:lnTo>
                    <a:pt x="980907" y="50251"/>
                  </a:lnTo>
                  <a:lnTo>
                    <a:pt x="1016904" y="87904"/>
                  </a:lnTo>
                  <a:lnTo>
                    <a:pt x="1045475" y="135427"/>
                  </a:lnTo>
                  <a:lnTo>
                    <a:pt x="1066434" y="192630"/>
                  </a:lnTo>
                  <a:lnTo>
                    <a:pt x="1079285" y="258895"/>
                  </a:lnTo>
                  <a:lnTo>
                    <a:pt x="1083563" y="333588"/>
                  </a:lnTo>
                  <a:lnTo>
                    <a:pt x="1082257" y="379740"/>
                  </a:lnTo>
                  <a:lnTo>
                    <a:pt x="1078344" y="423376"/>
                  </a:lnTo>
                  <a:lnTo>
                    <a:pt x="1071836" y="464496"/>
                  </a:lnTo>
                  <a:lnTo>
                    <a:pt x="1062746" y="503099"/>
                  </a:lnTo>
                  <a:lnTo>
                    <a:pt x="1037139" y="572024"/>
                  </a:lnTo>
                  <a:lnTo>
                    <a:pt x="1001908" y="629411"/>
                  </a:lnTo>
                  <a:lnTo>
                    <a:pt x="957620" y="675018"/>
                  </a:lnTo>
                  <a:lnTo>
                    <a:pt x="904372" y="708589"/>
                  </a:lnTo>
                  <a:lnTo>
                    <a:pt x="842962" y="729243"/>
                  </a:lnTo>
                  <a:lnTo>
                    <a:pt x="773826" y="736128"/>
                  </a:lnTo>
                  <a:lnTo>
                    <a:pt x="731695" y="734391"/>
                  </a:lnTo>
                  <a:lnTo>
                    <a:pt x="692585" y="729179"/>
                  </a:lnTo>
                  <a:lnTo>
                    <a:pt x="656498" y="720492"/>
                  </a:lnTo>
                  <a:lnTo>
                    <a:pt x="623437" y="708327"/>
                  </a:lnTo>
                  <a:lnTo>
                    <a:pt x="623437" y="579287"/>
                  </a:lnTo>
                  <a:lnTo>
                    <a:pt x="652958" y="595353"/>
                  </a:lnTo>
                  <a:lnTo>
                    <a:pt x="685293" y="606831"/>
                  </a:lnTo>
                  <a:lnTo>
                    <a:pt x="720457" y="613719"/>
                  </a:lnTo>
                  <a:lnTo>
                    <a:pt x="758464" y="616016"/>
                  </a:lnTo>
                  <a:lnTo>
                    <a:pt x="796721" y="612571"/>
                  </a:lnTo>
                  <a:lnTo>
                    <a:pt x="860022" y="585020"/>
                  </a:lnTo>
                  <a:lnTo>
                    <a:pt x="905103" y="530301"/>
                  </a:lnTo>
                  <a:lnTo>
                    <a:pt x="919459" y="493543"/>
                  </a:lnTo>
                  <a:lnTo>
                    <a:pt x="928146" y="450641"/>
                  </a:lnTo>
                  <a:lnTo>
                    <a:pt x="931163" y="401598"/>
                  </a:lnTo>
                  <a:lnTo>
                    <a:pt x="928237" y="400598"/>
                  </a:lnTo>
                  <a:lnTo>
                    <a:pt x="901568" y="431217"/>
                  </a:lnTo>
                  <a:lnTo>
                    <a:pt x="868775" y="453088"/>
                  </a:lnTo>
                  <a:lnTo>
                    <a:pt x="829838" y="466209"/>
                  </a:lnTo>
                  <a:lnTo>
                    <a:pt x="784738" y="470583"/>
                  </a:lnTo>
                  <a:lnTo>
                    <a:pt x="763336" y="469560"/>
                  </a:lnTo>
                  <a:lnTo>
                    <a:pt x="723003" y="461371"/>
                  </a:lnTo>
                  <a:lnTo>
                    <a:pt x="686234" y="445223"/>
                  </a:lnTo>
                  <a:lnTo>
                    <a:pt x="654230" y="422521"/>
                  </a:lnTo>
                  <a:lnTo>
                    <a:pt x="627304" y="393572"/>
                  </a:lnTo>
                  <a:lnTo>
                    <a:pt x="606210" y="358950"/>
                  </a:lnTo>
                  <a:lnTo>
                    <a:pt x="591333" y="318949"/>
                  </a:lnTo>
                  <a:lnTo>
                    <a:pt x="583760" y="274781"/>
                  </a:lnTo>
                  <a:lnTo>
                    <a:pt x="582808" y="251210"/>
                  </a:lnTo>
                  <a:lnTo>
                    <a:pt x="583951" y="223782"/>
                  </a:lnTo>
                  <a:lnTo>
                    <a:pt x="593095" y="172655"/>
                  </a:lnTo>
                  <a:lnTo>
                    <a:pt x="611239" y="126681"/>
                  </a:lnTo>
                  <a:lnTo>
                    <a:pt x="636967" y="86971"/>
                  </a:lnTo>
                  <a:lnTo>
                    <a:pt x="669842" y="53859"/>
                  </a:lnTo>
                  <a:lnTo>
                    <a:pt x="709407" y="28161"/>
                  </a:lnTo>
                  <a:lnTo>
                    <a:pt x="755395" y="10231"/>
                  </a:lnTo>
                  <a:lnTo>
                    <a:pt x="806514" y="1140"/>
                  </a:lnTo>
                  <a:lnTo>
                    <a:pt x="833902" y="0"/>
                  </a:lnTo>
                  <a:close/>
                </a:path>
                <a:path w="1083945" h="736600">
                  <a:moveTo>
                    <a:pt x="243718" y="0"/>
                  </a:moveTo>
                  <a:lnTo>
                    <a:pt x="295038" y="3586"/>
                  </a:lnTo>
                  <a:lnTo>
                    <a:pt x="340735" y="14228"/>
                  </a:lnTo>
                  <a:lnTo>
                    <a:pt x="380466" y="31376"/>
                  </a:lnTo>
                  <a:lnTo>
                    <a:pt x="413522" y="54650"/>
                  </a:lnTo>
                  <a:lnTo>
                    <a:pt x="439734" y="83750"/>
                  </a:lnTo>
                  <a:lnTo>
                    <a:pt x="458998" y="118430"/>
                  </a:lnTo>
                  <a:lnTo>
                    <a:pt x="470698" y="158077"/>
                  </a:lnTo>
                  <a:lnTo>
                    <a:pt x="474604" y="202073"/>
                  </a:lnTo>
                  <a:lnTo>
                    <a:pt x="473650" y="225957"/>
                  </a:lnTo>
                  <a:lnTo>
                    <a:pt x="466027" y="269631"/>
                  </a:lnTo>
                  <a:lnTo>
                    <a:pt x="451201" y="308092"/>
                  </a:lnTo>
                  <a:lnTo>
                    <a:pt x="431104" y="342842"/>
                  </a:lnTo>
                  <a:lnTo>
                    <a:pt x="406176" y="374219"/>
                  </a:lnTo>
                  <a:lnTo>
                    <a:pt x="377285" y="402885"/>
                  </a:lnTo>
                  <a:lnTo>
                    <a:pt x="344907" y="429156"/>
                  </a:lnTo>
                  <a:lnTo>
                    <a:pt x="310850" y="454342"/>
                  </a:lnTo>
                  <a:lnTo>
                    <a:pt x="293369" y="466606"/>
                  </a:lnTo>
                  <a:lnTo>
                    <a:pt x="281578" y="475030"/>
                  </a:lnTo>
                  <a:lnTo>
                    <a:pt x="247528" y="500109"/>
                  </a:lnTo>
                  <a:lnTo>
                    <a:pt x="217284" y="524779"/>
                  </a:lnTo>
                  <a:lnTo>
                    <a:pt x="187125" y="556661"/>
                  </a:lnTo>
                  <a:lnTo>
                    <a:pt x="171846" y="593668"/>
                  </a:lnTo>
                  <a:lnTo>
                    <a:pt x="473598" y="593668"/>
                  </a:lnTo>
                  <a:lnTo>
                    <a:pt x="473598" y="723720"/>
                  </a:lnTo>
                  <a:lnTo>
                    <a:pt x="0" y="723720"/>
                  </a:lnTo>
                  <a:lnTo>
                    <a:pt x="0" y="670118"/>
                  </a:lnTo>
                  <a:lnTo>
                    <a:pt x="4632" y="618310"/>
                  </a:lnTo>
                  <a:lnTo>
                    <a:pt x="18409" y="572082"/>
                  </a:lnTo>
                  <a:lnTo>
                    <a:pt x="39136" y="530887"/>
                  </a:lnTo>
                  <a:lnTo>
                    <a:pt x="64526" y="494156"/>
                  </a:lnTo>
                  <a:lnTo>
                    <a:pt x="93653" y="461648"/>
                  </a:lnTo>
                  <a:lnTo>
                    <a:pt x="125364" y="433114"/>
                  </a:lnTo>
                  <a:lnTo>
                    <a:pt x="157554" y="407860"/>
                  </a:lnTo>
                  <a:lnTo>
                    <a:pt x="188213" y="385215"/>
                  </a:lnTo>
                  <a:lnTo>
                    <a:pt x="203368" y="374168"/>
                  </a:lnTo>
                  <a:lnTo>
                    <a:pt x="242956" y="342531"/>
                  </a:lnTo>
                  <a:lnTo>
                    <a:pt x="274155" y="312148"/>
                  </a:lnTo>
                  <a:lnTo>
                    <a:pt x="302337" y="271643"/>
                  </a:lnTo>
                  <a:lnTo>
                    <a:pt x="314210" y="228942"/>
                  </a:lnTo>
                  <a:lnTo>
                    <a:pt x="314705" y="217444"/>
                  </a:lnTo>
                  <a:lnTo>
                    <a:pt x="313090" y="196012"/>
                  </a:lnTo>
                  <a:lnTo>
                    <a:pt x="288919" y="148458"/>
                  </a:lnTo>
                  <a:lnTo>
                    <a:pt x="234853" y="126593"/>
                  </a:lnTo>
                  <a:lnTo>
                    <a:pt x="210068" y="125135"/>
                  </a:lnTo>
                  <a:lnTo>
                    <a:pt x="164643" y="129696"/>
                  </a:lnTo>
                  <a:lnTo>
                    <a:pt x="120190" y="143376"/>
                  </a:lnTo>
                  <a:lnTo>
                    <a:pt x="76731" y="166176"/>
                  </a:lnTo>
                  <a:lnTo>
                    <a:pt x="34289" y="198095"/>
                  </a:lnTo>
                  <a:lnTo>
                    <a:pt x="34289" y="60115"/>
                  </a:lnTo>
                  <a:lnTo>
                    <a:pt x="82173" y="33824"/>
                  </a:lnTo>
                  <a:lnTo>
                    <a:pt x="133049" y="15037"/>
                  </a:lnTo>
                  <a:lnTo>
                    <a:pt x="186901" y="3760"/>
                  </a:lnTo>
                  <a:lnTo>
                    <a:pt x="243718" y="0"/>
                  </a:lnTo>
                  <a:close/>
                </a:path>
              </a:pathLst>
            </a:custGeom>
            <a:ln w="12191">
              <a:solidFill>
                <a:srgbClr val="000000"/>
              </a:solidFill>
            </a:ln>
          </p:spPr>
          <p:txBody>
            <a:bodyPr wrap="square" lIns="0" tIns="0" rIns="0" bIns="0" rtlCol="0"/>
            <a:lstStyle/>
            <a:p>
              <a:endParaRPr/>
            </a:p>
          </p:txBody>
        </p:sp>
        <p:sp>
          <p:nvSpPr>
            <p:cNvPr id="255" name="object 255"/>
            <p:cNvSpPr/>
            <p:nvPr/>
          </p:nvSpPr>
          <p:spPr>
            <a:xfrm>
              <a:off x="6758940" y="5198364"/>
              <a:ext cx="2218944" cy="1345692"/>
            </a:xfrm>
            <a:prstGeom prst="rect">
              <a:avLst/>
            </a:prstGeom>
            <a:blipFill>
              <a:blip r:embed="rId105" cstate="print"/>
              <a:stretch>
                <a:fillRect/>
              </a:stretch>
            </a:blipFill>
          </p:spPr>
          <p:txBody>
            <a:bodyPr wrap="square" lIns="0" tIns="0" rIns="0" bIns="0" rtlCol="0"/>
            <a:lstStyle/>
            <a:p>
              <a:endParaRPr/>
            </a:p>
          </p:txBody>
        </p:sp>
        <p:sp>
          <p:nvSpPr>
            <p:cNvPr id="256" name="object 256"/>
            <p:cNvSpPr/>
            <p:nvPr/>
          </p:nvSpPr>
          <p:spPr>
            <a:xfrm>
              <a:off x="6605016" y="4881370"/>
              <a:ext cx="2538983" cy="1976627"/>
            </a:xfrm>
            <a:prstGeom prst="rect">
              <a:avLst/>
            </a:prstGeom>
            <a:blipFill>
              <a:blip r:embed="rId106" cstate="print"/>
              <a:stretch>
                <a:fillRect/>
              </a:stretch>
            </a:blipFill>
          </p:spPr>
          <p:txBody>
            <a:bodyPr wrap="square" lIns="0" tIns="0" rIns="0" bIns="0" rtlCol="0"/>
            <a:lstStyle/>
            <a:p>
              <a:endParaRPr/>
            </a:p>
          </p:txBody>
        </p:sp>
        <p:sp>
          <p:nvSpPr>
            <p:cNvPr id="257" name="object 257"/>
            <p:cNvSpPr/>
            <p:nvPr/>
          </p:nvSpPr>
          <p:spPr>
            <a:xfrm>
              <a:off x="6839955" y="5259324"/>
              <a:ext cx="2057400" cy="1184275"/>
            </a:xfrm>
            <a:custGeom>
              <a:avLst/>
              <a:gdLst/>
              <a:ahLst/>
              <a:cxnLst/>
              <a:rect l="l" t="t" r="r" b="b"/>
              <a:pathLst>
                <a:path w="2057400" h="1184275">
                  <a:moveTo>
                    <a:pt x="1824868" y="0"/>
                  </a:moveTo>
                  <a:lnTo>
                    <a:pt x="232562" y="0"/>
                  </a:lnTo>
                  <a:lnTo>
                    <a:pt x="185701" y="4720"/>
                  </a:lnTo>
                  <a:lnTo>
                    <a:pt x="142050" y="18258"/>
                  </a:lnTo>
                  <a:lnTo>
                    <a:pt x="102547" y="39681"/>
                  </a:lnTo>
                  <a:lnTo>
                    <a:pt x="68126" y="68056"/>
                  </a:lnTo>
                  <a:lnTo>
                    <a:pt x="39725" y="102449"/>
                  </a:lnTo>
                  <a:lnTo>
                    <a:pt x="18279" y="141928"/>
                  </a:lnTo>
                  <a:lnTo>
                    <a:pt x="4726" y="185559"/>
                  </a:lnTo>
                  <a:lnTo>
                    <a:pt x="0" y="232409"/>
                  </a:lnTo>
                  <a:lnTo>
                    <a:pt x="0" y="951463"/>
                  </a:lnTo>
                  <a:lnTo>
                    <a:pt x="4726" y="998325"/>
                  </a:lnTo>
                  <a:lnTo>
                    <a:pt x="18279" y="1041972"/>
                  </a:lnTo>
                  <a:lnTo>
                    <a:pt x="39725" y="1081468"/>
                  </a:lnTo>
                  <a:lnTo>
                    <a:pt x="68126" y="1115880"/>
                  </a:lnTo>
                  <a:lnTo>
                    <a:pt x="102547" y="1144271"/>
                  </a:lnTo>
                  <a:lnTo>
                    <a:pt x="142050" y="1165708"/>
                  </a:lnTo>
                  <a:lnTo>
                    <a:pt x="185701" y="1179256"/>
                  </a:lnTo>
                  <a:lnTo>
                    <a:pt x="232562" y="1183980"/>
                  </a:lnTo>
                  <a:lnTo>
                    <a:pt x="1824868" y="1183980"/>
                  </a:lnTo>
                  <a:lnTo>
                    <a:pt x="1871763" y="1179256"/>
                  </a:lnTo>
                  <a:lnTo>
                    <a:pt x="1915426" y="1165708"/>
                  </a:lnTo>
                  <a:lnTo>
                    <a:pt x="1954927" y="1144271"/>
                  </a:lnTo>
                  <a:lnTo>
                    <a:pt x="1989334" y="1115880"/>
                  </a:lnTo>
                  <a:lnTo>
                    <a:pt x="2017716" y="1081468"/>
                  </a:lnTo>
                  <a:lnTo>
                    <a:pt x="2039141" y="1041972"/>
                  </a:lnTo>
                  <a:lnTo>
                    <a:pt x="2052680" y="998325"/>
                  </a:lnTo>
                  <a:lnTo>
                    <a:pt x="2057399" y="951463"/>
                  </a:lnTo>
                  <a:lnTo>
                    <a:pt x="2057399" y="232409"/>
                  </a:lnTo>
                  <a:lnTo>
                    <a:pt x="2052680" y="185559"/>
                  </a:lnTo>
                  <a:lnTo>
                    <a:pt x="2039141" y="141928"/>
                  </a:lnTo>
                  <a:lnTo>
                    <a:pt x="2017716" y="102449"/>
                  </a:lnTo>
                  <a:lnTo>
                    <a:pt x="1989334" y="68056"/>
                  </a:lnTo>
                  <a:lnTo>
                    <a:pt x="1954927" y="39681"/>
                  </a:lnTo>
                  <a:lnTo>
                    <a:pt x="1915426" y="18258"/>
                  </a:lnTo>
                  <a:lnTo>
                    <a:pt x="1871763" y="4720"/>
                  </a:lnTo>
                  <a:lnTo>
                    <a:pt x="1824868" y="0"/>
                  </a:lnTo>
                  <a:close/>
                </a:path>
              </a:pathLst>
            </a:custGeom>
            <a:solidFill>
              <a:srgbClr val="252525"/>
            </a:solidFill>
          </p:spPr>
          <p:txBody>
            <a:bodyPr wrap="square" lIns="0" tIns="0" rIns="0" bIns="0" rtlCol="0"/>
            <a:lstStyle/>
            <a:p>
              <a:endParaRPr/>
            </a:p>
          </p:txBody>
        </p:sp>
        <p:sp>
          <p:nvSpPr>
            <p:cNvPr id="258" name="object 258"/>
            <p:cNvSpPr/>
            <p:nvPr/>
          </p:nvSpPr>
          <p:spPr>
            <a:xfrm>
              <a:off x="6839955" y="5259324"/>
              <a:ext cx="2057400" cy="1184275"/>
            </a:xfrm>
            <a:custGeom>
              <a:avLst/>
              <a:gdLst/>
              <a:ahLst/>
              <a:cxnLst/>
              <a:rect l="l" t="t" r="r" b="b"/>
              <a:pathLst>
                <a:path w="2057400" h="1184275">
                  <a:moveTo>
                    <a:pt x="0" y="232409"/>
                  </a:moveTo>
                  <a:lnTo>
                    <a:pt x="4726" y="185559"/>
                  </a:lnTo>
                  <a:lnTo>
                    <a:pt x="18279" y="141928"/>
                  </a:lnTo>
                  <a:lnTo>
                    <a:pt x="39725" y="102449"/>
                  </a:lnTo>
                  <a:lnTo>
                    <a:pt x="68126" y="68056"/>
                  </a:lnTo>
                  <a:lnTo>
                    <a:pt x="102547" y="39681"/>
                  </a:lnTo>
                  <a:lnTo>
                    <a:pt x="142050" y="18258"/>
                  </a:lnTo>
                  <a:lnTo>
                    <a:pt x="185701" y="4720"/>
                  </a:lnTo>
                  <a:lnTo>
                    <a:pt x="232562" y="0"/>
                  </a:lnTo>
                  <a:lnTo>
                    <a:pt x="1824868" y="0"/>
                  </a:lnTo>
                  <a:lnTo>
                    <a:pt x="1871763" y="4720"/>
                  </a:lnTo>
                  <a:lnTo>
                    <a:pt x="1915426" y="18258"/>
                  </a:lnTo>
                  <a:lnTo>
                    <a:pt x="1954927" y="39681"/>
                  </a:lnTo>
                  <a:lnTo>
                    <a:pt x="1989334" y="68056"/>
                  </a:lnTo>
                  <a:lnTo>
                    <a:pt x="2017716" y="102449"/>
                  </a:lnTo>
                  <a:lnTo>
                    <a:pt x="2039141" y="141928"/>
                  </a:lnTo>
                  <a:lnTo>
                    <a:pt x="2052680" y="185559"/>
                  </a:lnTo>
                  <a:lnTo>
                    <a:pt x="2057399" y="232409"/>
                  </a:lnTo>
                  <a:lnTo>
                    <a:pt x="2057399" y="951463"/>
                  </a:lnTo>
                  <a:lnTo>
                    <a:pt x="2052680" y="998325"/>
                  </a:lnTo>
                  <a:lnTo>
                    <a:pt x="2039141" y="1041972"/>
                  </a:lnTo>
                  <a:lnTo>
                    <a:pt x="2017716" y="1081468"/>
                  </a:lnTo>
                  <a:lnTo>
                    <a:pt x="1989334" y="1115880"/>
                  </a:lnTo>
                  <a:lnTo>
                    <a:pt x="1954927" y="1144271"/>
                  </a:lnTo>
                  <a:lnTo>
                    <a:pt x="1915426" y="1165708"/>
                  </a:lnTo>
                  <a:lnTo>
                    <a:pt x="1871763" y="1179256"/>
                  </a:lnTo>
                  <a:lnTo>
                    <a:pt x="1824868" y="1183980"/>
                  </a:lnTo>
                  <a:lnTo>
                    <a:pt x="232562" y="1183980"/>
                  </a:lnTo>
                  <a:lnTo>
                    <a:pt x="185701" y="1179256"/>
                  </a:lnTo>
                  <a:lnTo>
                    <a:pt x="142050" y="1165708"/>
                  </a:lnTo>
                  <a:lnTo>
                    <a:pt x="102547" y="1144271"/>
                  </a:lnTo>
                  <a:lnTo>
                    <a:pt x="68126" y="1115880"/>
                  </a:lnTo>
                  <a:lnTo>
                    <a:pt x="39725" y="1081468"/>
                  </a:lnTo>
                  <a:lnTo>
                    <a:pt x="18279" y="1041972"/>
                  </a:lnTo>
                  <a:lnTo>
                    <a:pt x="4726"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259" name="object 259"/>
            <p:cNvSpPr/>
            <p:nvPr/>
          </p:nvSpPr>
          <p:spPr>
            <a:xfrm>
              <a:off x="6646164" y="4901184"/>
              <a:ext cx="2481072" cy="1956815"/>
            </a:xfrm>
            <a:prstGeom prst="rect">
              <a:avLst/>
            </a:prstGeom>
            <a:blipFill>
              <a:blip r:embed="rId107" cstate="print"/>
              <a:stretch>
                <a:fillRect/>
              </a:stretch>
            </a:blipFill>
          </p:spPr>
          <p:txBody>
            <a:bodyPr wrap="square" lIns="0" tIns="0" rIns="0" bIns="0" rtlCol="0"/>
            <a:lstStyle/>
            <a:p>
              <a:endParaRPr/>
            </a:p>
          </p:txBody>
        </p:sp>
        <p:sp>
          <p:nvSpPr>
            <p:cNvPr id="260" name="object 260"/>
            <p:cNvSpPr/>
            <p:nvPr/>
          </p:nvSpPr>
          <p:spPr>
            <a:xfrm>
              <a:off x="7340986" y="5499485"/>
              <a:ext cx="1078230" cy="736600"/>
            </a:xfrm>
            <a:custGeom>
              <a:avLst/>
              <a:gdLst/>
              <a:ahLst/>
              <a:cxnLst/>
              <a:rect l="l" t="t" r="r" b="b"/>
              <a:pathLst>
                <a:path w="1078229" h="736600">
                  <a:moveTo>
                    <a:pt x="829818" y="0"/>
                  </a:moveTo>
                  <a:lnTo>
                    <a:pt x="780092" y="3885"/>
                  </a:lnTo>
                  <a:lnTo>
                    <a:pt x="735303" y="15537"/>
                  </a:lnTo>
                  <a:lnTo>
                    <a:pt x="695449" y="34950"/>
                  </a:lnTo>
                  <a:lnTo>
                    <a:pt x="660528" y="62118"/>
                  </a:lnTo>
                  <a:lnTo>
                    <a:pt x="630539" y="97036"/>
                  </a:lnTo>
                  <a:lnTo>
                    <a:pt x="609533" y="131826"/>
                  </a:lnTo>
                  <a:lnTo>
                    <a:pt x="592353" y="171510"/>
                  </a:lnTo>
                  <a:lnTo>
                    <a:pt x="578998" y="216089"/>
                  </a:lnTo>
                  <a:lnTo>
                    <a:pt x="569462" y="265564"/>
                  </a:lnTo>
                  <a:lnTo>
                    <a:pt x="563743" y="319934"/>
                  </a:lnTo>
                  <a:lnTo>
                    <a:pt x="561837" y="379201"/>
                  </a:lnTo>
                  <a:lnTo>
                    <a:pt x="563937" y="441137"/>
                  </a:lnTo>
                  <a:lnTo>
                    <a:pt x="570238" y="497175"/>
                  </a:lnTo>
                  <a:lnTo>
                    <a:pt x="580739" y="547314"/>
                  </a:lnTo>
                  <a:lnTo>
                    <a:pt x="595440" y="591555"/>
                  </a:lnTo>
                  <a:lnTo>
                    <a:pt x="614343" y="629898"/>
                  </a:lnTo>
                  <a:lnTo>
                    <a:pt x="637446" y="662342"/>
                  </a:lnTo>
                  <a:lnTo>
                    <a:pt x="696255" y="709534"/>
                  </a:lnTo>
                  <a:lnTo>
                    <a:pt x="731962" y="724281"/>
                  </a:lnTo>
                  <a:lnTo>
                    <a:pt x="771870" y="733130"/>
                  </a:lnTo>
                  <a:lnTo>
                    <a:pt x="815980" y="736079"/>
                  </a:lnTo>
                  <a:lnTo>
                    <a:pt x="864220" y="732226"/>
                  </a:lnTo>
                  <a:lnTo>
                    <a:pt x="907771" y="720668"/>
                  </a:lnTo>
                  <a:lnTo>
                    <a:pt x="946633" y="701407"/>
                  </a:lnTo>
                  <a:lnTo>
                    <a:pt x="980806" y="674444"/>
                  </a:lnTo>
                  <a:lnTo>
                    <a:pt x="1010290" y="639781"/>
                  </a:lnTo>
                  <a:lnTo>
                    <a:pt x="1024615" y="615958"/>
                  </a:lnTo>
                  <a:lnTo>
                    <a:pt x="820917" y="615958"/>
                  </a:lnTo>
                  <a:lnTo>
                    <a:pt x="790420" y="609271"/>
                  </a:lnTo>
                  <a:lnTo>
                    <a:pt x="746055" y="555778"/>
                  </a:lnTo>
                  <a:lnTo>
                    <a:pt x="732189" y="508969"/>
                  </a:lnTo>
                  <a:lnTo>
                    <a:pt x="723869" y="448784"/>
                  </a:lnTo>
                  <a:lnTo>
                    <a:pt x="721095" y="375224"/>
                  </a:lnTo>
                  <a:lnTo>
                    <a:pt x="723923" y="297123"/>
                  </a:lnTo>
                  <a:lnTo>
                    <a:pt x="732407" y="233222"/>
                  </a:lnTo>
                  <a:lnTo>
                    <a:pt x="746550" y="183522"/>
                  </a:lnTo>
                  <a:lnTo>
                    <a:pt x="766355" y="148022"/>
                  </a:lnTo>
                  <a:lnTo>
                    <a:pt x="822960" y="119621"/>
                  </a:lnTo>
                  <a:lnTo>
                    <a:pt x="1032249" y="119621"/>
                  </a:lnTo>
                  <a:lnTo>
                    <a:pt x="1026722" y="107948"/>
                  </a:lnTo>
                  <a:lnTo>
                    <a:pt x="1004163" y="74964"/>
                  </a:lnTo>
                  <a:lnTo>
                    <a:pt x="946736" y="26987"/>
                  </a:lnTo>
                  <a:lnTo>
                    <a:pt x="872895" y="2998"/>
                  </a:lnTo>
                  <a:lnTo>
                    <a:pt x="829818" y="0"/>
                  </a:lnTo>
                  <a:close/>
                </a:path>
                <a:path w="1078229" h="736600">
                  <a:moveTo>
                    <a:pt x="1032249" y="119621"/>
                  </a:moveTo>
                  <a:lnTo>
                    <a:pt x="822960" y="119621"/>
                  </a:lnTo>
                  <a:lnTo>
                    <a:pt x="852060" y="126515"/>
                  </a:lnTo>
                  <a:lnTo>
                    <a:pt x="875872" y="147196"/>
                  </a:lnTo>
                  <a:lnTo>
                    <a:pt x="894393" y="181664"/>
                  </a:lnTo>
                  <a:lnTo>
                    <a:pt x="907624" y="229918"/>
                  </a:lnTo>
                  <a:lnTo>
                    <a:pt x="915563" y="291958"/>
                  </a:lnTo>
                  <a:lnTo>
                    <a:pt x="918210" y="367783"/>
                  </a:lnTo>
                  <a:lnTo>
                    <a:pt x="915509" y="443614"/>
                  </a:lnTo>
                  <a:lnTo>
                    <a:pt x="907406" y="505658"/>
                  </a:lnTo>
                  <a:lnTo>
                    <a:pt x="893898" y="553914"/>
                  </a:lnTo>
                  <a:lnTo>
                    <a:pt x="874982" y="588383"/>
                  </a:lnTo>
                  <a:lnTo>
                    <a:pt x="820917" y="615958"/>
                  </a:lnTo>
                  <a:lnTo>
                    <a:pt x="1024615" y="615958"/>
                  </a:lnTo>
                  <a:lnTo>
                    <a:pt x="1047930" y="566212"/>
                  </a:lnTo>
                  <a:lnTo>
                    <a:pt x="1061088" y="522397"/>
                  </a:lnTo>
                  <a:lnTo>
                    <a:pt x="1070480" y="473894"/>
                  </a:lnTo>
                  <a:lnTo>
                    <a:pt x="1076110" y="420701"/>
                  </a:lnTo>
                  <a:lnTo>
                    <a:pt x="1077986" y="362818"/>
                  </a:lnTo>
                  <a:lnTo>
                    <a:pt x="1075935" y="299851"/>
                  </a:lnTo>
                  <a:lnTo>
                    <a:pt x="1069784" y="242880"/>
                  </a:lnTo>
                  <a:lnTo>
                    <a:pt x="1059532" y="191906"/>
                  </a:lnTo>
                  <a:lnTo>
                    <a:pt x="1045178" y="146928"/>
                  </a:lnTo>
                  <a:lnTo>
                    <a:pt x="1032249" y="119621"/>
                  </a:lnTo>
                  <a:close/>
                </a:path>
                <a:path w="1078229" h="736600">
                  <a:moveTo>
                    <a:pt x="0" y="563831"/>
                  </a:moveTo>
                  <a:lnTo>
                    <a:pt x="0" y="700335"/>
                  </a:lnTo>
                  <a:lnTo>
                    <a:pt x="37049" y="715972"/>
                  </a:lnTo>
                  <a:lnTo>
                    <a:pt x="79248" y="727142"/>
                  </a:lnTo>
                  <a:lnTo>
                    <a:pt x="126590" y="733845"/>
                  </a:lnTo>
                  <a:lnTo>
                    <a:pt x="179070" y="736079"/>
                  </a:lnTo>
                  <a:lnTo>
                    <a:pt x="239881" y="732449"/>
                  </a:lnTo>
                  <a:lnTo>
                    <a:pt x="293747" y="721559"/>
                  </a:lnTo>
                  <a:lnTo>
                    <a:pt x="340657" y="703409"/>
                  </a:lnTo>
                  <a:lnTo>
                    <a:pt x="380603" y="678000"/>
                  </a:lnTo>
                  <a:lnTo>
                    <a:pt x="412537" y="646361"/>
                  </a:lnTo>
                  <a:lnTo>
                    <a:pt x="431365" y="615958"/>
                  </a:lnTo>
                  <a:lnTo>
                    <a:pt x="166756" y="615958"/>
                  </a:lnTo>
                  <a:lnTo>
                    <a:pt x="120546" y="612700"/>
                  </a:lnTo>
                  <a:lnTo>
                    <a:pt x="77365" y="602928"/>
                  </a:lnTo>
                  <a:lnTo>
                    <a:pt x="37191" y="586638"/>
                  </a:lnTo>
                  <a:lnTo>
                    <a:pt x="0" y="563831"/>
                  </a:lnTo>
                  <a:close/>
                </a:path>
                <a:path w="1078229" h="736600">
                  <a:moveTo>
                    <a:pt x="421825" y="119621"/>
                  </a:moveTo>
                  <a:lnTo>
                    <a:pt x="165719" y="119621"/>
                  </a:lnTo>
                  <a:lnTo>
                    <a:pt x="212400" y="125050"/>
                  </a:lnTo>
                  <a:lnTo>
                    <a:pt x="245737" y="141337"/>
                  </a:lnTo>
                  <a:lnTo>
                    <a:pt x="265735" y="168479"/>
                  </a:lnTo>
                  <a:lnTo>
                    <a:pt x="272399" y="206477"/>
                  </a:lnTo>
                  <a:lnTo>
                    <a:pt x="263713" y="246867"/>
                  </a:lnTo>
                  <a:lnTo>
                    <a:pt x="237660" y="275717"/>
                  </a:lnTo>
                  <a:lnTo>
                    <a:pt x="194244" y="293028"/>
                  </a:lnTo>
                  <a:lnTo>
                    <a:pt x="133471" y="298798"/>
                  </a:lnTo>
                  <a:lnTo>
                    <a:pt x="72390" y="298798"/>
                  </a:lnTo>
                  <a:lnTo>
                    <a:pt x="72390" y="418907"/>
                  </a:lnTo>
                  <a:lnTo>
                    <a:pt x="138440" y="418907"/>
                  </a:lnTo>
                  <a:lnTo>
                    <a:pt x="172701" y="420522"/>
                  </a:lnTo>
                  <a:lnTo>
                    <a:pt x="229655" y="433430"/>
                  </a:lnTo>
                  <a:lnTo>
                    <a:pt x="270435" y="458986"/>
                  </a:lnTo>
                  <a:lnTo>
                    <a:pt x="291143" y="495722"/>
                  </a:lnTo>
                  <a:lnTo>
                    <a:pt x="293735" y="518184"/>
                  </a:lnTo>
                  <a:lnTo>
                    <a:pt x="291643" y="539988"/>
                  </a:lnTo>
                  <a:lnTo>
                    <a:pt x="274884" y="575975"/>
                  </a:lnTo>
                  <a:lnTo>
                    <a:pt x="241855" y="601447"/>
                  </a:lnTo>
                  <a:lnTo>
                    <a:pt x="195103" y="614346"/>
                  </a:lnTo>
                  <a:lnTo>
                    <a:pt x="166756" y="615958"/>
                  </a:lnTo>
                  <a:lnTo>
                    <a:pt x="431365" y="615958"/>
                  </a:lnTo>
                  <a:lnTo>
                    <a:pt x="435361" y="609506"/>
                  </a:lnTo>
                  <a:lnTo>
                    <a:pt x="449063" y="567438"/>
                  </a:lnTo>
                  <a:lnTo>
                    <a:pt x="453633" y="520159"/>
                  </a:lnTo>
                  <a:lnTo>
                    <a:pt x="450898" y="488442"/>
                  </a:lnTo>
                  <a:lnTo>
                    <a:pt x="429047" y="432726"/>
                  </a:lnTo>
                  <a:lnTo>
                    <a:pt x="386097" y="388271"/>
                  </a:lnTo>
                  <a:lnTo>
                    <a:pt x="326562" y="360852"/>
                  </a:lnTo>
                  <a:lnTo>
                    <a:pt x="290840" y="353888"/>
                  </a:lnTo>
                  <a:lnTo>
                    <a:pt x="290840" y="351400"/>
                  </a:lnTo>
                  <a:lnTo>
                    <a:pt x="341729" y="333137"/>
                  </a:lnTo>
                  <a:lnTo>
                    <a:pt x="381333" y="306535"/>
                  </a:lnTo>
                  <a:lnTo>
                    <a:pt x="409638" y="271593"/>
                  </a:lnTo>
                  <a:lnTo>
                    <a:pt x="426630" y="228311"/>
                  </a:lnTo>
                  <a:lnTo>
                    <a:pt x="432297" y="176689"/>
                  </a:lnTo>
                  <a:lnTo>
                    <a:pt x="428492" y="139317"/>
                  </a:lnTo>
                  <a:lnTo>
                    <a:pt x="421825" y="119621"/>
                  </a:lnTo>
                  <a:close/>
                </a:path>
                <a:path w="1078229" h="736600">
                  <a:moveTo>
                    <a:pt x="201411" y="0"/>
                  </a:moveTo>
                  <a:lnTo>
                    <a:pt x="153129" y="2357"/>
                  </a:lnTo>
                  <a:lnTo>
                    <a:pt x="107918" y="9429"/>
                  </a:lnTo>
                  <a:lnTo>
                    <a:pt x="65799" y="21216"/>
                  </a:lnTo>
                  <a:lnTo>
                    <a:pt x="26791" y="37719"/>
                  </a:lnTo>
                  <a:lnTo>
                    <a:pt x="26791" y="165783"/>
                  </a:lnTo>
                  <a:lnTo>
                    <a:pt x="60770" y="145581"/>
                  </a:lnTo>
                  <a:lnTo>
                    <a:pt x="95261" y="131156"/>
                  </a:lnTo>
                  <a:lnTo>
                    <a:pt x="130249" y="122504"/>
                  </a:lnTo>
                  <a:lnTo>
                    <a:pt x="165719" y="119621"/>
                  </a:lnTo>
                  <a:lnTo>
                    <a:pt x="421825" y="119621"/>
                  </a:lnTo>
                  <a:lnTo>
                    <a:pt x="417080" y="105605"/>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261" name="object 261"/>
            <p:cNvSpPr/>
            <p:nvPr/>
          </p:nvSpPr>
          <p:spPr>
            <a:xfrm>
              <a:off x="7340986" y="5499485"/>
              <a:ext cx="1078230" cy="736600"/>
            </a:xfrm>
            <a:custGeom>
              <a:avLst/>
              <a:gdLst/>
              <a:ahLst/>
              <a:cxnLst/>
              <a:rect l="l" t="t" r="r" b="b"/>
              <a:pathLst>
                <a:path w="1078229" h="736600">
                  <a:moveTo>
                    <a:pt x="822959" y="119621"/>
                  </a:moveTo>
                  <a:lnTo>
                    <a:pt x="766355" y="148022"/>
                  </a:lnTo>
                  <a:lnTo>
                    <a:pt x="746550" y="183522"/>
                  </a:lnTo>
                  <a:lnTo>
                    <a:pt x="732407" y="233222"/>
                  </a:lnTo>
                  <a:lnTo>
                    <a:pt x="723923" y="297123"/>
                  </a:lnTo>
                  <a:lnTo>
                    <a:pt x="721095" y="375224"/>
                  </a:lnTo>
                  <a:lnTo>
                    <a:pt x="723869" y="448784"/>
                  </a:lnTo>
                  <a:lnTo>
                    <a:pt x="732189" y="508969"/>
                  </a:lnTo>
                  <a:lnTo>
                    <a:pt x="746055" y="555778"/>
                  </a:lnTo>
                  <a:lnTo>
                    <a:pt x="765465" y="589211"/>
                  </a:lnTo>
                  <a:lnTo>
                    <a:pt x="820917" y="615958"/>
                  </a:lnTo>
                  <a:lnTo>
                    <a:pt x="850656" y="609064"/>
                  </a:lnTo>
                  <a:lnTo>
                    <a:pt x="893898" y="553914"/>
                  </a:lnTo>
                  <a:lnTo>
                    <a:pt x="907406" y="505657"/>
                  </a:lnTo>
                  <a:lnTo>
                    <a:pt x="915509" y="443614"/>
                  </a:lnTo>
                  <a:lnTo>
                    <a:pt x="918209" y="367783"/>
                  </a:lnTo>
                  <a:lnTo>
                    <a:pt x="915563" y="291958"/>
                  </a:lnTo>
                  <a:lnTo>
                    <a:pt x="907624" y="229918"/>
                  </a:lnTo>
                  <a:lnTo>
                    <a:pt x="894393" y="181664"/>
                  </a:lnTo>
                  <a:lnTo>
                    <a:pt x="875872" y="147196"/>
                  </a:lnTo>
                  <a:lnTo>
                    <a:pt x="822959" y="119621"/>
                  </a:lnTo>
                  <a:close/>
                </a:path>
                <a:path w="1078229" h="736600">
                  <a:moveTo>
                    <a:pt x="829817" y="0"/>
                  </a:moveTo>
                  <a:lnTo>
                    <a:pt x="872895" y="2998"/>
                  </a:lnTo>
                  <a:lnTo>
                    <a:pt x="911868" y="11994"/>
                  </a:lnTo>
                  <a:lnTo>
                    <a:pt x="977501" y="47977"/>
                  </a:lnTo>
                  <a:lnTo>
                    <a:pt x="1026722" y="107948"/>
                  </a:lnTo>
                  <a:lnTo>
                    <a:pt x="1045178" y="146928"/>
                  </a:lnTo>
                  <a:lnTo>
                    <a:pt x="1059532" y="191906"/>
                  </a:lnTo>
                  <a:lnTo>
                    <a:pt x="1069784" y="242880"/>
                  </a:lnTo>
                  <a:lnTo>
                    <a:pt x="1075935" y="299851"/>
                  </a:lnTo>
                  <a:lnTo>
                    <a:pt x="1077986" y="362818"/>
                  </a:lnTo>
                  <a:lnTo>
                    <a:pt x="1076110" y="420701"/>
                  </a:lnTo>
                  <a:lnTo>
                    <a:pt x="1070480" y="473894"/>
                  </a:lnTo>
                  <a:lnTo>
                    <a:pt x="1061088" y="522397"/>
                  </a:lnTo>
                  <a:lnTo>
                    <a:pt x="1047930" y="566212"/>
                  </a:lnTo>
                  <a:lnTo>
                    <a:pt x="1030999" y="605339"/>
                  </a:lnTo>
                  <a:lnTo>
                    <a:pt x="1010290" y="639781"/>
                  </a:lnTo>
                  <a:lnTo>
                    <a:pt x="980806" y="674444"/>
                  </a:lnTo>
                  <a:lnTo>
                    <a:pt x="946633" y="701407"/>
                  </a:lnTo>
                  <a:lnTo>
                    <a:pt x="907771" y="720668"/>
                  </a:lnTo>
                  <a:lnTo>
                    <a:pt x="864220" y="732226"/>
                  </a:lnTo>
                  <a:lnTo>
                    <a:pt x="815980" y="736079"/>
                  </a:lnTo>
                  <a:lnTo>
                    <a:pt x="771870" y="733130"/>
                  </a:lnTo>
                  <a:lnTo>
                    <a:pt x="731962" y="724281"/>
                  </a:lnTo>
                  <a:lnTo>
                    <a:pt x="696255" y="709533"/>
                  </a:lnTo>
                  <a:lnTo>
                    <a:pt x="637446" y="662342"/>
                  </a:lnTo>
                  <a:lnTo>
                    <a:pt x="614343" y="629898"/>
                  </a:lnTo>
                  <a:lnTo>
                    <a:pt x="595440" y="591555"/>
                  </a:lnTo>
                  <a:lnTo>
                    <a:pt x="580739" y="547314"/>
                  </a:lnTo>
                  <a:lnTo>
                    <a:pt x="570238" y="497175"/>
                  </a:lnTo>
                  <a:lnTo>
                    <a:pt x="563937" y="441137"/>
                  </a:lnTo>
                  <a:lnTo>
                    <a:pt x="561837" y="379201"/>
                  </a:lnTo>
                  <a:lnTo>
                    <a:pt x="563743" y="319934"/>
                  </a:lnTo>
                  <a:lnTo>
                    <a:pt x="569462" y="265564"/>
                  </a:lnTo>
                  <a:lnTo>
                    <a:pt x="578998" y="216089"/>
                  </a:lnTo>
                  <a:lnTo>
                    <a:pt x="592353" y="171510"/>
                  </a:lnTo>
                  <a:lnTo>
                    <a:pt x="609533" y="131826"/>
                  </a:lnTo>
                  <a:lnTo>
                    <a:pt x="630539" y="97036"/>
                  </a:lnTo>
                  <a:lnTo>
                    <a:pt x="660528" y="62118"/>
                  </a:lnTo>
                  <a:lnTo>
                    <a:pt x="695449" y="34950"/>
                  </a:lnTo>
                  <a:lnTo>
                    <a:pt x="735303" y="15537"/>
                  </a:lnTo>
                  <a:lnTo>
                    <a:pt x="780092" y="3885"/>
                  </a:lnTo>
                  <a:lnTo>
                    <a:pt x="829817" y="0"/>
                  </a:lnTo>
                  <a:close/>
                </a:path>
                <a:path w="1078229" h="736600">
                  <a:moveTo>
                    <a:pt x="201411" y="0"/>
                  </a:moveTo>
                  <a:lnTo>
                    <a:pt x="253043" y="3071"/>
                  </a:lnTo>
                  <a:lnTo>
                    <a:pt x="298585" y="12287"/>
                  </a:lnTo>
                  <a:lnTo>
                    <a:pt x="338053" y="27646"/>
                  </a:lnTo>
                  <a:lnTo>
                    <a:pt x="371459" y="49148"/>
                  </a:lnTo>
                  <a:lnTo>
                    <a:pt x="417080" y="105605"/>
                  </a:lnTo>
                  <a:lnTo>
                    <a:pt x="432297" y="176689"/>
                  </a:lnTo>
                  <a:lnTo>
                    <a:pt x="426630" y="228311"/>
                  </a:lnTo>
                  <a:lnTo>
                    <a:pt x="409638" y="271593"/>
                  </a:lnTo>
                  <a:lnTo>
                    <a:pt x="381333" y="306535"/>
                  </a:lnTo>
                  <a:lnTo>
                    <a:pt x="341729" y="333137"/>
                  </a:lnTo>
                  <a:lnTo>
                    <a:pt x="290840" y="351400"/>
                  </a:lnTo>
                  <a:lnTo>
                    <a:pt x="290840" y="353888"/>
                  </a:lnTo>
                  <a:lnTo>
                    <a:pt x="358307" y="372312"/>
                  </a:lnTo>
                  <a:lnTo>
                    <a:pt x="409955" y="408730"/>
                  </a:lnTo>
                  <a:lnTo>
                    <a:pt x="442699" y="459297"/>
                  </a:lnTo>
                  <a:lnTo>
                    <a:pt x="453633" y="520159"/>
                  </a:lnTo>
                  <a:lnTo>
                    <a:pt x="449063" y="567438"/>
                  </a:lnTo>
                  <a:lnTo>
                    <a:pt x="435361" y="609506"/>
                  </a:lnTo>
                  <a:lnTo>
                    <a:pt x="412537" y="646361"/>
                  </a:lnTo>
                  <a:lnTo>
                    <a:pt x="380603" y="678000"/>
                  </a:lnTo>
                  <a:lnTo>
                    <a:pt x="340657" y="703409"/>
                  </a:lnTo>
                  <a:lnTo>
                    <a:pt x="293747" y="721559"/>
                  </a:lnTo>
                  <a:lnTo>
                    <a:pt x="239881" y="732449"/>
                  </a:lnTo>
                  <a:lnTo>
                    <a:pt x="179069" y="736079"/>
                  </a:lnTo>
                  <a:lnTo>
                    <a:pt x="126590" y="733845"/>
                  </a:lnTo>
                  <a:lnTo>
                    <a:pt x="79247" y="727142"/>
                  </a:lnTo>
                  <a:lnTo>
                    <a:pt x="37049" y="715972"/>
                  </a:lnTo>
                  <a:lnTo>
                    <a:pt x="0" y="700335"/>
                  </a:lnTo>
                  <a:lnTo>
                    <a:pt x="0" y="563831"/>
                  </a:lnTo>
                  <a:lnTo>
                    <a:pt x="37191" y="586638"/>
                  </a:lnTo>
                  <a:lnTo>
                    <a:pt x="77365" y="602928"/>
                  </a:lnTo>
                  <a:lnTo>
                    <a:pt x="120546" y="612700"/>
                  </a:lnTo>
                  <a:lnTo>
                    <a:pt x="166756" y="615958"/>
                  </a:lnTo>
                  <a:lnTo>
                    <a:pt x="195103" y="614346"/>
                  </a:lnTo>
                  <a:lnTo>
                    <a:pt x="241855" y="601447"/>
                  </a:lnTo>
                  <a:lnTo>
                    <a:pt x="274884" y="575975"/>
                  </a:lnTo>
                  <a:lnTo>
                    <a:pt x="291643" y="539988"/>
                  </a:lnTo>
                  <a:lnTo>
                    <a:pt x="293735" y="518184"/>
                  </a:lnTo>
                  <a:lnTo>
                    <a:pt x="291143" y="495722"/>
                  </a:lnTo>
                  <a:lnTo>
                    <a:pt x="270435" y="458986"/>
                  </a:lnTo>
                  <a:lnTo>
                    <a:pt x="229655" y="433430"/>
                  </a:lnTo>
                  <a:lnTo>
                    <a:pt x="172701" y="420522"/>
                  </a:lnTo>
                  <a:lnTo>
                    <a:pt x="138440" y="418907"/>
                  </a:lnTo>
                  <a:lnTo>
                    <a:pt x="72389" y="418907"/>
                  </a:lnTo>
                  <a:lnTo>
                    <a:pt x="72389" y="298798"/>
                  </a:lnTo>
                  <a:lnTo>
                    <a:pt x="133471" y="298798"/>
                  </a:lnTo>
                  <a:lnTo>
                    <a:pt x="194244" y="293028"/>
                  </a:lnTo>
                  <a:lnTo>
                    <a:pt x="237660" y="275717"/>
                  </a:lnTo>
                  <a:lnTo>
                    <a:pt x="263713" y="246867"/>
                  </a:lnTo>
                  <a:lnTo>
                    <a:pt x="272399" y="206477"/>
                  </a:lnTo>
                  <a:lnTo>
                    <a:pt x="265735" y="168479"/>
                  </a:lnTo>
                  <a:lnTo>
                    <a:pt x="245737" y="141337"/>
                  </a:lnTo>
                  <a:lnTo>
                    <a:pt x="212400" y="125050"/>
                  </a:lnTo>
                  <a:lnTo>
                    <a:pt x="165719" y="119621"/>
                  </a:lnTo>
                  <a:lnTo>
                    <a:pt x="130249" y="122504"/>
                  </a:lnTo>
                  <a:lnTo>
                    <a:pt x="95261" y="131156"/>
                  </a:lnTo>
                  <a:lnTo>
                    <a:pt x="60770" y="145581"/>
                  </a:lnTo>
                  <a:lnTo>
                    <a:pt x="26791" y="165783"/>
                  </a:lnTo>
                  <a:lnTo>
                    <a:pt x="26791" y="37718"/>
                  </a:lnTo>
                  <a:lnTo>
                    <a:pt x="65799" y="21216"/>
                  </a:lnTo>
                  <a:lnTo>
                    <a:pt x="107918" y="9429"/>
                  </a:lnTo>
                  <a:lnTo>
                    <a:pt x="153129" y="2357"/>
                  </a:lnTo>
                  <a:lnTo>
                    <a:pt x="201411" y="0"/>
                  </a:lnTo>
                  <a:close/>
                </a:path>
              </a:pathLst>
            </a:custGeom>
            <a:ln w="12191">
              <a:solidFill>
                <a:srgbClr val="000000"/>
              </a:solidFill>
            </a:ln>
          </p:spPr>
          <p:txBody>
            <a:bodyPr wrap="square" lIns="0" tIns="0" rIns="0" bIns="0" rtlCol="0"/>
            <a:lstStyle/>
            <a:p>
              <a:endParaRPr/>
            </a:p>
          </p:txBody>
        </p:sp>
        <p:sp>
          <p:nvSpPr>
            <p:cNvPr id="262" name="object 262"/>
            <p:cNvSpPr/>
            <p:nvPr/>
          </p:nvSpPr>
          <p:spPr>
            <a:xfrm>
              <a:off x="6743700" y="5029200"/>
              <a:ext cx="2209800" cy="1658620"/>
            </a:xfrm>
            <a:custGeom>
              <a:avLst/>
              <a:gdLst/>
              <a:ahLst/>
              <a:cxnLst/>
              <a:rect l="l" t="t" r="r" b="b"/>
              <a:pathLst>
                <a:path w="2209800" h="1658620">
                  <a:moveTo>
                    <a:pt x="2209800" y="0"/>
                  </a:moveTo>
                  <a:lnTo>
                    <a:pt x="0" y="0"/>
                  </a:lnTo>
                  <a:lnTo>
                    <a:pt x="0" y="236220"/>
                  </a:lnTo>
                  <a:lnTo>
                    <a:pt x="0" y="1423670"/>
                  </a:lnTo>
                  <a:lnTo>
                    <a:pt x="0" y="1658620"/>
                  </a:lnTo>
                  <a:lnTo>
                    <a:pt x="2209800" y="1658620"/>
                  </a:lnTo>
                  <a:lnTo>
                    <a:pt x="2209800" y="1423670"/>
                  </a:lnTo>
                  <a:lnTo>
                    <a:pt x="235699" y="1423670"/>
                  </a:lnTo>
                  <a:lnTo>
                    <a:pt x="235699" y="236220"/>
                  </a:lnTo>
                  <a:lnTo>
                    <a:pt x="1974075" y="236220"/>
                  </a:lnTo>
                  <a:lnTo>
                    <a:pt x="1974075" y="1423225"/>
                  </a:lnTo>
                  <a:lnTo>
                    <a:pt x="2209800" y="1423225"/>
                  </a:lnTo>
                  <a:lnTo>
                    <a:pt x="2209800" y="236220"/>
                  </a:lnTo>
                  <a:lnTo>
                    <a:pt x="2209800" y="235712"/>
                  </a:lnTo>
                  <a:lnTo>
                    <a:pt x="2209800" y="0"/>
                  </a:lnTo>
                  <a:close/>
                </a:path>
              </a:pathLst>
            </a:custGeom>
            <a:solidFill>
              <a:srgbClr val="BAE0E3"/>
            </a:solidFill>
          </p:spPr>
          <p:txBody>
            <a:bodyPr wrap="square" lIns="0" tIns="0" rIns="0" bIns="0" rtlCol="0"/>
            <a:lstStyle/>
            <a:p>
              <a:endParaRPr/>
            </a:p>
          </p:txBody>
        </p:sp>
        <p:sp>
          <p:nvSpPr>
            <p:cNvPr id="263" name="object 263"/>
            <p:cNvSpPr/>
            <p:nvPr/>
          </p:nvSpPr>
          <p:spPr>
            <a:xfrm>
              <a:off x="6743699" y="5029200"/>
              <a:ext cx="2209800" cy="1659255"/>
            </a:xfrm>
            <a:custGeom>
              <a:avLst/>
              <a:gdLst/>
              <a:ahLst/>
              <a:cxnLst/>
              <a:rect l="l" t="t" r="r" b="b"/>
              <a:pathLst>
                <a:path w="2209800" h="1659254">
                  <a:moveTo>
                    <a:pt x="0" y="0"/>
                  </a:moveTo>
                  <a:lnTo>
                    <a:pt x="2209799" y="0"/>
                  </a:lnTo>
                  <a:lnTo>
                    <a:pt x="2209799" y="1658934"/>
                  </a:lnTo>
                  <a:lnTo>
                    <a:pt x="0" y="1658934"/>
                  </a:lnTo>
                  <a:lnTo>
                    <a:pt x="0" y="0"/>
                  </a:lnTo>
                  <a:close/>
                </a:path>
                <a:path w="2209800" h="1659254">
                  <a:moveTo>
                    <a:pt x="235701" y="1423214"/>
                  </a:moveTo>
                  <a:lnTo>
                    <a:pt x="1974085" y="1423214"/>
                  </a:lnTo>
                  <a:lnTo>
                    <a:pt x="1974085" y="235707"/>
                  </a:lnTo>
                  <a:lnTo>
                    <a:pt x="235701" y="235707"/>
                  </a:lnTo>
                  <a:lnTo>
                    <a:pt x="235701" y="1423214"/>
                  </a:lnTo>
                  <a:close/>
                </a:path>
              </a:pathLst>
            </a:custGeom>
            <a:ln w="57149">
              <a:solidFill>
                <a:srgbClr val="88A3A6"/>
              </a:solidFill>
            </a:ln>
          </p:spPr>
          <p:txBody>
            <a:bodyPr wrap="square" lIns="0" tIns="0" rIns="0" bIns="0" rtlCol="0"/>
            <a:lstStyle/>
            <a:p>
              <a:endParaRPr/>
            </a:p>
          </p:txBody>
        </p:sp>
      </p:grpSp>
      <p:sp>
        <p:nvSpPr>
          <p:cNvPr id="264" name="object 264"/>
          <p:cNvSpPr/>
          <p:nvPr/>
        </p:nvSpPr>
        <p:spPr>
          <a:xfrm>
            <a:off x="5637276" y="1700274"/>
            <a:ext cx="3362340" cy="2592324"/>
          </a:xfrm>
          <a:prstGeom prst="rect">
            <a:avLst/>
          </a:prstGeom>
          <a:blipFill>
            <a:blip r:embed="rId108"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9144000" h="6858000">
                <a:moveTo>
                  <a:pt x="9143999" y="0"/>
                </a:moveTo>
                <a:lnTo>
                  <a:pt x="0" y="0"/>
                </a:lnTo>
                <a:lnTo>
                  <a:pt x="0" y="6857999"/>
                </a:lnTo>
                <a:lnTo>
                  <a:pt x="9143999" y="6857999"/>
                </a:lnTo>
                <a:lnTo>
                  <a:pt x="9143999" y="0"/>
                </a:lnTo>
                <a:close/>
              </a:path>
            </a:pathLst>
          </a:custGeom>
          <a:solidFill>
            <a:srgbClr val="1E4648"/>
          </a:solidFill>
        </p:spPr>
        <p:txBody>
          <a:bodyPr wrap="square" lIns="0" tIns="0" rIns="0" bIns="0" rtlCol="0"/>
          <a:lstStyle/>
          <a:p>
            <a:endParaRPr/>
          </a:p>
        </p:txBody>
      </p:sp>
      <p:grpSp>
        <p:nvGrpSpPr>
          <p:cNvPr id="3" name="object 3"/>
          <p:cNvGrpSpPr/>
          <p:nvPr/>
        </p:nvGrpSpPr>
        <p:grpSpPr>
          <a:xfrm>
            <a:off x="0" y="0"/>
            <a:ext cx="9144000" cy="6858000"/>
            <a:chOff x="0" y="0"/>
            <a:chExt cx="9144000" cy="6858000"/>
          </a:xfrm>
        </p:grpSpPr>
        <p:sp>
          <p:nvSpPr>
            <p:cNvPr id="4" name="object 4"/>
            <p:cNvSpPr/>
            <p:nvPr/>
          </p:nvSpPr>
          <p:spPr>
            <a:xfrm>
              <a:off x="6716268" y="5367528"/>
              <a:ext cx="2218944" cy="134569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560819" y="5049010"/>
              <a:ext cx="2583179" cy="1808988"/>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6796399" y="5427726"/>
              <a:ext cx="2057400" cy="1184275"/>
            </a:xfrm>
            <a:custGeom>
              <a:avLst/>
              <a:gdLst/>
              <a:ahLst/>
              <a:cxnLst/>
              <a:rect l="l" t="t" r="r" b="b"/>
              <a:pathLst>
                <a:path w="2057400" h="1184275">
                  <a:moveTo>
                    <a:pt x="0" y="232577"/>
                  </a:moveTo>
                  <a:lnTo>
                    <a:pt x="4725" y="185709"/>
                  </a:lnTo>
                  <a:lnTo>
                    <a:pt x="18279" y="142054"/>
                  </a:lnTo>
                  <a:lnTo>
                    <a:pt x="39723" y="102548"/>
                  </a:lnTo>
                  <a:lnTo>
                    <a:pt x="68122" y="68126"/>
                  </a:lnTo>
                  <a:lnTo>
                    <a:pt x="102539" y="39724"/>
                  </a:lnTo>
                  <a:lnTo>
                    <a:pt x="142037" y="18279"/>
                  </a:lnTo>
                  <a:lnTo>
                    <a:pt x="185680" y="4725"/>
                  </a:lnTo>
                  <a:lnTo>
                    <a:pt x="232531" y="0"/>
                  </a:lnTo>
                  <a:lnTo>
                    <a:pt x="1824989" y="0"/>
                  </a:lnTo>
                  <a:lnTo>
                    <a:pt x="1871844" y="4725"/>
                  </a:lnTo>
                  <a:lnTo>
                    <a:pt x="1915477" y="18279"/>
                  </a:lnTo>
                  <a:lnTo>
                    <a:pt x="1954957" y="39724"/>
                  </a:lnTo>
                  <a:lnTo>
                    <a:pt x="1989349" y="68126"/>
                  </a:lnTo>
                  <a:lnTo>
                    <a:pt x="2017722" y="102548"/>
                  </a:lnTo>
                  <a:lnTo>
                    <a:pt x="2039143" y="142054"/>
                  </a:lnTo>
                  <a:lnTo>
                    <a:pt x="2052680" y="185709"/>
                  </a:lnTo>
                  <a:lnTo>
                    <a:pt x="2057399" y="232577"/>
                  </a:lnTo>
                  <a:lnTo>
                    <a:pt x="2057399" y="951570"/>
                  </a:lnTo>
                  <a:lnTo>
                    <a:pt x="2052680" y="998428"/>
                  </a:lnTo>
                  <a:lnTo>
                    <a:pt x="2039143" y="1042073"/>
                  </a:lnTo>
                  <a:lnTo>
                    <a:pt x="2017722" y="1081570"/>
                  </a:lnTo>
                  <a:lnTo>
                    <a:pt x="1989349" y="1115982"/>
                  </a:lnTo>
                  <a:lnTo>
                    <a:pt x="1954957" y="1144376"/>
                  </a:lnTo>
                  <a:lnTo>
                    <a:pt x="1915477" y="1165815"/>
                  </a:lnTo>
                  <a:lnTo>
                    <a:pt x="1871844" y="1179364"/>
                  </a:lnTo>
                  <a:lnTo>
                    <a:pt x="1824989" y="1184088"/>
                  </a:lnTo>
                  <a:lnTo>
                    <a:pt x="232531" y="1184088"/>
                  </a:lnTo>
                  <a:lnTo>
                    <a:pt x="185680" y="1179364"/>
                  </a:lnTo>
                  <a:lnTo>
                    <a:pt x="142037" y="1165815"/>
                  </a:lnTo>
                  <a:lnTo>
                    <a:pt x="102539" y="1144376"/>
                  </a:lnTo>
                  <a:lnTo>
                    <a:pt x="68122" y="1115982"/>
                  </a:lnTo>
                  <a:lnTo>
                    <a:pt x="39723" y="1081570"/>
                  </a:lnTo>
                  <a:lnTo>
                    <a:pt x="18279" y="1042073"/>
                  </a:lnTo>
                  <a:lnTo>
                    <a:pt x="4725" y="998428"/>
                  </a:lnTo>
                  <a:lnTo>
                    <a:pt x="0" y="951570"/>
                  </a:lnTo>
                  <a:lnTo>
                    <a:pt x="0" y="232577"/>
                  </a:lnTo>
                  <a:close/>
                </a:path>
              </a:pathLst>
            </a:custGeom>
            <a:ln w="76199">
              <a:solidFill>
                <a:srgbClr val="00AF50"/>
              </a:solidFill>
            </a:ln>
          </p:spPr>
          <p:txBody>
            <a:bodyPr wrap="square" lIns="0" tIns="0" rIns="0" bIns="0" rtlCol="0"/>
            <a:lstStyle/>
            <a:p>
              <a:endParaRPr/>
            </a:p>
          </p:txBody>
        </p:sp>
        <p:sp>
          <p:nvSpPr>
            <p:cNvPr id="7" name="object 7"/>
            <p:cNvSpPr/>
            <p:nvPr/>
          </p:nvSpPr>
          <p:spPr>
            <a:xfrm>
              <a:off x="6601968" y="5070347"/>
              <a:ext cx="2481072" cy="178765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7297430" y="5667981"/>
              <a:ext cx="1078230" cy="736600"/>
            </a:xfrm>
            <a:custGeom>
              <a:avLst/>
              <a:gdLst/>
              <a:ahLst/>
              <a:cxnLst/>
              <a:rect l="l" t="t" r="r" b="b"/>
              <a:pathLst>
                <a:path w="1078229" h="736600">
                  <a:moveTo>
                    <a:pt x="829818" y="0"/>
                  </a:moveTo>
                  <a:lnTo>
                    <a:pt x="780089" y="3881"/>
                  </a:lnTo>
                  <a:lnTo>
                    <a:pt x="735294" y="15527"/>
                  </a:lnTo>
                  <a:lnTo>
                    <a:pt x="695436" y="34936"/>
                  </a:lnTo>
                  <a:lnTo>
                    <a:pt x="660516" y="62110"/>
                  </a:lnTo>
                  <a:lnTo>
                    <a:pt x="630539" y="97048"/>
                  </a:lnTo>
                  <a:lnTo>
                    <a:pt x="609533" y="131839"/>
                  </a:lnTo>
                  <a:lnTo>
                    <a:pt x="592353" y="171525"/>
                  </a:lnTo>
                  <a:lnTo>
                    <a:pt x="578998" y="216106"/>
                  </a:lnTo>
                  <a:lnTo>
                    <a:pt x="569462" y="265581"/>
                  </a:lnTo>
                  <a:lnTo>
                    <a:pt x="563743" y="319950"/>
                  </a:lnTo>
                  <a:lnTo>
                    <a:pt x="561837" y="379213"/>
                  </a:lnTo>
                  <a:lnTo>
                    <a:pt x="563937" y="441149"/>
                  </a:lnTo>
                  <a:lnTo>
                    <a:pt x="570238" y="497186"/>
                  </a:lnTo>
                  <a:lnTo>
                    <a:pt x="580739" y="547324"/>
                  </a:lnTo>
                  <a:lnTo>
                    <a:pt x="595440" y="591564"/>
                  </a:lnTo>
                  <a:lnTo>
                    <a:pt x="614343" y="629905"/>
                  </a:lnTo>
                  <a:lnTo>
                    <a:pt x="637446" y="662347"/>
                  </a:lnTo>
                  <a:lnTo>
                    <a:pt x="696255" y="709536"/>
                  </a:lnTo>
                  <a:lnTo>
                    <a:pt x="731962" y="724282"/>
                  </a:lnTo>
                  <a:lnTo>
                    <a:pt x="771870" y="733130"/>
                  </a:lnTo>
                  <a:lnTo>
                    <a:pt x="815980" y="736079"/>
                  </a:lnTo>
                  <a:lnTo>
                    <a:pt x="864220" y="732229"/>
                  </a:lnTo>
                  <a:lnTo>
                    <a:pt x="907771" y="720676"/>
                  </a:lnTo>
                  <a:lnTo>
                    <a:pt x="946633" y="701420"/>
                  </a:lnTo>
                  <a:lnTo>
                    <a:pt x="980806" y="674460"/>
                  </a:lnTo>
                  <a:lnTo>
                    <a:pt x="1010290" y="639793"/>
                  </a:lnTo>
                  <a:lnTo>
                    <a:pt x="1024614" y="615970"/>
                  </a:lnTo>
                  <a:lnTo>
                    <a:pt x="820917" y="615970"/>
                  </a:lnTo>
                  <a:lnTo>
                    <a:pt x="790420" y="609283"/>
                  </a:lnTo>
                  <a:lnTo>
                    <a:pt x="746055" y="555787"/>
                  </a:lnTo>
                  <a:lnTo>
                    <a:pt x="732189" y="508979"/>
                  </a:lnTo>
                  <a:lnTo>
                    <a:pt x="723869" y="448799"/>
                  </a:lnTo>
                  <a:lnTo>
                    <a:pt x="721095" y="375248"/>
                  </a:lnTo>
                  <a:lnTo>
                    <a:pt x="723931" y="297137"/>
                  </a:lnTo>
                  <a:lnTo>
                    <a:pt x="732434" y="233230"/>
                  </a:lnTo>
                  <a:lnTo>
                    <a:pt x="746596" y="183525"/>
                  </a:lnTo>
                  <a:lnTo>
                    <a:pt x="766409" y="148022"/>
                  </a:lnTo>
                  <a:lnTo>
                    <a:pt x="822960" y="119621"/>
                  </a:lnTo>
                  <a:lnTo>
                    <a:pt x="1032229" y="119621"/>
                  </a:lnTo>
                  <a:lnTo>
                    <a:pt x="1026704" y="107950"/>
                  </a:lnTo>
                  <a:lnTo>
                    <a:pt x="1004150" y="74965"/>
                  </a:lnTo>
                  <a:lnTo>
                    <a:pt x="946731" y="26987"/>
                  </a:lnTo>
                  <a:lnTo>
                    <a:pt x="872894" y="2998"/>
                  </a:lnTo>
                  <a:lnTo>
                    <a:pt x="829818" y="0"/>
                  </a:lnTo>
                  <a:close/>
                </a:path>
                <a:path w="1078229" h="736600">
                  <a:moveTo>
                    <a:pt x="1032229" y="119621"/>
                  </a:moveTo>
                  <a:lnTo>
                    <a:pt x="822960" y="119621"/>
                  </a:lnTo>
                  <a:lnTo>
                    <a:pt x="852060" y="126515"/>
                  </a:lnTo>
                  <a:lnTo>
                    <a:pt x="875872" y="147196"/>
                  </a:lnTo>
                  <a:lnTo>
                    <a:pt x="894393" y="181665"/>
                  </a:lnTo>
                  <a:lnTo>
                    <a:pt x="907624" y="229921"/>
                  </a:lnTo>
                  <a:lnTo>
                    <a:pt x="915563" y="291965"/>
                  </a:lnTo>
                  <a:lnTo>
                    <a:pt x="918210" y="367796"/>
                  </a:lnTo>
                  <a:lnTo>
                    <a:pt x="915509" y="443626"/>
                  </a:lnTo>
                  <a:lnTo>
                    <a:pt x="907406" y="505670"/>
                  </a:lnTo>
                  <a:lnTo>
                    <a:pt x="893898" y="553926"/>
                  </a:lnTo>
                  <a:lnTo>
                    <a:pt x="874982" y="588395"/>
                  </a:lnTo>
                  <a:lnTo>
                    <a:pt x="820917" y="615970"/>
                  </a:lnTo>
                  <a:lnTo>
                    <a:pt x="1024614" y="615970"/>
                  </a:lnTo>
                  <a:lnTo>
                    <a:pt x="1047922" y="566227"/>
                  </a:lnTo>
                  <a:lnTo>
                    <a:pt x="1061073" y="522409"/>
                  </a:lnTo>
                  <a:lnTo>
                    <a:pt x="1070457" y="473903"/>
                  </a:lnTo>
                  <a:lnTo>
                    <a:pt x="1076082" y="420710"/>
                  </a:lnTo>
                  <a:lnTo>
                    <a:pt x="1077955" y="362830"/>
                  </a:lnTo>
                  <a:lnTo>
                    <a:pt x="1075906" y="299860"/>
                  </a:lnTo>
                  <a:lnTo>
                    <a:pt x="1069756" y="242887"/>
                  </a:lnTo>
                  <a:lnTo>
                    <a:pt x="1059507" y="191910"/>
                  </a:lnTo>
                  <a:lnTo>
                    <a:pt x="1045156" y="146931"/>
                  </a:lnTo>
                  <a:lnTo>
                    <a:pt x="1032229" y="119621"/>
                  </a:lnTo>
                  <a:close/>
                </a:path>
                <a:path w="1078229" h="736600">
                  <a:moveTo>
                    <a:pt x="0" y="563855"/>
                  </a:moveTo>
                  <a:lnTo>
                    <a:pt x="0" y="700351"/>
                  </a:lnTo>
                  <a:lnTo>
                    <a:pt x="37047" y="715984"/>
                  </a:lnTo>
                  <a:lnTo>
                    <a:pt x="79251" y="727149"/>
                  </a:lnTo>
                  <a:lnTo>
                    <a:pt x="126628" y="733847"/>
                  </a:lnTo>
                  <a:lnTo>
                    <a:pt x="179191" y="736079"/>
                  </a:lnTo>
                  <a:lnTo>
                    <a:pt x="239929" y="732452"/>
                  </a:lnTo>
                  <a:lnTo>
                    <a:pt x="293751" y="721567"/>
                  </a:lnTo>
                  <a:lnTo>
                    <a:pt x="340646" y="703422"/>
                  </a:lnTo>
                  <a:lnTo>
                    <a:pt x="380603" y="678015"/>
                  </a:lnTo>
                  <a:lnTo>
                    <a:pt x="412537" y="646369"/>
                  </a:lnTo>
                  <a:lnTo>
                    <a:pt x="431362" y="615970"/>
                  </a:lnTo>
                  <a:lnTo>
                    <a:pt x="166756" y="615970"/>
                  </a:lnTo>
                  <a:lnTo>
                    <a:pt x="120597" y="612711"/>
                  </a:lnTo>
                  <a:lnTo>
                    <a:pt x="77411" y="602937"/>
                  </a:lnTo>
                  <a:lnTo>
                    <a:pt x="37208" y="586651"/>
                  </a:lnTo>
                  <a:lnTo>
                    <a:pt x="0" y="563855"/>
                  </a:lnTo>
                  <a:close/>
                </a:path>
                <a:path w="1078229" h="736600">
                  <a:moveTo>
                    <a:pt x="421815" y="119621"/>
                  </a:moveTo>
                  <a:lnTo>
                    <a:pt x="165719" y="119621"/>
                  </a:lnTo>
                  <a:lnTo>
                    <a:pt x="212400" y="125051"/>
                  </a:lnTo>
                  <a:lnTo>
                    <a:pt x="245737" y="141338"/>
                  </a:lnTo>
                  <a:lnTo>
                    <a:pt x="265735" y="168485"/>
                  </a:lnTo>
                  <a:lnTo>
                    <a:pt x="272399" y="206489"/>
                  </a:lnTo>
                  <a:lnTo>
                    <a:pt x="263709" y="246879"/>
                  </a:lnTo>
                  <a:lnTo>
                    <a:pt x="237648" y="275729"/>
                  </a:lnTo>
                  <a:lnTo>
                    <a:pt x="194231" y="293040"/>
                  </a:lnTo>
                  <a:lnTo>
                    <a:pt x="133471" y="298810"/>
                  </a:lnTo>
                  <a:lnTo>
                    <a:pt x="72390" y="298810"/>
                  </a:lnTo>
                  <a:lnTo>
                    <a:pt x="72390" y="418923"/>
                  </a:lnTo>
                  <a:lnTo>
                    <a:pt x="138409" y="418923"/>
                  </a:lnTo>
                  <a:lnTo>
                    <a:pt x="172688" y="420535"/>
                  </a:lnTo>
                  <a:lnTo>
                    <a:pt x="229655" y="433438"/>
                  </a:lnTo>
                  <a:lnTo>
                    <a:pt x="270487" y="459003"/>
                  </a:lnTo>
                  <a:lnTo>
                    <a:pt x="291160" y="495731"/>
                  </a:lnTo>
                  <a:lnTo>
                    <a:pt x="293735" y="518184"/>
                  </a:lnTo>
                  <a:lnTo>
                    <a:pt x="291643" y="539995"/>
                  </a:lnTo>
                  <a:lnTo>
                    <a:pt x="274884" y="575981"/>
                  </a:lnTo>
                  <a:lnTo>
                    <a:pt x="241855" y="601448"/>
                  </a:lnTo>
                  <a:lnTo>
                    <a:pt x="195103" y="614356"/>
                  </a:lnTo>
                  <a:lnTo>
                    <a:pt x="166756" y="615970"/>
                  </a:lnTo>
                  <a:lnTo>
                    <a:pt x="431362" y="615970"/>
                  </a:lnTo>
                  <a:lnTo>
                    <a:pt x="435361" y="609514"/>
                  </a:lnTo>
                  <a:lnTo>
                    <a:pt x="449063" y="567448"/>
                  </a:lnTo>
                  <a:lnTo>
                    <a:pt x="453633" y="520171"/>
                  </a:lnTo>
                  <a:lnTo>
                    <a:pt x="450898" y="488456"/>
                  </a:lnTo>
                  <a:lnTo>
                    <a:pt x="429047" y="432748"/>
                  </a:lnTo>
                  <a:lnTo>
                    <a:pt x="386144" y="388294"/>
                  </a:lnTo>
                  <a:lnTo>
                    <a:pt x="326554" y="360867"/>
                  </a:lnTo>
                  <a:lnTo>
                    <a:pt x="290809" y="353903"/>
                  </a:lnTo>
                  <a:lnTo>
                    <a:pt x="290809" y="351425"/>
                  </a:lnTo>
                  <a:lnTo>
                    <a:pt x="341714" y="333160"/>
                  </a:lnTo>
                  <a:lnTo>
                    <a:pt x="381327" y="306555"/>
                  </a:lnTo>
                  <a:lnTo>
                    <a:pt x="409636" y="271612"/>
                  </a:lnTo>
                  <a:lnTo>
                    <a:pt x="426630" y="228331"/>
                  </a:lnTo>
                  <a:lnTo>
                    <a:pt x="432297" y="176713"/>
                  </a:lnTo>
                  <a:lnTo>
                    <a:pt x="428488" y="139327"/>
                  </a:lnTo>
                  <a:lnTo>
                    <a:pt x="421815" y="119621"/>
                  </a:lnTo>
                  <a:close/>
                </a:path>
                <a:path w="1078229" h="736600">
                  <a:moveTo>
                    <a:pt x="201411" y="0"/>
                  </a:moveTo>
                  <a:lnTo>
                    <a:pt x="153124" y="2359"/>
                  </a:lnTo>
                  <a:lnTo>
                    <a:pt x="107906" y="9435"/>
                  </a:lnTo>
                  <a:lnTo>
                    <a:pt x="65786" y="21227"/>
                  </a:lnTo>
                  <a:lnTo>
                    <a:pt x="26791" y="37731"/>
                  </a:lnTo>
                  <a:lnTo>
                    <a:pt x="26791" y="165783"/>
                  </a:lnTo>
                  <a:lnTo>
                    <a:pt x="60770" y="145591"/>
                  </a:lnTo>
                  <a:lnTo>
                    <a:pt x="95261" y="131165"/>
                  </a:lnTo>
                  <a:lnTo>
                    <a:pt x="130249" y="122508"/>
                  </a:lnTo>
                  <a:lnTo>
                    <a:pt x="165719" y="119621"/>
                  </a:lnTo>
                  <a:lnTo>
                    <a:pt x="421815" y="119621"/>
                  </a:lnTo>
                  <a:lnTo>
                    <a:pt x="417069" y="105604"/>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9" name="object 9"/>
            <p:cNvSpPr/>
            <p:nvPr/>
          </p:nvSpPr>
          <p:spPr>
            <a:xfrm>
              <a:off x="7297429" y="5667981"/>
              <a:ext cx="1078230" cy="736600"/>
            </a:xfrm>
            <a:custGeom>
              <a:avLst/>
              <a:gdLst/>
              <a:ahLst/>
              <a:cxnLst/>
              <a:rect l="l" t="t" r="r" b="b"/>
              <a:pathLst>
                <a:path w="1078229" h="736600">
                  <a:moveTo>
                    <a:pt x="822959" y="119621"/>
                  </a:moveTo>
                  <a:lnTo>
                    <a:pt x="766409" y="148022"/>
                  </a:lnTo>
                  <a:lnTo>
                    <a:pt x="746596" y="183525"/>
                  </a:lnTo>
                  <a:lnTo>
                    <a:pt x="732434" y="233230"/>
                  </a:lnTo>
                  <a:lnTo>
                    <a:pt x="723931" y="297137"/>
                  </a:lnTo>
                  <a:lnTo>
                    <a:pt x="721095" y="375248"/>
                  </a:lnTo>
                  <a:lnTo>
                    <a:pt x="723869" y="448799"/>
                  </a:lnTo>
                  <a:lnTo>
                    <a:pt x="732189" y="508979"/>
                  </a:lnTo>
                  <a:lnTo>
                    <a:pt x="746055" y="555787"/>
                  </a:lnTo>
                  <a:lnTo>
                    <a:pt x="765465" y="589221"/>
                  </a:lnTo>
                  <a:lnTo>
                    <a:pt x="820917" y="615970"/>
                  </a:lnTo>
                  <a:lnTo>
                    <a:pt x="850656" y="609076"/>
                  </a:lnTo>
                  <a:lnTo>
                    <a:pt x="893898" y="553926"/>
                  </a:lnTo>
                  <a:lnTo>
                    <a:pt x="907406" y="505670"/>
                  </a:lnTo>
                  <a:lnTo>
                    <a:pt x="915509" y="443626"/>
                  </a:lnTo>
                  <a:lnTo>
                    <a:pt x="918209" y="367796"/>
                  </a:lnTo>
                  <a:lnTo>
                    <a:pt x="915563" y="291965"/>
                  </a:lnTo>
                  <a:lnTo>
                    <a:pt x="907624" y="229921"/>
                  </a:lnTo>
                  <a:lnTo>
                    <a:pt x="894393" y="181665"/>
                  </a:lnTo>
                  <a:lnTo>
                    <a:pt x="875872" y="147196"/>
                  </a:lnTo>
                  <a:lnTo>
                    <a:pt x="822959" y="119621"/>
                  </a:lnTo>
                  <a:close/>
                </a:path>
                <a:path w="1078229" h="736600">
                  <a:moveTo>
                    <a:pt x="829817" y="0"/>
                  </a:moveTo>
                  <a:lnTo>
                    <a:pt x="872894" y="2998"/>
                  </a:lnTo>
                  <a:lnTo>
                    <a:pt x="911865" y="11994"/>
                  </a:lnTo>
                  <a:lnTo>
                    <a:pt x="977492" y="47977"/>
                  </a:lnTo>
                  <a:lnTo>
                    <a:pt x="1026704" y="107950"/>
                  </a:lnTo>
                  <a:lnTo>
                    <a:pt x="1045156" y="146931"/>
                  </a:lnTo>
                  <a:lnTo>
                    <a:pt x="1059507" y="191910"/>
                  </a:lnTo>
                  <a:lnTo>
                    <a:pt x="1069756" y="242887"/>
                  </a:lnTo>
                  <a:lnTo>
                    <a:pt x="1075906" y="299860"/>
                  </a:lnTo>
                  <a:lnTo>
                    <a:pt x="1077955" y="362830"/>
                  </a:lnTo>
                  <a:lnTo>
                    <a:pt x="1076082" y="420710"/>
                  </a:lnTo>
                  <a:lnTo>
                    <a:pt x="1070457" y="473903"/>
                  </a:lnTo>
                  <a:lnTo>
                    <a:pt x="1061073" y="522409"/>
                  </a:lnTo>
                  <a:lnTo>
                    <a:pt x="1047922" y="566227"/>
                  </a:lnTo>
                  <a:lnTo>
                    <a:pt x="1030997" y="605355"/>
                  </a:lnTo>
                  <a:lnTo>
                    <a:pt x="1010290" y="639793"/>
                  </a:lnTo>
                  <a:lnTo>
                    <a:pt x="980806" y="674460"/>
                  </a:lnTo>
                  <a:lnTo>
                    <a:pt x="946633" y="701420"/>
                  </a:lnTo>
                  <a:lnTo>
                    <a:pt x="907771" y="720676"/>
                  </a:lnTo>
                  <a:lnTo>
                    <a:pt x="864220" y="732229"/>
                  </a:lnTo>
                  <a:lnTo>
                    <a:pt x="815980" y="736079"/>
                  </a:lnTo>
                  <a:lnTo>
                    <a:pt x="771870" y="733130"/>
                  </a:lnTo>
                  <a:lnTo>
                    <a:pt x="731962" y="724282"/>
                  </a:lnTo>
                  <a:lnTo>
                    <a:pt x="696255" y="709536"/>
                  </a:lnTo>
                  <a:lnTo>
                    <a:pt x="637446" y="662347"/>
                  </a:lnTo>
                  <a:lnTo>
                    <a:pt x="614343" y="629905"/>
                  </a:lnTo>
                  <a:lnTo>
                    <a:pt x="595440" y="591564"/>
                  </a:lnTo>
                  <a:lnTo>
                    <a:pt x="580739" y="547324"/>
                  </a:lnTo>
                  <a:lnTo>
                    <a:pt x="570238" y="497186"/>
                  </a:lnTo>
                  <a:lnTo>
                    <a:pt x="563937" y="441149"/>
                  </a:lnTo>
                  <a:lnTo>
                    <a:pt x="561837" y="379213"/>
                  </a:lnTo>
                  <a:lnTo>
                    <a:pt x="563743" y="319950"/>
                  </a:lnTo>
                  <a:lnTo>
                    <a:pt x="569462" y="265581"/>
                  </a:lnTo>
                  <a:lnTo>
                    <a:pt x="578998" y="216106"/>
                  </a:lnTo>
                  <a:lnTo>
                    <a:pt x="592353" y="171525"/>
                  </a:lnTo>
                  <a:lnTo>
                    <a:pt x="609533" y="131839"/>
                  </a:lnTo>
                  <a:lnTo>
                    <a:pt x="630539" y="97048"/>
                  </a:lnTo>
                  <a:lnTo>
                    <a:pt x="660516" y="62110"/>
                  </a:lnTo>
                  <a:lnTo>
                    <a:pt x="695436" y="34936"/>
                  </a:lnTo>
                  <a:lnTo>
                    <a:pt x="735294" y="15527"/>
                  </a:lnTo>
                  <a:lnTo>
                    <a:pt x="780089" y="3881"/>
                  </a:lnTo>
                  <a:lnTo>
                    <a:pt x="829817" y="0"/>
                  </a:lnTo>
                  <a:close/>
                </a:path>
                <a:path w="1078229" h="736600">
                  <a:moveTo>
                    <a:pt x="201411" y="0"/>
                  </a:moveTo>
                  <a:lnTo>
                    <a:pt x="253043" y="3071"/>
                  </a:lnTo>
                  <a:lnTo>
                    <a:pt x="298585" y="12287"/>
                  </a:lnTo>
                  <a:lnTo>
                    <a:pt x="338053" y="27646"/>
                  </a:lnTo>
                  <a:lnTo>
                    <a:pt x="371459" y="49148"/>
                  </a:lnTo>
                  <a:lnTo>
                    <a:pt x="417069" y="105604"/>
                  </a:lnTo>
                  <a:lnTo>
                    <a:pt x="432297" y="176713"/>
                  </a:lnTo>
                  <a:lnTo>
                    <a:pt x="426630" y="228331"/>
                  </a:lnTo>
                  <a:lnTo>
                    <a:pt x="409636" y="271612"/>
                  </a:lnTo>
                  <a:lnTo>
                    <a:pt x="381326" y="306555"/>
                  </a:lnTo>
                  <a:lnTo>
                    <a:pt x="341714" y="333160"/>
                  </a:lnTo>
                  <a:lnTo>
                    <a:pt x="290809" y="351425"/>
                  </a:lnTo>
                  <a:lnTo>
                    <a:pt x="290809" y="353903"/>
                  </a:lnTo>
                  <a:lnTo>
                    <a:pt x="358338" y="372331"/>
                  </a:lnTo>
                  <a:lnTo>
                    <a:pt x="409955" y="408755"/>
                  </a:lnTo>
                  <a:lnTo>
                    <a:pt x="442699" y="459315"/>
                  </a:lnTo>
                  <a:lnTo>
                    <a:pt x="453633" y="520171"/>
                  </a:lnTo>
                  <a:lnTo>
                    <a:pt x="449063" y="567448"/>
                  </a:lnTo>
                  <a:lnTo>
                    <a:pt x="435361" y="609514"/>
                  </a:lnTo>
                  <a:lnTo>
                    <a:pt x="412537" y="646369"/>
                  </a:lnTo>
                  <a:lnTo>
                    <a:pt x="380603" y="678015"/>
                  </a:lnTo>
                  <a:lnTo>
                    <a:pt x="340646" y="703422"/>
                  </a:lnTo>
                  <a:lnTo>
                    <a:pt x="293750" y="721567"/>
                  </a:lnTo>
                  <a:lnTo>
                    <a:pt x="239929" y="732452"/>
                  </a:lnTo>
                  <a:lnTo>
                    <a:pt x="179191" y="736079"/>
                  </a:lnTo>
                  <a:lnTo>
                    <a:pt x="126628" y="733847"/>
                  </a:lnTo>
                  <a:lnTo>
                    <a:pt x="79251" y="727149"/>
                  </a:lnTo>
                  <a:lnTo>
                    <a:pt x="37047" y="715984"/>
                  </a:lnTo>
                  <a:lnTo>
                    <a:pt x="0" y="700351"/>
                  </a:lnTo>
                  <a:lnTo>
                    <a:pt x="0" y="563855"/>
                  </a:lnTo>
                  <a:lnTo>
                    <a:pt x="37208" y="586651"/>
                  </a:lnTo>
                  <a:lnTo>
                    <a:pt x="77411" y="602937"/>
                  </a:lnTo>
                  <a:lnTo>
                    <a:pt x="120597" y="612711"/>
                  </a:lnTo>
                  <a:lnTo>
                    <a:pt x="166756" y="615970"/>
                  </a:lnTo>
                  <a:lnTo>
                    <a:pt x="195103" y="614356"/>
                  </a:lnTo>
                  <a:lnTo>
                    <a:pt x="241855" y="601448"/>
                  </a:lnTo>
                  <a:lnTo>
                    <a:pt x="274884" y="575981"/>
                  </a:lnTo>
                  <a:lnTo>
                    <a:pt x="291643" y="539995"/>
                  </a:lnTo>
                  <a:lnTo>
                    <a:pt x="293735" y="518184"/>
                  </a:lnTo>
                  <a:lnTo>
                    <a:pt x="291160" y="495731"/>
                  </a:lnTo>
                  <a:lnTo>
                    <a:pt x="270487" y="459003"/>
                  </a:lnTo>
                  <a:lnTo>
                    <a:pt x="229655" y="433438"/>
                  </a:lnTo>
                  <a:lnTo>
                    <a:pt x="172688" y="420535"/>
                  </a:lnTo>
                  <a:lnTo>
                    <a:pt x="138409" y="418923"/>
                  </a:lnTo>
                  <a:lnTo>
                    <a:pt x="72389" y="418923"/>
                  </a:lnTo>
                  <a:lnTo>
                    <a:pt x="72389" y="298810"/>
                  </a:lnTo>
                  <a:lnTo>
                    <a:pt x="133471" y="298810"/>
                  </a:lnTo>
                  <a:lnTo>
                    <a:pt x="194231" y="293040"/>
                  </a:lnTo>
                  <a:lnTo>
                    <a:pt x="237648" y="275729"/>
                  </a:lnTo>
                  <a:lnTo>
                    <a:pt x="263709" y="246879"/>
                  </a:lnTo>
                  <a:lnTo>
                    <a:pt x="272399" y="206489"/>
                  </a:lnTo>
                  <a:lnTo>
                    <a:pt x="265735" y="168485"/>
                  </a:lnTo>
                  <a:lnTo>
                    <a:pt x="245737" y="141338"/>
                  </a:lnTo>
                  <a:lnTo>
                    <a:pt x="212400" y="125051"/>
                  </a:lnTo>
                  <a:lnTo>
                    <a:pt x="165719" y="119621"/>
                  </a:lnTo>
                  <a:lnTo>
                    <a:pt x="130249" y="122508"/>
                  </a:lnTo>
                  <a:lnTo>
                    <a:pt x="95261" y="131165"/>
                  </a:lnTo>
                  <a:lnTo>
                    <a:pt x="60770" y="145591"/>
                  </a:lnTo>
                  <a:lnTo>
                    <a:pt x="26791" y="165783"/>
                  </a:lnTo>
                  <a:lnTo>
                    <a:pt x="26791" y="37731"/>
                  </a:lnTo>
                  <a:lnTo>
                    <a:pt x="65786" y="21227"/>
                  </a:lnTo>
                  <a:lnTo>
                    <a:pt x="107906" y="9435"/>
                  </a:lnTo>
                  <a:lnTo>
                    <a:pt x="153124" y="2359"/>
                  </a:lnTo>
                  <a:lnTo>
                    <a:pt x="201411" y="0"/>
                  </a:lnTo>
                  <a:close/>
                </a:path>
              </a:pathLst>
            </a:custGeom>
            <a:ln w="12191">
              <a:solidFill>
                <a:srgbClr val="000000"/>
              </a:solidFill>
            </a:ln>
          </p:spPr>
          <p:txBody>
            <a:bodyPr wrap="square" lIns="0" tIns="0" rIns="0" bIns="0" rtlCol="0"/>
            <a:lstStyle/>
            <a:p>
              <a:endParaRPr/>
            </a:p>
          </p:txBody>
        </p:sp>
        <p:sp>
          <p:nvSpPr>
            <p:cNvPr id="10" name="object 10"/>
            <p:cNvSpPr/>
            <p:nvPr/>
          </p:nvSpPr>
          <p:spPr>
            <a:xfrm>
              <a:off x="0" y="0"/>
              <a:ext cx="9144000" cy="6857999"/>
            </a:xfrm>
            <a:prstGeom prst="rect">
              <a:avLst/>
            </a:prstGeom>
            <a:blipFill>
              <a:blip r:embed="rId5" cstate="print"/>
              <a:stretch>
                <a:fillRect/>
              </a:stretch>
            </a:blipFill>
          </p:spPr>
          <p:txBody>
            <a:bodyPr wrap="square" lIns="0" tIns="0" rIns="0" bIns="0" rtlCol="0"/>
            <a:lstStyle/>
            <a:p>
              <a:endParaRPr/>
            </a:p>
          </p:txBody>
        </p:sp>
      </p:grpSp>
      <p:grpSp>
        <p:nvGrpSpPr>
          <p:cNvPr id="11" name="object 11"/>
          <p:cNvGrpSpPr/>
          <p:nvPr/>
        </p:nvGrpSpPr>
        <p:grpSpPr>
          <a:xfrm>
            <a:off x="-12700" y="0"/>
            <a:ext cx="9152255" cy="6765925"/>
            <a:chOff x="-12700" y="0"/>
            <a:chExt cx="9152255" cy="6765925"/>
          </a:xfrm>
        </p:grpSpPr>
        <p:sp>
          <p:nvSpPr>
            <p:cNvPr id="12" name="object 12"/>
            <p:cNvSpPr/>
            <p:nvPr/>
          </p:nvSpPr>
          <p:spPr>
            <a:xfrm>
              <a:off x="0" y="0"/>
              <a:ext cx="9126855" cy="6740525"/>
            </a:xfrm>
            <a:custGeom>
              <a:avLst/>
              <a:gdLst/>
              <a:ahLst/>
              <a:cxnLst/>
              <a:rect l="l" t="t" r="r" b="b"/>
              <a:pathLst>
                <a:path w="9126855" h="6740525">
                  <a:moveTo>
                    <a:pt x="0" y="6740520"/>
                  </a:moveTo>
                  <a:lnTo>
                    <a:pt x="9126533" y="6740520"/>
                  </a:lnTo>
                  <a:lnTo>
                    <a:pt x="9126533" y="0"/>
                  </a:lnTo>
                  <a:lnTo>
                    <a:pt x="0" y="0"/>
                  </a:lnTo>
                  <a:lnTo>
                    <a:pt x="0" y="6740520"/>
                  </a:lnTo>
                  <a:close/>
                </a:path>
              </a:pathLst>
            </a:custGeom>
            <a:solidFill>
              <a:srgbClr val="000000">
                <a:alpha val="85096"/>
              </a:srgbClr>
            </a:solidFill>
          </p:spPr>
          <p:txBody>
            <a:bodyPr wrap="square" lIns="0" tIns="0" rIns="0" bIns="0" rtlCol="0"/>
            <a:lstStyle/>
            <a:p>
              <a:endParaRPr/>
            </a:p>
          </p:txBody>
        </p:sp>
        <p:sp>
          <p:nvSpPr>
            <p:cNvPr id="13" name="object 13"/>
            <p:cNvSpPr/>
            <p:nvPr/>
          </p:nvSpPr>
          <p:spPr>
            <a:xfrm>
              <a:off x="0" y="0"/>
              <a:ext cx="9126855" cy="6740525"/>
            </a:xfrm>
            <a:custGeom>
              <a:avLst/>
              <a:gdLst/>
              <a:ahLst/>
              <a:cxnLst/>
              <a:rect l="l" t="t" r="r" b="b"/>
              <a:pathLst>
                <a:path w="9126855" h="6740525">
                  <a:moveTo>
                    <a:pt x="0" y="6740520"/>
                  </a:moveTo>
                  <a:lnTo>
                    <a:pt x="9126533" y="6740520"/>
                  </a:lnTo>
                  <a:lnTo>
                    <a:pt x="9126533" y="0"/>
                  </a:lnTo>
                </a:path>
              </a:pathLst>
            </a:custGeom>
            <a:ln w="25399">
              <a:solidFill>
                <a:srgbClr val="C00000"/>
              </a:solidFill>
            </a:ln>
          </p:spPr>
          <p:txBody>
            <a:bodyPr wrap="square" lIns="0" tIns="0" rIns="0" bIns="0" rtlCol="0"/>
            <a:lstStyle/>
            <a:p>
              <a:endParaRPr/>
            </a:p>
          </p:txBody>
        </p:sp>
        <p:sp>
          <p:nvSpPr>
            <p:cNvPr id="14" name="object 14"/>
            <p:cNvSpPr/>
            <p:nvPr/>
          </p:nvSpPr>
          <p:spPr>
            <a:xfrm>
              <a:off x="469904" y="2017776"/>
              <a:ext cx="678180" cy="819150"/>
            </a:xfrm>
            <a:custGeom>
              <a:avLst/>
              <a:gdLst/>
              <a:ahLst/>
              <a:cxnLst/>
              <a:rect l="l" t="t" r="r" b="b"/>
              <a:pathLst>
                <a:path w="678180" h="819150">
                  <a:moveTo>
                    <a:pt x="338934" y="0"/>
                  </a:moveTo>
                  <a:lnTo>
                    <a:pt x="296416" y="3189"/>
                  </a:lnTo>
                  <a:lnTo>
                    <a:pt x="255475" y="12501"/>
                  </a:lnTo>
                  <a:lnTo>
                    <a:pt x="216428" y="27553"/>
                  </a:lnTo>
                  <a:lnTo>
                    <a:pt x="179593" y="47962"/>
                  </a:lnTo>
                  <a:lnTo>
                    <a:pt x="145287" y="73346"/>
                  </a:lnTo>
                  <a:lnTo>
                    <a:pt x="113829" y="103322"/>
                  </a:lnTo>
                  <a:lnTo>
                    <a:pt x="85534" y="137506"/>
                  </a:lnTo>
                  <a:lnTo>
                    <a:pt x="60722" y="175516"/>
                  </a:lnTo>
                  <a:lnTo>
                    <a:pt x="39708" y="216970"/>
                  </a:lnTo>
                  <a:lnTo>
                    <a:pt x="22812" y="261484"/>
                  </a:lnTo>
                  <a:lnTo>
                    <a:pt x="10350" y="308675"/>
                  </a:lnTo>
                  <a:lnTo>
                    <a:pt x="2640" y="358161"/>
                  </a:lnTo>
                  <a:lnTo>
                    <a:pt x="0" y="409559"/>
                  </a:lnTo>
                  <a:lnTo>
                    <a:pt x="2640" y="460934"/>
                  </a:lnTo>
                  <a:lnTo>
                    <a:pt x="10350" y="510405"/>
                  </a:lnTo>
                  <a:lnTo>
                    <a:pt x="22812" y="557589"/>
                  </a:lnTo>
                  <a:lnTo>
                    <a:pt x="39708" y="602102"/>
                  </a:lnTo>
                  <a:lnTo>
                    <a:pt x="60722" y="643559"/>
                  </a:lnTo>
                  <a:lnTo>
                    <a:pt x="85534" y="681577"/>
                  </a:lnTo>
                  <a:lnTo>
                    <a:pt x="113829" y="715772"/>
                  </a:lnTo>
                  <a:lnTo>
                    <a:pt x="145287" y="745760"/>
                  </a:lnTo>
                  <a:lnTo>
                    <a:pt x="179593" y="771156"/>
                  </a:lnTo>
                  <a:lnTo>
                    <a:pt x="216428" y="791577"/>
                  </a:lnTo>
                  <a:lnTo>
                    <a:pt x="255475" y="806639"/>
                  </a:lnTo>
                  <a:lnTo>
                    <a:pt x="296416" y="815958"/>
                  </a:lnTo>
                  <a:lnTo>
                    <a:pt x="338934" y="819149"/>
                  </a:lnTo>
                  <a:lnTo>
                    <a:pt x="381447" y="815958"/>
                  </a:lnTo>
                  <a:lnTo>
                    <a:pt x="422384" y="806639"/>
                  </a:lnTo>
                  <a:lnTo>
                    <a:pt x="461429" y="791577"/>
                  </a:lnTo>
                  <a:lnTo>
                    <a:pt x="498262" y="771156"/>
                  </a:lnTo>
                  <a:lnTo>
                    <a:pt x="532567" y="745760"/>
                  </a:lnTo>
                  <a:lnTo>
                    <a:pt x="564026" y="715772"/>
                  </a:lnTo>
                  <a:lnTo>
                    <a:pt x="592320" y="681577"/>
                  </a:lnTo>
                  <a:lnTo>
                    <a:pt x="617134" y="643559"/>
                  </a:lnTo>
                  <a:lnTo>
                    <a:pt x="638148" y="602102"/>
                  </a:lnTo>
                  <a:lnTo>
                    <a:pt x="655045" y="557589"/>
                  </a:lnTo>
                  <a:lnTo>
                    <a:pt x="667508" y="510405"/>
                  </a:lnTo>
                  <a:lnTo>
                    <a:pt x="675219" y="460934"/>
                  </a:lnTo>
                  <a:lnTo>
                    <a:pt x="677859" y="409559"/>
                  </a:lnTo>
                  <a:lnTo>
                    <a:pt x="675219" y="358161"/>
                  </a:lnTo>
                  <a:lnTo>
                    <a:pt x="667508" y="308675"/>
                  </a:lnTo>
                  <a:lnTo>
                    <a:pt x="655045" y="261484"/>
                  </a:lnTo>
                  <a:lnTo>
                    <a:pt x="638148" y="216970"/>
                  </a:lnTo>
                  <a:lnTo>
                    <a:pt x="617134" y="175516"/>
                  </a:lnTo>
                  <a:lnTo>
                    <a:pt x="592320" y="137506"/>
                  </a:lnTo>
                  <a:lnTo>
                    <a:pt x="564026" y="103322"/>
                  </a:lnTo>
                  <a:lnTo>
                    <a:pt x="532567" y="73346"/>
                  </a:lnTo>
                  <a:lnTo>
                    <a:pt x="498262" y="47962"/>
                  </a:lnTo>
                  <a:lnTo>
                    <a:pt x="461429" y="27553"/>
                  </a:lnTo>
                  <a:lnTo>
                    <a:pt x="422384" y="12501"/>
                  </a:lnTo>
                  <a:lnTo>
                    <a:pt x="381447" y="3189"/>
                  </a:lnTo>
                  <a:lnTo>
                    <a:pt x="338934" y="0"/>
                  </a:lnTo>
                  <a:close/>
                </a:path>
              </a:pathLst>
            </a:custGeom>
            <a:solidFill>
              <a:srgbClr val="00AFF0"/>
            </a:solidFill>
          </p:spPr>
          <p:txBody>
            <a:bodyPr wrap="square" lIns="0" tIns="0" rIns="0" bIns="0" rtlCol="0"/>
            <a:lstStyle/>
            <a:p>
              <a:endParaRPr/>
            </a:p>
          </p:txBody>
        </p:sp>
        <p:sp>
          <p:nvSpPr>
            <p:cNvPr id="15" name="object 15"/>
            <p:cNvSpPr/>
            <p:nvPr/>
          </p:nvSpPr>
          <p:spPr>
            <a:xfrm>
              <a:off x="469904" y="2017776"/>
              <a:ext cx="678180" cy="819150"/>
            </a:xfrm>
            <a:custGeom>
              <a:avLst/>
              <a:gdLst/>
              <a:ahLst/>
              <a:cxnLst/>
              <a:rect l="l" t="t" r="r" b="b"/>
              <a:pathLst>
                <a:path w="678180" h="819150">
                  <a:moveTo>
                    <a:pt x="0" y="409559"/>
                  </a:moveTo>
                  <a:lnTo>
                    <a:pt x="2640" y="358161"/>
                  </a:lnTo>
                  <a:lnTo>
                    <a:pt x="10350" y="308675"/>
                  </a:lnTo>
                  <a:lnTo>
                    <a:pt x="22812" y="261484"/>
                  </a:lnTo>
                  <a:lnTo>
                    <a:pt x="39708" y="216970"/>
                  </a:lnTo>
                  <a:lnTo>
                    <a:pt x="60722" y="175516"/>
                  </a:lnTo>
                  <a:lnTo>
                    <a:pt x="85534" y="137506"/>
                  </a:lnTo>
                  <a:lnTo>
                    <a:pt x="113829" y="103322"/>
                  </a:lnTo>
                  <a:lnTo>
                    <a:pt x="145287" y="73346"/>
                  </a:lnTo>
                  <a:lnTo>
                    <a:pt x="179593" y="47962"/>
                  </a:lnTo>
                  <a:lnTo>
                    <a:pt x="216428" y="27553"/>
                  </a:lnTo>
                  <a:lnTo>
                    <a:pt x="255475" y="12501"/>
                  </a:lnTo>
                  <a:lnTo>
                    <a:pt x="296416" y="3189"/>
                  </a:lnTo>
                  <a:lnTo>
                    <a:pt x="338934" y="0"/>
                  </a:lnTo>
                  <a:lnTo>
                    <a:pt x="381447" y="3189"/>
                  </a:lnTo>
                  <a:lnTo>
                    <a:pt x="422384" y="12501"/>
                  </a:lnTo>
                  <a:lnTo>
                    <a:pt x="461429" y="27553"/>
                  </a:lnTo>
                  <a:lnTo>
                    <a:pt x="498262" y="47962"/>
                  </a:lnTo>
                  <a:lnTo>
                    <a:pt x="532567" y="73346"/>
                  </a:lnTo>
                  <a:lnTo>
                    <a:pt x="564026" y="103322"/>
                  </a:lnTo>
                  <a:lnTo>
                    <a:pt x="592320" y="137506"/>
                  </a:lnTo>
                  <a:lnTo>
                    <a:pt x="617134" y="175516"/>
                  </a:lnTo>
                  <a:lnTo>
                    <a:pt x="638148" y="216970"/>
                  </a:lnTo>
                  <a:lnTo>
                    <a:pt x="655045" y="261484"/>
                  </a:lnTo>
                  <a:lnTo>
                    <a:pt x="667508" y="308675"/>
                  </a:lnTo>
                  <a:lnTo>
                    <a:pt x="675219" y="358161"/>
                  </a:lnTo>
                  <a:lnTo>
                    <a:pt x="677859" y="409559"/>
                  </a:lnTo>
                  <a:lnTo>
                    <a:pt x="675219" y="460934"/>
                  </a:lnTo>
                  <a:lnTo>
                    <a:pt x="667508" y="510405"/>
                  </a:lnTo>
                  <a:lnTo>
                    <a:pt x="655045" y="557589"/>
                  </a:lnTo>
                  <a:lnTo>
                    <a:pt x="638148" y="602102"/>
                  </a:lnTo>
                  <a:lnTo>
                    <a:pt x="617134" y="643559"/>
                  </a:lnTo>
                  <a:lnTo>
                    <a:pt x="592320" y="681577"/>
                  </a:lnTo>
                  <a:lnTo>
                    <a:pt x="564026" y="715772"/>
                  </a:lnTo>
                  <a:lnTo>
                    <a:pt x="532567" y="745760"/>
                  </a:lnTo>
                  <a:lnTo>
                    <a:pt x="498262" y="771156"/>
                  </a:lnTo>
                  <a:lnTo>
                    <a:pt x="461429" y="791577"/>
                  </a:lnTo>
                  <a:lnTo>
                    <a:pt x="422384" y="806639"/>
                  </a:lnTo>
                  <a:lnTo>
                    <a:pt x="381447" y="815958"/>
                  </a:lnTo>
                  <a:lnTo>
                    <a:pt x="338934" y="819149"/>
                  </a:lnTo>
                  <a:lnTo>
                    <a:pt x="296416" y="815958"/>
                  </a:lnTo>
                  <a:lnTo>
                    <a:pt x="255475" y="806639"/>
                  </a:lnTo>
                  <a:lnTo>
                    <a:pt x="216428" y="791577"/>
                  </a:lnTo>
                  <a:lnTo>
                    <a:pt x="179593" y="771156"/>
                  </a:lnTo>
                  <a:lnTo>
                    <a:pt x="145287" y="745760"/>
                  </a:lnTo>
                  <a:lnTo>
                    <a:pt x="113829" y="715772"/>
                  </a:lnTo>
                  <a:lnTo>
                    <a:pt x="85534" y="681577"/>
                  </a:lnTo>
                  <a:lnTo>
                    <a:pt x="60722" y="643559"/>
                  </a:lnTo>
                  <a:lnTo>
                    <a:pt x="39708" y="602102"/>
                  </a:lnTo>
                  <a:lnTo>
                    <a:pt x="22812" y="557589"/>
                  </a:lnTo>
                  <a:lnTo>
                    <a:pt x="10350" y="510405"/>
                  </a:lnTo>
                  <a:lnTo>
                    <a:pt x="2640" y="460934"/>
                  </a:lnTo>
                  <a:lnTo>
                    <a:pt x="0" y="409559"/>
                  </a:lnTo>
                  <a:close/>
                </a:path>
              </a:pathLst>
            </a:custGeom>
            <a:ln w="25399">
              <a:solidFill>
                <a:srgbClr val="000000"/>
              </a:solidFill>
            </a:ln>
          </p:spPr>
          <p:txBody>
            <a:bodyPr wrap="square" lIns="0" tIns="0" rIns="0" bIns="0" rtlCol="0"/>
            <a:lstStyle/>
            <a:p>
              <a:endParaRPr/>
            </a:p>
          </p:txBody>
        </p:sp>
      </p:grpSp>
      <p:sp>
        <p:nvSpPr>
          <p:cNvPr id="16" name="object 16"/>
          <p:cNvSpPr txBox="1">
            <a:spLocks noGrp="1"/>
          </p:cNvSpPr>
          <p:nvPr>
            <p:ph type="title"/>
          </p:nvPr>
        </p:nvSpPr>
        <p:spPr>
          <a:xfrm>
            <a:off x="536857" y="151251"/>
            <a:ext cx="7850505" cy="1244600"/>
          </a:xfrm>
          <a:prstGeom prst="rect">
            <a:avLst/>
          </a:prstGeom>
        </p:spPr>
        <p:txBody>
          <a:bodyPr vert="horz" wrap="square" lIns="0" tIns="12065" rIns="0" bIns="0" rtlCol="0">
            <a:spAutoFit/>
          </a:bodyPr>
          <a:lstStyle/>
          <a:p>
            <a:pPr marL="1689100" marR="5080" indent="-1677035">
              <a:lnSpc>
                <a:spcPct val="100000"/>
              </a:lnSpc>
              <a:spcBef>
                <a:spcPts val="95"/>
              </a:spcBef>
              <a:tabLst>
                <a:tab pos="1129030" algn="l"/>
                <a:tab pos="2807335" algn="l"/>
                <a:tab pos="4203700" algn="l"/>
                <a:tab pos="4762500" algn="l"/>
                <a:tab pos="5601970" algn="l"/>
                <a:tab pos="6999605" algn="l"/>
              </a:tabLst>
            </a:pPr>
            <a:r>
              <a:rPr sz="4000" b="0" spc="-204" dirty="0">
                <a:latin typeface="Courier New"/>
                <a:cs typeface="Courier New"/>
              </a:rPr>
              <a:t>Q7:</a:t>
            </a:r>
            <a:r>
              <a:rPr sz="4000" b="0" spc="-204" dirty="0">
                <a:latin typeface="Times New Roman"/>
                <a:cs typeface="Times New Roman"/>
              </a:rPr>
              <a:t>	</a:t>
            </a:r>
            <a:r>
              <a:rPr sz="4000" b="0" spc="-195" dirty="0">
                <a:latin typeface="Courier New"/>
                <a:cs typeface="Courier New"/>
              </a:rPr>
              <a:t>W</a:t>
            </a:r>
            <a:r>
              <a:rPr sz="4000" b="0" spc="-204" dirty="0">
                <a:latin typeface="Courier New"/>
                <a:cs typeface="Courier New"/>
              </a:rPr>
              <a:t>hich</a:t>
            </a:r>
            <a:r>
              <a:rPr sz="4000" b="0" dirty="0">
                <a:latin typeface="Times New Roman"/>
                <a:cs typeface="Times New Roman"/>
              </a:rPr>
              <a:t>	</a:t>
            </a:r>
            <a:r>
              <a:rPr sz="4000" b="0" spc="-204" dirty="0">
                <a:latin typeface="Courier New"/>
                <a:cs typeface="Courier New"/>
              </a:rPr>
              <a:t>symb</a:t>
            </a:r>
            <a:r>
              <a:rPr sz="4000" b="0" spc="-195" dirty="0">
                <a:latin typeface="Courier New"/>
                <a:cs typeface="Courier New"/>
              </a:rPr>
              <a:t>o</a:t>
            </a:r>
            <a:r>
              <a:rPr sz="4000" b="0" spc="-204" dirty="0">
                <a:latin typeface="Courier New"/>
                <a:cs typeface="Courier New"/>
              </a:rPr>
              <a:t>l</a:t>
            </a:r>
            <a:r>
              <a:rPr sz="4000" b="0" dirty="0">
                <a:latin typeface="Times New Roman"/>
                <a:cs typeface="Times New Roman"/>
              </a:rPr>
              <a:t>	</a:t>
            </a:r>
            <a:r>
              <a:rPr sz="4000" b="0" spc="-204" dirty="0">
                <a:latin typeface="Courier New"/>
                <a:cs typeface="Courier New"/>
              </a:rPr>
              <a:t>is</a:t>
            </a:r>
            <a:r>
              <a:rPr sz="4000" b="0" dirty="0">
                <a:latin typeface="Times New Roman"/>
                <a:cs typeface="Times New Roman"/>
              </a:rPr>
              <a:t>	</a:t>
            </a:r>
            <a:r>
              <a:rPr sz="4000" b="0" spc="-204" dirty="0">
                <a:latin typeface="Courier New"/>
                <a:cs typeface="Courier New"/>
              </a:rPr>
              <a:t>used</a:t>
            </a:r>
            <a:r>
              <a:rPr sz="4000" b="0" dirty="0">
                <a:latin typeface="Times New Roman"/>
                <a:cs typeface="Times New Roman"/>
              </a:rPr>
              <a:t>	</a:t>
            </a:r>
            <a:r>
              <a:rPr sz="4000" b="0" spc="-204" dirty="0">
                <a:latin typeface="Courier New"/>
                <a:cs typeface="Courier New"/>
              </a:rPr>
              <a:t>for </a:t>
            </a:r>
            <a:r>
              <a:rPr sz="4000" b="0" spc="-85" dirty="0">
                <a:latin typeface="Times New Roman"/>
                <a:cs typeface="Times New Roman"/>
              </a:rPr>
              <a:t> </a:t>
            </a:r>
            <a:r>
              <a:rPr sz="4000" b="0" spc="-204" dirty="0">
                <a:latin typeface="Courier New"/>
                <a:cs typeface="Courier New"/>
              </a:rPr>
              <a:t>decision</a:t>
            </a:r>
            <a:r>
              <a:rPr sz="4000" b="0" spc="-204" dirty="0">
                <a:latin typeface="Times New Roman"/>
                <a:cs typeface="Times New Roman"/>
              </a:rPr>
              <a:t>	</a:t>
            </a:r>
            <a:r>
              <a:rPr sz="4000" b="0" spc="-204" dirty="0">
                <a:latin typeface="Courier New"/>
                <a:cs typeface="Courier New"/>
              </a:rPr>
              <a:t>making?</a:t>
            </a:r>
            <a:endParaRPr sz="4000">
              <a:latin typeface="Courier New"/>
              <a:cs typeface="Courier New"/>
            </a:endParaRPr>
          </a:p>
        </p:txBody>
      </p:sp>
      <p:grpSp>
        <p:nvGrpSpPr>
          <p:cNvPr id="17" name="object 17"/>
          <p:cNvGrpSpPr/>
          <p:nvPr/>
        </p:nvGrpSpPr>
        <p:grpSpPr>
          <a:xfrm>
            <a:off x="474659" y="2906765"/>
            <a:ext cx="685800" cy="2716530"/>
            <a:chOff x="474659" y="2906765"/>
            <a:chExt cx="685800" cy="2716530"/>
          </a:xfrm>
        </p:grpSpPr>
        <p:sp>
          <p:nvSpPr>
            <p:cNvPr id="18" name="object 18"/>
            <p:cNvSpPr/>
            <p:nvPr/>
          </p:nvSpPr>
          <p:spPr>
            <a:xfrm>
              <a:off x="487359" y="2919465"/>
              <a:ext cx="650875" cy="838200"/>
            </a:xfrm>
            <a:custGeom>
              <a:avLst/>
              <a:gdLst/>
              <a:ahLst/>
              <a:cxnLst/>
              <a:rect l="l" t="t" r="r" b="b"/>
              <a:pathLst>
                <a:path w="650875" h="838200">
                  <a:moveTo>
                    <a:pt x="325444" y="0"/>
                  </a:moveTo>
                  <a:lnTo>
                    <a:pt x="284621" y="3264"/>
                  </a:lnTo>
                  <a:lnTo>
                    <a:pt x="245311" y="12795"/>
                  </a:lnTo>
                  <a:lnTo>
                    <a:pt x="207819" y="28202"/>
                  </a:lnTo>
                  <a:lnTo>
                    <a:pt x="172451" y="49091"/>
                  </a:lnTo>
                  <a:lnTo>
                    <a:pt x="139511" y="75071"/>
                  </a:lnTo>
                  <a:lnTo>
                    <a:pt x="109303" y="105749"/>
                  </a:lnTo>
                  <a:lnTo>
                    <a:pt x="82134" y="140733"/>
                  </a:lnTo>
                  <a:lnTo>
                    <a:pt x="58308" y="179631"/>
                  </a:lnTo>
                  <a:lnTo>
                    <a:pt x="38130" y="222050"/>
                  </a:lnTo>
                  <a:lnTo>
                    <a:pt x="21906" y="267599"/>
                  </a:lnTo>
                  <a:lnTo>
                    <a:pt x="9939" y="315885"/>
                  </a:lnTo>
                  <a:lnTo>
                    <a:pt x="2535" y="366516"/>
                  </a:lnTo>
                  <a:lnTo>
                    <a:pt x="0" y="419099"/>
                  </a:lnTo>
                  <a:lnTo>
                    <a:pt x="2535" y="471659"/>
                  </a:lnTo>
                  <a:lnTo>
                    <a:pt x="9939" y="522274"/>
                  </a:lnTo>
                  <a:lnTo>
                    <a:pt x="21906" y="570550"/>
                  </a:lnTo>
                  <a:lnTo>
                    <a:pt x="38130" y="616095"/>
                  </a:lnTo>
                  <a:lnTo>
                    <a:pt x="58308" y="658515"/>
                  </a:lnTo>
                  <a:lnTo>
                    <a:pt x="82134" y="697417"/>
                  </a:lnTo>
                  <a:lnTo>
                    <a:pt x="109303" y="732408"/>
                  </a:lnTo>
                  <a:lnTo>
                    <a:pt x="139511" y="763095"/>
                  </a:lnTo>
                  <a:lnTo>
                    <a:pt x="172451" y="789084"/>
                  </a:lnTo>
                  <a:lnTo>
                    <a:pt x="207819" y="809982"/>
                  </a:lnTo>
                  <a:lnTo>
                    <a:pt x="245311" y="825396"/>
                  </a:lnTo>
                  <a:lnTo>
                    <a:pt x="284621" y="834933"/>
                  </a:lnTo>
                  <a:lnTo>
                    <a:pt x="325444" y="838199"/>
                  </a:lnTo>
                  <a:lnTo>
                    <a:pt x="366264" y="834933"/>
                  </a:lnTo>
                  <a:lnTo>
                    <a:pt x="405572" y="825396"/>
                  </a:lnTo>
                  <a:lnTo>
                    <a:pt x="443062" y="809982"/>
                  </a:lnTo>
                  <a:lnTo>
                    <a:pt x="478429" y="789084"/>
                  </a:lnTo>
                  <a:lnTo>
                    <a:pt x="511368" y="763095"/>
                  </a:lnTo>
                  <a:lnTo>
                    <a:pt x="541575" y="732408"/>
                  </a:lnTo>
                  <a:lnTo>
                    <a:pt x="568744" y="697417"/>
                  </a:lnTo>
                  <a:lnTo>
                    <a:pt x="592569" y="658515"/>
                  </a:lnTo>
                  <a:lnTo>
                    <a:pt x="612747" y="616095"/>
                  </a:lnTo>
                  <a:lnTo>
                    <a:pt x="628972" y="570550"/>
                  </a:lnTo>
                  <a:lnTo>
                    <a:pt x="640939" y="522274"/>
                  </a:lnTo>
                  <a:lnTo>
                    <a:pt x="648343" y="471659"/>
                  </a:lnTo>
                  <a:lnTo>
                    <a:pt x="650879" y="419099"/>
                  </a:lnTo>
                  <a:lnTo>
                    <a:pt x="648343" y="366516"/>
                  </a:lnTo>
                  <a:lnTo>
                    <a:pt x="640939" y="315885"/>
                  </a:lnTo>
                  <a:lnTo>
                    <a:pt x="628972" y="267599"/>
                  </a:lnTo>
                  <a:lnTo>
                    <a:pt x="612747" y="222050"/>
                  </a:lnTo>
                  <a:lnTo>
                    <a:pt x="592569" y="179631"/>
                  </a:lnTo>
                  <a:lnTo>
                    <a:pt x="568744" y="140733"/>
                  </a:lnTo>
                  <a:lnTo>
                    <a:pt x="541575" y="105749"/>
                  </a:lnTo>
                  <a:lnTo>
                    <a:pt x="511368" y="75071"/>
                  </a:lnTo>
                  <a:lnTo>
                    <a:pt x="478429" y="49091"/>
                  </a:lnTo>
                  <a:lnTo>
                    <a:pt x="443062" y="28202"/>
                  </a:lnTo>
                  <a:lnTo>
                    <a:pt x="405572" y="12795"/>
                  </a:lnTo>
                  <a:lnTo>
                    <a:pt x="366264" y="3264"/>
                  </a:lnTo>
                  <a:lnTo>
                    <a:pt x="325444" y="0"/>
                  </a:lnTo>
                  <a:close/>
                </a:path>
              </a:pathLst>
            </a:custGeom>
            <a:solidFill>
              <a:srgbClr val="00AFF0"/>
            </a:solidFill>
          </p:spPr>
          <p:txBody>
            <a:bodyPr wrap="square" lIns="0" tIns="0" rIns="0" bIns="0" rtlCol="0"/>
            <a:lstStyle/>
            <a:p>
              <a:endParaRPr/>
            </a:p>
          </p:txBody>
        </p:sp>
        <p:sp>
          <p:nvSpPr>
            <p:cNvPr id="19" name="object 19"/>
            <p:cNvSpPr/>
            <p:nvPr/>
          </p:nvSpPr>
          <p:spPr>
            <a:xfrm>
              <a:off x="487359" y="2919465"/>
              <a:ext cx="650875" cy="838200"/>
            </a:xfrm>
            <a:custGeom>
              <a:avLst/>
              <a:gdLst/>
              <a:ahLst/>
              <a:cxnLst/>
              <a:rect l="l" t="t" r="r" b="b"/>
              <a:pathLst>
                <a:path w="650875" h="838200">
                  <a:moveTo>
                    <a:pt x="0" y="419099"/>
                  </a:moveTo>
                  <a:lnTo>
                    <a:pt x="2535" y="366516"/>
                  </a:lnTo>
                  <a:lnTo>
                    <a:pt x="9939" y="315885"/>
                  </a:lnTo>
                  <a:lnTo>
                    <a:pt x="21906" y="267599"/>
                  </a:lnTo>
                  <a:lnTo>
                    <a:pt x="38130" y="222050"/>
                  </a:lnTo>
                  <a:lnTo>
                    <a:pt x="58308" y="179631"/>
                  </a:lnTo>
                  <a:lnTo>
                    <a:pt x="82134" y="140733"/>
                  </a:lnTo>
                  <a:lnTo>
                    <a:pt x="109303" y="105749"/>
                  </a:lnTo>
                  <a:lnTo>
                    <a:pt x="139511" y="75071"/>
                  </a:lnTo>
                  <a:lnTo>
                    <a:pt x="172451" y="49091"/>
                  </a:lnTo>
                  <a:lnTo>
                    <a:pt x="207819" y="28202"/>
                  </a:lnTo>
                  <a:lnTo>
                    <a:pt x="245311" y="12795"/>
                  </a:lnTo>
                  <a:lnTo>
                    <a:pt x="284621" y="3264"/>
                  </a:lnTo>
                  <a:lnTo>
                    <a:pt x="325444" y="0"/>
                  </a:lnTo>
                  <a:lnTo>
                    <a:pt x="366264" y="3264"/>
                  </a:lnTo>
                  <a:lnTo>
                    <a:pt x="405572" y="12795"/>
                  </a:lnTo>
                  <a:lnTo>
                    <a:pt x="443062" y="28202"/>
                  </a:lnTo>
                  <a:lnTo>
                    <a:pt x="478429" y="49091"/>
                  </a:lnTo>
                  <a:lnTo>
                    <a:pt x="511368" y="75071"/>
                  </a:lnTo>
                  <a:lnTo>
                    <a:pt x="541575" y="105749"/>
                  </a:lnTo>
                  <a:lnTo>
                    <a:pt x="568744" y="140733"/>
                  </a:lnTo>
                  <a:lnTo>
                    <a:pt x="592569" y="179631"/>
                  </a:lnTo>
                  <a:lnTo>
                    <a:pt x="612747" y="222050"/>
                  </a:lnTo>
                  <a:lnTo>
                    <a:pt x="628972" y="267599"/>
                  </a:lnTo>
                  <a:lnTo>
                    <a:pt x="640939" y="315885"/>
                  </a:lnTo>
                  <a:lnTo>
                    <a:pt x="648343" y="366516"/>
                  </a:lnTo>
                  <a:lnTo>
                    <a:pt x="650879" y="419099"/>
                  </a:lnTo>
                  <a:lnTo>
                    <a:pt x="648343" y="471659"/>
                  </a:lnTo>
                  <a:lnTo>
                    <a:pt x="640939" y="522274"/>
                  </a:lnTo>
                  <a:lnTo>
                    <a:pt x="628972" y="570550"/>
                  </a:lnTo>
                  <a:lnTo>
                    <a:pt x="612747" y="616095"/>
                  </a:lnTo>
                  <a:lnTo>
                    <a:pt x="592569" y="658515"/>
                  </a:lnTo>
                  <a:lnTo>
                    <a:pt x="568744" y="697417"/>
                  </a:lnTo>
                  <a:lnTo>
                    <a:pt x="541575" y="732408"/>
                  </a:lnTo>
                  <a:lnTo>
                    <a:pt x="511368" y="763095"/>
                  </a:lnTo>
                  <a:lnTo>
                    <a:pt x="478429" y="789084"/>
                  </a:lnTo>
                  <a:lnTo>
                    <a:pt x="443062" y="809982"/>
                  </a:lnTo>
                  <a:lnTo>
                    <a:pt x="405572" y="825396"/>
                  </a:lnTo>
                  <a:lnTo>
                    <a:pt x="366264" y="834933"/>
                  </a:lnTo>
                  <a:lnTo>
                    <a:pt x="325444" y="838199"/>
                  </a:lnTo>
                  <a:lnTo>
                    <a:pt x="284621" y="834933"/>
                  </a:lnTo>
                  <a:lnTo>
                    <a:pt x="245311" y="825396"/>
                  </a:lnTo>
                  <a:lnTo>
                    <a:pt x="207819" y="809982"/>
                  </a:lnTo>
                  <a:lnTo>
                    <a:pt x="172451" y="789084"/>
                  </a:lnTo>
                  <a:lnTo>
                    <a:pt x="139511" y="763095"/>
                  </a:lnTo>
                  <a:lnTo>
                    <a:pt x="109303" y="732408"/>
                  </a:lnTo>
                  <a:lnTo>
                    <a:pt x="82134" y="697417"/>
                  </a:lnTo>
                  <a:lnTo>
                    <a:pt x="58308" y="658515"/>
                  </a:lnTo>
                  <a:lnTo>
                    <a:pt x="38130" y="616095"/>
                  </a:lnTo>
                  <a:lnTo>
                    <a:pt x="21906" y="570550"/>
                  </a:lnTo>
                  <a:lnTo>
                    <a:pt x="9939" y="522274"/>
                  </a:lnTo>
                  <a:lnTo>
                    <a:pt x="2535" y="471659"/>
                  </a:lnTo>
                  <a:lnTo>
                    <a:pt x="0" y="419099"/>
                  </a:lnTo>
                  <a:close/>
                </a:path>
              </a:pathLst>
            </a:custGeom>
            <a:ln w="25399">
              <a:solidFill>
                <a:srgbClr val="000000"/>
              </a:solidFill>
            </a:ln>
          </p:spPr>
          <p:txBody>
            <a:bodyPr wrap="square" lIns="0" tIns="0" rIns="0" bIns="0" rtlCol="0"/>
            <a:lstStyle/>
            <a:p>
              <a:endParaRPr/>
            </a:p>
          </p:txBody>
        </p:sp>
        <p:sp>
          <p:nvSpPr>
            <p:cNvPr id="20" name="object 20"/>
            <p:cNvSpPr/>
            <p:nvPr/>
          </p:nvSpPr>
          <p:spPr>
            <a:xfrm>
              <a:off x="504824" y="3857625"/>
              <a:ext cx="643255" cy="827405"/>
            </a:xfrm>
            <a:custGeom>
              <a:avLst/>
              <a:gdLst/>
              <a:ahLst/>
              <a:cxnLst/>
              <a:rect l="l" t="t" r="r" b="b"/>
              <a:pathLst>
                <a:path w="643255" h="827404">
                  <a:moveTo>
                    <a:pt x="321481" y="0"/>
                  </a:moveTo>
                  <a:lnTo>
                    <a:pt x="281156" y="3222"/>
                  </a:lnTo>
                  <a:lnTo>
                    <a:pt x="242325" y="12630"/>
                  </a:lnTo>
                  <a:lnTo>
                    <a:pt x="205290" y="27837"/>
                  </a:lnTo>
                  <a:lnTo>
                    <a:pt x="170353" y="48455"/>
                  </a:lnTo>
                  <a:lnTo>
                    <a:pt x="137813" y="74096"/>
                  </a:lnTo>
                  <a:lnTo>
                    <a:pt x="107974" y="104371"/>
                  </a:lnTo>
                  <a:lnTo>
                    <a:pt x="81135" y="138895"/>
                  </a:lnTo>
                  <a:lnTo>
                    <a:pt x="57599" y="177277"/>
                  </a:lnTo>
                  <a:lnTo>
                    <a:pt x="37667" y="219132"/>
                  </a:lnTo>
                  <a:lnTo>
                    <a:pt x="21639" y="264071"/>
                  </a:lnTo>
                  <a:lnTo>
                    <a:pt x="9818" y="311707"/>
                  </a:lnTo>
                  <a:lnTo>
                    <a:pt x="2504" y="361651"/>
                  </a:lnTo>
                  <a:lnTo>
                    <a:pt x="0" y="413516"/>
                  </a:lnTo>
                  <a:lnTo>
                    <a:pt x="2504" y="465404"/>
                  </a:lnTo>
                  <a:lnTo>
                    <a:pt x="9818" y="515363"/>
                  </a:lnTo>
                  <a:lnTo>
                    <a:pt x="21639" y="563007"/>
                  </a:lnTo>
                  <a:lnTo>
                    <a:pt x="37667" y="607949"/>
                  </a:lnTo>
                  <a:lnTo>
                    <a:pt x="57599" y="649802"/>
                  </a:lnTo>
                  <a:lnTo>
                    <a:pt x="81135" y="688179"/>
                  </a:lnTo>
                  <a:lnTo>
                    <a:pt x="107974" y="722694"/>
                  </a:lnTo>
                  <a:lnTo>
                    <a:pt x="137813" y="752960"/>
                  </a:lnTo>
                  <a:lnTo>
                    <a:pt x="170353" y="778590"/>
                  </a:lnTo>
                  <a:lnTo>
                    <a:pt x="205290" y="799198"/>
                  </a:lnTo>
                  <a:lnTo>
                    <a:pt x="242325" y="814396"/>
                  </a:lnTo>
                  <a:lnTo>
                    <a:pt x="281156" y="823799"/>
                  </a:lnTo>
                  <a:lnTo>
                    <a:pt x="321481" y="827019"/>
                  </a:lnTo>
                  <a:lnTo>
                    <a:pt x="361801" y="823799"/>
                  </a:lnTo>
                  <a:lnTo>
                    <a:pt x="400628" y="814396"/>
                  </a:lnTo>
                  <a:lnTo>
                    <a:pt x="437659" y="799198"/>
                  </a:lnTo>
                  <a:lnTo>
                    <a:pt x="472594" y="778590"/>
                  </a:lnTo>
                  <a:lnTo>
                    <a:pt x="505130" y="752960"/>
                  </a:lnTo>
                  <a:lnTo>
                    <a:pt x="534968" y="722694"/>
                  </a:lnTo>
                  <a:lnTo>
                    <a:pt x="561805" y="688179"/>
                  </a:lnTo>
                  <a:lnTo>
                    <a:pt x="585340" y="649802"/>
                  </a:lnTo>
                  <a:lnTo>
                    <a:pt x="605272" y="607949"/>
                  </a:lnTo>
                  <a:lnTo>
                    <a:pt x="621299" y="563007"/>
                  </a:lnTo>
                  <a:lnTo>
                    <a:pt x="633120" y="515363"/>
                  </a:lnTo>
                  <a:lnTo>
                    <a:pt x="640434" y="465404"/>
                  </a:lnTo>
                  <a:lnTo>
                    <a:pt x="642939" y="413516"/>
                  </a:lnTo>
                  <a:lnTo>
                    <a:pt x="640434" y="361651"/>
                  </a:lnTo>
                  <a:lnTo>
                    <a:pt x="633120" y="311707"/>
                  </a:lnTo>
                  <a:lnTo>
                    <a:pt x="621299" y="264071"/>
                  </a:lnTo>
                  <a:lnTo>
                    <a:pt x="605272" y="219132"/>
                  </a:lnTo>
                  <a:lnTo>
                    <a:pt x="585340" y="177277"/>
                  </a:lnTo>
                  <a:lnTo>
                    <a:pt x="561805" y="138895"/>
                  </a:lnTo>
                  <a:lnTo>
                    <a:pt x="534968" y="104371"/>
                  </a:lnTo>
                  <a:lnTo>
                    <a:pt x="505130" y="74096"/>
                  </a:lnTo>
                  <a:lnTo>
                    <a:pt x="472594" y="48455"/>
                  </a:lnTo>
                  <a:lnTo>
                    <a:pt x="437659" y="27837"/>
                  </a:lnTo>
                  <a:lnTo>
                    <a:pt x="400628" y="12630"/>
                  </a:lnTo>
                  <a:lnTo>
                    <a:pt x="361801" y="3222"/>
                  </a:lnTo>
                  <a:lnTo>
                    <a:pt x="321481" y="0"/>
                  </a:lnTo>
                  <a:close/>
                </a:path>
              </a:pathLst>
            </a:custGeom>
            <a:solidFill>
              <a:srgbClr val="00AFF0"/>
            </a:solidFill>
          </p:spPr>
          <p:txBody>
            <a:bodyPr wrap="square" lIns="0" tIns="0" rIns="0" bIns="0" rtlCol="0"/>
            <a:lstStyle/>
            <a:p>
              <a:endParaRPr/>
            </a:p>
          </p:txBody>
        </p:sp>
        <p:sp>
          <p:nvSpPr>
            <p:cNvPr id="21" name="object 21"/>
            <p:cNvSpPr/>
            <p:nvPr/>
          </p:nvSpPr>
          <p:spPr>
            <a:xfrm>
              <a:off x="504824" y="3857625"/>
              <a:ext cx="643255" cy="827405"/>
            </a:xfrm>
            <a:custGeom>
              <a:avLst/>
              <a:gdLst/>
              <a:ahLst/>
              <a:cxnLst/>
              <a:rect l="l" t="t" r="r" b="b"/>
              <a:pathLst>
                <a:path w="643255" h="827404">
                  <a:moveTo>
                    <a:pt x="0" y="413516"/>
                  </a:moveTo>
                  <a:lnTo>
                    <a:pt x="2504" y="361651"/>
                  </a:lnTo>
                  <a:lnTo>
                    <a:pt x="9818" y="311707"/>
                  </a:lnTo>
                  <a:lnTo>
                    <a:pt x="21639" y="264071"/>
                  </a:lnTo>
                  <a:lnTo>
                    <a:pt x="37667" y="219132"/>
                  </a:lnTo>
                  <a:lnTo>
                    <a:pt x="57599" y="177277"/>
                  </a:lnTo>
                  <a:lnTo>
                    <a:pt x="81135" y="138895"/>
                  </a:lnTo>
                  <a:lnTo>
                    <a:pt x="107974" y="104371"/>
                  </a:lnTo>
                  <a:lnTo>
                    <a:pt x="137813" y="74096"/>
                  </a:lnTo>
                  <a:lnTo>
                    <a:pt x="170353" y="48455"/>
                  </a:lnTo>
                  <a:lnTo>
                    <a:pt x="205290" y="27837"/>
                  </a:lnTo>
                  <a:lnTo>
                    <a:pt x="242325" y="12630"/>
                  </a:lnTo>
                  <a:lnTo>
                    <a:pt x="281156" y="3222"/>
                  </a:lnTo>
                  <a:lnTo>
                    <a:pt x="321481" y="0"/>
                  </a:lnTo>
                  <a:lnTo>
                    <a:pt x="361801" y="3222"/>
                  </a:lnTo>
                  <a:lnTo>
                    <a:pt x="400628" y="12630"/>
                  </a:lnTo>
                  <a:lnTo>
                    <a:pt x="437659" y="27837"/>
                  </a:lnTo>
                  <a:lnTo>
                    <a:pt x="472594" y="48455"/>
                  </a:lnTo>
                  <a:lnTo>
                    <a:pt x="505130" y="74096"/>
                  </a:lnTo>
                  <a:lnTo>
                    <a:pt x="534968" y="104371"/>
                  </a:lnTo>
                  <a:lnTo>
                    <a:pt x="561805" y="138895"/>
                  </a:lnTo>
                  <a:lnTo>
                    <a:pt x="585340" y="177277"/>
                  </a:lnTo>
                  <a:lnTo>
                    <a:pt x="605272" y="219132"/>
                  </a:lnTo>
                  <a:lnTo>
                    <a:pt x="621299" y="264071"/>
                  </a:lnTo>
                  <a:lnTo>
                    <a:pt x="633120" y="311707"/>
                  </a:lnTo>
                  <a:lnTo>
                    <a:pt x="640434" y="361651"/>
                  </a:lnTo>
                  <a:lnTo>
                    <a:pt x="642939" y="413516"/>
                  </a:lnTo>
                  <a:lnTo>
                    <a:pt x="640434" y="465404"/>
                  </a:lnTo>
                  <a:lnTo>
                    <a:pt x="633120" y="515363"/>
                  </a:lnTo>
                  <a:lnTo>
                    <a:pt x="621299" y="563007"/>
                  </a:lnTo>
                  <a:lnTo>
                    <a:pt x="605272" y="607949"/>
                  </a:lnTo>
                  <a:lnTo>
                    <a:pt x="585340" y="649802"/>
                  </a:lnTo>
                  <a:lnTo>
                    <a:pt x="561805" y="688179"/>
                  </a:lnTo>
                  <a:lnTo>
                    <a:pt x="534968" y="722694"/>
                  </a:lnTo>
                  <a:lnTo>
                    <a:pt x="505130" y="752960"/>
                  </a:lnTo>
                  <a:lnTo>
                    <a:pt x="472594" y="778590"/>
                  </a:lnTo>
                  <a:lnTo>
                    <a:pt x="437659" y="799198"/>
                  </a:lnTo>
                  <a:lnTo>
                    <a:pt x="400628" y="814396"/>
                  </a:lnTo>
                  <a:lnTo>
                    <a:pt x="361801" y="823799"/>
                  </a:lnTo>
                  <a:lnTo>
                    <a:pt x="321481" y="827019"/>
                  </a:lnTo>
                  <a:lnTo>
                    <a:pt x="281156" y="823799"/>
                  </a:lnTo>
                  <a:lnTo>
                    <a:pt x="242325" y="814396"/>
                  </a:lnTo>
                  <a:lnTo>
                    <a:pt x="205290" y="799198"/>
                  </a:lnTo>
                  <a:lnTo>
                    <a:pt x="170353" y="778590"/>
                  </a:lnTo>
                  <a:lnTo>
                    <a:pt x="137813" y="752960"/>
                  </a:lnTo>
                  <a:lnTo>
                    <a:pt x="107974" y="722694"/>
                  </a:lnTo>
                  <a:lnTo>
                    <a:pt x="81135" y="688179"/>
                  </a:lnTo>
                  <a:lnTo>
                    <a:pt x="57599" y="649802"/>
                  </a:lnTo>
                  <a:lnTo>
                    <a:pt x="37667" y="607949"/>
                  </a:lnTo>
                  <a:lnTo>
                    <a:pt x="21639" y="563007"/>
                  </a:lnTo>
                  <a:lnTo>
                    <a:pt x="9818" y="515363"/>
                  </a:lnTo>
                  <a:lnTo>
                    <a:pt x="2504" y="465404"/>
                  </a:lnTo>
                  <a:lnTo>
                    <a:pt x="0" y="413516"/>
                  </a:lnTo>
                  <a:close/>
                </a:path>
              </a:pathLst>
            </a:custGeom>
            <a:ln w="25399">
              <a:solidFill>
                <a:srgbClr val="000000"/>
              </a:solidFill>
            </a:ln>
          </p:spPr>
          <p:txBody>
            <a:bodyPr wrap="square" lIns="0" tIns="0" rIns="0" bIns="0" rtlCol="0"/>
            <a:lstStyle/>
            <a:p>
              <a:endParaRPr/>
            </a:p>
          </p:txBody>
        </p:sp>
        <p:sp>
          <p:nvSpPr>
            <p:cNvPr id="22" name="object 22"/>
            <p:cNvSpPr/>
            <p:nvPr/>
          </p:nvSpPr>
          <p:spPr>
            <a:xfrm>
              <a:off x="487359" y="4783205"/>
              <a:ext cx="643255" cy="827405"/>
            </a:xfrm>
            <a:custGeom>
              <a:avLst/>
              <a:gdLst/>
              <a:ahLst/>
              <a:cxnLst/>
              <a:rect l="l" t="t" r="r" b="b"/>
              <a:pathLst>
                <a:path w="643255" h="827404">
                  <a:moveTo>
                    <a:pt x="321478" y="0"/>
                  </a:moveTo>
                  <a:lnTo>
                    <a:pt x="281153" y="3220"/>
                  </a:lnTo>
                  <a:lnTo>
                    <a:pt x="242322" y="12622"/>
                  </a:lnTo>
                  <a:lnTo>
                    <a:pt x="205288" y="27821"/>
                  </a:lnTo>
                  <a:lnTo>
                    <a:pt x="170350" y="48429"/>
                  </a:lnTo>
                  <a:lnTo>
                    <a:pt x="137811" y="74059"/>
                  </a:lnTo>
                  <a:lnTo>
                    <a:pt x="107972" y="104325"/>
                  </a:lnTo>
                  <a:lnTo>
                    <a:pt x="81134" y="138840"/>
                  </a:lnTo>
                  <a:lnTo>
                    <a:pt x="57598" y="177217"/>
                  </a:lnTo>
                  <a:lnTo>
                    <a:pt x="37666" y="219070"/>
                  </a:lnTo>
                  <a:lnTo>
                    <a:pt x="21639" y="264012"/>
                  </a:lnTo>
                  <a:lnTo>
                    <a:pt x="9818" y="311656"/>
                  </a:lnTo>
                  <a:lnTo>
                    <a:pt x="2504" y="361615"/>
                  </a:lnTo>
                  <a:lnTo>
                    <a:pt x="0" y="413503"/>
                  </a:lnTo>
                  <a:lnTo>
                    <a:pt x="2504" y="465368"/>
                  </a:lnTo>
                  <a:lnTo>
                    <a:pt x="9818" y="515312"/>
                  </a:lnTo>
                  <a:lnTo>
                    <a:pt x="21639" y="562948"/>
                  </a:lnTo>
                  <a:lnTo>
                    <a:pt x="37666" y="607887"/>
                  </a:lnTo>
                  <a:lnTo>
                    <a:pt x="57598" y="649742"/>
                  </a:lnTo>
                  <a:lnTo>
                    <a:pt x="81134" y="688124"/>
                  </a:lnTo>
                  <a:lnTo>
                    <a:pt x="107972" y="722648"/>
                  </a:lnTo>
                  <a:lnTo>
                    <a:pt x="137811" y="752923"/>
                  </a:lnTo>
                  <a:lnTo>
                    <a:pt x="170350" y="778564"/>
                  </a:lnTo>
                  <a:lnTo>
                    <a:pt x="205288" y="799182"/>
                  </a:lnTo>
                  <a:lnTo>
                    <a:pt x="242322" y="814389"/>
                  </a:lnTo>
                  <a:lnTo>
                    <a:pt x="281153" y="823797"/>
                  </a:lnTo>
                  <a:lnTo>
                    <a:pt x="321478" y="827019"/>
                  </a:lnTo>
                  <a:lnTo>
                    <a:pt x="361801" y="823797"/>
                  </a:lnTo>
                  <a:lnTo>
                    <a:pt x="400629" y="814389"/>
                  </a:lnTo>
                  <a:lnTo>
                    <a:pt x="437661" y="799182"/>
                  </a:lnTo>
                  <a:lnTo>
                    <a:pt x="472596" y="778564"/>
                  </a:lnTo>
                  <a:lnTo>
                    <a:pt x="505133" y="752923"/>
                  </a:lnTo>
                  <a:lnTo>
                    <a:pt x="534970" y="722648"/>
                  </a:lnTo>
                  <a:lnTo>
                    <a:pt x="561806" y="688124"/>
                  </a:lnTo>
                  <a:lnTo>
                    <a:pt x="585340" y="649742"/>
                  </a:lnTo>
                  <a:lnTo>
                    <a:pt x="605271" y="607887"/>
                  </a:lnTo>
                  <a:lnTo>
                    <a:pt x="621297" y="562948"/>
                  </a:lnTo>
                  <a:lnTo>
                    <a:pt x="633118" y="515312"/>
                  </a:lnTo>
                  <a:lnTo>
                    <a:pt x="640431" y="465368"/>
                  </a:lnTo>
                  <a:lnTo>
                    <a:pt x="642935" y="413503"/>
                  </a:lnTo>
                  <a:lnTo>
                    <a:pt x="640431" y="361615"/>
                  </a:lnTo>
                  <a:lnTo>
                    <a:pt x="633118" y="311656"/>
                  </a:lnTo>
                  <a:lnTo>
                    <a:pt x="621297" y="264012"/>
                  </a:lnTo>
                  <a:lnTo>
                    <a:pt x="605271" y="219070"/>
                  </a:lnTo>
                  <a:lnTo>
                    <a:pt x="585340" y="177217"/>
                  </a:lnTo>
                  <a:lnTo>
                    <a:pt x="561806" y="138840"/>
                  </a:lnTo>
                  <a:lnTo>
                    <a:pt x="534970" y="104325"/>
                  </a:lnTo>
                  <a:lnTo>
                    <a:pt x="505133" y="74059"/>
                  </a:lnTo>
                  <a:lnTo>
                    <a:pt x="472596" y="48429"/>
                  </a:lnTo>
                  <a:lnTo>
                    <a:pt x="437661" y="27821"/>
                  </a:lnTo>
                  <a:lnTo>
                    <a:pt x="400629" y="12622"/>
                  </a:lnTo>
                  <a:lnTo>
                    <a:pt x="361801" y="3220"/>
                  </a:lnTo>
                  <a:lnTo>
                    <a:pt x="321478" y="0"/>
                  </a:lnTo>
                  <a:close/>
                </a:path>
              </a:pathLst>
            </a:custGeom>
            <a:solidFill>
              <a:srgbClr val="00AFF0"/>
            </a:solidFill>
          </p:spPr>
          <p:txBody>
            <a:bodyPr wrap="square" lIns="0" tIns="0" rIns="0" bIns="0" rtlCol="0"/>
            <a:lstStyle/>
            <a:p>
              <a:endParaRPr/>
            </a:p>
          </p:txBody>
        </p:sp>
        <p:sp>
          <p:nvSpPr>
            <p:cNvPr id="23" name="object 23"/>
            <p:cNvSpPr/>
            <p:nvPr/>
          </p:nvSpPr>
          <p:spPr>
            <a:xfrm>
              <a:off x="487359" y="4783205"/>
              <a:ext cx="643255" cy="827405"/>
            </a:xfrm>
            <a:custGeom>
              <a:avLst/>
              <a:gdLst/>
              <a:ahLst/>
              <a:cxnLst/>
              <a:rect l="l" t="t" r="r" b="b"/>
              <a:pathLst>
                <a:path w="643255" h="827404">
                  <a:moveTo>
                    <a:pt x="0" y="413503"/>
                  </a:moveTo>
                  <a:lnTo>
                    <a:pt x="2504" y="361615"/>
                  </a:lnTo>
                  <a:lnTo>
                    <a:pt x="9818" y="311656"/>
                  </a:lnTo>
                  <a:lnTo>
                    <a:pt x="21639" y="264012"/>
                  </a:lnTo>
                  <a:lnTo>
                    <a:pt x="37666" y="219070"/>
                  </a:lnTo>
                  <a:lnTo>
                    <a:pt x="57598" y="177217"/>
                  </a:lnTo>
                  <a:lnTo>
                    <a:pt x="81134" y="138840"/>
                  </a:lnTo>
                  <a:lnTo>
                    <a:pt x="107972" y="104325"/>
                  </a:lnTo>
                  <a:lnTo>
                    <a:pt x="137811" y="74059"/>
                  </a:lnTo>
                  <a:lnTo>
                    <a:pt x="170350" y="48429"/>
                  </a:lnTo>
                  <a:lnTo>
                    <a:pt x="205288" y="27821"/>
                  </a:lnTo>
                  <a:lnTo>
                    <a:pt x="242322" y="12622"/>
                  </a:lnTo>
                  <a:lnTo>
                    <a:pt x="281153" y="3220"/>
                  </a:lnTo>
                  <a:lnTo>
                    <a:pt x="321478" y="0"/>
                  </a:lnTo>
                  <a:lnTo>
                    <a:pt x="361801" y="3220"/>
                  </a:lnTo>
                  <a:lnTo>
                    <a:pt x="400629" y="12622"/>
                  </a:lnTo>
                  <a:lnTo>
                    <a:pt x="437661" y="27821"/>
                  </a:lnTo>
                  <a:lnTo>
                    <a:pt x="472596" y="48429"/>
                  </a:lnTo>
                  <a:lnTo>
                    <a:pt x="505133" y="74059"/>
                  </a:lnTo>
                  <a:lnTo>
                    <a:pt x="534970" y="104325"/>
                  </a:lnTo>
                  <a:lnTo>
                    <a:pt x="561806" y="138840"/>
                  </a:lnTo>
                  <a:lnTo>
                    <a:pt x="585340" y="177217"/>
                  </a:lnTo>
                  <a:lnTo>
                    <a:pt x="605271" y="219070"/>
                  </a:lnTo>
                  <a:lnTo>
                    <a:pt x="621297" y="264012"/>
                  </a:lnTo>
                  <a:lnTo>
                    <a:pt x="633118" y="311656"/>
                  </a:lnTo>
                  <a:lnTo>
                    <a:pt x="640431" y="361615"/>
                  </a:lnTo>
                  <a:lnTo>
                    <a:pt x="642935" y="413503"/>
                  </a:lnTo>
                  <a:lnTo>
                    <a:pt x="640431" y="465368"/>
                  </a:lnTo>
                  <a:lnTo>
                    <a:pt x="633118" y="515312"/>
                  </a:lnTo>
                  <a:lnTo>
                    <a:pt x="621297" y="562948"/>
                  </a:lnTo>
                  <a:lnTo>
                    <a:pt x="605271" y="607887"/>
                  </a:lnTo>
                  <a:lnTo>
                    <a:pt x="585340" y="649742"/>
                  </a:lnTo>
                  <a:lnTo>
                    <a:pt x="561806" y="688124"/>
                  </a:lnTo>
                  <a:lnTo>
                    <a:pt x="534970" y="722648"/>
                  </a:lnTo>
                  <a:lnTo>
                    <a:pt x="505133" y="752923"/>
                  </a:lnTo>
                  <a:lnTo>
                    <a:pt x="472596" y="778564"/>
                  </a:lnTo>
                  <a:lnTo>
                    <a:pt x="437661" y="799182"/>
                  </a:lnTo>
                  <a:lnTo>
                    <a:pt x="400629" y="814389"/>
                  </a:lnTo>
                  <a:lnTo>
                    <a:pt x="361801" y="823797"/>
                  </a:lnTo>
                  <a:lnTo>
                    <a:pt x="321478" y="827019"/>
                  </a:lnTo>
                  <a:lnTo>
                    <a:pt x="281153" y="823797"/>
                  </a:lnTo>
                  <a:lnTo>
                    <a:pt x="242322" y="814389"/>
                  </a:lnTo>
                  <a:lnTo>
                    <a:pt x="205288" y="799182"/>
                  </a:lnTo>
                  <a:lnTo>
                    <a:pt x="170350" y="778564"/>
                  </a:lnTo>
                  <a:lnTo>
                    <a:pt x="137811" y="752923"/>
                  </a:lnTo>
                  <a:lnTo>
                    <a:pt x="107972" y="722648"/>
                  </a:lnTo>
                  <a:lnTo>
                    <a:pt x="81134" y="688124"/>
                  </a:lnTo>
                  <a:lnTo>
                    <a:pt x="57598" y="649742"/>
                  </a:lnTo>
                  <a:lnTo>
                    <a:pt x="37666" y="607887"/>
                  </a:lnTo>
                  <a:lnTo>
                    <a:pt x="21639" y="562948"/>
                  </a:lnTo>
                  <a:lnTo>
                    <a:pt x="9818" y="515312"/>
                  </a:lnTo>
                  <a:lnTo>
                    <a:pt x="2504" y="465368"/>
                  </a:lnTo>
                  <a:lnTo>
                    <a:pt x="0" y="413503"/>
                  </a:lnTo>
                  <a:close/>
                </a:path>
              </a:pathLst>
            </a:custGeom>
            <a:ln w="25399">
              <a:solidFill>
                <a:srgbClr val="000000"/>
              </a:solidFill>
            </a:ln>
          </p:spPr>
          <p:txBody>
            <a:bodyPr wrap="square" lIns="0" tIns="0" rIns="0" bIns="0" rtlCol="0"/>
            <a:lstStyle/>
            <a:p>
              <a:endParaRPr/>
            </a:p>
          </p:txBody>
        </p:sp>
      </p:grpSp>
      <p:sp>
        <p:nvSpPr>
          <p:cNvPr id="24" name="object 24"/>
          <p:cNvSpPr txBox="1"/>
          <p:nvPr/>
        </p:nvSpPr>
        <p:spPr>
          <a:xfrm>
            <a:off x="566110" y="1864813"/>
            <a:ext cx="504190" cy="3801745"/>
          </a:xfrm>
          <a:prstGeom prst="rect">
            <a:avLst/>
          </a:prstGeom>
        </p:spPr>
        <p:txBody>
          <a:bodyPr vert="horz" wrap="square" lIns="0" tIns="95250" rIns="0" bIns="0" rtlCol="0">
            <a:spAutoFit/>
          </a:bodyPr>
          <a:lstStyle/>
          <a:p>
            <a:pPr marL="12700" marR="5080" algn="just">
              <a:lnSpc>
                <a:spcPct val="91800"/>
              </a:lnSpc>
              <a:spcBef>
                <a:spcPts val="750"/>
              </a:spcBef>
            </a:pPr>
            <a:r>
              <a:rPr sz="6600" b="1" spc="-335" dirty="0">
                <a:solidFill>
                  <a:srgbClr val="0D0D0D"/>
                </a:solidFill>
                <a:latin typeface="Courier New"/>
                <a:cs typeface="Courier New"/>
              </a:rPr>
              <a:t>A  B  C  D</a:t>
            </a:r>
            <a:endParaRPr sz="6600">
              <a:latin typeface="Courier New"/>
              <a:cs typeface="Courier New"/>
            </a:endParaRPr>
          </a:p>
        </p:txBody>
      </p:sp>
      <p:grpSp>
        <p:nvGrpSpPr>
          <p:cNvPr id="25" name="object 25"/>
          <p:cNvGrpSpPr/>
          <p:nvPr/>
        </p:nvGrpSpPr>
        <p:grpSpPr>
          <a:xfrm>
            <a:off x="1357371" y="1700274"/>
            <a:ext cx="7787005" cy="5158105"/>
            <a:chOff x="1357371" y="1700274"/>
            <a:chExt cx="7787005" cy="5158105"/>
          </a:xfrm>
        </p:grpSpPr>
        <p:sp>
          <p:nvSpPr>
            <p:cNvPr id="26" name="object 26"/>
            <p:cNvSpPr/>
            <p:nvPr/>
          </p:nvSpPr>
          <p:spPr>
            <a:xfrm>
              <a:off x="6729983" y="5202935"/>
              <a:ext cx="2218944" cy="1345692"/>
            </a:xfrm>
            <a:prstGeom prst="rect">
              <a:avLst/>
            </a:prstGeom>
            <a:blipFill>
              <a:blip r:embed="rId6" cstate="print"/>
              <a:stretch>
                <a:fillRect/>
              </a:stretch>
            </a:blipFill>
          </p:spPr>
          <p:txBody>
            <a:bodyPr wrap="square" lIns="0" tIns="0" rIns="0" bIns="0" rtlCol="0"/>
            <a:lstStyle/>
            <a:p>
              <a:endParaRPr/>
            </a:p>
          </p:txBody>
        </p:sp>
        <p:sp>
          <p:nvSpPr>
            <p:cNvPr id="27" name="object 27"/>
            <p:cNvSpPr/>
            <p:nvPr/>
          </p:nvSpPr>
          <p:spPr>
            <a:xfrm>
              <a:off x="6473951" y="4546090"/>
              <a:ext cx="2670047" cy="2311908"/>
            </a:xfrm>
            <a:prstGeom prst="rect">
              <a:avLst/>
            </a:prstGeom>
            <a:blipFill>
              <a:blip r:embed="rId7" cstate="print"/>
              <a:stretch>
                <a:fillRect/>
              </a:stretch>
            </a:blipFill>
          </p:spPr>
          <p:txBody>
            <a:bodyPr wrap="square" lIns="0" tIns="0" rIns="0" bIns="0" rtlCol="0"/>
            <a:lstStyle/>
            <a:p>
              <a:endParaRPr/>
            </a:p>
          </p:txBody>
        </p:sp>
        <p:sp>
          <p:nvSpPr>
            <p:cNvPr id="28" name="object 28"/>
            <p:cNvSpPr/>
            <p:nvPr/>
          </p:nvSpPr>
          <p:spPr>
            <a:xfrm>
              <a:off x="6810115" y="5263133"/>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58"/>
                  </a:lnTo>
                  <a:lnTo>
                    <a:pt x="18279" y="1042001"/>
                  </a:lnTo>
                  <a:lnTo>
                    <a:pt x="39723" y="1081495"/>
                  </a:lnTo>
                  <a:lnTo>
                    <a:pt x="68122" y="1115905"/>
                  </a:lnTo>
                  <a:lnTo>
                    <a:pt x="102539" y="1144296"/>
                  </a:lnTo>
                  <a:lnTo>
                    <a:pt x="142037" y="1165733"/>
                  </a:lnTo>
                  <a:lnTo>
                    <a:pt x="185680" y="1179281"/>
                  </a:lnTo>
                  <a:lnTo>
                    <a:pt x="232531" y="1184004"/>
                  </a:lnTo>
                  <a:lnTo>
                    <a:pt x="1824868" y="1184004"/>
                  </a:lnTo>
                  <a:lnTo>
                    <a:pt x="1871763" y="1179281"/>
                  </a:lnTo>
                  <a:lnTo>
                    <a:pt x="1915426" y="1165733"/>
                  </a:lnTo>
                  <a:lnTo>
                    <a:pt x="1954927" y="1144296"/>
                  </a:lnTo>
                  <a:lnTo>
                    <a:pt x="1989334" y="1115905"/>
                  </a:lnTo>
                  <a:lnTo>
                    <a:pt x="2017716" y="1081495"/>
                  </a:lnTo>
                  <a:lnTo>
                    <a:pt x="2039141" y="1042001"/>
                  </a:lnTo>
                  <a:lnTo>
                    <a:pt x="2052680" y="998358"/>
                  </a:lnTo>
                  <a:lnTo>
                    <a:pt x="2057399" y="951500"/>
                  </a:lnTo>
                  <a:lnTo>
                    <a:pt x="2057399" y="232541"/>
                  </a:lnTo>
                  <a:lnTo>
                    <a:pt x="2052680" y="185685"/>
                  </a:lnTo>
                  <a:lnTo>
                    <a:pt x="2039141" y="142039"/>
                  </a:lnTo>
                  <a:lnTo>
                    <a:pt x="2017716" y="102539"/>
                  </a:lnTo>
                  <a:lnTo>
                    <a:pt x="1989334" y="68121"/>
                  </a:lnTo>
                  <a:lnTo>
                    <a:pt x="1954927" y="39722"/>
                  </a:lnTo>
                  <a:lnTo>
                    <a:pt x="1915426" y="18278"/>
                  </a:lnTo>
                  <a:lnTo>
                    <a:pt x="1871763" y="4725"/>
                  </a:lnTo>
                  <a:lnTo>
                    <a:pt x="1824868" y="0"/>
                  </a:lnTo>
                  <a:close/>
                </a:path>
              </a:pathLst>
            </a:custGeom>
            <a:solidFill>
              <a:srgbClr val="252525"/>
            </a:solidFill>
          </p:spPr>
          <p:txBody>
            <a:bodyPr wrap="square" lIns="0" tIns="0" rIns="0" bIns="0" rtlCol="0"/>
            <a:lstStyle/>
            <a:p>
              <a:endParaRPr/>
            </a:p>
          </p:txBody>
        </p:sp>
        <p:sp>
          <p:nvSpPr>
            <p:cNvPr id="29" name="object 29"/>
            <p:cNvSpPr/>
            <p:nvPr/>
          </p:nvSpPr>
          <p:spPr>
            <a:xfrm>
              <a:off x="6810115" y="5263133"/>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63" y="4725"/>
                  </a:lnTo>
                  <a:lnTo>
                    <a:pt x="1915426" y="18278"/>
                  </a:lnTo>
                  <a:lnTo>
                    <a:pt x="1954927" y="39722"/>
                  </a:lnTo>
                  <a:lnTo>
                    <a:pt x="1989334" y="68121"/>
                  </a:lnTo>
                  <a:lnTo>
                    <a:pt x="2017716" y="102539"/>
                  </a:lnTo>
                  <a:lnTo>
                    <a:pt x="2039141" y="142039"/>
                  </a:lnTo>
                  <a:lnTo>
                    <a:pt x="2052680" y="185685"/>
                  </a:lnTo>
                  <a:lnTo>
                    <a:pt x="2057399" y="232541"/>
                  </a:lnTo>
                  <a:lnTo>
                    <a:pt x="2057399" y="951500"/>
                  </a:lnTo>
                  <a:lnTo>
                    <a:pt x="2052680" y="998358"/>
                  </a:lnTo>
                  <a:lnTo>
                    <a:pt x="2039141" y="1042001"/>
                  </a:lnTo>
                  <a:lnTo>
                    <a:pt x="2017716" y="1081495"/>
                  </a:lnTo>
                  <a:lnTo>
                    <a:pt x="1989334" y="1115905"/>
                  </a:lnTo>
                  <a:lnTo>
                    <a:pt x="1954927" y="1144296"/>
                  </a:lnTo>
                  <a:lnTo>
                    <a:pt x="1915426" y="1165733"/>
                  </a:lnTo>
                  <a:lnTo>
                    <a:pt x="1871763" y="1179281"/>
                  </a:lnTo>
                  <a:lnTo>
                    <a:pt x="1824868" y="1184004"/>
                  </a:lnTo>
                  <a:lnTo>
                    <a:pt x="232531" y="1184004"/>
                  </a:lnTo>
                  <a:lnTo>
                    <a:pt x="185680" y="1179281"/>
                  </a:lnTo>
                  <a:lnTo>
                    <a:pt x="142037" y="1165733"/>
                  </a:lnTo>
                  <a:lnTo>
                    <a:pt x="102539" y="1144296"/>
                  </a:lnTo>
                  <a:lnTo>
                    <a:pt x="68122" y="1115905"/>
                  </a:lnTo>
                  <a:lnTo>
                    <a:pt x="39723" y="1081495"/>
                  </a:lnTo>
                  <a:lnTo>
                    <a:pt x="18279" y="1042001"/>
                  </a:lnTo>
                  <a:lnTo>
                    <a:pt x="4725" y="998358"/>
                  </a:lnTo>
                  <a:lnTo>
                    <a:pt x="0" y="951500"/>
                  </a:lnTo>
                  <a:lnTo>
                    <a:pt x="0" y="232541"/>
                  </a:lnTo>
                  <a:close/>
                </a:path>
              </a:pathLst>
            </a:custGeom>
            <a:ln w="76199">
              <a:solidFill>
                <a:srgbClr val="00AF50"/>
              </a:solidFill>
            </a:ln>
          </p:spPr>
          <p:txBody>
            <a:bodyPr wrap="square" lIns="0" tIns="0" rIns="0" bIns="0" rtlCol="0"/>
            <a:lstStyle/>
            <a:p>
              <a:endParaRPr/>
            </a:p>
          </p:txBody>
        </p:sp>
        <p:sp>
          <p:nvSpPr>
            <p:cNvPr id="30" name="object 30"/>
            <p:cNvSpPr/>
            <p:nvPr/>
          </p:nvSpPr>
          <p:spPr>
            <a:xfrm>
              <a:off x="6515100" y="4567427"/>
              <a:ext cx="2628900" cy="1839468"/>
            </a:xfrm>
            <a:prstGeom prst="rect">
              <a:avLst/>
            </a:prstGeom>
            <a:blipFill>
              <a:blip r:embed="rId8" cstate="print"/>
              <a:stretch>
                <a:fillRect/>
              </a:stretch>
            </a:blipFill>
          </p:spPr>
          <p:txBody>
            <a:bodyPr wrap="square" lIns="0" tIns="0" rIns="0" bIns="0" rtlCol="0"/>
            <a:lstStyle/>
            <a:p>
              <a:endParaRPr/>
            </a:p>
          </p:txBody>
        </p:sp>
        <p:sp>
          <p:nvSpPr>
            <p:cNvPr id="31" name="object 31"/>
            <p:cNvSpPr/>
            <p:nvPr/>
          </p:nvSpPr>
          <p:spPr>
            <a:xfrm>
              <a:off x="7054595" y="5573267"/>
              <a:ext cx="1600200" cy="1284732"/>
            </a:xfrm>
            <a:prstGeom prst="rect">
              <a:avLst/>
            </a:prstGeom>
            <a:blipFill>
              <a:blip r:embed="rId9" cstate="print"/>
              <a:stretch>
                <a:fillRect/>
              </a:stretch>
            </a:blipFill>
          </p:spPr>
          <p:txBody>
            <a:bodyPr wrap="square" lIns="0" tIns="0" rIns="0" bIns="0" rtlCol="0"/>
            <a:lstStyle/>
            <a:p>
              <a:endParaRPr/>
            </a:p>
          </p:txBody>
        </p:sp>
        <p:sp>
          <p:nvSpPr>
            <p:cNvPr id="32" name="object 32"/>
            <p:cNvSpPr/>
            <p:nvPr/>
          </p:nvSpPr>
          <p:spPr>
            <a:xfrm>
              <a:off x="7078858" y="5061834"/>
              <a:ext cx="1527810" cy="607060"/>
            </a:xfrm>
            <a:custGeom>
              <a:avLst/>
              <a:gdLst/>
              <a:ahLst/>
              <a:cxnLst/>
              <a:rect l="l" t="t" r="r" b="b"/>
              <a:pathLst>
                <a:path w="1527809" h="607060">
                  <a:moveTo>
                    <a:pt x="1246997" y="0"/>
                  </a:moveTo>
                  <a:lnTo>
                    <a:pt x="1195905" y="3431"/>
                  </a:lnTo>
                  <a:lnTo>
                    <a:pt x="1148994" y="13732"/>
                  </a:lnTo>
                  <a:lnTo>
                    <a:pt x="1106269" y="30917"/>
                  </a:lnTo>
                  <a:lnTo>
                    <a:pt x="1067734" y="54998"/>
                  </a:lnTo>
                  <a:lnTo>
                    <a:pt x="1033393" y="85987"/>
                  </a:lnTo>
                  <a:lnTo>
                    <a:pt x="1004383" y="122481"/>
                  </a:lnTo>
                  <a:lnTo>
                    <a:pt x="981804" y="163239"/>
                  </a:lnTo>
                  <a:lnTo>
                    <a:pt x="965665" y="208253"/>
                  </a:lnTo>
                  <a:lnTo>
                    <a:pt x="955975" y="257518"/>
                  </a:lnTo>
                  <a:lnTo>
                    <a:pt x="952743" y="311027"/>
                  </a:lnTo>
                  <a:lnTo>
                    <a:pt x="955915" y="361760"/>
                  </a:lnTo>
                  <a:lnTo>
                    <a:pt x="965434" y="408507"/>
                  </a:lnTo>
                  <a:lnTo>
                    <a:pt x="981303" y="451275"/>
                  </a:lnTo>
                  <a:lnTo>
                    <a:pt x="1003528" y="490070"/>
                  </a:lnTo>
                  <a:lnTo>
                    <a:pt x="1032113" y="524899"/>
                  </a:lnTo>
                  <a:lnTo>
                    <a:pt x="1065757" y="554429"/>
                  </a:lnTo>
                  <a:lnTo>
                    <a:pt x="1103122" y="577398"/>
                  </a:lnTo>
                  <a:lnTo>
                    <a:pt x="1144216" y="593806"/>
                  </a:lnTo>
                  <a:lnTo>
                    <a:pt x="1189043" y="603651"/>
                  </a:lnTo>
                  <a:lnTo>
                    <a:pt x="1237609" y="606933"/>
                  </a:lnTo>
                  <a:lnTo>
                    <a:pt x="1287384" y="603544"/>
                  </a:lnTo>
                  <a:lnTo>
                    <a:pt x="1333240" y="593378"/>
                  </a:lnTo>
                  <a:lnTo>
                    <a:pt x="1375189" y="576436"/>
                  </a:lnTo>
                  <a:lnTo>
                    <a:pt x="1413240" y="552720"/>
                  </a:lnTo>
                  <a:lnTo>
                    <a:pt x="1447403" y="522232"/>
                  </a:lnTo>
                  <a:lnTo>
                    <a:pt x="1471071" y="492764"/>
                  </a:lnTo>
                  <a:lnTo>
                    <a:pt x="1240017" y="492764"/>
                  </a:lnTo>
                  <a:lnTo>
                    <a:pt x="1208463" y="489594"/>
                  </a:lnTo>
                  <a:lnTo>
                    <a:pt x="1154888" y="464203"/>
                  </a:lnTo>
                  <a:lnTo>
                    <a:pt x="1114937" y="414340"/>
                  </a:lnTo>
                  <a:lnTo>
                    <a:pt x="1094496" y="345380"/>
                  </a:lnTo>
                  <a:lnTo>
                    <a:pt x="1091946" y="304038"/>
                  </a:lnTo>
                  <a:lnTo>
                    <a:pt x="1094496" y="263184"/>
                  </a:lnTo>
                  <a:lnTo>
                    <a:pt x="1114937" y="194139"/>
                  </a:lnTo>
                  <a:lnTo>
                    <a:pt x="1155103" y="143159"/>
                  </a:lnTo>
                  <a:lnTo>
                    <a:pt x="1210354" y="117061"/>
                  </a:lnTo>
                  <a:lnTo>
                    <a:pt x="1243340" y="113800"/>
                  </a:lnTo>
                  <a:lnTo>
                    <a:pt x="1475367" y="113800"/>
                  </a:lnTo>
                  <a:lnTo>
                    <a:pt x="1450207" y="82296"/>
                  </a:lnTo>
                  <a:lnTo>
                    <a:pt x="1417270" y="52669"/>
                  </a:lnTo>
                  <a:lnTo>
                    <a:pt x="1380486" y="29626"/>
                  </a:lnTo>
                  <a:lnTo>
                    <a:pt x="1339850" y="13167"/>
                  </a:lnTo>
                  <a:lnTo>
                    <a:pt x="1295355" y="3291"/>
                  </a:lnTo>
                  <a:lnTo>
                    <a:pt x="1246997" y="0"/>
                  </a:lnTo>
                  <a:close/>
                </a:path>
                <a:path w="1527809" h="607060">
                  <a:moveTo>
                    <a:pt x="1475367" y="113800"/>
                  </a:moveTo>
                  <a:lnTo>
                    <a:pt x="1243340" y="113800"/>
                  </a:lnTo>
                  <a:lnTo>
                    <a:pt x="1275340" y="116966"/>
                  </a:lnTo>
                  <a:lnTo>
                    <a:pt x="1303732" y="126465"/>
                  </a:lnTo>
                  <a:lnTo>
                    <a:pt x="1349745" y="164473"/>
                  </a:lnTo>
                  <a:lnTo>
                    <a:pt x="1378892" y="225385"/>
                  </a:lnTo>
                  <a:lnTo>
                    <a:pt x="1386179" y="263431"/>
                  </a:lnTo>
                  <a:lnTo>
                    <a:pt x="1388607" y="306586"/>
                  </a:lnTo>
                  <a:lnTo>
                    <a:pt x="1386108" y="347944"/>
                  </a:lnTo>
                  <a:lnTo>
                    <a:pt x="1366066" y="416417"/>
                  </a:lnTo>
                  <a:lnTo>
                    <a:pt x="1326707" y="465007"/>
                  </a:lnTo>
                  <a:lnTo>
                    <a:pt x="1272453" y="489671"/>
                  </a:lnTo>
                  <a:lnTo>
                    <a:pt x="1240017" y="492764"/>
                  </a:lnTo>
                  <a:lnTo>
                    <a:pt x="1471071" y="492764"/>
                  </a:lnTo>
                  <a:lnTo>
                    <a:pt x="1498868" y="445868"/>
                  </a:lnTo>
                  <a:lnTo>
                    <a:pt x="1514947" y="401271"/>
                  </a:lnTo>
                  <a:lnTo>
                    <a:pt x="1524594" y="352389"/>
                  </a:lnTo>
                  <a:lnTo>
                    <a:pt x="1527810" y="299216"/>
                  </a:lnTo>
                  <a:lnTo>
                    <a:pt x="1524702" y="247434"/>
                  </a:lnTo>
                  <a:lnTo>
                    <a:pt x="1515382" y="199839"/>
                  </a:lnTo>
                  <a:lnTo>
                    <a:pt x="1499855" y="156443"/>
                  </a:lnTo>
                  <a:lnTo>
                    <a:pt x="1478129" y="117258"/>
                  </a:lnTo>
                  <a:lnTo>
                    <a:pt x="1475367" y="113800"/>
                  </a:lnTo>
                  <a:close/>
                </a:path>
                <a:path w="1527809" h="607060">
                  <a:moveTo>
                    <a:pt x="743590" y="117479"/>
                  </a:moveTo>
                  <a:lnTo>
                    <a:pt x="611002" y="117479"/>
                  </a:lnTo>
                  <a:lnTo>
                    <a:pt x="611002" y="596706"/>
                  </a:lnTo>
                  <a:lnTo>
                    <a:pt x="743590" y="596706"/>
                  </a:lnTo>
                  <a:lnTo>
                    <a:pt x="743590" y="117479"/>
                  </a:lnTo>
                  <a:close/>
                </a:path>
                <a:path w="1527809" h="607060">
                  <a:moveTo>
                    <a:pt x="910955" y="9787"/>
                  </a:moveTo>
                  <a:lnTo>
                    <a:pt x="444367" y="9787"/>
                  </a:lnTo>
                  <a:lnTo>
                    <a:pt x="444367" y="117479"/>
                  </a:lnTo>
                  <a:lnTo>
                    <a:pt x="910955" y="117479"/>
                  </a:lnTo>
                  <a:lnTo>
                    <a:pt x="910955" y="9787"/>
                  </a:lnTo>
                  <a:close/>
                </a:path>
                <a:path w="1527809" h="607060">
                  <a:moveTo>
                    <a:pt x="2407" y="443234"/>
                  </a:moveTo>
                  <a:lnTo>
                    <a:pt x="2407" y="574179"/>
                  </a:lnTo>
                  <a:lnTo>
                    <a:pt x="19126" y="581861"/>
                  </a:lnTo>
                  <a:lnTo>
                    <a:pt x="56894" y="594140"/>
                  </a:lnTo>
                  <a:lnTo>
                    <a:pt x="100066" y="602327"/>
                  </a:lnTo>
                  <a:lnTo>
                    <a:pt x="145990" y="606421"/>
                  </a:lnTo>
                  <a:lnTo>
                    <a:pt x="169804" y="606933"/>
                  </a:lnTo>
                  <a:lnTo>
                    <a:pt x="193041" y="606370"/>
                  </a:lnTo>
                  <a:lnTo>
                    <a:pt x="237801" y="601870"/>
                  </a:lnTo>
                  <a:lnTo>
                    <a:pt x="279826" y="592701"/>
                  </a:lnTo>
                  <a:lnTo>
                    <a:pt x="316935" y="577860"/>
                  </a:lnTo>
                  <a:lnTo>
                    <a:pt x="362163" y="544410"/>
                  </a:lnTo>
                  <a:lnTo>
                    <a:pt x="389272" y="502920"/>
                  </a:lnTo>
                  <a:lnTo>
                    <a:pt x="164073" y="502920"/>
                  </a:lnTo>
                  <a:lnTo>
                    <a:pt x="142881" y="501991"/>
                  </a:lnTo>
                  <a:lnTo>
                    <a:pt x="100735" y="494561"/>
                  </a:lnTo>
                  <a:lnTo>
                    <a:pt x="59277" y="479632"/>
                  </a:lnTo>
                  <a:lnTo>
                    <a:pt x="20598" y="457242"/>
                  </a:lnTo>
                  <a:lnTo>
                    <a:pt x="2407" y="443234"/>
                  </a:lnTo>
                  <a:close/>
                </a:path>
                <a:path w="1527809" h="607060">
                  <a:moveTo>
                    <a:pt x="230367" y="0"/>
                  </a:moveTo>
                  <a:lnTo>
                    <a:pt x="184937" y="2495"/>
                  </a:lnTo>
                  <a:lnTo>
                    <a:pt x="141975" y="10037"/>
                  </a:lnTo>
                  <a:lnTo>
                    <a:pt x="102763" y="22849"/>
                  </a:lnTo>
                  <a:lnTo>
                    <a:pt x="68580" y="41279"/>
                  </a:lnTo>
                  <a:lnTo>
                    <a:pt x="28460" y="79766"/>
                  </a:lnTo>
                  <a:lnTo>
                    <a:pt x="4587" y="131704"/>
                  </a:lnTo>
                  <a:lnTo>
                    <a:pt x="0" y="174379"/>
                  </a:lnTo>
                  <a:lnTo>
                    <a:pt x="2117" y="202545"/>
                  </a:lnTo>
                  <a:lnTo>
                    <a:pt x="19018" y="252457"/>
                  </a:lnTo>
                  <a:lnTo>
                    <a:pt x="52831" y="294078"/>
                  </a:lnTo>
                  <a:lnTo>
                    <a:pt x="104083" y="329078"/>
                  </a:lnTo>
                  <a:lnTo>
                    <a:pt x="149553" y="349677"/>
                  </a:lnTo>
                  <a:lnTo>
                    <a:pt x="162374" y="355130"/>
                  </a:lnTo>
                  <a:lnTo>
                    <a:pt x="197923" y="371270"/>
                  </a:lnTo>
                  <a:lnTo>
                    <a:pt x="234980" y="393843"/>
                  </a:lnTo>
                  <a:lnTo>
                    <a:pt x="261118" y="427343"/>
                  </a:lnTo>
                  <a:lnTo>
                    <a:pt x="263530" y="452128"/>
                  </a:lnTo>
                  <a:lnTo>
                    <a:pt x="261487" y="459867"/>
                  </a:lnTo>
                  <a:lnTo>
                    <a:pt x="232155" y="489802"/>
                  </a:lnTo>
                  <a:lnTo>
                    <a:pt x="187474" y="501842"/>
                  </a:lnTo>
                  <a:lnTo>
                    <a:pt x="164073" y="502920"/>
                  </a:lnTo>
                  <a:lnTo>
                    <a:pt x="389272" y="502920"/>
                  </a:lnTo>
                  <a:lnTo>
                    <a:pt x="392209" y="496563"/>
                  </a:lnTo>
                  <a:lnTo>
                    <a:pt x="398038" y="476919"/>
                  </a:lnTo>
                  <a:lnTo>
                    <a:pt x="401535" y="455325"/>
                  </a:lnTo>
                  <a:lnTo>
                    <a:pt x="402701" y="431804"/>
                  </a:lnTo>
                  <a:lnTo>
                    <a:pt x="402037" y="414538"/>
                  </a:lnTo>
                  <a:lnTo>
                    <a:pt x="392033" y="369320"/>
                  </a:lnTo>
                  <a:lnTo>
                    <a:pt x="370846" y="332460"/>
                  </a:lnTo>
                  <a:lnTo>
                    <a:pt x="339333" y="301866"/>
                  </a:lnTo>
                  <a:lnTo>
                    <a:pt x="298856" y="276057"/>
                  </a:lnTo>
                  <a:lnTo>
                    <a:pt x="250057" y="252865"/>
                  </a:lnTo>
                  <a:lnTo>
                    <a:pt x="237518" y="247574"/>
                  </a:lnTo>
                  <a:lnTo>
                    <a:pt x="225612" y="242381"/>
                  </a:lnTo>
                  <a:lnTo>
                    <a:pt x="184853" y="222093"/>
                  </a:lnTo>
                  <a:lnTo>
                    <a:pt x="151254" y="195427"/>
                  </a:lnTo>
                  <a:lnTo>
                    <a:pt x="139202" y="163330"/>
                  </a:lnTo>
                  <a:lnTo>
                    <a:pt x="139202" y="154305"/>
                  </a:lnTo>
                  <a:lnTo>
                    <a:pt x="165719" y="120277"/>
                  </a:lnTo>
                  <a:lnTo>
                    <a:pt x="206317" y="106355"/>
                  </a:lnTo>
                  <a:lnTo>
                    <a:pt x="237744" y="103894"/>
                  </a:lnTo>
                  <a:lnTo>
                    <a:pt x="376946" y="103894"/>
                  </a:lnTo>
                  <a:lnTo>
                    <a:pt x="376946" y="22479"/>
                  </a:lnTo>
                  <a:lnTo>
                    <a:pt x="329017" y="8603"/>
                  </a:lnTo>
                  <a:lnTo>
                    <a:pt x="273630" y="1352"/>
                  </a:lnTo>
                  <a:lnTo>
                    <a:pt x="252657" y="336"/>
                  </a:lnTo>
                  <a:lnTo>
                    <a:pt x="230367" y="0"/>
                  </a:lnTo>
                  <a:close/>
                </a:path>
                <a:path w="1527809" h="607060">
                  <a:moveTo>
                    <a:pt x="376946" y="103894"/>
                  </a:moveTo>
                  <a:lnTo>
                    <a:pt x="237744" y="103894"/>
                  </a:lnTo>
                  <a:lnTo>
                    <a:pt x="246047" y="104057"/>
                  </a:lnTo>
                  <a:lnTo>
                    <a:pt x="254591" y="104541"/>
                  </a:lnTo>
                  <a:lnTo>
                    <a:pt x="299763" y="111534"/>
                  </a:lnTo>
                  <a:lnTo>
                    <a:pt x="336056" y="123136"/>
                  </a:lnTo>
                  <a:lnTo>
                    <a:pt x="376946" y="144911"/>
                  </a:lnTo>
                  <a:lnTo>
                    <a:pt x="376946" y="103894"/>
                  </a:lnTo>
                  <a:close/>
                </a:path>
              </a:pathLst>
            </a:custGeom>
            <a:solidFill>
              <a:srgbClr val="FFFF00"/>
            </a:solidFill>
          </p:spPr>
          <p:txBody>
            <a:bodyPr wrap="square" lIns="0" tIns="0" rIns="0" bIns="0" rtlCol="0"/>
            <a:lstStyle/>
            <a:p>
              <a:endParaRPr/>
            </a:p>
          </p:txBody>
        </p:sp>
        <p:sp>
          <p:nvSpPr>
            <p:cNvPr id="33" name="object 33"/>
            <p:cNvSpPr/>
            <p:nvPr/>
          </p:nvSpPr>
          <p:spPr>
            <a:xfrm>
              <a:off x="7078857" y="5061834"/>
              <a:ext cx="1527810" cy="607060"/>
            </a:xfrm>
            <a:custGeom>
              <a:avLst/>
              <a:gdLst/>
              <a:ahLst/>
              <a:cxnLst/>
              <a:rect l="l" t="t" r="r" b="b"/>
              <a:pathLst>
                <a:path w="1527809" h="607060">
                  <a:moveTo>
                    <a:pt x="1243340" y="113800"/>
                  </a:moveTo>
                  <a:lnTo>
                    <a:pt x="1180939" y="126847"/>
                  </a:lnTo>
                  <a:lnTo>
                    <a:pt x="1132850" y="165997"/>
                  </a:lnTo>
                  <a:lnTo>
                    <a:pt x="1102156" y="226543"/>
                  </a:lnTo>
                  <a:lnTo>
                    <a:pt x="1091945" y="304037"/>
                  </a:lnTo>
                  <a:lnTo>
                    <a:pt x="1094496" y="345380"/>
                  </a:lnTo>
                  <a:lnTo>
                    <a:pt x="1114937" y="414340"/>
                  </a:lnTo>
                  <a:lnTo>
                    <a:pt x="1154888" y="464203"/>
                  </a:lnTo>
                  <a:lnTo>
                    <a:pt x="1208463" y="489594"/>
                  </a:lnTo>
                  <a:lnTo>
                    <a:pt x="1240017" y="492764"/>
                  </a:lnTo>
                  <a:lnTo>
                    <a:pt x="1272453" y="489671"/>
                  </a:lnTo>
                  <a:lnTo>
                    <a:pt x="1326707" y="465007"/>
                  </a:lnTo>
                  <a:lnTo>
                    <a:pt x="1366066" y="416417"/>
                  </a:lnTo>
                  <a:lnTo>
                    <a:pt x="1386107" y="347944"/>
                  </a:lnTo>
                  <a:lnTo>
                    <a:pt x="1388607" y="306586"/>
                  </a:lnTo>
                  <a:lnTo>
                    <a:pt x="1386178" y="263431"/>
                  </a:lnTo>
                  <a:lnTo>
                    <a:pt x="1378892" y="225385"/>
                  </a:lnTo>
                  <a:lnTo>
                    <a:pt x="1349745" y="164473"/>
                  </a:lnTo>
                  <a:lnTo>
                    <a:pt x="1303732" y="126465"/>
                  </a:lnTo>
                  <a:lnTo>
                    <a:pt x="1243340" y="113800"/>
                  </a:lnTo>
                  <a:close/>
                </a:path>
                <a:path w="1527809" h="607060">
                  <a:moveTo>
                    <a:pt x="444367" y="9787"/>
                  </a:moveTo>
                  <a:lnTo>
                    <a:pt x="910955" y="9787"/>
                  </a:lnTo>
                  <a:lnTo>
                    <a:pt x="910955" y="117479"/>
                  </a:lnTo>
                  <a:lnTo>
                    <a:pt x="743590" y="117479"/>
                  </a:lnTo>
                  <a:lnTo>
                    <a:pt x="743590" y="596706"/>
                  </a:lnTo>
                  <a:lnTo>
                    <a:pt x="611002" y="596706"/>
                  </a:lnTo>
                  <a:lnTo>
                    <a:pt x="611002" y="117479"/>
                  </a:lnTo>
                  <a:lnTo>
                    <a:pt x="444367" y="117479"/>
                  </a:lnTo>
                  <a:lnTo>
                    <a:pt x="444367" y="9787"/>
                  </a:lnTo>
                  <a:close/>
                </a:path>
                <a:path w="1527809" h="607060">
                  <a:moveTo>
                    <a:pt x="1246997" y="0"/>
                  </a:moveTo>
                  <a:lnTo>
                    <a:pt x="1295355" y="3291"/>
                  </a:lnTo>
                  <a:lnTo>
                    <a:pt x="1339850" y="13167"/>
                  </a:lnTo>
                  <a:lnTo>
                    <a:pt x="1380486" y="29626"/>
                  </a:lnTo>
                  <a:lnTo>
                    <a:pt x="1417270" y="52669"/>
                  </a:lnTo>
                  <a:lnTo>
                    <a:pt x="1450207" y="82295"/>
                  </a:lnTo>
                  <a:lnTo>
                    <a:pt x="1478129" y="117258"/>
                  </a:lnTo>
                  <a:lnTo>
                    <a:pt x="1499855" y="156443"/>
                  </a:lnTo>
                  <a:lnTo>
                    <a:pt x="1515381" y="199839"/>
                  </a:lnTo>
                  <a:lnTo>
                    <a:pt x="1524701" y="247434"/>
                  </a:lnTo>
                  <a:lnTo>
                    <a:pt x="1527809" y="299216"/>
                  </a:lnTo>
                  <a:lnTo>
                    <a:pt x="1524594" y="352389"/>
                  </a:lnTo>
                  <a:lnTo>
                    <a:pt x="1514947" y="401271"/>
                  </a:lnTo>
                  <a:lnTo>
                    <a:pt x="1498868" y="445868"/>
                  </a:lnTo>
                  <a:lnTo>
                    <a:pt x="1476353" y="486186"/>
                  </a:lnTo>
                  <a:lnTo>
                    <a:pt x="1447403" y="522232"/>
                  </a:lnTo>
                  <a:lnTo>
                    <a:pt x="1413240" y="552720"/>
                  </a:lnTo>
                  <a:lnTo>
                    <a:pt x="1375189" y="576436"/>
                  </a:lnTo>
                  <a:lnTo>
                    <a:pt x="1333240" y="593378"/>
                  </a:lnTo>
                  <a:lnTo>
                    <a:pt x="1287384" y="603544"/>
                  </a:lnTo>
                  <a:lnTo>
                    <a:pt x="1237609" y="606932"/>
                  </a:lnTo>
                  <a:lnTo>
                    <a:pt x="1189043" y="603651"/>
                  </a:lnTo>
                  <a:lnTo>
                    <a:pt x="1144216" y="593806"/>
                  </a:lnTo>
                  <a:lnTo>
                    <a:pt x="1103122" y="577398"/>
                  </a:lnTo>
                  <a:lnTo>
                    <a:pt x="1065757" y="554429"/>
                  </a:lnTo>
                  <a:lnTo>
                    <a:pt x="1032113" y="524899"/>
                  </a:lnTo>
                  <a:lnTo>
                    <a:pt x="1003528" y="490070"/>
                  </a:lnTo>
                  <a:lnTo>
                    <a:pt x="981303" y="451275"/>
                  </a:lnTo>
                  <a:lnTo>
                    <a:pt x="965434" y="408507"/>
                  </a:lnTo>
                  <a:lnTo>
                    <a:pt x="955915" y="361760"/>
                  </a:lnTo>
                  <a:lnTo>
                    <a:pt x="952743" y="311027"/>
                  </a:lnTo>
                  <a:lnTo>
                    <a:pt x="955975" y="257518"/>
                  </a:lnTo>
                  <a:lnTo>
                    <a:pt x="965665" y="208253"/>
                  </a:lnTo>
                  <a:lnTo>
                    <a:pt x="981804" y="163239"/>
                  </a:lnTo>
                  <a:lnTo>
                    <a:pt x="1004383" y="122481"/>
                  </a:lnTo>
                  <a:lnTo>
                    <a:pt x="1033393" y="85987"/>
                  </a:lnTo>
                  <a:lnTo>
                    <a:pt x="1067734" y="54998"/>
                  </a:lnTo>
                  <a:lnTo>
                    <a:pt x="1106269" y="30917"/>
                  </a:lnTo>
                  <a:lnTo>
                    <a:pt x="1148994" y="13732"/>
                  </a:lnTo>
                  <a:lnTo>
                    <a:pt x="1195905" y="3431"/>
                  </a:lnTo>
                  <a:lnTo>
                    <a:pt x="1246997" y="0"/>
                  </a:lnTo>
                  <a:close/>
                </a:path>
                <a:path w="1527809" h="607060">
                  <a:moveTo>
                    <a:pt x="230367" y="0"/>
                  </a:moveTo>
                  <a:lnTo>
                    <a:pt x="273630" y="1352"/>
                  </a:lnTo>
                  <a:lnTo>
                    <a:pt x="311657" y="5465"/>
                  </a:lnTo>
                  <a:lnTo>
                    <a:pt x="361644" y="17123"/>
                  </a:lnTo>
                  <a:lnTo>
                    <a:pt x="376946" y="22478"/>
                  </a:lnTo>
                  <a:lnTo>
                    <a:pt x="376946" y="144911"/>
                  </a:lnTo>
                  <a:lnTo>
                    <a:pt x="369422" y="139932"/>
                  </a:lnTo>
                  <a:lnTo>
                    <a:pt x="361542" y="135275"/>
                  </a:lnTo>
                  <a:lnTo>
                    <a:pt x="318154" y="116658"/>
                  </a:lnTo>
                  <a:lnTo>
                    <a:pt x="272399" y="106430"/>
                  </a:lnTo>
                  <a:lnTo>
                    <a:pt x="237743" y="103894"/>
                  </a:lnTo>
                  <a:lnTo>
                    <a:pt x="226757" y="104175"/>
                  </a:lnTo>
                  <a:lnTo>
                    <a:pt x="187982" y="110592"/>
                  </a:lnTo>
                  <a:lnTo>
                    <a:pt x="154506" y="128848"/>
                  </a:lnTo>
                  <a:lnTo>
                    <a:pt x="139202" y="154304"/>
                  </a:lnTo>
                  <a:lnTo>
                    <a:pt x="139202" y="163330"/>
                  </a:lnTo>
                  <a:lnTo>
                    <a:pt x="156370" y="201047"/>
                  </a:lnTo>
                  <a:lnTo>
                    <a:pt x="193936" y="227214"/>
                  </a:lnTo>
                  <a:lnTo>
                    <a:pt x="237518" y="247574"/>
                  </a:lnTo>
                  <a:lnTo>
                    <a:pt x="250057" y="252865"/>
                  </a:lnTo>
                  <a:lnTo>
                    <a:pt x="267231" y="260390"/>
                  </a:lnTo>
                  <a:lnTo>
                    <a:pt x="313303" y="284225"/>
                  </a:lnTo>
                  <a:lnTo>
                    <a:pt x="350868" y="311502"/>
                  </a:lnTo>
                  <a:lnTo>
                    <a:pt x="379075" y="343985"/>
                  </a:lnTo>
                  <a:lnTo>
                    <a:pt x="396709" y="383297"/>
                  </a:lnTo>
                  <a:lnTo>
                    <a:pt x="402701" y="431804"/>
                  </a:lnTo>
                  <a:lnTo>
                    <a:pt x="401535" y="455325"/>
                  </a:lnTo>
                  <a:lnTo>
                    <a:pt x="392209" y="496563"/>
                  </a:lnTo>
                  <a:lnTo>
                    <a:pt x="373957" y="530112"/>
                  </a:lnTo>
                  <a:lnTo>
                    <a:pt x="333512" y="568250"/>
                  </a:lnTo>
                  <a:lnTo>
                    <a:pt x="299035" y="586010"/>
                  </a:lnTo>
                  <a:lnTo>
                    <a:pt x="259323" y="597932"/>
                  </a:lnTo>
                  <a:lnTo>
                    <a:pt x="215706" y="604683"/>
                  </a:lnTo>
                  <a:lnTo>
                    <a:pt x="169804" y="606932"/>
                  </a:lnTo>
                  <a:lnTo>
                    <a:pt x="145990" y="606421"/>
                  </a:lnTo>
                  <a:lnTo>
                    <a:pt x="100066" y="602326"/>
                  </a:lnTo>
                  <a:lnTo>
                    <a:pt x="56894" y="594140"/>
                  </a:lnTo>
                  <a:lnTo>
                    <a:pt x="19126" y="581861"/>
                  </a:lnTo>
                  <a:lnTo>
                    <a:pt x="2407" y="574179"/>
                  </a:lnTo>
                  <a:lnTo>
                    <a:pt x="2407" y="443234"/>
                  </a:lnTo>
                  <a:lnTo>
                    <a:pt x="20598" y="457241"/>
                  </a:lnTo>
                  <a:lnTo>
                    <a:pt x="39555" y="469366"/>
                  </a:lnTo>
                  <a:lnTo>
                    <a:pt x="79766" y="488060"/>
                  </a:lnTo>
                  <a:lnTo>
                    <a:pt x="121771" y="499205"/>
                  </a:lnTo>
                  <a:lnTo>
                    <a:pt x="164073" y="502919"/>
                  </a:lnTo>
                  <a:lnTo>
                    <a:pt x="176168" y="502654"/>
                  </a:lnTo>
                  <a:lnTo>
                    <a:pt x="216589" y="495999"/>
                  </a:lnTo>
                  <a:lnTo>
                    <a:pt x="253970" y="472367"/>
                  </a:lnTo>
                  <a:lnTo>
                    <a:pt x="263530" y="452128"/>
                  </a:lnTo>
                  <a:lnTo>
                    <a:pt x="263530" y="443615"/>
                  </a:lnTo>
                  <a:lnTo>
                    <a:pt x="248359" y="406314"/>
                  </a:lnTo>
                  <a:lnTo>
                    <a:pt x="218069" y="382321"/>
                  </a:lnTo>
                  <a:lnTo>
                    <a:pt x="174749" y="360535"/>
                  </a:lnTo>
                  <a:lnTo>
                    <a:pt x="136276" y="344174"/>
                  </a:lnTo>
                  <a:lnTo>
                    <a:pt x="104083" y="329078"/>
                  </a:lnTo>
                  <a:lnTo>
                    <a:pt x="52831" y="294078"/>
                  </a:lnTo>
                  <a:lnTo>
                    <a:pt x="19018" y="252457"/>
                  </a:lnTo>
                  <a:lnTo>
                    <a:pt x="2117" y="202545"/>
                  </a:lnTo>
                  <a:lnTo>
                    <a:pt x="0" y="174379"/>
                  </a:lnTo>
                  <a:lnTo>
                    <a:pt x="1144" y="152231"/>
                  </a:lnTo>
                  <a:lnTo>
                    <a:pt x="10338" y="112797"/>
                  </a:lnTo>
                  <a:lnTo>
                    <a:pt x="40157" y="65488"/>
                  </a:lnTo>
                  <a:lnTo>
                    <a:pt x="85037" y="31379"/>
                  </a:lnTo>
                  <a:lnTo>
                    <a:pt x="121746" y="15724"/>
                  </a:lnTo>
                  <a:lnTo>
                    <a:pt x="163150" y="5630"/>
                  </a:lnTo>
                  <a:lnTo>
                    <a:pt x="207341" y="622"/>
                  </a:lnTo>
                  <a:lnTo>
                    <a:pt x="230367" y="0"/>
                  </a:lnTo>
                  <a:close/>
                </a:path>
              </a:pathLst>
            </a:custGeom>
            <a:ln w="12191">
              <a:solidFill>
                <a:srgbClr val="000000"/>
              </a:solidFill>
            </a:ln>
          </p:spPr>
          <p:txBody>
            <a:bodyPr wrap="square" lIns="0" tIns="0" rIns="0" bIns="0" rtlCol="0"/>
            <a:lstStyle/>
            <a:p>
              <a:endParaRPr/>
            </a:p>
          </p:txBody>
        </p:sp>
        <p:sp>
          <p:nvSpPr>
            <p:cNvPr id="34" name="object 34"/>
            <p:cNvSpPr/>
            <p:nvPr/>
          </p:nvSpPr>
          <p:spPr>
            <a:xfrm>
              <a:off x="7647828" y="6077473"/>
              <a:ext cx="429259" cy="587375"/>
            </a:xfrm>
            <a:custGeom>
              <a:avLst/>
              <a:gdLst/>
              <a:ahLst/>
              <a:cxnLst/>
              <a:rect l="l" t="t" r="r" b="b"/>
              <a:pathLst>
                <a:path w="429259" h="587375">
                  <a:moveTo>
                    <a:pt x="207111" y="0"/>
                  </a:moveTo>
                  <a:lnTo>
                    <a:pt x="0" y="0"/>
                  </a:lnTo>
                  <a:lnTo>
                    <a:pt x="0" y="586906"/>
                  </a:lnTo>
                  <a:lnTo>
                    <a:pt x="132191" y="586906"/>
                  </a:lnTo>
                  <a:lnTo>
                    <a:pt x="132191" y="384715"/>
                  </a:lnTo>
                  <a:lnTo>
                    <a:pt x="195193" y="384715"/>
                  </a:lnTo>
                  <a:lnTo>
                    <a:pt x="245745" y="381301"/>
                  </a:lnTo>
                  <a:lnTo>
                    <a:pt x="290927" y="371058"/>
                  </a:lnTo>
                  <a:lnTo>
                    <a:pt x="330755" y="353984"/>
                  </a:lnTo>
                  <a:lnTo>
                    <a:pt x="365241" y="330077"/>
                  </a:lnTo>
                  <a:lnTo>
                    <a:pt x="393080" y="300649"/>
                  </a:lnTo>
                  <a:lnTo>
                    <a:pt x="402656" y="284439"/>
                  </a:lnTo>
                  <a:lnTo>
                    <a:pt x="132191" y="284439"/>
                  </a:lnTo>
                  <a:lnTo>
                    <a:pt x="132191" y="101501"/>
                  </a:lnTo>
                  <a:lnTo>
                    <a:pt x="412715" y="101501"/>
                  </a:lnTo>
                  <a:lnTo>
                    <a:pt x="410752" y="95428"/>
                  </a:lnTo>
                  <a:lnTo>
                    <a:pt x="388125" y="61073"/>
                  </a:lnTo>
                  <a:lnTo>
                    <a:pt x="356448" y="34352"/>
                  </a:lnTo>
                  <a:lnTo>
                    <a:pt x="315719" y="15267"/>
                  </a:lnTo>
                  <a:lnTo>
                    <a:pt x="265941" y="3816"/>
                  </a:lnTo>
                  <a:lnTo>
                    <a:pt x="207111" y="0"/>
                  </a:lnTo>
                  <a:close/>
                </a:path>
                <a:path w="429259" h="587375">
                  <a:moveTo>
                    <a:pt x="412715" y="101501"/>
                  </a:moveTo>
                  <a:lnTo>
                    <a:pt x="184129" y="101501"/>
                  </a:lnTo>
                  <a:lnTo>
                    <a:pt x="230383" y="107153"/>
                  </a:lnTo>
                  <a:lnTo>
                    <a:pt x="263404" y="124110"/>
                  </a:lnTo>
                  <a:lnTo>
                    <a:pt x="283206" y="152373"/>
                  </a:lnTo>
                  <a:lnTo>
                    <a:pt x="289803" y="191941"/>
                  </a:lnTo>
                  <a:lnTo>
                    <a:pt x="283206" y="232412"/>
                  </a:lnTo>
                  <a:lnTo>
                    <a:pt x="263404" y="261318"/>
                  </a:lnTo>
                  <a:lnTo>
                    <a:pt x="230383" y="278659"/>
                  </a:lnTo>
                  <a:lnTo>
                    <a:pt x="184129" y="284439"/>
                  </a:lnTo>
                  <a:lnTo>
                    <a:pt x="402656" y="284439"/>
                  </a:lnTo>
                  <a:lnTo>
                    <a:pt x="412958" y="267000"/>
                  </a:lnTo>
                  <a:lnTo>
                    <a:pt x="424880" y="229132"/>
                  </a:lnTo>
                  <a:lnTo>
                    <a:pt x="428853" y="187046"/>
                  </a:lnTo>
                  <a:lnTo>
                    <a:pt x="424328" y="137419"/>
                  </a:lnTo>
                  <a:lnTo>
                    <a:pt x="412715" y="101501"/>
                  </a:lnTo>
                  <a:close/>
                </a:path>
              </a:pathLst>
            </a:custGeom>
            <a:solidFill>
              <a:srgbClr val="FFFF00"/>
            </a:solidFill>
          </p:spPr>
          <p:txBody>
            <a:bodyPr wrap="square" lIns="0" tIns="0" rIns="0" bIns="0" rtlCol="0"/>
            <a:lstStyle/>
            <a:p>
              <a:endParaRPr/>
            </a:p>
          </p:txBody>
        </p:sp>
        <p:sp>
          <p:nvSpPr>
            <p:cNvPr id="35" name="object 35"/>
            <p:cNvSpPr/>
            <p:nvPr/>
          </p:nvSpPr>
          <p:spPr>
            <a:xfrm>
              <a:off x="7773923" y="6172879"/>
              <a:ext cx="169804" cy="195129"/>
            </a:xfrm>
            <a:prstGeom prst="rect">
              <a:avLst/>
            </a:prstGeom>
            <a:blipFill>
              <a:blip r:embed="rId10" cstate="print"/>
              <a:stretch>
                <a:fillRect/>
              </a:stretch>
            </a:blipFill>
          </p:spPr>
          <p:txBody>
            <a:bodyPr wrap="square" lIns="0" tIns="0" rIns="0" bIns="0" rtlCol="0"/>
            <a:lstStyle/>
            <a:p>
              <a:endParaRPr/>
            </a:p>
          </p:txBody>
        </p:sp>
        <p:sp>
          <p:nvSpPr>
            <p:cNvPr id="36" name="object 36"/>
            <p:cNvSpPr/>
            <p:nvPr/>
          </p:nvSpPr>
          <p:spPr>
            <a:xfrm>
              <a:off x="7647828" y="6077473"/>
              <a:ext cx="429259" cy="587375"/>
            </a:xfrm>
            <a:custGeom>
              <a:avLst/>
              <a:gdLst/>
              <a:ahLst/>
              <a:cxnLst/>
              <a:rect l="l" t="t" r="r" b="b"/>
              <a:pathLst>
                <a:path w="429259" h="587375">
                  <a:moveTo>
                    <a:pt x="0" y="0"/>
                  </a:moveTo>
                  <a:lnTo>
                    <a:pt x="207111" y="0"/>
                  </a:lnTo>
                  <a:lnTo>
                    <a:pt x="265941" y="3816"/>
                  </a:lnTo>
                  <a:lnTo>
                    <a:pt x="315719" y="15267"/>
                  </a:lnTo>
                  <a:lnTo>
                    <a:pt x="356448" y="34352"/>
                  </a:lnTo>
                  <a:lnTo>
                    <a:pt x="388125" y="61073"/>
                  </a:lnTo>
                  <a:lnTo>
                    <a:pt x="410752" y="95428"/>
                  </a:lnTo>
                  <a:lnTo>
                    <a:pt x="424328" y="137419"/>
                  </a:lnTo>
                  <a:lnTo>
                    <a:pt x="428853" y="187046"/>
                  </a:lnTo>
                  <a:lnTo>
                    <a:pt x="424880" y="229132"/>
                  </a:lnTo>
                  <a:lnTo>
                    <a:pt x="412958" y="267000"/>
                  </a:lnTo>
                  <a:lnTo>
                    <a:pt x="393080" y="300649"/>
                  </a:lnTo>
                  <a:lnTo>
                    <a:pt x="365241" y="330077"/>
                  </a:lnTo>
                  <a:lnTo>
                    <a:pt x="330755" y="353984"/>
                  </a:lnTo>
                  <a:lnTo>
                    <a:pt x="290927" y="371058"/>
                  </a:lnTo>
                  <a:lnTo>
                    <a:pt x="245745" y="381301"/>
                  </a:lnTo>
                  <a:lnTo>
                    <a:pt x="195193" y="384715"/>
                  </a:lnTo>
                  <a:lnTo>
                    <a:pt x="132191" y="384715"/>
                  </a:lnTo>
                  <a:lnTo>
                    <a:pt x="132191" y="586906"/>
                  </a:lnTo>
                  <a:lnTo>
                    <a:pt x="0" y="586906"/>
                  </a:lnTo>
                  <a:lnTo>
                    <a:pt x="0" y="0"/>
                  </a:lnTo>
                  <a:close/>
                </a:path>
              </a:pathLst>
            </a:custGeom>
            <a:ln w="12191">
              <a:solidFill>
                <a:srgbClr val="000000"/>
              </a:solidFill>
            </a:ln>
          </p:spPr>
          <p:txBody>
            <a:bodyPr wrap="square" lIns="0" tIns="0" rIns="0" bIns="0" rtlCol="0"/>
            <a:lstStyle/>
            <a:p>
              <a:endParaRPr/>
            </a:p>
          </p:txBody>
        </p:sp>
        <p:sp>
          <p:nvSpPr>
            <p:cNvPr id="37" name="object 37"/>
            <p:cNvSpPr/>
            <p:nvPr/>
          </p:nvSpPr>
          <p:spPr>
            <a:xfrm>
              <a:off x="6748271" y="5207508"/>
              <a:ext cx="2218944" cy="1344167"/>
            </a:xfrm>
            <a:prstGeom prst="rect">
              <a:avLst/>
            </a:prstGeom>
            <a:blipFill>
              <a:blip r:embed="rId11" cstate="print"/>
              <a:stretch>
                <a:fillRect/>
              </a:stretch>
            </a:blipFill>
          </p:spPr>
          <p:txBody>
            <a:bodyPr wrap="square" lIns="0" tIns="0" rIns="0" bIns="0" rtlCol="0"/>
            <a:lstStyle/>
            <a:p>
              <a:endParaRPr/>
            </a:p>
          </p:txBody>
        </p:sp>
        <p:sp>
          <p:nvSpPr>
            <p:cNvPr id="38" name="object 38"/>
            <p:cNvSpPr/>
            <p:nvPr/>
          </p:nvSpPr>
          <p:spPr>
            <a:xfrm>
              <a:off x="6886956" y="4888990"/>
              <a:ext cx="2257043" cy="1969008"/>
            </a:xfrm>
            <a:prstGeom prst="rect">
              <a:avLst/>
            </a:prstGeom>
            <a:blipFill>
              <a:blip r:embed="rId12" cstate="print"/>
              <a:stretch>
                <a:fillRect/>
              </a:stretch>
            </a:blipFill>
          </p:spPr>
          <p:txBody>
            <a:bodyPr wrap="square" lIns="0" tIns="0" rIns="0" bIns="0" rtlCol="0"/>
            <a:lstStyle/>
            <a:p>
              <a:endParaRPr/>
            </a:p>
          </p:txBody>
        </p:sp>
        <p:sp>
          <p:nvSpPr>
            <p:cNvPr id="39" name="object 39"/>
            <p:cNvSpPr/>
            <p:nvPr/>
          </p:nvSpPr>
          <p:spPr>
            <a:xfrm>
              <a:off x="6829683" y="5267574"/>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00"/>
                  </a:lnTo>
                  <a:lnTo>
                    <a:pt x="4719" y="998362"/>
                  </a:lnTo>
                  <a:lnTo>
                    <a:pt x="18257" y="1042010"/>
                  </a:lnTo>
                  <a:lnTo>
                    <a:pt x="39683" y="1081508"/>
                  </a:lnTo>
                  <a:lnTo>
                    <a:pt x="68065" y="1115922"/>
                  </a:lnTo>
                  <a:lnTo>
                    <a:pt x="102472" y="1144316"/>
                  </a:lnTo>
                  <a:lnTo>
                    <a:pt x="141973" y="1165755"/>
                  </a:lnTo>
                  <a:lnTo>
                    <a:pt x="185636" y="1179304"/>
                  </a:lnTo>
                  <a:lnTo>
                    <a:pt x="232531" y="1184029"/>
                  </a:lnTo>
                  <a:lnTo>
                    <a:pt x="1824868" y="1184029"/>
                  </a:lnTo>
                  <a:lnTo>
                    <a:pt x="1871719" y="1179304"/>
                  </a:lnTo>
                  <a:lnTo>
                    <a:pt x="1915362" y="1165755"/>
                  </a:lnTo>
                  <a:lnTo>
                    <a:pt x="1954860" y="1144316"/>
                  </a:lnTo>
                  <a:lnTo>
                    <a:pt x="1989277" y="1115922"/>
                  </a:lnTo>
                  <a:lnTo>
                    <a:pt x="2017676" y="1081508"/>
                  </a:lnTo>
                  <a:lnTo>
                    <a:pt x="2039120" y="1042010"/>
                  </a:lnTo>
                  <a:lnTo>
                    <a:pt x="2052674" y="998362"/>
                  </a:lnTo>
                  <a:lnTo>
                    <a:pt x="2057399" y="951500"/>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40" name="object 40"/>
            <p:cNvSpPr/>
            <p:nvPr/>
          </p:nvSpPr>
          <p:spPr>
            <a:xfrm>
              <a:off x="6829683" y="5267574"/>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00"/>
                  </a:lnTo>
                  <a:lnTo>
                    <a:pt x="2052674" y="998362"/>
                  </a:lnTo>
                  <a:lnTo>
                    <a:pt x="2039120" y="1042010"/>
                  </a:lnTo>
                  <a:lnTo>
                    <a:pt x="2017676" y="1081508"/>
                  </a:lnTo>
                  <a:lnTo>
                    <a:pt x="1989277" y="1115922"/>
                  </a:lnTo>
                  <a:lnTo>
                    <a:pt x="1954860" y="1144316"/>
                  </a:lnTo>
                  <a:lnTo>
                    <a:pt x="1915362" y="1165755"/>
                  </a:lnTo>
                  <a:lnTo>
                    <a:pt x="1871719" y="1179304"/>
                  </a:lnTo>
                  <a:lnTo>
                    <a:pt x="1824868" y="1184029"/>
                  </a:lnTo>
                  <a:lnTo>
                    <a:pt x="232531" y="1184029"/>
                  </a:lnTo>
                  <a:lnTo>
                    <a:pt x="185636" y="1179304"/>
                  </a:lnTo>
                  <a:lnTo>
                    <a:pt x="141973" y="1165755"/>
                  </a:lnTo>
                  <a:lnTo>
                    <a:pt x="102472" y="1144316"/>
                  </a:lnTo>
                  <a:lnTo>
                    <a:pt x="68065" y="1115922"/>
                  </a:lnTo>
                  <a:lnTo>
                    <a:pt x="39683" y="1081508"/>
                  </a:lnTo>
                  <a:lnTo>
                    <a:pt x="18257" y="1042010"/>
                  </a:lnTo>
                  <a:lnTo>
                    <a:pt x="4719"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41" name="object 41"/>
            <p:cNvSpPr/>
            <p:nvPr/>
          </p:nvSpPr>
          <p:spPr>
            <a:xfrm>
              <a:off x="6928103" y="4910327"/>
              <a:ext cx="1895855" cy="1947671"/>
            </a:xfrm>
            <a:prstGeom prst="rect">
              <a:avLst/>
            </a:prstGeom>
            <a:blipFill>
              <a:blip r:embed="rId13" cstate="print"/>
              <a:stretch>
                <a:fillRect/>
              </a:stretch>
            </a:blipFill>
          </p:spPr>
          <p:txBody>
            <a:bodyPr wrap="square" lIns="0" tIns="0" rIns="0" bIns="0" rtlCol="0"/>
            <a:lstStyle/>
            <a:p>
              <a:endParaRPr/>
            </a:p>
          </p:txBody>
        </p:sp>
        <p:sp>
          <p:nvSpPr>
            <p:cNvPr id="42" name="object 42"/>
            <p:cNvSpPr/>
            <p:nvPr/>
          </p:nvSpPr>
          <p:spPr>
            <a:xfrm>
              <a:off x="7670291" y="5503795"/>
              <a:ext cx="307975" cy="727710"/>
            </a:xfrm>
            <a:custGeom>
              <a:avLst/>
              <a:gdLst/>
              <a:ahLst/>
              <a:cxnLst/>
              <a:rect l="l" t="t" r="r" b="b"/>
              <a:pathLst>
                <a:path w="307975" h="727710">
                  <a:moveTo>
                    <a:pt x="307726" y="0"/>
                  </a:moveTo>
                  <a:lnTo>
                    <a:pt x="212994" y="0"/>
                  </a:lnTo>
                  <a:lnTo>
                    <a:pt x="190506" y="16316"/>
                  </a:lnTo>
                  <a:lnTo>
                    <a:pt x="166706" y="31929"/>
                  </a:lnTo>
                  <a:lnTo>
                    <a:pt x="115183" y="61091"/>
                  </a:lnTo>
                  <a:lnTo>
                    <a:pt x="59363" y="86391"/>
                  </a:lnTo>
                  <a:lnTo>
                    <a:pt x="0" y="106728"/>
                  </a:lnTo>
                  <a:lnTo>
                    <a:pt x="0" y="238755"/>
                  </a:lnTo>
                  <a:lnTo>
                    <a:pt x="42306" y="230565"/>
                  </a:lnTo>
                  <a:lnTo>
                    <a:pt x="83454" y="216670"/>
                  </a:lnTo>
                  <a:lnTo>
                    <a:pt x="120914" y="198299"/>
                  </a:lnTo>
                  <a:lnTo>
                    <a:pt x="151394" y="176713"/>
                  </a:lnTo>
                  <a:lnTo>
                    <a:pt x="151394" y="727649"/>
                  </a:lnTo>
                  <a:lnTo>
                    <a:pt x="307726" y="727649"/>
                  </a:lnTo>
                  <a:lnTo>
                    <a:pt x="307726" y="0"/>
                  </a:lnTo>
                  <a:close/>
                </a:path>
              </a:pathLst>
            </a:custGeom>
            <a:solidFill>
              <a:srgbClr val="FFFF00"/>
            </a:solidFill>
          </p:spPr>
          <p:txBody>
            <a:bodyPr wrap="square" lIns="0" tIns="0" rIns="0" bIns="0" rtlCol="0"/>
            <a:lstStyle/>
            <a:p>
              <a:endParaRPr/>
            </a:p>
          </p:txBody>
        </p:sp>
        <p:sp>
          <p:nvSpPr>
            <p:cNvPr id="43" name="object 43"/>
            <p:cNvSpPr/>
            <p:nvPr/>
          </p:nvSpPr>
          <p:spPr>
            <a:xfrm>
              <a:off x="7670291" y="5503795"/>
              <a:ext cx="307975" cy="727710"/>
            </a:xfrm>
            <a:custGeom>
              <a:avLst/>
              <a:gdLst/>
              <a:ahLst/>
              <a:cxnLst/>
              <a:rect l="l" t="t" r="r" b="b"/>
              <a:pathLst>
                <a:path w="307975" h="727710">
                  <a:moveTo>
                    <a:pt x="212994" y="0"/>
                  </a:moveTo>
                  <a:lnTo>
                    <a:pt x="307726" y="0"/>
                  </a:lnTo>
                  <a:lnTo>
                    <a:pt x="307726" y="727649"/>
                  </a:lnTo>
                  <a:lnTo>
                    <a:pt x="151394" y="727649"/>
                  </a:lnTo>
                  <a:lnTo>
                    <a:pt x="151394" y="176713"/>
                  </a:lnTo>
                  <a:lnTo>
                    <a:pt x="144685" y="182343"/>
                  </a:lnTo>
                  <a:lnTo>
                    <a:pt x="111927" y="203264"/>
                  </a:lnTo>
                  <a:lnTo>
                    <a:pt x="73441" y="220605"/>
                  </a:lnTo>
                  <a:lnTo>
                    <a:pt x="31602" y="233220"/>
                  </a:lnTo>
                  <a:lnTo>
                    <a:pt x="0" y="238755"/>
                  </a:lnTo>
                  <a:lnTo>
                    <a:pt x="0" y="106728"/>
                  </a:lnTo>
                  <a:lnTo>
                    <a:pt x="30131" y="97175"/>
                  </a:lnTo>
                  <a:lnTo>
                    <a:pt x="59363" y="86391"/>
                  </a:lnTo>
                  <a:lnTo>
                    <a:pt x="115183" y="61091"/>
                  </a:lnTo>
                  <a:lnTo>
                    <a:pt x="166706" y="31929"/>
                  </a:lnTo>
                  <a:lnTo>
                    <a:pt x="190506" y="16316"/>
                  </a:lnTo>
                  <a:lnTo>
                    <a:pt x="212994" y="0"/>
                  </a:lnTo>
                  <a:close/>
                </a:path>
              </a:pathLst>
            </a:custGeom>
            <a:ln w="12191">
              <a:solidFill>
                <a:srgbClr val="000000"/>
              </a:solidFill>
            </a:ln>
          </p:spPr>
          <p:txBody>
            <a:bodyPr wrap="square" lIns="0" tIns="0" rIns="0" bIns="0" rtlCol="0"/>
            <a:lstStyle/>
            <a:p>
              <a:endParaRPr/>
            </a:p>
          </p:txBody>
        </p:sp>
        <p:sp>
          <p:nvSpPr>
            <p:cNvPr id="44" name="object 44"/>
            <p:cNvSpPr/>
            <p:nvPr/>
          </p:nvSpPr>
          <p:spPr>
            <a:xfrm>
              <a:off x="6739127" y="5193791"/>
              <a:ext cx="2218944" cy="1345692"/>
            </a:xfrm>
            <a:prstGeom prst="rect">
              <a:avLst/>
            </a:prstGeom>
            <a:blipFill>
              <a:blip r:embed="rId14" cstate="print"/>
              <a:stretch>
                <a:fillRect/>
              </a:stretch>
            </a:blipFill>
          </p:spPr>
          <p:txBody>
            <a:bodyPr wrap="square" lIns="0" tIns="0" rIns="0" bIns="0" rtlCol="0"/>
            <a:lstStyle/>
            <a:p>
              <a:endParaRPr/>
            </a:p>
          </p:txBody>
        </p:sp>
        <p:sp>
          <p:nvSpPr>
            <p:cNvPr id="45" name="object 45"/>
            <p:cNvSpPr/>
            <p:nvPr/>
          </p:nvSpPr>
          <p:spPr>
            <a:xfrm>
              <a:off x="6877812" y="4876798"/>
              <a:ext cx="2258568" cy="1981200"/>
            </a:xfrm>
            <a:prstGeom prst="rect">
              <a:avLst/>
            </a:prstGeom>
            <a:blipFill>
              <a:blip r:embed="rId15" cstate="print"/>
              <a:stretch>
                <a:fillRect/>
              </a:stretch>
            </a:blipFill>
          </p:spPr>
          <p:txBody>
            <a:bodyPr wrap="square" lIns="0" tIns="0" rIns="0" bIns="0" rtlCol="0"/>
            <a:lstStyle/>
            <a:p>
              <a:endParaRPr/>
            </a:p>
          </p:txBody>
        </p:sp>
        <p:sp>
          <p:nvSpPr>
            <p:cNvPr id="46" name="object 46"/>
            <p:cNvSpPr/>
            <p:nvPr/>
          </p:nvSpPr>
          <p:spPr>
            <a:xfrm>
              <a:off x="6820143" y="5254883"/>
              <a:ext cx="2057400" cy="1184275"/>
            </a:xfrm>
            <a:custGeom>
              <a:avLst/>
              <a:gdLst/>
              <a:ahLst/>
              <a:cxnLst/>
              <a:rect l="l" t="t" r="r" b="b"/>
              <a:pathLst>
                <a:path w="2057400" h="1184275">
                  <a:moveTo>
                    <a:pt x="1824868" y="0"/>
                  </a:moveTo>
                  <a:lnTo>
                    <a:pt x="232562" y="0"/>
                  </a:lnTo>
                  <a:lnTo>
                    <a:pt x="185701" y="4725"/>
                  </a:lnTo>
                  <a:lnTo>
                    <a:pt x="142050" y="18276"/>
                  </a:lnTo>
                  <a:lnTo>
                    <a:pt x="102547" y="39718"/>
                  </a:lnTo>
                  <a:lnTo>
                    <a:pt x="68126" y="68115"/>
                  </a:lnTo>
                  <a:lnTo>
                    <a:pt x="39725" y="102530"/>
                  </a:lnTo>
                  <a:lnTo>
                    <a:pt x="18279" y="142028"/>
                  </a:lnTo>
                  <a:lnTo>
                    <a:pt x="4726" y="185673"/>
                  </a:lnTo>
                  <a:lnTo>
                    <a:pt x="0" y="232528"/>
                  </a:lnTo>
                  <a:lnTo>
                    <a:pt x="0" y="951488"/>
                  </a:lnTo>
                  <a:lnTo>
                    <a:pt x="4726" y="998354"/>
                  </a:lnTo>
                  <a:lnTo>
                    <a:pt x="18279" y="1042003"/>
                  </a:lnTo>
                  <a:lnTo>
                    <a:pt x="39725" y="1081502"/>
                  </a:lnTo>
                  <a:lnTo>
                    <a:pt x="68126" y="1115915"/>
                  </a:lnTo>
                  <a:lnTo>
                    <a:pt x="102547" y="1144307"/>
                  </a:lnTo>
                  <a:lnTo>
                    <a:pt x="142050" y="1165745"/>
                  </a:lnTo>
                  <a:lnTo>
                    <a:pt x="185701" y="1179293"/>
                  </a:lnTo>
                  <a:lnTo>
                    <a:pt x="232562" y="1184016"/>
                  </a:lnTo>
                  <a:lnTo>
                    <a:pt x="1824868" y="1184016"/>
                  </a:lnTo>
                  <a:lnTo>
                    <a:pt x="1871728" y="1179293"/>
                  </a:lnTo>
                  <a:lnTo>
                    <a:pt x="1915375" y="1165745"/>
                  </a:lnTo>
                  <a:lnTo>
                    <a:pt x="1954873" y="1144307"/>
                  </a:lnTo>
                  <a:lnTo>
                    <a:pt x="1989288" y="1115915"/>
                  </a:lnTo>
                  <a:lnTo>
                    <a:pt x="2017684" y="1081502"/>
                  </a:lnTo>
                  <a:lnTo>
                    <a:pt x="2039124" y="1042003"/>
                  </a:lnTo>
                  <a:lnTo>
                    <a:pt x="2052675" y="998354"/>
                  </a:lnTo>
                  <a:lnTo>
                    <a:pt x="2057399" y="951488"/>
                  </a:lnTo>
                  <a:lnTo>
                    <a:pt x="2057399" y="232528"/>
                  </a:lnTo>
                  <a:lnTo>
                    <a:pt x="2052675" y="185673"/>
                  </a:lnTo>
                  <a:lnTo>
                    <a:pt x="2039124" y="142028"/>
                  </a:lnTo>
                  <a:lnTo>
                    <a:pt x="2017684" y="102530"/>
                  </a:lnTo>
                  <a:lnTo>
                    <a:pt x="1989288" y="68115"/>
                  </a:lnTo>
                  <a:lnTo>
                    <a:pt x="1954873" y="39718"/>
                  </a:lnTo>
                  <a:lnTo>
                    <a:pt x="1915375" y="18276"/>
                  </a:lnTo>
                  <a:lnTo>
                    <a:pt x="1871728" y="4725"/>
                  </a:lnTo>
                  <a:lnTo>
                    <a:pt x="1824868" y="0"/>
                  </a:lnTo>
                  <a:close/>
                </a:path>
              </a:pathLst>
            </a:custGeom>
            <a:solidFill>
              <a:srgbClr val="252525"/>
            </a:solidFill>
          </p:spPr>
          <p:txBody>
            <a:bodyPr wrap="square" lIns="0" tIns="0" rIns="0" bIns="0" rtlCol="0"/>
            <a:lstStyle/>
            <a:p>
              <a:endParaRPr/>
            </a:p>
          </p:txBody>
        </p:sp>
        <p:sp>
          <p:nvSpPr>
            <p:cNvPr id="47" name="object 47"/>
            <p:cNvSpPr/>
            <p:nvPr/>
          </p:nvSpPr>
          <p:spPr>
            <a:xfrm>
              <a:off x="6820143" y="5254883"/>
              <a:ext cx="2057400" cy="1184275"/>
            </a:xfrm>
            <a:custGeom>
              <a:avLst/>
              <a:gdLst/>
              <a:ahLst/>
              <a:cxnLst/>
              <a:rect l="l" t="t" r="r" b="b"/>
              <a:pathLst>
                <a:path w="2057400" h="1184275">
                  <a:moveTo>
                    <a:pt x="0" y="232528"/>
                  </a:moveTo>
                  <a:lnTo>
                    <a:pt x="4726" y="185673"/>
                  </a:lnTo>
                  <a:lnTo>
                    <a:pt x="18279" y="142028"/>
                  </a:lnTo>
                  <a:lnTo>
                    <a:pt x="39725" y="102530"/>
                  </a:lnTo>
                  <a:lnTo>
                    <a:pt x="68126" y="68115"/>
                  </a:lnTo>
                  <a:lnTo>
                    <a:pt x="102547" y="39718"/>
                  </a:lnTo>
                  <a:lnTo>
                    <a:pt x="142050" y="18276"/>
                  </a:lnTo>
                  <a:lnTo>
                    <a:pt x="185701" y="4725"/>
                  </a:lnTo>
                  <a:lnTo>
                    <a:pt x="232562" y="0"/>
                  </a:lnTo>
                  <a:lnTo>
                    <a:pt x="1824868" y="0"/>
                  </a:lnTo>
                  <a:lnTo>
                    <a:pt x="1871728" y="4725"/>
                  </a:lnTo>
                  <a:lnTo>
                    <a:pt x="1915375" y="18276"/>
                  </a:lnTo>
                  <a:lnTo>
                    <a:pt x="1954873" y="39718"/>
                  </a:lnTo>
                  <a:lnTo>
                    <a:pt x="1989288" y="68115"/>
                  </a:lnTo>
                  <a:lnTo>
                    <a:pt x="2017684" y="102530"/>
                  </a:lnTo>
                  <a:lnTo>
                    <a:pt x="2039124" y="142028"/>
                  </a:lnTo>
                  <a:lnTo>
                    <a:pt x="2052675" y="185673"/>
                  </a:lnTo>
                  <a:lnTo>
                    <a:pt x="2057399" y="232528"/>
                  </a:lnTo>
                  <a:lnTo>
                    <a:pt x="2057399" y="951488"/>
                  </a:lnTo>
                  <a:lnTo>
                    <a:pt x="2052675" y="998354"/>
                  </a:lnTo>
                  <a:lnTo>
                    <a:pt x="2039124" y="1042003"/>
                  </a:lnTo>
                  <a:lnTo>
                    <a:pt x="2017684" y="1081502"/>
                  </a:lnTo>
                  <a:lnTo>
                    <a:pt x="1989288" y="1115915"/>
                  </a:lnTo>
                  <a:lnTo>
                    <a:pt x="1954873" y="1144307"/>
                  </a:lnTo>
                  <a:lnTo>
                    <a:pt x="1915375" y="1165745"/>
                  </a:lnTo>
                  <a:lnTo>
                    <a:pt x="1871728" y="1179293"/>
                  </a:lnTo>
                  <a:lnTo>
                    <a:pt x="1824868" y="1184016"/>
                  </a:lnTo>
                  <a:lnTo>
                    <a:pt x="232562" y="1184016"/>
                  </a:lnTo>
                  <a:lnTo>
                    <a:pt x="185701" y="1179293"/>
                  </a:lnTo>
                  <a:lnTo>
                    <a:pt x="142050" y="1165745"/>
                  </a:lnTo>
                  <a:lnTo>
                    <a:pt x="102547" y="1144307"/>
                  </a:lnTo>
                  <a:lnTo>
                    <a:pt x="68126" y="1115915"/>
                  </a:lnTo>
                  <a:lnTo>
                    <a:pt x="39725" y="1081502"/>
                  </a:lnTo>
                  <a:lnTo>
                    <a:pt x="18279" y="1042003"/>
                  </a:lnTo>
                  <a:lnTo>
                    <a:pt x="4726"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48" name="object 48"/>
            <p:cNvSpPr/>
            <p:nvPr/>
          </p:nvSpPr>
          <p:spPr>
            <a:xfrm>
              <a:off x="6918959" y="4898134"/>
              <a:ext cx="1895855" cy="1959864"/>
            </a:xfrm>
            <a:prstGeom prst="rect">
              <a:avLst/>
            </a:prstGeom>
            <a:blipFill>
              <a:blip r:embed="rId16" cstate="print"/>
              <a:stretch>
                <a:fillRect/>
              </a:stretch>
            </a:blipFill>
          </p:spPr>
          <p:txBody>
            <a:bodyPr wrap="square" lIns="0" tIns="0" rIns="0" bIns="0" rtlCol="0"/>
            <a:lstStyle/>
            <a:p>
              <a:endParaRPr/>
            </a:p>
          </p:txBody>
        </p:sp>
        <p:sp>
          <p:nvSpPr>
            <p:cNvPr id="49" name="object 49"/>
            <p:cNvSpPr/>
            <p:nvPr/>
          </p:nvSpPr>
          <p:spPr>
            <a:xfrm>
              <a:off x="7596896" y="5495032"/>
              <a:ext cx="474980" cy="723900"/>
            </a:xfrm>
            <a:custGeom>
              <a:avLst/>
              <a:gdLst/>
              <a:ahLst/>
              <a:cxnLst/>
              <a:rect l="l" t="t" r="r" b="b"/>
              <a:pathLst>
                <a:path w="474979" h="723900">
                  <a:moveTo>
                    <a:pt x="243565" y="0"/>
                  </a:moveTo>
                  <a:lnTo>
                    <a:pt x="186754" y="3761"/>
                  </a:lnTo>
                  <a:lnTo>
                    <a:pt x="132911" y="15037"/>
                  </a:lnTo>
                  <a:lnTo>
                    <a:pt x="82046" y="33814"/>
                  </a:lnTo>
                  <a:lnTo>
                    <a:pt x="34168" y="60079"/>
                  </a:lnTo>
                  <a:lnTo>
                    <a:pt x="34168" y="198083"/>
                  </a:lnTo>
                  <a:lnTo>
                    <a:pt x="76643" y="166164"/>
                  </a:lnTo>
                  <a:lnTo>
                    <a:pt x="120087" y="143364"/>
                  </a:lnTo>
                  <a:lnTo>
                    <a:pt x="164508" y="129683"/>
                  </a:lnTo>
                  <a:lnTo>
                    <a:pt x="209915" y="125123"/>
                  </a:lnTo>
                  <a:lnTo>
                    <a:pt x="234731" y="126581"/>
                  </a:lnTo>
                  <a:lnTo>
                    <a:pt x="274200" y="138248"/>
                  </a:lnTo>
                  <a:lnTo>
                    <a:pt x="308160" y="177362"/>
                  </a:lnTo>
                  <a:lnTo>
                    <a:pt x="314584" y="217444"/>
                  </a:lnTo>
                  <a:lnTo>
                    <a:pt x="314083" y="228934"/>
                  </a:lnTo>
                  <a:lnTo>
                    <a:pt x="302189" y="271632"/>
                  </a:lnTo>
                  <a:lnTo>
                    <a:pt x="274082" y="312130"/>
                  </a:lnTo>
                  <a:lnTo>
                    <a:pt x="242956" y="342518"/>
                  </a:lnTo>
                  <a:lnTo>
                    <a:pt x="203231" y="374158"/>
                  </a:lnTo>
                  <a:lnTo>
                    <a:pt x="172952" y="396200"/>
                  </a:lnTo>
                  <a:lnTo>
                    <a:pt x="157452" y="407848"/>
                  </a:lnTo>
                  <a:lnTo>
                    <a:pt x="125211" y="433102"/>
                  </a:lnTo>
                  <a:lnTo>
                    <a:pt x="93527" y="461640"/>
                  </a:lnTo>
                  <a:lnTo>
                    <a:pt x="64495" y="494144"/>
                  </a:lnTo>
                  <a:lnTo>
                    <a:pt x="39060" y="530876"/>
                  </a:lnTo>
                  <a:lnTo>
                    <a:pt x="18287" y="572073"/>
                  </a:lnTo>
                  <a:lnTo>
                    <a:pt x="4571" y="618299"/>
                  </a:lnTo>
                  <a:lnTo>
                    <a:pt x="0" y="670108"/>
                  </a:lnTo>
                  <a:lnTo>
                    <a:pt x="0" y="723711"/>
                  </a:lnTo>
                  <a:lnTo>
                    <a:pt x="473445" y="723711"/>
                  </a:lnTo>
                  <a:lnTo>
                    <a:pt x="473445" y="593668"/>
                  </a:lnTo>
                  <a:lnTo>
                    <a:pt x="171693" y="593668"/>
                  </a:lnTo>
                  <a:lnTo>
                    <a:pt x="172311" y="586627"/>
                  </a:lnTo>
                  <a:lnTo>
                    <a:pt x="193235" y="548811"/>
                  </a:lnTo>
                  <a:lnTo>
                    <a:pt x="226603" y="516613"/>
                  </a:lnTo>
                  <a:lnTo>
                    <a:pt x="258533" y="491776"/>
                  </a:lnTo>
                  <a:lnTo>
                    <a:pt x="293248" y="466606"/>
                  </a:lnTo>
                  <a:lnTo>
                    <a:pt x="310710" y="454335"/>
                  </a:lnTo>
                  <a:lnTo>
                    <a:pt x="327884" y="441846"/>
                  </a:lnTo>
                  <a:lnTo>
                    <a:pt x="361309" y="416219"/>
                  </a:lnTo>
                  <a:lnTo>
                    <a:pt x="392113" y="388862"/>
                  </a:lnTo>
                  <a:lnTo>
                    <a:pt x="419099" y="358889"/>
                  </a:lnTo>
                  <a:lnTo>
                    <a:pt x="441700" y="325890"/>
                  </a:lnTo>
                  <a:lnTo>
                    <a:pt x="459364" y="289416"/>
                  </a:lnTo>
                  <a:lnTo>
                    <a:pt x="470668" y="248465"/>
                  </a:lnTo>
                  <a:lnTo>
                    <a:pt x="474451" y="202048"/>
                  </a:lnTo>
                  <a:lnTo>
                    <a:pt x="473479" y="179509"/>
                  </a:lnTo>
                  <a:lnTo>
                    <a:pt x="465682" y="137697"/>
                  </a:lnTo>
                  <a:lnTo>
                    <a:pt x="450128" y="100376"/>
                  </a:lnTo>
                  <a:lnTo>
                    <a:pt x="427367" y="68464"/>
                  </a:lnTo>
                  <a:lnTo>
                    <a:pt x="397678" y="42230"/>
                  </a:lnTo>
                  <a:lnTo>
                    <a:pt x="361347" y="22036"/>
                  </a:lnTo>
                  <a:lnTo>
                    <a:pt x="318515" y="7986"/>
                  </a:lnTo>
                  <a:lnTo>
                    <a:pt x="269935" y="883"/>
                  </a:lnTo>
                  <a:lnTo>
                    <a:pt x="243565" y="0"/>
                  </a:lnTo>
                  <a:close/>
                </a:path>
              </a:pathLst>
            </a:custGeom>
            <a:solidFill>
              <a:srgbClr val="FFFF00"/>
            </a:solidFill>
          </p:spPr>
          <p:txBody>
            <a:bodyPr wrap="square" lIns="0" tIns="0" rIns="0" bIns="0" rtlCol="0"/>
            <a:lstStyle/>
            <a:p>
              <a:endParaRPr/>
            </a:p>
          </p:txBody>
        </p:sp>
        <p:sp>
          <p:nvSpPr>
            <p:cNvPr id="50" name="object 50"/>
            <p:cNvSpPr/>
            <p:nvPr/>
          </p:nvSpPr>
          <p:spPr>
            <a:xfrm>
              <a:off x="7596896" y="5495032"/>
              <a:ext cx="474980" cy="723900"/>
            </a:xfrm>
            <a:custGeom>
              <a:avLst/>
              <a:gdLst/>
              <a:ahLst/>
              <a:cxnLst/>
              <a:rect l="l" t="t" r="r" b="b"/>
              <a:pathLst>
                <a:path w="474979" h="723900">
                  <a:moveTo>
                    <a:pt x="243565" y="0"/>
                  </a:moveTo>
                  <a:lnTo>
                    <a:pt x="294916" y="3542"/>
                  </a:lnTo>
                  <a:lnTo>
                    <a:pt x="340735" y="14228"/>
                  </a:lnTo>
                  <a:lnTo>
                    <a:pt x="380333" y="31371"/>
                  </a:lnTo>
                  <a:lnTo>
                    <a:pt x="413369" y="54614"/>
                  </a:lnTo>
                  <a:lnTo>
                    <a:pt x="439628" y="83721"/>
                  </a:lnTo>
                  <a:lnTo>
                    <a:pt x="458845" y="118420"/>
                  </a:lnTo>
                  <a:lnTo>
                    <a:pt x="470557" y="158059"/>
                  </a:lnTo>
                  <a:lnTo>
                    <a:pt x="474451" y="202048"/>
                  </a:lnTo>
                  <a:lnTo>
                    <a:pt x="473504" y="225940"/>
                  </a:lnTo>
                  <a:lnTo>
                    <a:pt x="465952" y="269624"/>
                  </a:lnTo>
                  <a:lnTo>
                    <a:pt x="451135" y="308086"/>
                  </a:lnTo>
                  <a:lnTo>
                    <a:pt x="431031" y="342825"/>
                  </a:lnTo>
                  <a:lnTo>
                    <a:pt x="406071" y="374204"/>
                  </a:lnTo>
                  <a:lnTo>
                    <a:pt x="377201" y="402865"/>
                  </a:lnTo>
                  <a:lnTo>
                    <a:pt x="344755" y="429140"/>
                  </a:lnTo>
                  <a:lnTo>
                    <a:pt x="310710" y="454335"/>
                  </a:lnTo>
                  <a:lnTo>
                    <a:pt x="293248" y="466606"/>
                  </a:lnTo>
                  <a:lnTo>
                    <a:pt x="281455" y="475027"/>
                  </a:lnTo>
                  <a:lnTo>
                    <a:pt x="247375" y="500109"/>
                  </a:lnTo>
                  <a:lnTo>
                    <a:pt x="217183" y="524774"/>
                  </a:lnTo>
                  <a:lnTo>
                    <a:pt x="186986" y="556643"/>
                  </a:lnTo>
                  <a:lnTo>
                    <a:pt x="171693" y="593668"/>
                  </a:lnTo>
                  <a:lnTo>
                    <a:pt x="473445" y="593668"/>
                  </a:lnTo>
                  <a:lnTo>
                    <a:pt x="473445" y="723711"/>
                  </a:lnTo>
                  <a:lnTo>
                    <a:pt x="0" y="723711"/>
                  </a:lnTo>
                  <a:lnTo>
                    <a:pt x="0" y="670108"/>
                  </a:lnTo>
                  <a:lnTo>
                    <a:pt x="4571" y="618299"/>
                  </a:lnTo>
                  <a:lnTo>
                    <a:pt x="18287" y="572073"/>
                  </a:lnTo>
                  <a:lnTo>
                    <a:pt x="39060" y="530876"/>
                  </a:lnTo>
                  <a:lnTo>
                    <a:pt x="64495" y="494144"/>
                  </a:lnTo>
                  <a:lnTo>
                    <a:pt x="93527" y="461640"/>
                  </a:lnTo>
                  <a:lnTo>
                    <a:pt x="125211" y="433102"/>
                  </a:lnTo>
                  <a:lnTo>
                    <a:pt x="157452" y="407848"/>
                  </a:lnTo>
                  <a:lnTo>
                    <a:pt x="188092" y="385203"/>
                  </a:lnTo>
                  <a:lnTo>
                    <a:pt x="203231" y="374158"/>
                  </a:lnTo>
                  <a:lnTo>
                    <a:pt x="242956" y="342518"/>
                  </a:lnTo>
                  <a:lnTo>
                    <a:pt x="274082" y="312130"/>
                  </a:lnTo>
                  <a:lnTo>
                    <a:pt x="302189" y="271632"/>
                  </a:lnTo>
                  <a:lnTo>
                    <a:pt x="314083" y="228934"/>
                  </a:lnTo>
                  <a:lnTo>
                    <a:pt x="314584" y="217444"/>
                  </a:lnTo>
                  <a:lnTo>
                    <a:pt x="312981" y="196007"/>
                  </a:lnTo>
                  <a:lnTo>
                    <a:pt x="288797" y="148458"/>
                  </a:lnTo>
                  <a:lnTo>
                    <a:pt x="234731" y="126581"/>
                  </a:lnTo>
                  <a:lnTo>
                    <a:pt x="209915" y="125123"/>
                  </a:lnTo>
                  <a:lnTo>
                    <a:pt x="164508" y="129683"/>
                  </a:lnTo>
                  <a:lnTo>
                    <a:pt x="120087" y="143364"/>
                  </a:lnTo>
                  <a:lnTo>
                    <a:pt x="76643" y="166164"/>
                  </a:lnTo>
                  <a:lnTo>
                    <a:pt x="34168" y="198083"/>
                  </a:lnTo>
                  <a:lnTo>
                    <a:pt x="34168" y="60079"/>
                  </a:lnTo>
                  <a:lnTo>
                    <a:pt x="82046" y="33814"/>
                  </a:lnTo>
                  <a:lnTo>
                    <a:pt x="132911" y="15037"/>
                  </a:lnTo>
                  <a:lnTo>
                    <a:pt x="186754" y="3761"/>
                  </a:lnTo>
                  <a:lnTo>
                    <a:pt x="243565" y="0"/>
                  </a:lnTo>
                  <a:close/>
                </a:path>
              </a:pathLst>
            </a:custGeom>
            <a:ln w="12191">
              <a:solidFill>
                <a:srgbClr val="000000"/>
              </a:solidFill>
            </a:ln>
          </p:spPr>
          <p:txBody>
            <a:bodyPr wrap="square" lIns="0" tIns="0" rIns="0" bIns="0" rtlCol="0"/>
            <a:lstStyle/>
            <a:p>
              <a:endParaRPr/>
            </a:p>
          </p:txBody>
        </p:sp>
        <p:sp>
          <p:nvSpPr>
            <p:cNvPr id="51" name="object 51"/>
            <p:cNvSpPr/>
            <p:nvPr/>
          </p:nvSpPr>
          <p:spPr>
            <a:xfrm>
              <a:off x="6740651" y="5207508"/>
              <a:ext cx="2218944" cy="1344167"/>
            </a:xfrm>
            <a:prstGeom prst="rect">
              <a:avLst/>
            </a:prstGeom>
            <a:blipFill>
              <a:blip r:embed="rId17" cstate="print"/>
              <a:stretch>
                <a:fillRect/>
              </a:stretch>
            </a:blipFill>
          </p:spPr>
          <p:txBody>
            <a:bodyPr wrap="square" lIns="0" tIns="0" rIns="0" bIns="0" rtlCol="0"/>
            <a:lstStyle/>
            <a:p>
              <a:endParaRPr/>
            </a:p>
          </p:txBody>
        </p:sp>
        <p:sp>
          <p:nvSpPr>
            <p:cNvPr id="52" name="object 52"/>
            <p:cNvSpPr/>
            <p:nvPr/>
          </p:nvSpPr>
          <p:spPr>
            <a:xfrm>
              <a:off x="6879336" y="4888990"/>
              <a:ext cx="2258568" cy="1969008"/>
            </a:xfrm>
            <a:prstGeom prst="rect">
              <a:avLst/>
            </a:prstGeom>
            <a:blipFill>
              <a:blip r:embed="rId18" cstate="print"/>
              <a:stretch>
                <a:fillRect/>
              </a:stretch>
            </a:blipFill>
          </p:spPr>
          <p:txBody>
            <a:bodyPr wrap="square" lIns="0" tIns="0" rIns="0" bIns="0" rtlCol="0"/>
            <a:lstStyle/>
            <a:p>
              <a:endParaRPr/>
            </a:p>
          </p:txBody>
        </p:sp>
        <p:sp>
          <p:nvSpPr>
            <p:cNvPr id="53" name="object 53"/>
            <p:cNvSpPr/>
            <p:nvPr/>
          </p:nvSpPr>
          <p:spPr>
            <a:xfrm>
              <a:off x="6821545" y="5267574"/>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28" y="1179304"/>
                  </a:lnTo>
                  <a:lnTo>
                    <a:pt x="1915375" y="1165755"/>
                  </a:lnTo>
                  <a:lnTo>
                    <a:pt x="1954873" y="1144316"/>
                  </a:lnTo>
                  <a:lnTo>
                    <a:pt x="1989288" y="1115922"/>
                  </a:lnTo>
                  <a:lnTo>
                    <a:pt x="2017684" y="1081508"/>
                  </a:lnTo>
                  <a:lnTo>
                    <a:pt x="2039124" y="1042010"/>
                  </a:lnTo>
                  <a:lnTo>
                    <a:pt x="2052675" y="998362"/>
                  </a:lnTo>
                  <a:lnTo>
                    <a:pt x="2057399" y="95150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54" name="object 54"/>
            <p:cNvSpPr/>
            <p:nvPr/>
          </p:nvSpPr>
          <p:spPr>
            <a:xfrm>
              <a:off x="6821545" y="5267574"/>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00"/>
                  </a:lnTo>
                  <a:lnTo>
                    <a:pt x="2052675" y="998362"/>
                  </a:lnTo>
                  <a:lnTo>
                    <a:pt x="2039124" y="1042010"/>
                  </a:lnTo>
                  <a:lnTo>
                    <a:pt x="2017684" y="1081508"/>
                  </a:lnTo>
                  <a:lnTo>
                    <a:pt x="1989288" y="1115922"/>
                  </a:lnTo>
                  <a:lnTo>
                    <a:pt x="1954873" y="1144316"/>
                  </a:lnTo>
                  <a:lnTo>
                    <a:pt x="1915375" y="1165755"/>
                  </a:lnTo>
                  <a:lnTo>
                    <a:pt x="1871728"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41"/>
                  </a:lnTo>
                  <a:close/>
                </a:path>
              </a:pathLst>
            </a:custGeom>
            <a:ln w="76199">
              <a:solidFill>
                <a:srgbClr val="00AF50"/>
              </a:solidFill>
            </a:ln>
          </p:spPr>
          <p:txBody>
            <a:bodyPr wrap="square" lIns="0" tIns="0" rIns="0" bIns="0" rtlCol="0"/>
            <a:lstStyle/>
            <a:p>
              <a:endParaRPr/>
            </a:p>
          </p:txBody>
        </p:sp>
        <p:sp>
          <p:nvSpPr>
            <p:cNvPr id="55" name="object 55"/>
            <p:cNvSpPr/>
            <p:nvPr/>
          </p:nvSpPr>
          <p:spPr>
            <a:xfrm>
              <a:off x="6920483" y="4910327"/>
              <a:ext cx="1895855" cy="1947671"/>
            </a:xfrm>
            <a:prstGeom prst="rect">
              <a:avLst/>
            </a:prstGeom>
            <a:blipFill>
              <a:blip r:embed="rId19" cstate="print"/>
              <a:stretch>
                <a:fillRect/>
              </a:stretch>
            </a:blipFill>
          </p:spPr>
          <p:txBody>
            <a:bodyPr wrap="square" lIns="0" tIns="0" rIns="0" bIns="0" rtlCol="0"/>
            <a:lstStyle/>
            <a:p>
              <a:endParaRPr/>
            </a:p>
          </p:txBody>
        </p:sp>
        <p:sp>
          <p:nvSpPr>
            <p:cNvPr id="56" name="object 56"/>
            <p:cNvSpPr/>
            <p:nvPr/>
          </p:nvSpPr>
          <p:spPr>
            <a:xfrm>
              <a:off x="7615062" y="5507735"/>
              <a:ext cx="454025" cy="736600"/>
            </a:xfrm>
            <a:custGeom>
              <a:avLst/>
              <a:gdLst/>
              <a:ahLst/>
              <a:cxnLst/>
              <a:rect l="l" t="t" r="r" b="b"/>
              <a:pathLst>
                <a:path w="454025" h="736600">
                  <a:moveTo>
                    <a:pt x="201533" y="0"/>
                  </a:moveTo>
                  <a:lnTo>
                    <a:pt x="153193" y="2357"/>
                  </a:lnTo>
                  <a:lnTo>
                    <a:pt x="107967" y="9429"/>
                  </a:lnTo>
                  <a:lnTo>
                    <a:pt x="65839" y="21216"/>
                  </a:lnTo>
                  <a:lnTo>
                    <a:pt x="26791" y="37718"/>
                  </a:lnTo>
                  <a:lnTo>
                    <a:pt x="26791" y="165805"/>
                  </a:lnTo>
                  <a:lnTo>
                    <a:pt x="60822" y="145616"/>
                  </a:lnTo>
                  <a:lnTo>
                    <a:pt x="95307" y="131195"/>
                  </a:lnTo>
                  <a:lnTo>
                    <a:pt x="130266" y="122542"/>
                  </a:lnTo>
                  <a:lnTo>
                    <a:pt x="165719" y="119658"/>
                  </a:lnTo>
                  <a:lnTo>
                    <a:pt x="212471" y="125087"/>
                  </a:lnTo>
                  <a:lnTo>
                    <a:pt x="245844" y="141373"/>
                  </a:lnTo>
                  <a:lnTo>
                    <a:pt x="265855" y="168516"/>
                  </a:lnTo>
                  <a:lnTo>
                    <a:pt x="272521" y="206514"/>
                  </a:lnTo>
                  <a:lnTo>
                    <a:pt x="263829" y="246902"/>
                  </a:lnTo>
                  <a:lnTo>
                    <a:pt x="237755" y="275752"/>
                  </a:lnTo>
                  <a:lnTo>
                    <a:pt x="194301" y="293064"/>
                  </a:lnTo>
                  <a:lnTo>
                    <a:pt x="133471" y="298835"/>
                  </a:lnTo>
                  <a:lnTo>
                    <a:pt x="72511" y="298835"/>
                  </a:lnTo>
                  <a:lnTo>
                    <a:pt x="72511" y="418944"/>
                  </a:lnTo>
                  <a:lnTo>
                    <a:pt x="138531" y="418944"/>
                  </a:lnTo>
                  <a:lnTo>
                    <a:pt x="172808" y="420558"/>
                  </a:lnTo>
                  <a:lnTo>
                    <a:pt x="229725" y="433471"/>
                  </a:lnTo>
                  <a:lnTo>
                    <a:pt x="270506" y="459032"/>
                  </a:lnTo>
                  <a:lnTo>
                    <a:pt x="291263" y="495760"/>
                  </a:lnTo>
                  <a:lnTo>
                    <a:pt x="293857" y="518220"/>
                  </a:lnTo>
                  <a:lnTo>
                    <a:pt x="291765" y="540030"/>
                  </a:lnTo>
                  <a:lnTo>
                    <a:pt x="275006" y="576016"/>
                  </a:lnTo>
                  <a:lnTo>
                    <a:pt x="241923" y="601479"/>
                  </a:lnTo>
                  <a:lnTo>
                    <a:pt x="195144" y="614390"/>
                  </a:lnTo>
                  <a:lnTo>
                    <a:pt x="166725" y="616006"/>
                  </a:lnTo>
                  <a:lnTo>
                    <a:pt x="120585" y="612747"/>
                  </a:lnTo>
                  <a:lnTo>
                    <a:pt x="77407" y="602971"/>
                  </a:lnTo>
                  <a:lnTo>
                    <a:pt x="37207" y="586681"/>
                  </a:lnTo>
                  <a:lnTo>
                    <a:pt x="0" y="563879"/>
                  </a:lnTo>
                  <a:lnTo>
                    <a:pt x="0" y="700384"/>
                  </a:lnTo>
                  <a:lnTo>
                    <a:pt x="37064" y="716019"/>
                  </a:lnTo>
                  <a:lnTo>
                    <a:pt x="79297" y="727185"/>
                  </a:lnTo>
                  <a:lnTo>
                    <a:pt x="126680" y="733883"/>
                  </a:lnTo>
                  <a:lnTo>
                    <a:pt x="179191" y="736116"/>
                  </a:lnTo>
                  <a:lnTo>
                    <a:pt x="239999" y="732484"/>
                  </a:lnTo>
                  <a:lnTo>
                    <a:pt x="293857" y="721591"/>
                  </a:lnTo>
                  <a:lnTo>
                    <a:pt x="340766" y="703440"/>
                  </a:lnTo>
                  <a:lnTo>
                    <a:pt x="380725" y="678036"/>
                  </a:lnTo>
                  <a:lnTo>
                    <a:pt x="412640" y="646399"/>
                  </a:lnTo>
                  <a:lnTo>
                    <a:pt x="435422" y="609547"/>
                  </a:lnTo>
                  <a:lnTo>
                    <a:pt x="449082" y="567483"/>
                  </a:lnTo>
                  <a:lnTo>
                    <a:pt x="453633" y="520208"/>
                  </a:lnTo>
                  <a:lnTo>
                    <a:pt x="450915" y="488489"/>
                  </a:lnTo>
                  <a:lnTo>
                    <a:pt x="429099" y="432773"/>
                  </a:lnTo>
                  <a:lnTo>
                    <a:pt x="386131" y="388319"/>
                  </a:lnTo>
                  <a:lnTo>
                    <a:pt x="326549" y="360900"/>
                  </a:lnTo>
                  <a:lnTo>
                    <a:pt x="290809" y="353936"/>
                  </a:lnTo>
                  <a:lnTo>
                    <a:pt x="290809" y="351449"/>
                  </a:lnTo>
                  <a:lnTo>
                    <a:pt x="341761" y="333185"/>
                  </a:lnTo>
                  <a:lnTo>
                    <a:pt x="381379" y="306582"/>
                  </a:lnTo>
                  <a:lnTo>
                    <a:pt x="409671" y="271640"/>
                  </a:lnTo>
                  <a:lnTo>
                    <a:pt x="426642" y="228357"/>
                  </a:lnTo>
                  <a:lnTo>
                    <a:pt x="432297" y="176735"/>
                  </a:lnTo>
                  <a:lnTo>
                    <a:pt x="428505" y="139355"/>
                  </a:lnTo>
                  <a:lnTo>
                    <a:pt x="398106" y="75566"/>
                  </a:lnTo>
                  <a:lnTo>
                    <a:pt x="338055" y="27646"/>
                  </a:lnTo>
                  <a:lnTo>
                    <a:pt x="298601" y="12287"/>
                  </a:lnTo>
                  <a:lnTo>
                    <a:pt x="253094" y="3071"/>
                  </a:lnTo>
                  <a:lnTo>
                    <a:pt x="201533" y="0"/>
                  </a:lnTo>
                  <a:close/>
                </a:path>
              </a:pathLst>
            </a:custGeom>
            <a:solidFill>
              <a:srgbClr val="FFFF00"/>
            </a:solidFill>
          </p:spPr>
          <p:txBody>
            <a:bodyPr wrap="square" lIns="0" tIns="0" rIns="0" bIns="0" rtlCol="0"/>
            <a:lstStyle/>
            <a:p>
              <a:endParaRPr/>
            </a:p>
          </p:txBody>
        </p:sp>
        <p:sp>
          <p:nvSpPr>
            <p:cNvPr id="57" name="object 57"/>
            <p:cNvSpPr/>
            <p:nvPr/>
          </p:nvSpPr>
          <p:spPr>
            <a:xfrm>
              <a:off x="7615062" y="5507735"/>
              <a:ext cx="454025" cy="736600"/>
            </a:xfrm>
            <a:custGeom>
              <a:avLst/>
              <a:gdLst/>
              <a:ahLst/>
              <a:cxnLst/>
              <a:rect l="l" t="t" r="r" b="b"/>
              <a:pathLst>
                <a:path w="454025" h="736600">
                  <a:moveTo>
                    <a:pt x="201533" y="0"/>
                  </a:moveTo>
                  <a:lnTo>
                    <a:pt x="253094" y="3071"/>
                  </a:lnTo>
                  <a:lnTo>
                    <a:pt x="298601" y="12287"/>
                  </a:lnTo>
                  <a:lnTo>
                    <a:pt x="338055" y="27646"/>
                  </a:lnTo>
                  <a:lnTo>
                    <a:pt x="371459" y="49148"/>
                  </a:lnTo>
                  <a:lnTo>
                    <a:pt x="417114" y="105633"/>
                  </a:lnTo>
                  <a:lnTo>
                    <a:pt x="432297" y="176735"/>
                  </a:lnTo>
                  <a:lnTo>
                    <a:pt x="426642" y="228357"/>
                  </a:lnTo>
                  <a:lnTo>
                    <a:pt x="409671" y="271640"/>
                  </a:lnTo>
                  <a:lnTo>
                    <a:pt x="381379" y="306582"/>
                  </a:lnTo>
                  <a:lnTo>
                    <a:pt x="341761" y="333185"/>
                  </a:lnTo>
                  <a:lnTo>
                    <a:pt x="290809" y="351449"/>
                  </a:lnTo>
                  <a:lnTo>
                    <a:pt x="290809" y="353936"/>
                  </a:lnTo>
                  <a:lnTo>
                    <a:pt x="358326" y="372361"/>
                  </a:lnTo>
                  <a:lnTo>
                    <a:pt x="409955" y="408776"/>
                  </a:lnTo>
                  <a:lnTo>
                    <a:pt x="442744" y="459344"/>
                  </a:lnTo>
                  <a:lnTo>
                    <a:pt x="453633" y="520208"/>
                  </a:lnTo>
                  <a:lnTo>
                    <a:pt x="449082" y="567483"/>
                  </a:lnTo>
                  <a:lnTo>
                    <a:pt x="435422" y="609547"/>
                  </a:lnTo>
                  <a:lnTo>
                    <a:pt x="412640" y="646399"/>
                  </a:lnTo>
                  <a:lnTo>
                    <a:pt x="380725" y="678036"/>
                  </a:lnTo>
                  <a:lnTo>
                    <a:pt x="340766" y="703440"/>
                  </a:lnTo>
                  <a:lnTo>
                    <a:pt x="293857" y="721591"/>
                  </a:lnTo>
                  <a:lnTo>
                    <a:pt x="239999" y="732484"/>
                  </a:lnTo>
                  <a:lnTo>
                    <a:pt x="179191" y="736116"/>
                  </a:lnTo>
                  <a:lnTo>
                    <a:pt x="126680" y="733883"/>
                  </a:lnTo>
                  <a:lnTo>
                    <a:pt x="79297" y="727185"/>
                  </a:lnTo>
                  <a:lnTo>
                    <a:pt x="37064" y="716019"/>
                  </a:lnTo>
                  <a:lnTo>
                    <a:pt x="0" y="700384"/>
                  </a:lnTo>
                  <a:lnTo>
                    <a:pt x="0" y="563879"/>
                  </a:lnTo>
                  <a:lnTo>
                    <a:pt x="37207" y="586681"/>
                  </a:lnTo>
                  <a:lnTo>
                    <a:pt x="77407" y="602971"/>
                  </a:lnTo>
                  <a:lnTo>
                    <a:pt x="120585" y="612747"/>
                  </a:lnTo>
                  <a:lnTo>
                    <a:pt x="166725" y="616006"/>
                  </a:lnTo>
                  <a:lnTo>
                    <a:pt x="195144" y="614390"/>
                  </a:lnTo>
                  <a:lnTo>
                    <a:pt x="241923" y="601479"/>
                  </a:lnTo>
                  <a:lnTo>
                    <a:pt x="275006" y="576016"/>
                  </a:lnTo>
                  <a:lnTo>
                    <a:pt x="291765" y="540030"/>
                  </a:lnTo>
                  <a:lnTo>
                    <a:pt x="293857" y="518220"/>
                  </a:lnTo>
                  <a:lnTo>
                    <a:pt x="291263" y="495760"/>
                  </a:lnTo>
                  <a:lnTo>
                    <a:pt x="270506" y="459032"/>
                  </a:lnTo>
                  <a:lnTo>
                    <a:pt x="229725" y="433471"/>
                  </a:lnTo>
                  <a:lnTo>
                    <a:pt x="172808" y="420558"/>
                  </a:lnTo>
                  <a:lnTo>
                    <a:pt x="138531" y="418944"/>
                  </a:lnTo>
                  <a:lnTo>
                    <a:pt x="72511" y="418944"/>
                  </a:lnTo>
                  <a:lnTo>
                    <a:pt x="72511" y="298835"/>
                  </a:lnTo>
                  <a:lnTo>
                    <a:pt x="133471" y="298835"/>
                  </a:lnTo>
                  <a:lnTo>
                    <a:pt x="194301" y="293064"/>
                  </a:lnTo>
                  <a:lnTo>
                    <a:pt x="237755" y="275752"/>
                  </a:lnTo>
                  <a:lnTo>
                    <a:pt x="263829" y="246902"/>
                  </a:lnTo>
                  <a:lnTo>
                    <a:pt x="272521" y="206514"/>
                  </a:lnTo>
                  <a:lnTo>
                    <a:pt x="265855" y="168516"/>
                  </a:lnTo>
                  <a:lnTo>
                    <a:pt x="245844" y="141373"/>
                  </a:lnTo>
                  <a:lnTo>
                    <a:pt x="212471" y="125087"/>
                  </a:lnTo>
                  <a:lnTo>
                    <a:pt x="165719" y="119658"/>
                  </a:lnTo>
                  <a:lnTo>
                    <a:pt x="130266" y="122542"/>
                  </a:lnTo>
                  <a:lnTo>
                    <a:pt x="95307" y="131195"/>
                  </a:lnTo>
                  <a:lnTo>
                    <a:pt x="60822" y="145616"/>
                  </a:lnTo>
                  <a:lnTo>
                    <a:pt x="26791" y="165805"/>
                  </a:lnTo>
                  <a:lnTo>
                    <a:pt x="26791" y="37718"/>
                  </a:lnTo>
                  <a:lnTo>
                    <a:pt x="65839" y="21216"/>
                  </a:lnTo>
                  <a:lnTo>
                    <a:pt x="107967" y="9429"/>
                  </a:lnTo>
                  <a:lnTo>
                    <a:pt x="153193" y="2357"/>
                  </a:lnTo>
                  <a:lnTo>
                    <a:pt x="201533" y="0"/>
                  </a:lnTo>
                  <a:close/>
                </a:path>
              </a:pathLst>
            </a:custGeom>
            <a:ln w="12191">
              <a:solidFill>
                <a:srgbClr val="000000"/>
              </a:solidFill>
            </a:ln>
          </p:spPr>
          <p:txBody>
            <a:bodyPr wrap="square" lIns="0" tIns="0" rIns="0" bIns="0" rtlCol="0"/>
            <a:lstStyle/>
            <a:p>
              <a:endParaRPr/>
            </a:p>
          </p:txBody>
        </p:sp>
        <p:sp>
          <p:nvSpPr>
            <p:cNvPr id="58" name="object 58"/>
            <p:cNvSpPr/>
            <p:nvPr/>
          </p:nvSpPr>
          <p:spPr>
            <a:xfrm>
              <a:off x="6736080" y="5227320"/>
              <a:ext cx="2218944" cy="1345691"/>
            </a:xfrm>
            <a:prstGeom prst="rect">
              <a:avLst/>
            </a:prstGeom>
            <a:blipFill>
              <a:blip r:embed="rId20" cstate="print"/>
              <a:stretch>
                <a:fillRect/>
              </a:stretch>
            </a:blipFill>
          </p:spPr>
          <p:txBody>
            <a:bodyPr wrap="square" lIns="0" tIns="0" rIns="0" bIns="0" rtlCol="0"/>
            <a:lstStyle/>
            <a:p>
              <a:endParaRPr/>
            </a:p>
          </p:txBody>
        </p:sp>
        <p:sp>
          <p:nvSpPr>
            <p:cNvPr id="59" name="object 59"/>
            <p:cNvSpPr/>
            <p:nvPr/>
          </p:nvSpPr>
          <p:spPr>
            <a:xfrm>
              <a:off x="6873239" y="4908802"/>
              <a:ext cx="2258568" cy="1949195"/>
            </a:xfrm>
            <a:prstGeom prst="rect">
              <a:avLst/>
            </a:prstGeom>
            <a:blipFill>
              <a:blip r:embed="rId21" cstate="print"/>
              <a:stretch>
                <a:fillRect/>
              </a:stretch>
            </a:blipFill>
          </p:spPr>
          <p:txBody>
            <a:bodyPr wrap="square" lIns="0" tIns="0" rIns="0" bIns="0" rtlCol="0"/>
            <a:lstStyle/>
            <a:p>
              <a:endParaRPr/>
            </a:p>
          </p:txBody>
        </p:sp>
        <p:sp>
          <p:nvSpPr>
            <p:cNvPr id="60" name="object 60"/>
            <p:cNvSpPr/>
            <p:nvPr/>
          </p:nvSpPr>
          <p:spPr>
            <a:xfrm>
              <a:off x="6816485" y="5288029"/>
              <a:ext cx="2057400" cy="1184275"/>
            </a:xfrm>
            <a:custGeom>
              <a:avLst/>
              <a:gdLst/>
              <a:ahLst/>
              <a:cxnLst/>
              <a:rect l="l" t="t" r="r" b="b"/>
              <a:pathLst>
                <a:path w="2057400" h="1184275">
                  <a:moveTo>
                    <a:pt x="1824837" y="0"/>
                  </a:moveTo>
                  <a:lnTo>
                    <a:pt x="232531" y="0"/>
                  </a:lnTo>
                  <a:lnTo>
                    <a:pt x="185636" y="4725"/>
                  </a:lnTo>
                  <a:lnTo>
                    <a:pt x="141973" y="18276"/>
                  </a:lnTo>
                  <a:lnTo>
                    <a:pt x="102472" y="39718"/>
                  </a:lnTo>
                  <a:lnTo>
                    <a:pt x="68065" y="68115"/>
                  </a:lnTo>
                  <a:lnTo>
                    <a:pt x="39683" y="102530"/>
                  </a:lnTo>
                  <a:lnTo>
                    <a:pt x="18257" y="142028"/>
                  </a:lnTo>
                  <a:lnTo>
                    <a:pt x="4719" y="185673"/>
                  </a:lnTo>
                  <a:lnTo>
                    <a:pt x="0" y="232528"/>
                  </a:lnTo>
                  <a:lnTo>
                    <a:pt x="0" y="951570"/>
                  </a:lnTo>
                  <a:lnTo>
                    <a:pt x="4719" y="998428"/>
                  </a:lnTo>
                  <a:lnTo>
                    <a:pt x="18257" y="1042072"/>
                  </a:lnTo>
                  <a:lnTo>
                    <a:pt x="39683" y="1081566"/>
                  </a:lnTo>
                  <a:lnTo>
                    <a:pt x="68065" y="1115977"/>
                  </a:lnTo>
                  <a:lnTo>
                    <a:pt x="102472" y="1144368"/>
                  </a:lnTo>
                  <a:lnTo>
                    <a:pt x="141973" y="1165806"/>
                  </a:lnTo>
                  <a:lnTo>
                    <a:pt x="185636" y="1179354"/>
                  </a:lnTo>
                  <a:lnTo>
                    <a:pt x="232531" y="1184077"/>
                  </a:lnTo>
                  <a:lnTo>
                    <a:pt x="1824837" y="1184077"/>
                  </a:lnTo>
                  <a:lnTo>
                    <a:pt x="1871698" y="1179354"/>
                  </a:lnTo>
                  <a:lnTo>
                    <a:pt x="1915349" y="1165806"/>
                  </a:lnTo>
                  <a:lnTo>
                    <a:pt x="1954852" y="1144368"/>
                  </a:lnTo>
                  <a:lnTo>
                    <a:pt x="1989273" y="1115977"/>
                  </a:lnTo>
                  <a:lnTo>
                    <a:pt x="2017674" y="1081566"/>
                  </a:lnTo>
                  <a:lnTo>
                    <a:pt x="2039120" y="1042072"/>
                  </a:lnTo>
                  <a:lnTo>
                    <a:pt x="2052673" y="998428"/>
                  </a:lnTo>
                  <a:lnTo>
                    <a:pt x="2057399" y="95157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61" name="object 61"/>
            <p:cNvSpPr/>
            <p:nvPr/>
          </p:nvSpPr>
          <p:spPr>
            <a:xfrm>
              <a:off x="6816485" y="5288029"/>
              <a:ext cx="2057400" cy="1184275"/>
            </a:xfrm>
            <a:custGeom>
              <a:avLst/>
              <a:gdLst/>
              <a:ahLst/>
              <a:cxnLst/>
              <a:rect l="l" t="t" r="r" b="b"/>
              <a:pathLst>
                <a:path w="2057400" h="1184275">
                  <a:moveTo>
                    <a:pt x="0" y="232528"/>
                  </a:moveTo>
                  <a:lnTo>
                    <a:pt x="4719" y="185673"/>
                  </a:lnTo>
                  <a:lnTo>
                    <a:pt x="18257" y="142028"/>
                  </a:lnTo>
                  <a:lnTo>
                    <a:pt x="39683" y="102530"/>
                  </a:lnTo>
                  <a:lnTo>
                    <a:pt x="68065" y="68115"/>
                  </a:lnTo>
                  <a:lnTo>
                    <a:pt x="102472" y="39718"/>
                  </a:lnTo>
                  <a:lnTo>
                    <a:pt x="141973" y="18276"/>
                  </a:lnTo>
                  <a:lnTo>
                    <a:pt x="185636"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70"/>
                  </a:lnTo>
                  <a:lnTo>
                    <a:pt x="2052673" y="998428"/>
                  </a:lnTo>
                  <a:lnTo>
                    <a:pt x="2039120" y="1042072"/>
                  </a:lnTo>
                  <a:lnTo>
                    <a:pt x="2017674" y="1081566"/>
                  </a:lnTo>
                  <a:lnTo>
                    <a:pt x="1989273" y="1115977"/>
                  </a:lnTo>
                  <a:lnTo>
                    <a:pt x="1954852" y="1144368"/>
                  </a:lnTo>
                  <a:lnTo>
                    <a:pt x="1915349" y="1165806"/>
                  </a:lnTo>
                  <a:lnTo>
                    <a:pt x="1871698" y="1179354"/>
                  </a:lnTo>
                  <a:lnTo>
                    <a:pt x="1824837" y="1184077"/>
                  </a:lnTo>
                  <a:lnTo>
                    <a:pt x="232531" y="1184077"/>
                  </a:lnTo>
                  <a:lnTo>
                    <a:pt x="185636" y="1179354"/>
                  </a:lnTo>
                  <a:lnTo>
                    <a:pt x="141973" y="1165806"/>
                  </a:lnTo>
                  <a:lnTo>
                    <a:pt x="102472" y="1144368"/>
                  </a:lnTo>
                  <a:lnTo>
                    <a:pt x="68065" y="1115977"/>
                  </a:lnTo>
                  <a:lnTo>
                    <a:pt x="39683" y="1081566"/>
                  </a:lnTo>
                  <a:lnTo>
                    <a:pt x="18257" y="1042072"/>
                  </a:lnTo>
                  <a:lnTo>
                    <a:pt x="4719" y="998428"/>
                  </a:lnTo>
                  <a:lnTo>
                    <a:pt x="0" y="951570"/>
                  </a:lnTo>
                  <a:lnTo>
                    <a:pt x="0" y="232528"/>
                  </a:lnTo>
                  <a:close/>
                </a:path>
              </a:pathLst>
            </a:custGeom>
            <a:ln w="76199">
              <a:solidFill>
                <a:srgbClr val="00AF50"/>
              </a:solidFill>
            </a:ln>
          </p:spPr>
          <p:txBody>
            <a:bodyPr wrap="square" lIns="0" tIns="0" rIns="0" bIns="0" rtlCol="0"/>
            <a:lstStyle/>
            <a:p>
              <a:endParaRPr/>
            </a:p>
          </p:txBody>
        </p:sp>
        <p:sp>
          <p:nvSpPr>
            <p:cNvPr id="62" name="object 62"/>
            <p:cNvSpPr/>
            <p:nvPr/>
          </p:nvSpPr>
          <p:spPr>
            <a:xfrm>
              <a:off x="6914388" y="4930138"/>
              <a:ext cx="1895855" cy="1927859"/>
            </a:xfrm>
            <a:prstGeom prst="rect">
              <a:avLst/>
            </a:prstGeom>
            <a:blipFill>
              <a:blip r:embed="rId22" cstate="print"/>
              <a:stretch>
                <a:fillRect/>
              </a:stretch>
            </a:blipFill>
          </p:spPr>
          <p:txBody>
            <a:bodyPr wrap="square" lIns="0" tIns="0" rIns="0" bIns="0" rtlCol="0"/>
            <a:lstStyle/>
            <a:p>
              <a:endParaRPr/>
            </a:p>
          </p:txBody>
        </p:sp>
        <p:sp>
          <p:nvSpPr>
            <p:cNvPr id="63" name="object 63"/>
            <p:cNvSpPr/>
            <p:nvPr/>
          </p:nvSpPr>
          <p:spPr>
            <a:xfrm>
              <a:off x="7571232" y="5540251"/>
              <a:ext cx="539115" cy="711835"/>
            </a:xfrm>
            <a:custGeom>
              <a:avLst/>
              <a:gdLst/>
              <a:ahLst/>
              <a:cxnLst/>
              <a:rect l="l" t="t" r="r" b="b"/>
              <a:pathLst>
                <a:path w="539115" h="711835">
                  <a:moveTo>
                    <a:pt x="453146" y="565785"/>
                  </a:moveTo>
                  <a:lnTo>
                    <a:pt x="310255" y="565785"/>
                  </a:lnTo>
                  <a:lnTo>
                    <a:pt x="310255" y="711708"/>
                  </a:lnTo>
                  <a:lnTo>
                    <a:pt x="453146" y="711708"/>
                  </a:lnTo>
                  <a:lnTo>
                    <a:pt x="453146" y="565785"/>
                  </a:lnTo>
                  <a:close/>
                </a:path>
                <a:path w="539115" h="711835">
                  <a:moveTo>
                    <a:pt x="453146" y="0"/>
                  </a:moveTo>
                  <a:lnTo>
                    <a:pt x="307726" y="0"/>
                  </a:lnTo>
                  <a:lnTo>
                    <a:pt x="294670" y="27098"/>
                  </a:lnTo>
                  <a:lnTo>
                    <a:pt x="280275" y="54864"/>
                  </a:lnTo>
                  <a:lnTo>
                    <a:pt x="247406" y="112370"/>
                  </a:lnTo>
                  <a:lnTo>
                    <a:pt x="210536" y="171000"/>
                  </a:lnTo>
                  <a:lnTo>
                    <a:pt x="170809" y="229255"/>
                  </a:lnTo>
                  <a:lnTo>
                    <a:pt x="128797" y="286523"/>
                  </a:lnTo>
                  <a:lnTo>
                    <a:pt x="85344" y="342174"/>
                  </a:lnTo>
                  <a:lnTo>
                    <a:pt x="41906" y="394855"/>
                  </a:lnTo>
                  <a:lnTo>
                    <a:pt x="0" y="443185"/>
                  </a:lnTo>
                  <a:lnTo>
                    <a:pt x="0" y="565785"/>
                  </a:lnTo>
                  <a:lnTo>
                    <a:pt x="538612" y="565785"/>
                  </a:lnTo>
                  <a:lnTo>
                    <a:pt x="538612" y="448650"/>
                  </a:lnTo>
                  <a:lnTo>
                    <a:pt x="140451" y="448650"/>
                  </a:lnTo>
                  <a:lnTo>
                    <a:pt x="151219" y="435262"/>
                  </a:lnTo>
                  <a:lnTo>
                    <a:pt x="184647" y="392311"/>
                  </a:lnTo>
                  <a:lnTo>
                    <a:pt x="218629" y="346141"/>
                  </a:lnTo>
                  <a:lnTo>
                    <a:pt x="240898" y="314192"/>
                  </a:lnTo>
                  <a:lnTo>
                    <a:pt x="262237" y="281686"/>
                  </a:lnTo>
                  <a:lnTo>
                    <a:pt x="282553" y="248790"/>
                  </a:lnTo>
                  <a:lnTo>
                    <a:pt x="310255" y="199964"/>
                  </a:lnTo>
                  <a:lnTo>
                    <a:pt x="453146" y="199964"/>
                  </a:lnTo>
                  <a:lnTo>
                    <a:pt x="453146" y="0"/>
                  </a:lnTo>
                  <a:close/>
                </a:path>
                <a:path w="539115" h="711835">
                  <a:moveTo>
                    <a:pt x="453146" y="199964"/>
                  </a:moveTo>
                  <a:lnTo>
                    <a:pt x="310255" y="199964"/>
                  </a:lnTo>
                  <a:lnTo>
                    <a:pt x="310255" y="448650"/>
                  </a:lnTo>
                  <a:lnTo>
                    <a:pt x="453146" y="448650"/>
                  </a:lnTo>
                  <a:lnTo>
                    <a:pt x="453146" y="199964"/>
                  </a:lnTo>
                  <a:close/>
                </a:path>
              </a:pathLst>
            </a:custGeom>
            <a:solidFill>
              <a:srgbClr val="FFFF00"/>
            </a:solidFill>
          </p:spPr>
          <p:txBody>
            <a:bodyPr wrap="square" lIns="0" tIns="0" rIns="0" bIns="0" rtlCol="0"/>
            <a:lstStyle/>
            <a:p>
              <a:endParaRPr/>
            </a:p>
          </p:txBody>
        </p:sp>
        <p:sp>
          <p:nvSpPr>
            <p:cNvPr id="64" name="object 64"/>
            <p:cNvSpPr/>
            <p:nvPr/>
          </p:nvSpPr>
          <p:spPr>
            <a:xfrm>
              <a:off x="7571231" y="5540252"/>
              <a:ext cx="539115" cy="711835"/>
            </a:xfrm>
            <a:custGeom>
              <a:avLst/>
              <a:gdLst/>
              <a:ahLst/>
              <a:cxnLst/>
              <a:rect l="l" t="t" r="r" b="b"/>
              <a:pathLst>
                <a:path w="539115" h="711835">
                  <a:moveTo>
                    <a:pt x="310255" y="199964"/>
                  </a:moveTo>
                  <a:lnTo>
                    <a:pt x="282553" y="248789"/>
                  </a:lnTo>
                  <a:lnTo>
                    <a:pt x="262237" y="281686"/>
                  </a:lnTo>
                  <a:lnTo>
                    <a:pt x="240898" y="314192"/>
                  </a:lnTo>
                  <a:lnTo>
                    <a:pt x="218629" y="346141"/>
                  </a:lnTo>
                  <a:lnTo>
                    <a:pt x="196035" y="377168"/>
                  </a:lnTo>
                  <a:lnTo>
                    <a:pt x="162172" y="421408"/>
                  </a:lnTo>
                  <a:lnTo>
                    <a:pt x="140451" y="448650"/>
                  </a:lnTo>
                  <a:lnTo>
                    <a:pt x="310255" y="448650"/>
                  </a:lnTo>
                  <a:lnTo>
                    <a:pt x="310255" y="199964"/>
                  </a:lnTo>
                  <a:close/>
                </a:path>
                <a:path w="539115" h="711835">
                  <a:moveTo>
                    <a:pt x="307726" y="0"/>
                  </a:moveTo>
                  <a:lnTo>
                    <a:pt x="453146" y="0"/>
                  </a:lnTo>
                  <a:lnTo>
                    <a:pt x="453146" y="448650"/>
                  </a:lnTo>
                  <a:lnTo>
                    <a:pt x="538612" y="448650"/>
                  </a:lnTo>
                  <a:lnTo>
                    <a:pt x="538612" y="565784"/>
                  </a:lnTo>
                  <a:lnTo>
                    <a:pt x="453146" y="565784"/>
                  </a:lnTo>
                  <a:lnTo>
                    <a:pt x="453146" y="711707"/>
                  </a:lnTo>
                  <a:lnTo>
                    <a:pt x="310255" y="711707"/>
                  </a:lnTo>
                  <a:lnTo>
                    <a:pt x="310255" y="565784"/>
                  </a:lnTo>
                  <a:lnTo>
                    <a:pt x="0" y="565784"/>
                  </a:lnTo>
                  <a:lnTo>
                    <a:pt x="0" y="443185"/>
                  </a:lnTo>
                  <a:lnTo>
                    <a:pt x="20763" y="419565"/>
                  </a:lnTo>
                  <a:lnTo>
                    <a:pt x="41906" y="394855"/>
                  </a:lnTo>
                  <a:lnTo>
                    <a:pt x="85343" y="342174"/>
                  </a:lnTo>
                  <a:lnTo>
                    <a:pt x="128797" y="286523"/>
                  </a:lnTo>
                  <a:lnTo>
                    <a:pt x="170809" y="229255"/>
                  </a:lnTo>
                  <a:lnTo>
                    <a:pt x="210536" y="171000"/>
                  </a:lnTo>
                  <a:lnTo>
                    <a:pt x="247406" y="112370"/>
                  </a:lnTo>
                  <a:lnTo>
                    <a:pt x="280275" y="54863"/>
                  </a:lnTo>
                  <a:lnTo>
                    <a:pt x="294670" y="27098"/>
                  </a:lnTo>
                  <a:lnTo>
                    <a:pt x="307726" y="0"/>
                  </a:lnTo>
                  <a:close/>
                </a:path>
              </a:pathLst>
            </a:custGeom>
            <a:ln w="12191">
              <a:solidFill>
                <a:srgbClr val="000000"/>
              </a:solidFill>
            </a:ln>
          </p:spPr>
          <p:txBody>
            <a:bodyPr wrap="square" lIns="0" tIns="0" rIns="0" bIns="0" rtlCol="0"/>
            <a:lstStyle/>
            <a:p>
              <a:endParaRPr/>
            </a:p>
          </p:txBody>
        </p:sp>
        <p:sp>
          <p:nvSpPr>
            <p:cNvPr id="65" name="object 65"/>
            <p:cNvSpPr/>
            <p:nvPr/>
          </p:nvSpPr>
          <p:spPr>
            <a:xfrm>
              <a:off x="6728459" y="5209032"/>
              <a:ext cx="2218944" cy="1345692"/>
            </a:xfrm>
            <a:prstGeom prst="rect">
              <a:avLst/>
            </a:prstGeom>
            <a:blipFill>
              <a:blip r:embed="rId23" cstate="print"/>
              <a:stretch>
                <a:fillRect/>
              </a:stretch>
            </a:blipFill>
          </p:spPr>
          <p:txBody>
            <a:bodyPr wrap="square" lIns="0" tIns="0" rIns="0" bIns="0" rtlCol="0"/>
            <a:lstStyle/>
            <a:p>
              <a:endParaRPr/>
            </a:p>
          </p:txBody>
        </p:sp>
        <p:sp>
          <p:nvSpPr>
            <p:cNvPr id="66" name="object 66"/>
            <p:cNvSpPr/>
            <p:nvPr/>
          </p:nvSpPr>
          <p:spPr>
            <a:xfrm>
              <a:off x="6867144" y="4892039"/>
              <a:ext cx="2258568" cy="1965959"/>
            </a:xfrm>
            <a:prstGeom prst="rect">
              <a:avLst/>
            </a:prstGeom>
            <a:blipFill>
              <a:blip r:embed="rId24" cstate="print"/>
              <a:stretch>
                <a:fillRect/>
              </a:stretch>
            </a:blipFill>
          </p:spPr>
          <p:txBody>
            <a:bodyPr wrap="square" lIns="0" tIns="0" rIns="0" bIns="0" rtlCol="0"/>
            <a:lstStyle/>
            <a:p>
              <a:endParaRPr/>
            </a:p>
          </p:txBody>
        </p:sp>
        <p:sp>
          <p:nvSpPr>
            <p:cNvPr id="67" name="object 67"/>
            <p:cNvSpPr/>
            <p:nvPr/>
          </p:nvSpPr>
          <p:spPr>
            <a:xfrm>
              <a:off x="6809628" y="5270503"/>
              <a:ext cx="2057400" cy="1184275"/>
            </a:xfrm>
            <a:custGeom>
              <a:avLst/>
              <a:gdLst/>
              <a:ahLst/>
              <a:cxnLst/>
              <a:rect l="l" t="t" r="r" b="b"/>
              <a:pathLst>
                <a:path w="2057400" h="1184275">
                  <a:moveTo>
                    <a:pt x="1824837"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500"/>
                  </a:lnTo>
                  <a:lnTo>
                    <a:pt x="4724" y="998366"/>
                  </a:lnTo>
                  <a:lnTo>
                    <a:pt x="18275" y="1042015"/>
                  </a:lnTo>
                  <a:lnTo>
                    <a:pt x="39715" y="1081514"/>
                  </a:lnTo>
                  <a:lnTo>
                    <a:pt x="68111" y="1115927"/>
                  </a:lnTo>
                  <a:lnTo>
                    <a:pt x="102526" y="1144319"/>
                  </a:lnTo>
                  <a:lnTo>
                    <a:pt x="142024" y="1165757"/>
                  </a:lnTo>
                  <a:lnTo>
                    <a:pt x="185671" y="1179305"/>
                  </a:lnTo>
                  <a:lnTo>
                    <a:pt x="232531" y="1184029"/>
                  </a:lnTo>
                  <a:lnTo>
                    <a:pt x="1824837" y="1184029"/>
                  </a:lnTo>
                  <a:lnTo>
                    <a:pt x="1871698" y="1179305"/>
                  </a:lnTo>
                  <a:lnTo>
                    <a:pt x="1915349" y="1165757"/>
                  </a:lnTo>
                  <a:lnTo>
                    <a:pt x="1954852" y="1144319"/>
                  </a:lnTo>
                  <a:lnTo>
                    <a:pt x="1989273" y="1115927"/>
                  </a:lnTo>
                  <a:lnTo>
                    <a:pt x="2017674" y="1081514"/>
                  </a:lnTo>
                  <a:lnTo>
                    <a:pt x="2039120" y="1042015"/>
                  </a:lnTo>
                  <a:lnTo>
                    <a:pt x="2052673" y="998366"/>
                  </a:lnTo>
                  <a:lnTo>
                    <a:pt x="2057399" y="951500"/>
                  </a:lnTo>
                  <a:lnTo>
                    <a:pt x="2057399" y="232528"/>
                  </a:lnTo>
                  <a:lnTo>
                    <a:pt x="2052673" y="185673"/>
                  </a:lnTo>
                  <a:lnTo>
                    <a:pt x="2039120" y="142028"/>
                  </a:lnTo>
                  <a:lnTo>
                    <a:pt x="2017674" y="102530"/>
                  </a:lnTo>
                  <a:lnTo>
                    <a:pt x="1989273" y="68115"/>
                  </a:lnTo>
                  <a:lnTo>
                    <a:pt x="1954852" y="39718"/>
                  </a:lnTo>
                  <a:lnTo>
                    <a:pt x="1915349" y="18276"/>
                  </a:lnTo>
                  <a:lnTo>
                    <a:pt x="1871698" y="4725"/>
                  </a:lnTo>
                  <a:lnTo>
                    <a:pt x="1824837" y="0"/>
                  </a:lnTo>
                  <a:close/>
                </a:path>
              </a:pathLst>
            </a:custGeom>
            <a:solidFill>
              <a:srgbClr val="252525"/>
            </a:solidFill>
          </p:spPr>
          <p:txBody>
            <a:bodyPr wrap="square" lIns="0" tIns="0" rIns="0" bIns="0" rtlCol="0"/>
            <a:lstStyle/>
            <a:p>
              <a:endParaRPr/>
            </a:p>
          </p:txBody>
        </p:sp>
        <p:sp>
          <p:nvSpPr>
            <p:cNvPr id="68" name="object 68"/>
            <p:cNvSpPr/>
            <p:nvPr/>
          </p:nvSpPr>
          <p:spPr>
            <a:xfrm>
              <a:off x="6809628" y="527050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37" y="0"/>
                  </a:lnTo>
                  <a:lnTo>
                    <a:pt x="1871698" y="4725"/>
                  </a:lnTo>
                  <a:lnTo>
                    <a:pt x="1915349" y="18276"/>
                  </a:lnTo>
                  <a:lnTo>
                    <a:pt x="1954852" y="39718"/>
                  </a:lnTo>
                  <a:lnTo>
                    <a:pt x="1989273" y="68115"/>
                  </a:lnTo>
                  <a:lnTo>
                    <a:pt x="2017674" y="102530"/>
                  </a:lnTo>
                  <a:lnTo>
                    <a:pt x="2039120" y="142028"/>
                  </a:lnTo>
                  <a:lnTo>
                    <a:pt x="2052673" y="185673"/>
                  </a:lnTo>
                  <a:lnTo>
                    <a:pt x="2057399" y="232528"/>
                  </a:lnTo>
                  <a:lnTo>
                    <a:pt x="2057399" y="951500"/>
                  </a:lnTo>
                  <a:lnTo>
                    <a:pt x="2052673" y="998366"/>
                  </a:lnTo>
                  <a:lnTo>
                    <a:pt x="2039120" y="1042015"/>
                  </a:lnTo>
                  <a:lnTo>
                    <a:pt x="2017674" y="1081514"/>
                  </a:lnTo>
                  <a:lnTo>
                    <a:pt x="1989273" y="1115927"/>
                  </a:lnTo>
                  <a:lnTo>
                    <a:pt x="1954852" y="1144319"/>
                  </a:lnTo>
                  <a:lnTo>
                    <a:pt x="1915349" y="1165757"/>
                  </a:lnTo>
                  <a:lnTo>
                    <a:pt x="1871698" y="1179305"/>
                  </a:lnTo>
                  <a:lnTo>
                    <a:pt x="1824837" y="1184029"/>
                  </a:lnTo>
                  <a:lnTo>
                    <a:pt x="232531" y="1184029"/>
                  </a:lnTo>
                  <a:lnTo>
                    <a:pt x="185671" y="1179305"/>
                  </a:lnTo>
                  <a:lnTo>
                    <a:pt x="142024" y="1165757"/>
                  </a:lnTo>
                  <a:lnTo>
                    <a:pt x="102526" y="1144319"/>
                  </a:lnTo>
                  <a:lnTo>
                    <a:pt x="68111" y="1115927"/>
                  </a:lnTo>
                  <a:lnTo>
                    <a:pt x="39715" y="1081514"/>
                  </a:lnTo>
                  <a:lnTo>
                    <a:pt x="18275" y="1042015"/>
                  </a:lnTo>
                  <a:lnTo>
                    <a:pt x="4724"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69" name="object 69"/>
            <p:cNvSpPr/>
            <p:nvPr/>
          </p:nvSpPr>
          <p:spPr>
            <a:xfrm>
              <a:off x="6908291" y="4913374"/>
              <a:ext cx="1895855" cy="1944624"/>
            </a:xfrm>
            <a:prstGeom prst="rect">
              <a:avLst/>
            </a:prstGeom>
            <a:blipFill>
              <a:blip r:embed="rId25" cstate="print"/>
              <a:stretch>
                <a:fillRect/>
              </a:stretch>
            </a:blipFill>
          </p:spPr>
          <p:txBody>
            <a:bodyPr wrap="square" lIns="0" tIns="0" rIns="0" bIns="0" rtlCol="0"/>
            <a:lstStyle/>
            <a:p>
              <a:endParaRPr/>
            </a:p>
          </p:txBody>
        </p:sp>
        <p:sp>
          <p:nvSpPr>
            <p:cNvPr id="70" name="object 70"/>
            <p:cNvSpPr/>
            <p:nvPr/>
          </p:nvSpPr>
          <p:spPr>
            <a:xfrm>
              <a:off x="7615549" y="5522595"/>
              <a:ext cx="447675" cy="724535"/>
            </a:xfrm>
            <a:custGeom>
              <a:avLst/>
              <a:gdLst/>
              <a:ahLst/>
              <a:cxnLst/>
              <a:rect l="l" t="t" r="r" b="b"/>
              <a:pathLst>
                <a:path w="447675" h="724535">
                  <a:moveTo>
                    <a:pt x="414406" y="0"/>
                  </a:moveTo>
                  <a:lnTo>
                    <a:pt x="37734" y="0"/>
                  </a:lnTo>
                  <a:lnTo>
                    <a:pt x="10942" y="397084"/>
                  </a:lnTo>
                  <a:lnTo>
                    <a:pt x="45876" y="393397"/>
                  </a:lnTo>
                  <a:lnTo>
                    <a:pt x="78687" y="390763"/>
                  </a:lnTo>
                  <a:lnTo>
                    <a:pt x="109401" y="389183"/>
                  </a:lnTo>
                  <a:lnTo>
                    <a:pt x="138043" y="388656"/>
                  </a:lnTo>
                  <a:lnTo>
                    <a:pt x="191814" y="392885"/>
                  </a:lnTo>
                  <a:lnTo>
                    <a:pt x="233633" y="405572"/>
                  </a:lnTo>
                  <a:lnTo>
                    <a:pt x="263502" y="426717"/>
                  </a:lnTo>
                  <a:lnTo>
                    <a:pt x="281422" y="456320"/>
                  </a:lnTo>
                  <a:lnTo>
                    <a:pt x="287395" y="494382"/>
                  </a:lnTo>
                  <a:lnTo>
                    <a:pt x="285206" y="518374"/>
                  </a:lnTo>
                  <a:lnTo>
                    <a:pt x="267683" y="558454"/>
                  </a:lnTo>
                  <a:lnTo>
                    <a:pt x="233207" y="587459"/>
                  </a:lnTo>
                  <a:lnTo>
                    <a:pt x="184681" y="602227"/>
                  </a:lnTo>
                  <a:lnTo>
                    <a:pt x="155326" y="604073"/>
                  </a:lnTo>
                  <a:lnTo>
                    <a:pt x="114751" y="601281"/>
                  </a:lnTo>
                  <a:lnTo>
                    <a:pt x="75331" y="592903"/>
                  </a:lnTo>
                  <a:lnTo>
                    <a:pt x="37077" y="578940"/>
                  </a:lnTo>
                  <a:lnTo>
                    <a:pt x="0" y="559390"/>
                  </a:lnTo>
                  <a:lnTo>
                    <a:pt x="0" y="693407"/>
                  </a:lnTo>
                  <a:lnTo>
                    <a:pt x="37023" y="706874"/>
                  </a:lnTo>
                  <a:lnTo>
                    <a:pt x="78169" y="716488"/>
                  </a:lnTo>
                  <a:lnTo>
                    <a:pt x="123413" y="722253"/>
                  </a:lnTo>
                  <a:lnTo>
                    <a:pt x="172730" y="724174"/>
                  </a:lnTo>
                  <a:lnTo>
                    <a:pt x="232763" y="719910"/>
                  </a:lnTo>
                  <a:lnTo>
                    <a:pt x="286184" y="707116"/>
                  </a:lnTo>
                  <a:lnTo>
                    <a:pt x="333010" y="685793"/>
                  </a:lnTo>
                  <a:lnTo>
                    <a:pt x="373258" y="655938"/>
                  </a:lnTo>
                  <a:lnTo>
                    <a:pt x="405599" y="619346"/>
                  </a:lnTo>
                  <a:lnTo>
                    <a:pt x="428697" y="577826"/>
                  </a:lnTo>
                  <a:lnTo>
                    <a:pt x="442553" y="531375"/>
                  </a:lnTo>
                  <a:lnTo>
                    <a:pt x="447172" y="479989"/>
                  </a:lnTo>
                  <a:lnTo>
                    <a:pt x="443310" y="433824"/>
                  </a:lnTo>
                  <a:lnTo>
                    <a:pt x="431711" y="392628"/>
                  </a:lnTo>
                  <a:lnTo>
                    <a:pt x="412350" y="356399"/>
                  </a:lnTo>
                  <a:lnTo>
                    <a:pt x="385206" y="325136"/>
                  </a:lnTo>
                  <a:lnTo>
                    <a:pt x="351169" y="299938"/>
                  </a:lnTo>
                  <a:lnTo>
                    <a:pt x="311196" y="281940"/>
                  </a:lnTo>
                  <a:lnTo>
                    <a:pt x="265298" y="271143"/>
                  </a:lnTo>
                  <a:lnTo>
                    <a:pt x="213481" y="267544"/>
                  </a:lnTo>
                  <a:lnTo>
                    <a:pt x="198918" y="267731"/>
                  </a:lnTo>
                  <a:lnTo>
                    <a:pt x="183043" y="268292"/>
                  </a:lnTo>
                  <a:lnTo>
                    <a:pt x="165883" y="269227"/>
                  </a:lnTo>
                  <a:lnTo>
                    <a:pt x="147462" y="270534"/>
                  </a:lnTo>
                  <a:lnTo>
                    <a:pt x="157368" y="128076"/>
                  </a:lnTo>
                  <a:lnTo>
                    <a:pt x="414406" y="128076"/>
                  </a:lnTo>
                  <a:lnTo>
                    <a:pt x="414406" y="0"/>
                  </a:lnTo>
                  <a:close/>
                </a:path>
              </a:pathLst>
            </a:custGeom>
            <a:solidFill>
              <a:srgbClr val="FFFF00"/>
            </a:solidFill>
          </p:spPr>
          <p:txBody>
            <a:bodyPr wrap="square" lIns="0" tIns="0" rIns="0" bIns="0" rtlCol="0"/>
            <a:lstStyle/>
            <a:p>
              <a:endParaRPr/>
            </a:p>
          </p:txBody>
        </p:sp>
        <p:sp>
          <p:nvSpPr>
            <p:cNvPr id="71" name="object 71"/>
            <p:cNvSpPr/>
            <p:nvPr/>
          </p:nvSpPr>
          <p:spPr>
            <a:xfrm>
              <a:off x="7615549" y="5522595"/>
              <a:ext cx="447675" cy="724535"/>
            </a:xfrm>
            <a:custGeom>
              <a:avLst/>
              <a:gdLst/>
              <a:ahLst/>
              <a:cxnLst/>
              <a:rect l="l" t="t" r="r" b="b"/>
              <a:pathLst>
                <a:path w="447675" h="724535">
                  <a:moveTo>
                    <a:pt x="37734" y="0"/>
                  </a:moveTo>
                  <a:lnTo>
                    <a:pt x="414406" y="0"/>
                  </a:lnTo>
                  <a:lnTo>
                    <a:pt x="414406" y="128076"/>
                  </a:lnTo>
                  <a:lnTo>
                    <a:pt x="157368" y="128076"/>
                  </a:lnTo>
                  <a:lnTo>
                    <a:pt x="147462" y="270534"/>
                  </a:lnTo>
                  <a:lnTo>
                    <a:pt x="165883" y="269227"/>
                  </a:lnTo>
                  <a:lnTo>
                    <a:pt x="183043" y="268292"/>
                  </a:lnTo>
                  <a:lnTo>
                    <a:pt x="198918" y="267731"/>
                  </a:lnTo>
                  <a:lnTo>
                    <a:pt x="213481" y="267544"/>
                  </a:lnTo>
                  <a:lnTo>
                    <a:pt x="265298" y="271143"/>
                  </a:lnTo>
                  <a:lnTo>
                    <a:pt x="311196" y="281940"/>
                  </a:lnTo>
                  <a:lnTo>
                    <a:pt x="351169" y="299938"/>
                  </a:lnTo>
                  <a:lnTo>
                    <a:pt x="385206" y="325136"/>
                  </a:lnTo>
                  <a:lnTo>
                    <a:pt x="412350" y="356399"/>
                  </a:lnTo>
                  <a:lnTo>
                    <a:pt x="431711" y="392628"/>
                  </a:lnTo>
                  <a:lnTo>
                    <a:pt x="443310" y="433824"/>
                  </a:lnTo>
                  <a:lnTo>
                    <a:pt x="447172" y="479989"/>
                  </a:lnTo>
                  <a:lnTo>
                    <a:pt x="442553" y="531375"/>
                  </a:lnTo>
                  <a:lnTo>
                    <a:pt x="428697" y="577826"/>
                  </a:lnTo>
                  <a:lnTo>
                    <a:pt x="405599" y="619346"/>
                  </a:lnTo>
                  <a:lnTo>
                    <a:pt x="373258" y="655938"/>
                  </a:lnTo>
                  <a:lnTo>
                    <a:pt x="333010" y="685793"/>
                  </a:lnTo>
                  <a:lnTo>
                    <a:pt x="286184" y="707116"/>
                  </a:lnTo>
                  <a:lnTo>
                    <a:pt x="232763" y="719910"/>
                  </a:lnTo>
                  <a:lnTo>
                    <a:pt x="172730" y="724174"/>
                  </a:lnTo>
                  <a:lnTo>
                    <a:pt x="123413" y="722253"/>
                  </a:lnTo>
                  <a:lnTo>
                    <a:pt x="78169" y="716488"/>
                  </a:lnTo>
                  <a:lnTo>
                    <a:pt x="37023" y="706874"/>
                  </a:lnTo>
                  <a:lnTo>
                    <a:pt x="0" y="693407"/>
                  </a:lnTo>
                  <a:lnTo>
                    <a:pt x="0" y="559390"/>
                  </a:lnTo>
                  <a:lnTo>
                    <a:pt x="37077" y="578940"/>
                  </a:lnTo>
                  <a:lnTo>
                    <a:pt x="75331" y="592903"/>
                  </a:lnTo>
                  <a:lnTo>
                    <a:pt x="114751" y="601281"/>
                  </a:lnTo>
                  <a:lnTo>
                    <a:pt x="155326" y="604073"/>
                  </a:lnTo>
                  <a:lnTo>
                    <a:pt x="184681" y="602227"/>
                  </a:lnTo>
                  <a:lnTo>
                    <a:pt x="233207" y="587459"/>
                  </a:lnTo>
                  <a:lnTo>
                    <a:pt x="267683" y="558454"/>
                  </a:lnTo>
                  <a:lnTo>
                    <a:pt x="285206" y="518374"/>
                  </a:lnTo>
                  <a:lnTo>
                    <a:pt x="287395" y="494382"/>
                  </a:lnTo>
                  <a:lnTo>
                    <a:pt x="281422" y="456320"/>
                  </a:lnTo>
                  <a:lnTo>
                    <a:pt x="263502" y="426717"/>
                  </a:lnTo>
                  <a:lnTo>
                    <a:pt x="233633" y="405572"/>
                  </a:lnTo>
                  <a:lnTo>
                    <a:pt x="191814" y="392885"/>
                  </a:lnTo>
                  <a:lnTo>
                    <a:pt x="138043" y="388656"/>
                  </a:lnTo>
                  <a:lnTo>
                    <a:pt x="109401" y="389183"/>
                  </a:lnTo>
                  <a:lnTo>
                    <a:pt x="78687" y="390763"/>
                  </a:lnTo>
                  <a:lnTo>
                    <a:pt x="45876" y="393397"/>
                  </a:lnTo>
                  <a:lnTo>
                    <a:pt x="10942" y="397084"/>
                  </a:lnTo>
                  <a:lnTo>
                    <a:pt x="37734" y="0"/>
                  </a:lnTo>
                  <a:close/>
                </a:path>
              </a:pathLst>
            </a:custGeom>
            <a:ln w="12191">
              <a:solidFill>
                <a:srgbClr val="000000"/>
              </a:solidFill>
            </a:ln>
          </p:spPr>
          <p:txBody>
            <a:bodyPr wrap="square" lIns="0" tIns="0" rIns="0" bIns="0" rtlCol="0"/>
            <a:lstStyle/>
            <a:p>
              <a:endParaRPr/>
            </a:p>
          </p:txBody>
        </p:sp>
        <p:sp>
          <p:nvSpPr>
            <p:cNvPr id="72" name="object 72"/>
            <p:cNvSpPr/>
            <p:nvPr/>
          </p:nvSpPr>
          <p:spPr>
            <a:xfrm>
              <a:off x="6768083" y="5239511"/>
              <a:ext cx="2218944" cy="1345692"/>
            </a:xfrm>
            <a:prstGeom prst="rect">
              <a:avLst/>
            </a:prstGeom>
            <a:blipFill>
              <a:blip r:embed="rId26" cstate="print"/>
              <a:stretch>
                <a:fillRect/>
              </a:stretch>
            </a:blipFill>
          </p:spPr>
          <p:txBody>
            <a:bodyPr wrap="square" lIns="0" tIns="0" rIns="0" bIns="0" rtlCol="0"/>
            <a:lstStyle/>
            <a:p>
              <a:endParaRPr/>
            </a:p>
          </p:txBody>
        </p:sp>
        <p:sp>
          <p:nvSpPr>
            <p:cNvPr id="73" name="object 73"/>
            <p:cNvSpPr/>
            <p:nvPr/>
          </p:nvSpPr>
          <p:spPr>
            <a:xfrm>
              <a:off x="6905244" y="4922518"/>
              <a:ext cx="2238755" cy="1935480"/>
            </a:xfrm>
            <a:prstGeom prst="rect">
              <a:avLst/>
            </a:prstGeom>
            <a:blipFill>
              <a:blip r:embed="rId27" cstate="print"/>
              <a:stretch>
                <a:fillRect/>
              </a:stretch>
            </a:blipFill>
          </p:spPr>
          <p:txBody>
            <a:bodyPr wrap="square" lIns="0" tIns="0" rIns="0" bIns="0" rtlCol="0"/>
            <a:lstStyle/>
            <a:p>
              <a:endParaRPr/>
            </a:p>
          </p:txBody>
        </p:sp>
        <p:sp>
          <p:nvSpPr>
            <p:cNvPr id="74" name="object 74"/>
            <p:cNvSpPr/>
            <p:nvPr/>
          </p:nvSpPr>
          <p:spPr>
            <a:xfrm>
              <a:off x="6848611" y="5300721"/>
              <a:ext cx="2057400" cy="1184275"/>
            </a:xfrm>
            <a:custGeom>
              <a:avLst/>
              <a:gdLst/>
              <a:ahLst/>
              <a:cxnLst/>
              <a:rect l="l" t="t" r="r" b="b"/>
              <a:pathLst>
                <a:path w="2057400" h="1184275">
                  <a:moveTo>
                    <a:pt x="1824868" y="0"/>
                  </a:moveTo>
                  <a:lnTo>
                    <a:pt x="232409" y="0"/>
                  </a:lnTo>
                  <a:lnTo>
                    <a:pt x="185555" y="4725"/>
                  </a:lnTo>
                  <a:lnTo>
                    <a:pt x="141922" y="18278"/>
                  </a:lnTo>
                  <a:lnTo>
                    <a:pt x="102442" y="39722"/>
                  </a:lnTo>
                  <a:lnTo>
                    <a:pt x="68050" y="68121"/>
                  </a:lnTo>
                  <a:lnTo>
                    <a:pt x="39677" y="102539"/>
                  </a:lnTo>
                  <a:lnTo>
                    <a:pt x="18256" y="142039"/>
                  </a:lnTo>
                  <a:lnTo>
                    <a:pt x="4719" y="185685"/>
                  </a:lnTo>
                  <a:lnTo>
                    <a:pt x="0" y="232541"/>
                  </a:lnTo>
                  <a:lnTo>
                    <a:pt x="0" y="951558"/>
                  </a:lnTo>
                  <a:lnTo>
                    <a:pt x="4719" y="998424"/>
                  </a:lnTo>
                  <a:lnTo>
                    <a:pt x="18256" y="1042073"/>
                  </a:lnTo>
                  <a:lnTo>
                    <a:pt x="39677" y="1081572"/>
                  </a:lnTo>
                  <a:lnTo>
                    <a:pt x="68050" y="1115985"/>
                  </a:lnTo>
                  <a:lnTo>
                    <a:pt x="102442" y="1144377"/>
                  </a:lnTo>
                  <a:lnTo>
                    <a:pt x="141922" y="1165815"/>
                  </a:lnTo>
                  <a:lnTo>
                    <a:pt x="185555" y="1179363"/>
                  </a:lnTo>
                  <a:lnTo>
                    <a:pt x="232409"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75" name="object 75"/>
            <p:cNvSpPr/>
            <p:nvPr/>
          </p:nvSpPr>
          <p:spPr>
            <a:xfrm>
              <a:off x="6848611" y="5300721"/>
              <a:ext cx="2057400" cy="1184275"/>
            </a:xfrm>
            <a:custGeom>
              <a:avLst/>
              <a:gdLst/>
              <a:ahLst/>
              <a:cxnLst/>
              <a:rect l="l" t="t" r="r" b="b"/>
              <a:pathLst>
                <a:path w="2057400" h="1184275">
                  <a:moveTo>
                    <a:pt x="0" y="232541"/>
                  </a:moveTo>
                  <a:lnTo>
                    <a:pt x="4719" y="185685"/>
                  </a:lnTo>
                  <a:lnTo>
                    <a:pt x="18256" y="142039"/>
                  </a:lnTo>
                  <a:lnTo>
                    <a:pt x="39677" y="102539"/>
                  </a:lnTo>
                  <a:lnTo>
                    <a:pt x="68050" y="68121"/>
                  </a:lnTo>
                  <a:lnTo>
                    <a:pt x="102442" y="39722"/>
                  </a:lnTo>
                  <a:lnTo>
                    <a:pt x="141922" y="18278"/>
                  </a:lnTo>
                  <a:lnTo>
                    <a:pt x="185555" y="4725"/>
                  </a:lnTo>
                  <a:lnTo>
                    <a:pt x="232409"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409" y="1184087"/>
                  </a:lnTo>
                  <a:lnTo>
                    <a:pt x="185555" y="1179363"/>
                  </a:lnTo>
                  <a:lnTo>
                    <a:pt x="141922" y="1165815"/>
                  </a:lnTo>
                  <a:lnTo>
                    <a:pt x="102442" y="1144377"/>
                  </a:lnTo>
                  <a:lnTo>
                    <a:pt x="68050" y="1115985"/>
                  </a:lnTo>
                  <a:lnTo>
                    <a:pt x="39677" y="1081572"/>
                  </a:lnTo>
                  <a:lnTo>
                    <a:pt x="18256" y="1042073"/>
                  </a:lnTo>
                  <a:lnTo>
                    <a:pt x="4719"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76" name="object 76"/>
            <p:cNvSpPr/>
            <p:nvPr/>
          </p:nvSpPr>
          <p:spPr>
            <a:xfrm>
              <a:off x="6946391" y="4943854"/>
              <a:ext cx="1895855" cy="1914144"/>
            </a:xfrm>
            <a:prstGeom prst="rect">
              <a:avLst/>
            </a:prstGeom>
            <a:blipFill>
              <a:blip r:embed="rId28" cstate="print"/>
              <a:stretch>
                <a:fillRect/>
              </a:stretch>
            </a:blipFill>
          </p:spPr>
          <p:txBody>
            <a:bodyPr wrap="square" lIns="0" tIns="0" rIns="0" bIns="0" rtlCol="0"/>
            <a:lstStyle/>
            <a:p>
              <a:endParaRPr/>
            </a:p>
          </p:txBody>
        </p:sp>
        <p:sp>
          <p:nvSpPr>
            <p:cNvPr id="77" name="object 77"/>
            <p:cNvSpPr/>
            <p:nvPr/>
          </p:nvSpPr>
          <p:spPr>
            <a:xfrm>
              <a:off x="7633598" y="5541014"/>
              <a:ext cx="501650" cy="736600"/>
            </a:xfrm>
            <a:custGeom>
              <a:avLst/>
              <a:gdLst/>
              <a:ahLst/>
              <a:cxnLst/>
              <a:rect l="l" t="t" r="r" b="b"/>
              <a:pathLst>
                <a:path w="501650" h="736600">
                  <a:moveTo>
                    <a:pt x="322687" y="0"/>
                  </a:moveTo>
                  <a:lnTo>
                    <a:pt x="251946" y="7235"/>
                  </a:lnTo>
                  <a:lnTo>
                    <a:pt x="188727" y="28956"/>
                  </a:lnTo>
                  <a:lnTo>
                    <a:pt x="133482" y="64049"/>
                  </a:lnTo>
                  <a:lnTo>
                    <a:pt x="87107" y="111145"/>
                  </a:lnTo>
                  <a:lnTo>
                    <a:pt x="50047" y="169657"/>
                  </a:lnTo>
                  <a:lnTo>
                    <a:pt x="22611" y="238957"/>
                  </a:lnTo>
                  <a:lnTo>
                    <a:pt x="12751" y="277374"/>
                  </a:lnTo>
                  <a:lnTo>
                    <a:pt x="5679" y="317936"/>
                  </a:lnTo>
                  <a:lnTo>
                    <a:pt x="1420" y="360638"/>
                  </a:lnTo>
                  <a:lnTo>
                    <a:pt x="0" y="405636"/>
                  </a:lnTo>
                  <a:lnTo>
                    <a:pt x="1090" y="443421"/>
                  </a:lnTo>
                  <a:lnTo>
                    <a:pt x="9806" y="513154"/>
                  </a:lnTo>
                  <a:lnTo>
                    <a:pt x="27038" y="574533"/>
                  </a:lnTo>
                  <a:lnTo>
                    <a:pt x="52135" y="626526"/>
                  </a:lnTo>
                  <a:lnTo>
                    <a:pt x="84847" y="668897"/>
                  </a:lnTo>
                  <a:lnTo>
                    <a:pt x="124902" y="701281"/>
                  </a:lnTo>
                  <a:lnTo>
                    <a:pt x="172196" y="723476"/>
                  </a:lnTo>
                  <a:lnTo>
                    <a:pt x="225917" y="734646"/>
                  </a:lnTo>
                  <a:lnTo>
                    <a:pt x="255143" y="736043"/>
                  </a:lnTo>
                  <a:lnTo>
                    <a:pt x="281457" y="734848"/>
                  </a:lnTo>
                  <a:lnTo>
                    <a:pt x="330838" y="725294"/>
                  </a:lnTo>
                  <a:lnTo>
                    <a:pt x="375747" y="706480"/>
                  </a:lnTo>
                  <a:lnTo>
                    <a:pt x="414755" y="680173"/>
                  </a:lnTo>
                  <a:lnTo>
                    <a:pt x="447397" y="646814"/>
                  </a:lnTo>
                  <a:lnTo>
                    <a:pt x="467906" y="615933"/>
                  </a:lnTo>
                  <a:lnTo>
                    <a:pt x="255143" y="615933"/>
                  </a:lnTo>
                  <a:lnTo>
                    <a:pt x="244726" y="615313"/>
                  </a:lnTo>
                  <a:lnTo>
                    <a:pt x="208027" y="600589"/>
                  </a:lnTo>
                  <a:lnTo>
                    <a:pt x="180426" y="570033"/>
                  </a:lnTo>
                  <a:lnTo>
                    <a:pt x="163802" y="527365"/>
                  </a:lnTo>
                  <a:lnTo>
                    <a:pt x="159893" y="489859"/>
                  </a:lnTo>
                  <a:lnTo>
                    <a:pt x="160303" y="478210"/>
                  </a:lnTo>
                  <a:lnTo>
                    <a:pt x="170309" y="436953"/>
                  </a:lnTo>
                  <a:lnTo>
                    <a:pt x="192168" y="405636"/>
                  </a:lnTo>
                  <a:lnTo>
                    <a:pt x="233818" y="384141"/>
                  </a:lnTo>
                  <a:lnTo>
                    <a:pt x="254107" y="382155"/>
                  </a:lnTo>
                  <a:lnTo>
                    <a:pt x="481800" y="382155"/>
                  </a:lnTo>
                  <a:lnTo>
                    <a:pt x="479752" y="376923"/>
                  </a:lnTo>
                  <a:lnTo>
                    <a:pt x="470663" y="358763"/>
                  </a:lnTo>
                  <a:lnTo>
                    <a:pt x="460175" y="342057"/>
                  </a:lnTo>
                  <a:lnTo>
                    <a:pt x="455443" y="335981"/>
                  </a:lnTo>
                  <a:lnTo>
                    <a:pt x="154925" y="335981"/>
                  </a:lnTo>
                  <a:lnTo>
                    <a:pt x="156165" y="311991"/>
                  </a:lnTo>
                  <a:lnTo>
                    <a:pt x="163219" y="267454"/>
                  </a:lnTo>
                  <a:lnTo>
                    <a:pt x="176220" y="227654"/>
                  </a:lnTo>
                  <a:lnTo>
                    <a:pt x="194313" y="193527"/>
                  </a:lnTo>
                  <a:lnTo>
                    <a:pt x="230679" y="153581"/>
                  </a:lnTo>
                  <a:lnTo>
                    <a:pt x="277223" y="128240"/>
                  </a:lnTo>
                  <a:lnTo>
                    <a:pt x="332593" y="119585"/>
                  </a:lnTo>
                  <a:lnTo>
                    <a:pt x="450703" y="119585"/>
                  </a:lnTo>
                  <a:lnTo>
                    <a:pt x="450703" y="19299"/>
                  </a:lnTo>
                  <a:lnTo>
                    <a:pt x="425557" y="10874"/>
                  </a:lnTo>
                  <a:lnTo>
                    <a:pt x="395839" y="4841"/>
                  </a:lnTo>
                  <a:lnTo>
                    <a:pt x="361549" y="1212"/>
                  </a:lnTo>
                  <a:lnTo>
                    <a:pt x="322687" y="0"/>
                  </a:lnTo>
                  <a:close/>
                </a:path>
                <a:path w="501650" h="736600">
                  <a:moveTo>
                    <a:pt x="481800" y="382155"/>
                  </a:moveTo>
                  <a:lnTo>
                    <a:pt x="254107" y="382155"/>
                  </a:lnTo>
                  <a:lnTo>
                    <a:pt x="295200" y="389319"/>
                  </a:lnTo>
                  <a:lnTo>
                    <a:pt x="324535" y="410814"/>
                  </a:lnTo>
                  <a:lnTo>
                    <a:pt x="342125" y="446644"/>
                  </a:lnTo>
                  <a:lnTo>
                    <a:pt x="347985" y="496811"/>
                  </a:lnTo>
                  <a:lnTo>
                    <a:pt x="347579" y="509700"/>
                  </a:lnTo>
                  <a:lnTo>
                    <a:pt x="337911" y="555846"/>
                  </a:lnTo>
                  <a:lnTo>
                    <a:pt x="316549" y="590310"/>
                  </a:lnTo>
                  <a:lnTo>
                    <a:pt x="275416" y="613762"/>
                  </a:lnTo>
                  <a:lnTo>
                    <a:pt x="255143" y="615933"/>
                  </a:lnTo>
                  <a:lnTo>
                    <a:pt x="467906" y="615933"/>
                  </a:lnTo>
                  <a:lnTo>
                    <a:pt x="491001" y="561894"/>
                  </a:lnTo>
                  <a:lnTo>
                    <a:pt x="500229" y="512750"/>
                  </a:lnTo>
                  <a:lnTo>
                    <a:pt x="501391" y="486869"/>
                  </a:lnTo>
                  <a:lnTo>
                    <a:pt x="500513" y="462619"/>
                  </a:lnTo>
                  <a:lnTo>
                    <a:pt x="497886" y="439480"/>
                  </a:lnTo>
                  <a:lnTo>
                    <a:pt x="493521" y="417453"/>
                  </a:lnTo>
                  <a:lnTo>
                    <a:pt x="487431" y="396538"/>
                  </a:lnTo>
                  <a:lnTo>
                    <a:pt x="481800" y="382155"/>
                  </a:lnTo>
                  <a:close/>
                </a:path>
                <a:path w="501650" h="736600">
                  <a:moveTo>
                    <a:pt x="307325" y="266008"/>
                  </a:moveTo>
                  <a:lnTo>
                    <a:pt x="260918" y="270383"/>
                  </a:lnTo>
                  <a:lnTo>
                    <a:pt x="220541" y="283506"/>
                  </a:lnTo>
                  <a:lnTo>
                    <a:pt x="186187" y="305373"/>
                  </a:lnTo>
                  <a:lnTo>
                    <a:pt x="157851" y="335981"/>
                  </a:lnTo>
                  <a:lnTo>
                    <a:pt x="455443" y="335981"/>
                  </a:lnTo>
                  <a:lnTo>
                    <a:pt x="420326" y="301061"/>
                  </a:lnTo>
                  <a:lnTo>
                    <a:pt x="387213" y="281891"/>
                  </a:lnTo>
                  <a:lnTo>
                    <a:pt x="349326" y="269981"/>
                  </a:lnTo>
                  <a:lnTo>
                    <a:pt x="307325" y="266008"/>
                  </a:lnTo>
                  <a:close/>
                </a:path>
                <a:path w="501650" h="736600">
                  <a:moveTo>
                    <a:pt x="450703" y="119585"/>
                  </a:moveTo>
                  <a:lnTo>
                    <a:pt x="332593" y="119585"/>
                  </a:lnTo>
                  <a:lnTo>
                    <a:pt x="363979" y="121508"/>
                  </a:lnTo>
                  <a:lnTo>
                    <a:pt x="394128" y="127277"/>
                  </a:lnTo>
                  <a:lnTo>
                    <a:pt x="423037" y="136895"/>
                  </a:lnTo>
                  <a:lnTo>
                    <a:pt x="450703" y="150363"/>
                  </a:lnTo>
                  <a:lnTo>
                    <a:pt x="450703" y="119585"/>
                  </a:lnTo>
                  <a:close/>
                </a:path>
              </a:pathLst>
            </a:custGeom>
            <a:solidFill>
              <a:srgbClr val="FFFF00"/>
            </a:solidFill>
          </p:spPr>
          <p:txBody>
            <a:bodyPr wrap="square" lIns="0" tIns="0" rIns="0" bIns="0" rtlCol="0"/>
            <a:lstStyle/>
            <a:p>
              <a:endParaRPr/>
            </a:p>
          </p:txBody>
        </p:sp>
        <p:sp>
          <p:nvSpPr>
            <p:cNvPr id="78" name="object 78"/>
            <p:cNvSpPr/>
            <p:nvPr/>
          </p:nvSpPr>
          <p:spPr>
            <a:xfrm>
              <a:off x="7787396" y="5917073"/>
              <a:ext cx="200284" cy="245970"/>
            </a:xfrm>
            <a:prstGeom prst="rect">
              <a:avLst/>
            </a:prstGeom>
            <a:blipFill>
              <a:blip r:embed="rId29" cstate="print"/>
              <a:stretch>
                <a:fillRect/>
              </a:stretch>
            </a:blipFill>
          </p:spPr>
          <p:txBody>
            <a:bodyPr wrap="square" lIns="0" tIns="0" rIns="0" bIns="0" rtlCol="0"/>
            <a:lstStyle/>
            <a:p>
              <a:endParaRPr/>
            </a:p>
          </p:txBody>
        </p:sp>
        <p:sp>
          <p:nvSpPr>
            <p:cNvPr id="79" name="object 79"/>
            <p:cNvSpPr/>
            <p:nvPr/>
          </p:nvSpPr>
          <p:spPr>
            <a:xfrm>
              <a:off x="7633593" y="5541014"/>
              <a:ext cx="501650" cy="736600"/>
            </a:xfrm>
            <a:custGeom>
              <a:avLst/>
              <a:gdLst/>
              <a:ahLst/>
              <a:cxnLst/>
              <a:rect l="l" t="t" r="r" b="b"/>
              <a:pathLst>
                <a:path w="501650" h="736600">
                  <a:moveTo>
                    <a:pt x="322691" y="0"/>
                  </a:moveTo>
                  <a:lnTo>
                    <a:pt x="361553" y="1212"/>
                  </a:lnTo>
                  <a:lnTo>
                    <a:pt x="395843" y="4841"/>
                  </a:lnTo>
                  <a:lnTo>
                    <a:pt x="425561" y="10874"/>
                  </a:lnTo>
                  <a:lnTo>
                    <a:pt x="450707" y="19299"/>
                  </a:lnTo>
                  <a:lnTo>
                    <a:pt x="450707" y="150363"/>
                  </a:lnTo>
                  <a:lnTo>
                    <a:pt x="423041" y="136895"/>
                  </a:lnTo>
                  <a:lnTo>
                    <a:pt x="394133" y="127277"/>
                  </a:lnTo>
                  <a:lnTo>
                    <a:pt x="363984" y="121508"/>
                  </a:lnTo>
                  <a:lnTo>
                    <a:pt x="332597" y="119585"/>
                  </a:lnTo>
                  <a:lnTo>
                    <a:pt x="313196" y="120547"/>
                  </a:lnTo>
                  <a:lnTo>
                    <a:pt x="260603" y="134968"/>
                  </a:lnTo>
                  <a:lnTo>
                    <a:pt x="217402" y="165303"/>
                  </a:lnTo>
                  <a:lnTo>
                    <a:pt x="184651" y="209864"/>
                  </a:lnTo>
                  <a:lnTo>
                    <a:pt x="169042" y="246900"/>
                  </a:lnTo>
                  <a:lnTo>
                    <a:pt x="158934" y="289150"/>
                  </a:lnTo>
                  <a:lnTo>
                    <a:pt x="154929" y="335981"/>
                  </a:lnTo>
                  <a:lnTo>
                    <a:pt x="157855" y="335981"/>
                  </a:lnTo>
                  <a:lnTo>
                    <a:pt x="186191" y="305373"/>
                  </a:lnTo>
                  <a:lnTo>
                    <a:pt x="220545" y="283506"/>
                  </a:lnTo>
                  <a:lnTo>
                    <a:pt x="260923" y="270383"/>
                  </a:lnTo>
                  <a:lnTo>
                    <a:pt x="307329" y="266008"/>
                  </a:lnTo>
                  <a:lnTo>
                    <a:pt x="349331" y="269981"/>
                  </a:lnTo>
                  <a:lnTo>
                    <a:pt x="387217" y="281891"/>
                  </a:lnTo>
                  <a:lnTo>
                    <a:pt x="420330" y="301061"/>
                  </a:lnTo>
                  <a:lnTo>
                    <a:pt x="460179" y="342057"/>
                  </a:lnTo>
                  <a:lnTo>
                    <a:pt x="479756" y="376923"/>
                  </a:lnTo>
                  <a:lnTo>
                    <a:pt x="493526" y="417453"/>
                  </a:lnTo>
                  <a:lnTo>
                    <a:pt x="500517" y="462619"/>
                  </a:lnTo>
                  <a:lnTo>
                    <a:pt x="501395" y="486869"/>
                  </a:lnTo>
                  <a:lnTo>
                    <a:pt x="500233" y="512749"/>
                  </a:lnTo>
                  <a:lnTo>
                    <a:pt x="491006" y="561894"/>
                  </a:lnTo>
                  <a:lnTo>
                    <a:pt x="472934" y="607230"/>
                  </a:lnTo>
                  <a:lnTo>
                    <a:pt x="447401" y="646814"/>
                  </a:lnTo>
                  <a:lnTo>
                    <a:pt x="414759" y="680172"/>
                  </a:lnTo>
                  <a:lnTo>
                    <a:pt x="375752" y="706480"/>
                  </a:lnTo>
                  <a:lnTo>
                    <a:pt x="330843" y="725294"/>
                  </a:lnTo>
                  <a:lnTo>
                    <a:pt x="281461" y="734848"/>
                  </a:lnTo>
                  <a:lnTo>
                    <a:pt x="255148" y="736043"/>
                  </a:lnTo>
                  <a:lnTo>
                    <a:pt x="225921" y="734646"/>
                  </a:lnTo>
                  <a:lnTo>
                    <a:pt x="172200" y="723476"/>
                  </a:lnTo>
                  <a:lnTo>
                    <a:pt x="124907" y="701281"/>
                  </a:lnTo>
                  <a:lnTo>
                    <a:pt x="84852" y="668897"/>
                  </a:lnTo>
                  <a:lnTo>
                    <a:pt x="52139" y="626526"/>
                  </a:lnTo>
                  <a:lnTo>
                    <a:pt x="27043" y="574533"/>
                  </a:lnTo>
                  <a:lnTo>
                    <a:pt x="9811" y="513154"/>
                  </a:lnTo>
                  <a:lnTo>
                    <a:pt x="1094" y="443421"/>
                  </a:lnTo>
                  <a:lnTo>
                    <a:pt x="0" y="405478"/>
                  </a:lnTo>
                  <a:lnTo>
                    <a:pt x="1424" y="360638"/>
                  </a:lnTo>
                  <a:lnTo>
                    <a:pt x="5684" y="317936"/>
                  </a:lnTo>
                  <a:lnTo>
                    <a:pt x="12755" y="277374"/>
                  </a:lnTo>
                  <a:lnTo>
                    <a:pt x="22616" y="238957"/>
                  </a:lnTo>
                  <a:lnTo>
                    <a:pt x="35132" y="202959"/>
                  </a:lnTo>
                  <a:lnTo>
                    <a:pt x="67377" y="139051"/>
                  </a:lnTo>
                  <a:lnTo>
                    <a:pt x="109187" y="86094"/>
                  </a:lnTo>
                  <a:lnTo>
                    <a:pt x="160003" y="45005"/>
                  </a:lnTo>
                  <a:lnTo>
                    <a:pt x="219397" y="16284"/>
                  </a:lnTo>
                  <a:lnTo>
                    <a:pt x="286385" y="1808"/>
                  </a:lnTo>
                  <a:lnTo>
                    <a:pt x="322691" y="0"/>
                  </a:lnTo>
                  <a:close/>
                </a:path>
              </a:pathLst>
            </a:custGeom>
            <a:ln w="12191">
              <a:solidFill>
                <a:srgbClr val="000000"/>
              </a:solidFill>
            </a:ln>
          </p:spPr>
          <p:txBody>
            <a:bodyPr wrap="square" lIns="0" tIns="0" rIns="0" bIns="0" rtlCol="0"/>
            <a:lstStyle/>
            <a:p>
              <a:endParaRPr/>
            </a:p>
          </p:txBody>
        </p:sp>
        <p:sp>
          <p:nvSpPr>
            <p:cNvPr id="80" name="object 80"/>
            <p:cNvSpPr/>
            <p:nvPr/>
          </p:nvSpPr>
          <p:spPr>
            <a:xfrm>
              <a:off x="6778751" y="5219700"/>
              <a:ext cx="2218944" cy="1345692"/>
            </a:xfrm>
            <a:prstGeom prst="rect">
              <a:avLst/>
            </a:prstGeom>
            <a:blipFill>
              <a:blip r:embed="rId30" cstate="print"/>
              <a:stretch>
                <a:fillRect/>
              </a:stretch>
            </a:blipFill>
          </p:spPr>
          <p:txBody>
            <a:bodyPr wrap="square" lIns="0" tIns="0" rIns="0" bIns="0" rtlCol="0"/>
            <a:lstStyle/>
            <a:p>
              <a:endParaRPr/>
            </a:p>
          </p:txBody>
        </p:sp>
        <p:sp>
          <p:nvSpPr>
            <p:cNvPr id="81" name="object 81"/>
            <p:cNvSpPr/>
            <p:nvPr/>
          </p:nvSpPr>
          <p:spPr>
            <a:xfrm>
              <a:off x="6917436" y="4901183"/>
              <a:ext cx="2226563" cy="1956815"/>
            </a:xfrm>
            <a:prstGeom prst="rect">
              <a:avLst/>
            </a:prstGeom>
            <a:blipFill>
              <a:blip r:embed="rId31" cstate="print"/>
              <a:stretch>
                <a:fillRect/>
              </a:stretch>
            </a:blipFill>
          </p:spPr>
          <p:txBody>
            <a:bodyPr wrap="square" lIns="0" tIns="0" rIns="0" bIns="0" rtlCol="0"/>
            <a:lstStyle/>
            <a:p>
              <a:endParaRPr/>
            </a:p>
          </p:txBody>
        </p:sp>
        <p:sp>
          <p:nvSpPr>
            <p:cNvPr id="82" name="object 82"/>
            <p:cNvSpPr/>
            <p:nvPr/>
          </p:nvSpPr>
          <p:spPr>
            <a:xfrm>
              <a:off x="6859523" y="527989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868" y="1184065"/>
                  </a:lnTo>
                  <a:lnTo>
                    <a:pt x="1871719" y="1179341"/>
                  </a:lnTo>
                  <a:lnTo>
                    <a:pt x="1915362" y="1165791"/>
                  </a:lnTo>
                  <a:lnTo>
                    <a:pt x="1954860" y="1144352"/>
                  </a:lnTo>
                  <a:lnTo>
                    <a:pt x="1989277" y="1115958"/>
                  </a:lnTo>
                  <a:lnTo>
                    <a:pt x="2017676" y="1081544"/>
                  </a:lnTo>
                  <a:lnTo>
                    <a:pt x="2039120" y="1042045"/>
                  </a:lnTo>
                  <a:lnTo>
                    <a:pt x="2052674" y="998398"/>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83" name="object 83"/>
            <p:cNvSpPr/>
            <p:nvPr/>
          </p:nvSpPr>
          <p:spPr>
            <a:xfrm>
              <a:off x="6859523" y="527989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8"/>
                  </a:lnTo>
                  <a:lnTo>
                    <a:pt x="2039120" y="1042045"/>
                  </a:lnTo>
                  <a:lnTo>
                    <a:pt x="2017676" y="1081544"/>
                  </a:lnTo>
                  <a:lnTo>
                    <a:pt x="1989277" y="1115958"/>
                  </a:lnTo>
                  <a:lnTo>
                    <a:pt x="1954860" y="1144352"/>
                  </a:lnTo>
                  <a:lnTo>
                    <a:pt x="1915362" y="1165791"/>
                  </a:lnTo>
                  <a:lnTo>
                    <a:pt x="1871719" y="1179341"/>
                  </a:lnTo>
                  <a:lnTo>
                    <a:pt x="1824868"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84" name="object 84"/>
            <p:cNvSpPr/>
            <p:nvPr/>
          </p:nvSpPr>
          <p:spPr>
            <a:xfrm>
              <a:off x="6958583" y="4922518"/>
              <a:ext cx="1895855" cy="1935480"/>
            </a:xfrm>
            <a:prstGeom prst="rect">
              <a:avLst/>
            </a:prstGeom>
            <a:blipFill>
              <a:blip r:embed="rId32" cstate="print"/>
              <a:stretch>
                <a:fillRect/>
              </a:stretch>
            </a:blipFill>
          </p:spPr>
          <p:txBody>
            <a:bodyPr wrap="square" lIns="0" tIns="0" rIns="0" bIns="0" rtlCol="0"/>
            <a:lstStyle/>
            <a:p>
              <a:endParaRPr/>
            </a:p>
          </p:txBody>
        </p:sp>
        <p:sp>
          <p:nvSpPr>
            <p:cNvPr id="85" name="object 85"/>
            <p:cNvSpPr/>
            <p:nvPr/>
          </p:nvSpPr>
          <p:spPr>
            <a:xfrm>
              <a:off x="7642616" y="5531988"/>
              <a:ext cx="495934" cy="711835"/>
            </a:xfrm>
            <a:custGeom>
              <a:avLst/>
              <a:gdLst/>
              <a:ahLst/>
              <a:cxnLst/>
              <a:rect l="l" t="t" r="r" b="b"/>
              <a:pathLst>
                <a:path w="495934" h="711835">
                  <a:moveTo>
                    <a:pt x="495421" y="0"/>
                  </a:moveTo>
                  <a:lnTo>
                    <a:pt x="0" y="0"/>
                  </a:lnTo>
                  <a:lnTo>
                    <a:pt x="0" y="128110"/>
                  </a:lnTo>
                  <a:lnTo>
                    <a:pt x="330586" y="128110"/>
                  </a:lnTo>
                  <a:lnTo>
                    <a:pt x="310476" y="161052"/>
                  </a:lnTo>
                  <a:lnTo>
                    <a:pt x="290916" y="194367"/>
                  </a:lnTo>
                  <a:lnTo>
                    <a:pt x="271881" y="228056"/>
                  </a:lnTo>
                  <a:lnTo>
                    <a:pt x="253349" y="262115"/>
                  </a:lnTo>
                  <a:lnTo>
                    <a:pt x="235539" y="296596"/>
                  </a:lnTo>
                  <a:lnTo>
                    <a:pt x="218518" y="331543"/>
                  </a:lnTo>
                  <a:lnTo>
                    <a:pt x="202309" y="366956"/>
                  </a:lnTo>
                  <a:lnTo>
                    <a:pt x="186933" y="402835"/>
                  </a:lnTo>
                  <a:lnTo>
                    <a:pt x="172343" y="439240"/>
                  </a:lnTo>
                  <a:lnTo>
                    <a:pt x="158656" y="476232"/>
                  </a:lnTo>
                  <a:lnTo>
                    <a:pt x="145871" y="513814"/>
                  </a:lnTo>
                  <a:lnTo>
                    <a:pt x="133990" y="551986"/>
                  </a:lnTo>
                  <a:lnTo>
                    <a:pt x="123180" y="590820"/>
                  </a:lnTo>
                  <a:lnTo>
                    <a:pt x="113442" y="630402"/>
                  </a:lnTo>
                  <a:lnTo>
                    <a:pt x="104796" y="670730"/>
                  </a:lnTo>
                  <a:lnTo>
                    <a:pt x="97261" y="711802"/>
                  </a:lnTo>
                  <a:lnTo>
                    <a:pt x="261091" y="711802"/>
                  </a:lnTo>
                  <a:lnTo>
                    <a:pt x="268032" y="668856"/>
                  </a:lnTo>
                  <a:lnTo>
                    <a:pt x="275882" y="627366"/>
                  </a:lnTo>
                  <a:lnTo>
                    <a:pt x="284657" y="587333"/>
                  </a:lnTo>
                  <a:lnTo>
                    <a:pt x="294375" y="548758"/>
                  </a:lnTo>
                  <a:lnTo>
                    <a:pt x="305092" y="511061"/>
                  </a:lnTo>
                  <a:lnTo>
                    <a:pt x="316854" y="473677"/>
                  </a:lnTo>
                  <a:lnTo>
                    <a:pt x="329668" y="436606"/>
                  </a:lnTo>
                  <a:lnTo>
                    <a:pt x="343540" y="399848"/>
                  </a:lnTo>
                  <a:lnTo>
                    <a:pt x="358469" y="363120"/>
                  </a:lnTo>
                  <a:lnTo>
                    <a:pt x="374507" y="326143"/>
                  </a:lnTo>
                  <a:lnTo>
                    <a:pt x="391666" y="288918"/>
                  </a:lnTo>
                  <a:lnTo>
                    <a:pt x="409955" y="251447"/>
                  </a:lnTo>
                  <a:lnTo>
                    <a:pt x="429435" y="213180"/>
                  </a:lnTo>
                  <a:lnTo>
                    <a:pt x="450162" y="173581"/>
                  </a:lnTo>
                  <a:lnTo>
                    <a:pt x="472153" y="132652"/>
                  </a:lnTo>
                  <a:lnTo>
                    <a:pt x="495421" y="90391"/>
                  </a:lnTo>
                  <a:lnTo>
                    <a:pt x="495421" y="0"/>
                  </a:lnTo>
                  <a:close/>
                </a:path>
              </a:pathLst>
            </a:custGeom>
            <a:solidFill>
              <a:srgbClr val="FFFF00"/>
            </a:solidFill>
          </p:spPr>
          <p:txBody>
            <a:bodyPr wrap="square" lIns="0" tIns="0" rIns="0" bIns="0" rtlCol="0"/>
            <a:lstStyle/>
            <a:p>
              <a:endParaRPr/>
            </a:p>
          </p:txBody>
        </p:sp>
        <p:sp>
          <p:nvSpPr>
            <p:cNvPr id="86" name="object 86"/>
            <p:cNvSpPr/>
            <p:nvPr/>
          </p:nvSpPr>
          <p:spPr>
            <a:xfrm>
              <a:off x="7642616" y="5531988"/>
              <a:ext cx="495934" cy="711835"/>
            </a:xfrm>
            <a:custGeom>
              <a:avLst/>
              <a:gdLst/>
              <a:ahLst/>
              <a:cxnLst/>
              <a:rect l="l" t="t" r="r" b="b"/>
              <a:pathLst>
                <a:path w="495934" h="711835">
                  <a:moveTo>
                    <a:pt x="0" y="0"/>
                  </a:moveTo>
                  <a:lnTo>
                    <a:pt x="495421" y="0"/>
                  </a:lnTo>
                  <a:lnTo>
                    <a:pt x="495421" y="90391"/>
                  </a:lnTo>
                  <a:lnTo>
                    <a:pt x="472153" y="132652"/>
                  </a:lnTo>
                  <a:lnTo>
                    <a:pt x="450162" y="173581"/>
                  </a:lnTo>
                  <a:lnTo>
                    <a:pt x="429435" y="213180"/>
                  </a:lnTo>
                  <a:lnTo>
                    <a:pt x="409955" y="251447"/>
                  </a:lnTo>
                  <a:lnTo>
                    <a:pt x="391666" y="288918"/>
                  </a:lnTo>
                  <a:lnTo>
                    <a:pt x="374507" y="326143"/>
                  </a:lnTo>
                  <a:lnTo>
                    <a:pt x="358469" y="363120"/>
                  </a:lnTo>
                  <a:lnTo>
                    <a:pt x="343540" y="399848"/>
                  </a:lnTo>
                  <a:lnTo>
                    <a:pt x="329668" y="436606"/>
                  </a:lnTo>
                  <a:lnTo>
                    <a:pt x="316854" y="473677"/>
                  </a:lnTo>
                  <a:lnTo>
                    <a:pt x="305092" y="511061"/>
                  </a:lnTo>
                  <a:lnTo>
                    <a:pt x="294375" y="548758"/>
                  </a:lnTo>
                  <a:lnTo>
                    <a:pt x="284657" y="587333"/>
                  </a:lnTo>
                  <a:lnTo>
                    <a:pt x="275882" y="627366"/>
                  </a:lnTo>
                  <a:lnTo>
                    <a:pt x="268032" y="668856"/>
                  </a:lnTo>
                  <a:lnTo>
                    <a:pt x="261091" y="711802"/>
                  </a:lnTo>
                  <a:lnTo>
                    <a:pt x="97261" y="711802"/>
                  </a:lnTo>
                  <a:lnTo>
                    <a:pt x="104796" y="670730"/>
                  </a:lnTo>
                  <a:lnTo>
                    <a:pt x="113442" y="630402"/>
                  </a:lnTo>
                  <a:lnTo>
                    <a:pt x="123180" y="590820"/>
                  </a:lnTo>
                  <a:lnTo>
                    <a:pt x="133990" y="551986"/>
                  </a:lnTo>
                  <a:lnTo>
                    <a:pt x="145871" y="513814"/>
                  </a:lnTo>
                  <a:lnTo>
                    <a:pt x="158656" y="476232"/>
                  </a:lnTo>
                  <a:lnTo>
                    <a:pt x="172343" y="439240"/>
                  </a:lnTo>
                  <a:lnTo>
                    <a:pt x="186933" y="402835"/>
                  </a:lnTo>
                  <a:lnTo>
                    <a:pt x="202309" y="366956"/>
                  </a:lnTo>
                  <a:lnTo>
                    <a:pt x="218518" y="331543"/>
                  </a:lnTo>
                  <a:lnTo>
                    <a:pt x="235539" y="296596"/>
                  </a:lnTo>
                  <a:lnTo>
                    <a:pt x="253349" y="262115"/>
                  </a:lnTo>
                  <a:lnTo>
                    <a:pt x="271881" y="228056"/>
                  </a:lnTo>
                  <a:lnTo>
                    <a:pt x="290916" y="194367"/>
                  </a:lnTo>
                  <a:lnTo>
                    <a:pt x="310476" y="161052"/>
                  </a:lnTo>
                  <a:lnTo>
                    <a:pt x="330586" y="128110"/>
                  </a:lnTo>
                  <a:lnTo>
                    <a:pt x="0" y="128110"/>
                  </a:lnTo>
                  <a:lnTo>
                    <a:pt x="0" y="0"/>
                  </a:lnTo>
                  <a:close/>
                </a:path>
              </a:pathLst>
            </a:custGeom>
            <a:ln w="12191">
              <a:solidFill>
                <a:srgbClr val="000000"/>
              </a:solidFill>
            </a:ln>
          </p:spPr>
          <p:txBody>
            <a:bodyPr wrap="square" lIns="0" tIns="0" rIns="0" bIns="0" rtlCol="0"/>
            <a:lstStyle/>
            <a:p>
              <a:endParaRPr/>
            </a:p>
          </p:txBody>
        </p:sp>
        <p:sp>
          <p:nvSpPr>
            <p:cNvPr id="87" name="object 87"/>
            <p:cNvSpPr/>
            <p:nvPr/>
          </p:nvSpPr>
          <p:spPr>
            <a:xfrm>
              <a:off x="6775703" y="5205983"/>
              <a:ext cx="2218944" cy="1345691"/>
            </a:xfrm>
            <a:prstGeom prst="rect">
              <a:avLst/>
            </a:prstGeom>
            <a:blipFill>
              <a:blip r:embed="rId33" cstate="print"/>
              <a:stretch>
                <a:fillRect/>
              </a:stretch>
            </a:blipFill>
          </p:spPr>
          <p:txBody>
            <a:bodyPr wrap="square" lIns="0" tIns="0" rIns="0" bIns="0" rtlCol="0"/>
            <a:lstStyle/>
            <a:p>
              <a:endParaRPr/>
            </a:p>
          </p:txBody>
        </p:sp>
        <p:sp>
          <p:nvSpPr>
            <p:cNvPr id="88" name="object 88"/>
            <p:cNvSpPr/>
            <p:nvPr/>
          </p:nvSpPr>
          <p:spPr>
            <a:xfrm>
              <a:off x="6912863" y="4887467"/>
              <a:ext cx="2231135" cy="1970532"/>
            </a:xfrm>
            <a:prstGeom prst="rect">
              <a:avLst/>
            </a:prstGeom>
            <a:blipFill>
              <a:blip r:embed="rId34" cstate="print"/>
              <a:stretch>
                <a:fillRect/>
              </a:stretch>
            </a:blipFill>
          </p:spPr>
          <p:txBody>
            <a:bodyPr wrap="square" lIns="0" tIns="0" rIns="0" bIns="0" rtlCol="0"/>
            <a:lstStyle/>
            <a:p>
              <a:endParaRPr/>
            </a:p>
          </p:txBody>
        </p:sp>
        <p:sp>
          <p:nvSpPr>
            <p:cNvPr id="89" name="object 89"/>
            <p:cNvSpPr/>
            <p:nvPr/>
          </p:nvSpPr>
          <p:spPr>
            <a:xfrm>
              <a:off x="6855957" y="5266563"/>
              <a:ext cx="2057400" cy="1184275"/>
            </a:xfrm>
            <a:custGeom>
              <a:avLst/>
              <a:gdLst/>
              <a:ahLst/>
              <a:cxnLst/>
              <a:rect l="l" t="t" r="r" b="b"/>
              <a:pathLst>
                <a:path w="2057400" h="1184275">
                  <a:moveTo>
                    <a:pt x="1824868" y="0"/>
                  </a:moveTo>
                  <a:lnTo>
                    <a:pt x="232409" y="0"/>
                  </a:lnTo>
                  <a:lnTo>
                    <a:pt x="185564" y="4725"/>
                  </a:lnTo>
                  <a:lnTo>
                    <a:pt x="141934" y="18278"/>
                  </a:lnTo>
                  <a:lnTo>
                    <a:pt x="102456" y="39722"/>
                  </a:lnTo>
                  <a:lnTo>
                    <a:pt x="68061" y="68121"/>
                  </a:lnTo>
                  <a:lnTo>
                    <a:pt x="39685" y="102539"/>
                  </a:lnTo>
                  <a:lnTo>
                    <a:pt x="18260" y="142039"/>
                  </a:lnTo>
                  <a:lnTo>
                    <a:pt x="4720" y="185685"/>
                  </a:lnTo>
                  <a:lnTo>
                    <a:pt x="0" y="232541"/>
                  </a:lnTo>
                  <a:lnTo>
                    <a:pt x="0" y="951512"/>
                  </a:lnTo>
                  <a:lnTo>
                    <a:pt x="4720" y="998370"/>
                  </a:lnTo>
                  <a:lnTo>
                    <a:pt x="18260" y="1042015"/>
                  </a:lnTo>
                  <a:lnTo>
                    <a:pt x="39685" y="1081511"/>
                  </a:lnTo>
                  <a:lnTo>
                    <a:pt x="68061" y="1115924"/>
                  </a:lnTo>
                  <a:lnTo>
                    <a:pt x="102456" y="1144317"/>
                  </a:lnTo>
                  <a:lnTo>
                    <a:pt x="141934" y="1165755"/>
                  </a:lnTo>
                  <a:lnTo>
                    <a:pt x="185564" y="1179304"/>
                  </a:lnTo>
                  <a:lnTo>
                    <a:pt x="232409" y="1184029"/>
                  </a:lnTo>
                  <a:lnTo>
                    <a:pt x="1824868" y="1184029"/>
                  </a:lnTo>
                  <a:lnTo>
                    <a:pt x="1871728" y="1179304"/>
                  </a:lnTo>
                  <a:lnTo>
                    <a:pt x="1915375" y="1165755"/>
                  </a:lnTo>
                  <a:lnTo>
                    <a:pt x="1954873" y="1144317"/>
                  </a:lnTo>
                  <a:lnTo>
                    <a:pt x="1989288" y="1115924"/>
                  </a:lnTo>
                  <a:lnTo>
                    <a:pt x="2017684" y="1081511"/>
                  </a:lnTo>
                  <a:lnTo>
                    <a:pt x="2039124" y="1042015"/>
                  </a:lnTo>
                  <a:lnTo>
                    <a:pt x="2052675" y="998370"/>
                  </a:lnTo>
                  <a:lnTo>
                    <a:pt x="2057399" y="951512"/>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90" name="object 90"/>
            <p:cNvSpPr/>
            <p:nvPr/>
          </p:nvSpPr>
          <p:spPr>
            <a:xfrm>
              <a:off x="6855957" y="5266563"/>
              <a:ext cx="2057400" cy="1184275"/>
            </a:xfrm>
            <a:custGeom>
              <a:avLst/>
              <a:gdLst/>
              <a:ahLst/>
              <a:cxnLst/>
              <a:rect l="l" t="t" r="r" b="b"/>
              <a:pathLst>
                <a:path w="2057400" h="1184275">
                  <a:moveTo>
                    <a:pt x="0" y="232541"/>
                  </a:moveTo>
                  <a:lnTo>
                    <a:pt x="4720" y="185685"/>
                  </a:lnTo>
                  <a:lnTo>
                    <a:pt x="18260" y="142039"/>
                  </a:lnTo>
                  <a:lnTo>
                    <a:pt x="39685" y="102539"/>
                  </a:lnTo>
                  <a:lnTo>
                    <a:pt x="68061" y="68121"/>
                  </a:lnTo>
                  <a:lnTo>
                    <a:pt x="102456" y="39722"/>
                  </a:lnTo>
                  <a:lnTo>
                    <a:pt x="141934" y="18278"/>
                  </a:lnTo>
                  <a:lnTo>
                    <a:pt x="185564" y="4725"/>
                  </a:lnTo>
                  <a:lnTo>
                    <a:pt x="232409"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12"/>
                  </a:lnTo>
                  <a:lnTo>
                    <a:pt x="2052675" y="998370"/>
                  </a:lnTo>
                  <a:lnTo>
                    <a:pt x="2039124" y="1042015"/>
                  </a:lnTo>
                  <a:lnTo>
                    <a:pt x="2017684" y="1081511"/>
                  </a:lnTo>
                  <a:lnTo>
                    <a:pt x="1989288" y="1115924"/>
                  </a:lnTo>
                  <a:lnTo>
                    <a:pt x="1954873" y="1144317"/>
                  </a:lnTo>
                  <a:lnTo>
                    <a:pt x="1915375" y="1165755"/>
                  </a:lnTo>
                  <a:lnTo>
                    <a:pt x="1871728" y="1179304"/>
                  </a:lnTo>
                  <a:lnTo>
                    <a:pt x="1824868" y="1184029"/>
                  </a:lnTo>
                  <a:lnTo>
                    <a:pt x="232409" y="1184029"/>
                  </a:lnTo>
                  <a:lnTo>
                    <a:pt x="185564" y="1179304"/>
                  </a:lnTo>
                  <a:lnTo>
                    <a:pt x="141934" y="1165755"/>
                  </a:lnTo>
                  <a:lnTo>
                    <a:pt x="102456" y="1144317"/>
                  </a:lnTo>
                  <a:lnTo>
                    <a:pt x="68061" y="1115924"/>
                  </a:lnTo>
                  <a:lnTo>
                    <a:pt x="39685" y="1081511"/>
                  </a:lnTo>
                  <a:lnTo>
                    <a:pt x="18260" y="1042015"/>
                  </a:lnTo>
                  <a:lnTo>
                    <a:pt x="4720" y="998370"/>
                  </a:lnTo>
                  <a:lnTo>
                    <a:pt x="0" y="951512"/>
                  </a:lnTo>
                  <a:lnTo>
                    <a:pt x="0" y="232541"/>
                  </a:lnTo>
                  <a:close/>
                </a:path>
              </a:pathLst>
            </a:custGeom>
            <a:ln w="76199">
              <a:solidFill>
                <a:srgbClr val="00AF50"/>
              </a:solidFill>
            </a:ln>
          </p:spPr>
          <p:txBody>
            <a:bodyPr wrap="square" lIns="0" tIns="0" rIns="0" bIns="0" rtlCol="0"/>
            <a:lstStyle/>
            <a:p>
              <a:endParaRPr/>
            </a:p>
          </p:txBody>
        </p:sp>
        <p:sp>
          <p:nvSpPr>
            <p:cNvPr id="91" name="object 91"/>
            <p:cNvSpPr/>
            <p:nvPr/>
          </p:nvSpPr>
          <p:spPr>
            <a:xfrm>
              <a:off x="6954012" y="4908802"/>
              <a:ext cx="1895855" cy="1949195"/>
            </a:xfrm>
            <a:prstGeom prst="rect">
              <a:avLst/>
            </a:prstGeom>
            <a:blipFill>
              <a:blip r:embed="rId35" cstate="print"/>
              <a:stretch>
                <a:fillRect/>
              </a:stretch>
            </a:blipFill>
          </p:spPr>
          <p:txBody>
            <a:bodyPr wrap="square" lIns="0" tIns="0" rIns="0" bIns="0" rtlCol="0"/>
            <a:lstStyle/>
            <a:p>
              <a:endParaRPr/>
            </a:p>
          </p:txBody>
        </p:sp>
        <p:sp>
          <p:nvSpPr>
            <p:cNvPr id="92" name="object 92"/>
            <p:cNvSpPr/>
            <p:nvPr/>
          </p:nvSpPr>
          <p:spPr>
            <a:xfrm>
              <a:off x="7631064" y="5506723"/>
              <a:ext cx="505459" cy="735330"/>
            </a:xfrm>
            <a:custGeom>
              <a:avLst/>
              <a:gdLst/>
              <a:ahLst/>
              <a:cxnLst/>
              <a:rect l="l" t="t" r="r" b="b"/>
              <a:pathLst>
                <a:path w="505459" h="735329">
                  <a:moveTo>
                    <a:pt x="254111" y="0"/>
                  </a:moveTo>
                  <a:lnTo>
                    <a:pt x="206433" y="3536"/>
                  </a:lnTo>
                  <a:lnTo>
                    <a:pt x="162549" y="14215"/>
                  </a:lnTo>
                  <a:lnTo>
                    <a:pt x="123512" y="31143"/>
                  </a:lnTo>
                  <a:lnTo>
                    <a:pt x="90281" y="53589"/>
                  </a:lnTo>
                  <a:lnTo>
                    <a:pt x="63364" y="81294"/>
                  </a:lnTo>
                  <a:lnTo>
                    <a:pt x="42915" y="113705"/>
                  </a:lnTo>
                  <a:lnTo>
                    <a:pt x="30049" y="149933"/>
                  </a:lnTo>
                  <a:lnTo>
                    <a:pt x="25755" y="189155"/>
                  </a:lnTo>
                  <a:lnTo>
                    <a:pt x="27636" y="214132"/>
                  </a:lnTo>
                  <a:lnTo>
                    <a:pt x="42600" y="260664"/>
                  </a:lnTo>
                  <a:lnTo>
                    <a:pt x="72006" y="302236"/>
                  </a:lnTo>
                  <a:lnTo>
                    <a:pt x="113910" y="336609"/>
                  </a:lnTo>
                  <a:lnTo>
                    <a:pt x="139446" y="350958"/>
                  </a:lnTo>
                  <a:lnTo>
                    <a:pt x="122394" y="357333"/>
                  </a:lnTo>
                  <a:lnTo>
                    <a:pt x="78211" y="381475"/>
                  </a:lnTo>
                  <a:lnTo>
                    <a:pt x="43990" y="412188"/>
                  </a:lnTo>
                  <a:lnTo>
                    <a:pt x="19579" y="448238"/>
                  </a:lnTo>
                  <a:lnTo>
                    <a:pt x="4912" y="488706"/>
                  </a:lnTo>
                  <a:lnTo>
                    <a:pt x="0" y="532113"/>
                  </a:lnTo>
                  <a:lnTo>
                    <a:pt x="1186" y="554217"/>
                  </a:lnTo>
                  <a:lnTo>
                    <a:pt x="10647" y="595543"/>
                  </a:lnTo>
                  <a:lnTo>
                    <a:pt x="29243" y="632834"/>
                  </a:lnTo>
                  <a:lnTo>
                    <a:pt x="55399" y="664968"/>
                  </a:lnTo>
                  <a:lnTo>
                    <a:pt x="88797" y="691680"/>
                  </a:lnTo>
                  <a:lnTo>
                    <a:pt x="128753" y="712406"/>
                  </a:lnTo>
                  <a:lnTo>
                    <a:pt x="174890" y="726890"/>
                  </a:lnTo>
                  <a:lnTo>
                    <a:pt x="225610" y="734213"/>
                  </a:lnTo>
                  <a:lnTo>
                    <a:pt x="252587" y="735128"/>
                  </a:lnTo>
                  <a:lnTo>
                    <a:pt x="280065" y="734197"/>
                  </a:lnTo>
                  <a:lnTo>
                    <a:pt x="331317" y="726750"/>
                  </a:lnTo>
                  <a:lnTo>
                    <a:pt x="377511" y="712026"/>
                  </a:lnTo>
                  <a:lnTo>
                    <a:pt x="417516" y="691054"/>
                  </a:lnTo>
                  <a:lnTo>
                    <a:pt x="450909" y="664115"/>
                  </a:lnTo>
                  <a:lnTo>
                    <a:pt x="476820" y="631855"/>
                  </a:lnTo>
                  <a:lnTo>
                    <a:pt x="481793" y="622947"/>
                  </a:lnTo>
                  <a:lnTo>
                    <a:pt x="253105" y="622947"/>
                  </a:lnTo>
                  <a:lnTo>
                    <a:pt x="241500" y="622498"/>
                  </a:lnTo>
                  <a:lnTo>
                    <a:pt x="200955" y="611767"/>
                  </a:lnTo>
                  <a:lnTo>
                    <a:pt x="170605" y="588082"/>
                  </a:lnTo>
                  <a:lnTo>
                    <a:pt x="152578" y="552403"/>
                  </a:lnTo>
                  <a:lnTo>
                    <a:pt x="148437" y="518720"/>
                  </a:lnTo>
                  <a:lnTo>
                    <a:pt x="148938" y="507522"/>
                  </a:lnTo>
                  <a:lnTo>
                    <a:pt x="160689" y="467171"/>
                  </a:lnTo>
                  <a:lnTo>
                    <a:pt x="185456" y="436357"/>
                  </a:lnTo>
                  <a:lnTo>
                    <a:pt x="221323" y="417826"/>
                  </a:lnTo>
                  <a:lnTo>
                    <a:pt x="253105" y="413491"/>
                  </a:lnTo>
                  <a:lnTo>
                    <a:pt x="463867" y="413491"/>
                  </a:lnTo>
                  <a:lnTo>
                    <a:pt x="460100" y="408854"/>
                  </a:lnTo>
                  <a:lnTo>
                    <a:pt x="425317" y="378000"/>
                  </a:lnTo>
                  <a:lnTo>
                    <a:pt x="381165" y="353852"/>
                  </a:lnTo>
                  <a:lnTo>
                    <a:pt x="364357" y="347484"/>
                  </a:lnTo>
                  <a:lnTo>
                    <a:pt x="390856" y="333167"/>
                  </a:lnTo>
                  <a:lnTo>
                    <a:pt x="414341" y="317020"/>
                  </a:lnTo>
                  <a:lnTo>
                    <a:pt x="434802" y="299041"/>
                  </a:lnTo>
                  <a:lnTo>
                    <a:pt x="439350" y="293869"/>
                  </a:lnTo>
                  <a:lnTo>
                    <a:pt x="255117" y="293869"/>
                  </a:lnTo>
                  <a:lnTo>
                    <a:pt x="246552" y="293436"/>
                  </a:lnTo>
                  <a:lnTo>
                    <a:pt x="207459" y="278615"/>
                  </a:lnTo>
                  <a:lnTo>
                    <a:pt x="180601" y="247065"/>
                  </a:lnTo>
                  <a:lnTo>
                    <a:pt x="170291" y="203536"/>
                  </a:lnTo>
                  <a:lnTo>
                    <a:pt x="170676" y="194246"/>
                  </a:lnTo>
                  <a:lnTo>
                    <a:pt x="183916" y="152541"/>
                  </a:lnTo>
                  <a:lnTo>
                    <a:pt x="213054" y="123816"/>
                  </a:lnTo>
                  <a:lnTo>
                    <a:pt x="255117" y="112705"/>
                  </a:lnTo>
                  <a:lnTo>
                    <a:pt x="467106" y="112705"/>
                  </a:lnTo>
                  <a:lnTo>
                    <a:pt x="457788" y="96152"/>
                  </a:lnTo>
                  <a:lnTo>
                    <a:pt x="419709" y="53340"/>
                  </a:lnTo>
                  <a:lnTo>
                    <a:pt x="386200" y="31063"/>
                  </a:lnTo>
                  <a:lnTo>
                    <a:pt x="346953" y="14215"/>
                  </a:lnTo>
                  <a:lnTo>
                    <a:pt x="302670" y="3536"/>
                  </a:lnTo>
                  <a:lnTo>
                    <a:pt x="278918" y="881"/>
                  </a:lnTo>
                  <a:lnTo>
                    <a:pt x="254111" y="0"/>
                  </a:lnTo>
                  <a:close/>
                </a:path>
                <a:path w="505459" h="735329">
                  <a:moveTo>
                    <a:pt x="463867" y="413491"/>
                  </a:moveTo>
                  <a:lnTo>
                    <a:pt x="253105" y="413491"/>
                  </a:lnTo>
                  <a:lnTo>
                    <a:pt x="264723" y="414018"/>
                  </a:lnTo>
                  <a:lnTo>
                    <a:pt x="275752" y="415600"/>
                  </a:lnTo>
                  <a:lnTo>
                    <a:pt x="313863" y="431796"/>
                  </a:lnTo>
                  <a:lnTo>
                    <a:pt x="341334" y="459963"/>
                  </a:lnTo>
                  <a:lnTo>
                    <a:pt x="355979" y="497876"/>
                  </a:lnTo>
                  <a:lnTo>
                    <a:pt x="357865" y="518720"/>
                  </a:lnTo>
                  <a:lnTo>
                    <a:pt x="357368" y="530352"/>
                  </a:lnTo>
                  <a:lnTo>
                    <a:pt x="345569" y="571204"/>
                  </a:lnTo>
                  <a:lnTo>
                    <a:pt x="320816" y="600984"/>
                  </a:lnTo>
                  <a:lnTo>
                    <a:pt x="285299" y="618761"/>
                  </a:lnTo>
                  <a:lnTo>
                    <a:pt x="253105" y="622947"/>
                  </a:lnTo>
                  <a:lnTo>
                    <a:pt x="481793" y="622947"/>
                  </a:lnTo>
                  <a:lnTo>
                    <a:pt x="500694" y="574241"/>
                  </a:lnTo>
                  <a:lnTo>
                    <a:pt x="505250" y="532113"/>
                  </a:lnTo>
                  <a:lnTo>
                    <a:pt x="505317" y="530352"/>
                  </a:lnTo>
                  <a:lnTo>
                    <a:pt x="504758" y="515629"/>
                  </a:lnTo>
                  <a:lnTo>
                    <a:pt x="496305" y="472308"/>
                  </a:lnTo>
                  <a:lnTo>
                    <a:pt x="477887" y="432619"/>
                  </a:lnTo>
                  <a:lnTo>
                    <a:pt x="469513" y="420444"/>
                  </a:lnTo>
                  <a:lnTo>
                    <a:pt x="463867" y="413491"/>
                  </a:lnTo>
                  <a:close/>
                </a:path>
                <a:path w="505459" h="735329">
                  <a:moveTo>
                    <a:pt x="467106" y="112705"/>
                  </a:moveTo>
                  <a:lnTo>
                    <a:pt x="255117" y="112705"/>
                  </a:lnTo>
                  <a:lnTo>
                    <a:pt x="264027" y="113156"/>
                  </a:lnTo>
                  <a:lnTo>
                    <a:pt x="272464" y="114449"/>
                  </a:lnTo>
                  <a:lnTo>
                    <a:pt x="309836" y="133016"/>
                  </a:lnTo>
                  <a:lnTo>
                    <a:pt x="333999" y="167557"/>
                  </a:lnTo>
                  <a:lnTo>
                    <a:pt x="340461" y="203536"/>
                  </a:lnTo>
                  <a:lnTo>
                    <a:pt x="340054" y="212827"/>
                  </a:lnTo>
                  <a:lnTo>
                    <a:pt x="325846" y="254165"/>
                  </a:lnTo>
                  <a:lnTo>
                    <a:pt x="295853" y="283129"/>
                  </a:lnTo>
                  <a:lnTo>
                    <a:pt x="255117" y="293869"/>
                  </a:lnTo>
                  <a:lnTo>
                    <a:pt x="439350" y="293869"/>
                  </a:lnTo>
                  <a:lnTo>
                    <a:pt x="466092" y="257932"/>
                  </a:lnTo>
                  <a:lnTo>
                    <a:pt x="481995" y="211896"/>
                  </a:lnTo>
                  <a:lnTo>
                    <a:pt x="483991" y="187153"/>
                  </a:lnTo>
                  <a:lnTo>
                    <a:pt x="482922" y="167425"/>
                  </a:lnTo>
                  <a:lnTo>
                    <a:pt x="479732" y="148442"/>
                  </a:lnTo>
                  <a:lnTo>
                    <a:pt x="474450" y="130203"/>
                  </a:lnTo>
                  <a:lnTo>
                    <a:pt x="467106" y="112705"/>
                  </a:lnTo>
                  <a:close/>
                </a:path>
              </a:pathLst>
            </a:custGeom>
            <a:solidFill>
              <a:srgbClr val="FFFF00"/>
            </a:solidFill>
          </p:spPr>
          <p:txBody>
            <a:bodyPr wrap="square" lIns="0" tIns="0" rIns="0" bIns="0" rtlCol="0"/>
            <a:lstStyle/>
            <a:p>
              <a:endParaRPr/>
            </a:p>
          </p:txBody>
        </p:sp>
        <p:sp>
          <p:nvSpPr>
            <p:cNvPr id="93" name="object 93"/>
            <p:cNvSpPr/>
            <p:nvPr/>
          </p:nvSpPr>
          <p:spPr>
            <a:xfrm>
              <a:off x="7773405" y="5914119"/>
              <a:ext cx="221620" cy="221647"/>
            </a:xfrm>
            <a:prstGeom prst="rect">
              <a:avLst/>
            </a:prstGeom>
            <a:blipFill>
              <a:blip r:embed="rId36" cstate="print"/>
              <a:stretch>
                <a:fillRect/>
              </a:stretch>
            </a:blipFill>
          </p:spPr>
          <p:txBody>
            <a:bodyPr wrap="square" lIns="0" tIns="0" rIns="0" bIns="0" rtlCol="0"/>
            <a:lstStyle/>
            <a:p>
              <a:endParaRPr/>
            </a:p>
          </p:txBody>
        </p:sp>
        <p:sp>
          <p:nvSpPr>
            <p:cNvPr id="94" name="object 94"/>
            <p:cNvSpPr/>
            <p:nvPr/>
          </p:nvSpPr>
          <p:spPr>
            <a:xfrm>
              <a:off x="7795259" y="5613333"/>
              <a:ext cx="182361" cy="193355"/>
            </a:xfrm>
            <a:prstGeom prst="rect">
              <a:avLst/>
            </a:prstGeom>
            <a:blipFill>
              <a:blip r:embed="rId37" cstate="print"/>
              <a:stretch>
                <a:fillRect/>
              </a:stretch>
            </a:blipFill>
          </p:spPr>
          <p:txBody>
            <a:bodyPr wrap="square" lIns="0" tIns="0" rIns="0" bIns="0" rtlCol="0"/>
            <a:lstStyle/>
            <a:p>
              <a:endParaRPr/>
            </a:p>
          </p:txBody>
        </p:sp>
        <p:sp>
          <p:nvSpPr>
            <p:cNvPr id="95" name="object 95"/>
            <p:cNvSpPr/>
            <p:nvPr/>
          </p:nvSpPr>
          <p:spPr>
            <a:xfrm>
              <a:off x="7631064" y="5506723"/>
              <a:ext cx="505459" cy="735330"/>
            </a:xfrm>
            <a:custGeom>
              <a:avLst/>
              <a:gdLst/>
              <a:ahLst/>
              <a:cxnLst/>
              <a:rect l="l" t="t" r="r" b="b"/>
              <a:pathLst>
                <a:path w="505459" h="735329">
                  <a:moveTo>
                    <a:pt x="254111" y="0"/>
                  </a:moveTo>
                  <a:lnTo>
                    <a:pt x="302670" y="3536"/>
                  </a:lnTo>
                  <a:lnTo>
                    <a:pt x="346953" y="14215"/>
                  </a:lnTo>
                  <a:lnTo>
                    <a:pt x="386200" y="31063"/>
                  </a:lnTo>
                  <a:lnTo>
                    <a:pt x="419709" y="53339"/>
                  </a:lnTo>
                  <a:lnTo>
                    <a:pt x="446791" y="80744"/>
                  </a:lnTo>
                  <a:lnTo>
                    <a:pt x="474450" y="130203"/>
                  </a:lnTo>
                  <a:lnTo>
                    <a:pt x="482922" y="167425"/>
                  </a:lnTo>
                  <a:lnTo>
                    <a:pt x="483991" y="187153"/>
                  </a:lnTo>
                  <a:lnTo>
                    <a:pt x="481995" y="211896"/>
                  </a:lnTo>
                  <a:lnTo>
                    <a:pt x="466092" y="257932"/>
                  </a:lnTo>
                  <a:lnTo>
                    <a:pt x="434802" y="299040"/>
                  </a:lnTo>
                  <a:lnTo>
                    <a:pt x="390856" y="333167"/>
                  </a:lnTo>
                  <a:lnTo>
                    <a:pt x="364357" y="347484"/>
                  </a:lnTo>
                  <a:lnTo>
                    <a:pt x="381165" y="353852"/>
                  </a:lnTo>
                  <a:lnTo>
                    <a:pt x="425317" y="378000"/>
                  </a:lnTo>
                  <a:lnTo>
                    <a:pt x="460100" y="408854"/>
                  </a:lnTo>
                  <a:lnTo>
                    <a:pt x="485138" y="445322"/>
                  </a:lnTo>
                  <a:lnTo>
                    <a:pt x="500235" y="486469"/>
                  </a:lnTo>
                  <a:lnTo>
                    <a:pt x="505327" y="530626"/>
                  </a:lnTo>
                  <a:lnTo>
                    <a:pt x="504165" y="552946"/>
                  </a:lnTo>
                  <a:lnTo>
                    <a:pt x="494938" y="594514"/>
                  </a:lnTo>
                  <a:lnTo>
                    <a:pt x="476820" y="631855"/>
                  </a:lnTo>
                  <a:lnTo>
                    <a:pt x="450909" y="664115"/>
                  </a:lnTo>
                  <a:lnTo>
                    <a:pt x="417516" y="691054"/>
                  </a:lnTo>
                  <a:lnTo>
                    <a:pt x="377511" y="712026"/>
                  </a:lnTo>
                  <a:lnTo>
                    <a:pt x="331317" y="726750"/>
                  </a:lnTo>
                  <a:lnTo>
                    <a:pt x="280065" y="734197"/>
                  </a:lnTo>
                  <a:lnTo>
                    <a:pt x="252587" y="735128"/>
                  </a:lnTo>
                  <a:lnTo>
                    <a:pt x="225610" y="734213"/>
                  </a:lnTo>
                  <a:lnTo>
                    <a:pt x="174890" y="726890"/>
                  </a:lnTo>
                  <a:lnTo>
                    <a:pt x="128753" y="712406"/>
                  </a:lnTo>
                  <a:lnTo>
                    <a:pt x="88797" y="691680"/>
                  </a:lnTo>
                  <a:lnTo>
                    <a:pt x="55399" y="664968"/>
                  </a:lnTo>
                  <a:lnTo>
                    <a:pt x="29243" y="632834"/>
                  </a:lnTo>
                  <a:lnTo>
                    <a:pt x="10647" y="595543"/>
                  </a:lnTo>
                  <a:lnTo>
                    <a:pt x="1186" y="554217"/>
                  </a:lnTo>
                  <a:lnTo>
                    <a:pt x="0" y="532113"/>
                  </a:lnTo>
                  <a:lnTo>
                    <a:pt x="543" y="517366"/>
                  </a:lnTo>
                  <a:lnTo>
                    <a:pt x="8747" y="474796"/>
                  </a:lnTo>
                  <a:lnTo>
                    <a:pt x="26642" y="435706"/>
                  </a:lnTo>
                  <a:lnTo>
                    <a:pt x="54300" y="401329"/>
                  </a:lnTo>
                  <a:lnTo>
                    <a:pt x="91765" y="372590"/>
                  </a:lnTo>
                  <a:lnTo>
                    <a:pt x="139445" y="350958"/>
                  </a:lnTo>
                  <a:lnTo>
                    <a:pt x="113910" y="336609"/>
                  </a:lnTo>
                  <a:lnTo>
                    <a:pt x="72006" y="302236"/>
                  </a:lnTo>
                  <a:lnTo>
                    <a:pt x="42600" y="260664"/>
                  </a:lnTo>
                  <a:lnTo>
                    <a:pt x="27636" y="214132"/>
                  </a:lnTo>
                  <a:lnTo>
                    <a:pt x="25755" y="189155"/>
                  </a:lnTo>
                  <a:lnTo>
                    <a:pt x="26829" y="169169"/>
                  </a:lnTo>
                  <a:lnTo>
                    <a:pt x="35412" y="131445"/>
                  </a:lnTo>
                  <a:lnTo>
                    <a:pt x="52318" y="96913"/>
                  </a:lnTo>
                  <a:lnTo>
                    <a:pt x="76027" y="66852"/>
                  </a:lnTo>
                  <a:lnTo>
                    <a:pt x="106168" y="41688"/>
                  </a:lnTo>
                  <a:lnTo>
                    <a:pt x="142308" y="21978"/>
                  </a:lnTo>
                  <a:lnTo>
                    <a:pt x="184005" y="7976"/>
                  </a:lnTo>
                  <a:lnTo>
                    <a:pt x="229809" y="881"/>
                  </a:lnTo>
                  <a:lnTo>
                    <a:pt x="254111" y="0"/>
                  </a:lnTo>
                  <a:close/>
                </a:path>
              </a:pathLst>
            </a:custGeom>
            <a:ln w="12191">
              <a:solidFill>
                <a:srgbClr val="000000"/>
              </a:solidFill>
            </a:ln>
          </p:spPr>
          <p:txBody>
            <a:bodyPr wrap="square" lIns="0" tIns="0" rIns="0" bIns="0" rtlCol="0"/>
            <a:lstStyle/>
            <a:p>
              <a:endParaRPr/>
            </a:p>
          </p:txBody>
        </p:sp>
        <p:sp>
          <p:nvSpPr>
            <p:cNvPr id="96" name="object 96"/>
            <p:cNvSpPr/>
            <p:nvPr/>
          </p:nvSpPr>
          <p:spPr>
            <a:xfrm>
              <a:off x="6743700" y="5213603"/>
              <a:ext cx="2218944" cy="1345692"/>
            </a:xfrm>
            <a:prstGeom prst="rect">
              <a:avLst/>
            </a:prstGeom>
            <a:blipFill>
              <a:blip r:embed="rId38" cstate="print"/>
              <a:stretch>
                <a:fillRect/>
              </a:stretch>
            </a:blipFill>
          </p:spPr>
          <p:txBody>
            <a:bodyPr wrap="square" lIns="0" tIns="0" rIns="0" bIns="0" rtlCol="0"/>
            <a:lstStyle/>
            <a:p>
              <a:endParaRPr/>
            </a:p>
          </p:txBody>
        </p:sp>
        <p:sp>
          <p:nvSpPr>
            <p:cNvPr id="97" name="object 97"/>
            <p:cNvSpPr/>
            <p:nvPr/>
          </p:nvSpPr>
          <p:spPr>
            <a:xfrm>
              <a:off x="6880859" y="4895086"/>
              <a:ext cx="2258568" cy="1962912"/>
            </a:xfrm>
            <a:prstGeom prst="rect">
              <a:avLst/>
            </a:prstGeom>
            <a:blipFill>
              <a:blip r:embed="rId39" cstate="print"/>
              <a:stretch>
                <a:fillRect/>
              </a:stretch>
            </a:blipFill>
          </p:spPr>
          <p:txBody>
            <a:bodyPr wrap="square" lIns="0" tIns="0" rIns="0" bIns="0" rtlCol="0"/>
            <a:lstStyle/>
            <a:p>
              <a:endParaRPr/>
            </a:p>
          </p:txBody>
        </p:sp>
        <p:sp>
          <p:nvSpPr>
            <p:cNvPr id="98" name="object 98"/>
            <p:cNvSpPr/>
            <p:nvPr/>
          </p:nvSpPr>
          <p:spPr>
            <a:xfrm>
              <a:off x="6823831" y="5274051"/>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70"/>
                  </a:lnTo>
                  <a:lnTo>
                    <a:pt x="4720" y="998436"/>
                  </a:lnTo>
                  <a:lnTo>
                    <a:pt x="18262" y="1042085"/>
                  </a:lnTo>
                  <a:lnTo>
                    <a:pt x="39691" y="1081584"/>
                  </a:lnTo>
                  <a:lnTo>
                    <a:pt x="68077" y="1115997"/>
                  </a:lnTo>
                  <a:lnTo>
                    <a:pt x="102486" y="1144389"/>
                  </a:lnTo>
                  <a:lnTo>
                    <a:pt x="141986" y="1165827"/>
                  </a:lnTo>
                  <a:lnTo>
                    <a:pt x="185645" y="1179375"/>
                  </a:lnTo>
                  <a:lnTo>
                    <a:pt x="232531" y="1184099"/>
                  </a:lnTo>
                  <a:lnTo>
                    <a:pt x="1824868" y="1184099"/>
                  </a:lnTo>
                  <a:lnTo>
                    <a:pt x="1871728" y="1179375"/>
                  </a:lnTo>
                  <a:lnTo>
                    <a:pt x="1915375" y="1165827"/>
                  </a:lnTo>
                  <a:lnTo>
                    <a:pt x="1954873" y="1144389"/>
                  </a:lnTo>
                  <a:lnTo>
                    <a:pt x="1989288" y="1115997"/>
                  </a:lnTo>
                  <a:lnTo>
                    <a:pt x="2017684" y="1081584"/>
                  </a:lnTo>
                  <a:lnTo>
                    <a:pt x="2039124" y="1042085"/>
                  </a:lnTo>
                  <a:lnTo>
                    <a:pt x="2052675" y="998436"/>
                  </a:lnTo>
                  <a:lnTo>
                    <a:pt x="2057399" y="951570"/>
                  </a:lnTo>
                  <a:lnTo>
                    <a:pt x="2057399" y="232541"/>
                  </a:lnTo>
                  <a:lnTo>
                    <a:pt x="2052675" y="185685"/>
                  </a:lnTo>
                  <a:lnTo>
                    <a:pt x="2039124" y="142039"/>
                  </a:lnTo>
                  <a:lnTo>
                    <a:pt x="2017684" y="102539"/>
                  </a:lnTo>
                  <a:lnTo>
                    <a:pt x="1989288" y="68121"/>
                  </a:lnTo>
                  <a:lnTo>
                    <a:pt x="1954873" y="39722"/>
                  </a:lnTo>
                  <a:lnTo>
                    <a:pt x="1915375" y="18278"/>
                  </a:lnTo>
                  <a:lnTo>
                    <a:pt x="1871728" y="4725"/>
                  </a:lnTo>
                  <a:lnTo>
                    <a:pt x="1824868" y="0"/>
                  </a:lnTo>
                  <a:close/>
                </a:path>
              </a:pathLst>
            </a:custGeom>
            <a:solidFill>
              <a:srgbClr val="252525"/>
            </a:solidFill>
          </p:spPr>
          <p:txBody>
            <a:bodyPr wrap="square" lIns="0" tIns="0" rIns="0" bIns="0" rtlCol="0"/>
            <a:lstStyle/>
            <a:p>
              <a:endParaRPr/>
            </a:p>
          </p:txBody>
        </p:sp>
        <p:sp>
          <p:nvSpPr>
            <p:cNvPr id="99" name="object 99"/>
            <p:cNvSpPr/>
            <p:nvPr/>
          </p:nvSpPr>
          <p:spPr>
            <a:xfrm>
              <a:off x="6823831" y="5274051"/>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28" y="4725"/>
                  </a:lnTo>
                  <a:lnTo>
                    <a:pt x="1915375" y="18278"/>
                  </a:lnTo>
                  <a:lnTo>
                    <a:pt x="1954873" y="39722"/>
                  </a:lnTo>
                  <a:lnTo>
                    <a:pt x="1989288" y="68121"/>
                  </a:lnTo>
                  <a:lnTo>
                    <a:pt x="2017684" y="102539"/>
                  </a:lnTo>
                  <a:lnTo>
                    <a:pt x="2039124" y="142039"/>
                  </a:lnTo>
                  <a:lnTo>
                    <a:pt x="2052675" y="185685"/>
                  </a:lnTo>
                  <a:lnTo>
                    <a:pt x="2057399" y="232541"/>
                  </a:lnTo>
                  <a:lnTo>
                    <a:pt x="2057399" y="951570"/>
                  </a:lnTo>
                  <a:lnTo>
                    <a:pt x="2052675" y="998436"/>
                  </a:lnTo>
                  <a:lnTo>
                    <a:pt x="2039124" y="1042085"/>
                  </a:lnTo>
                  <a:lnTo>
                    <a:pt x="2017684" y="1081584"/>
                  </a:lnTo>
                  <a:lnTo>
                    <a:pt x="1989288" y="1115997"/>
                  </a:lnTo>
                  <a:lnTo>
                    <a:pt x="1954873" y="1144389"/>
                  </a:lnTo>
                  <a:lnTo>
                    <a:pt x="1915375" y="1165827"/>
                  </a:lnTo>
                  <a:lnTo>
                    <a:pt x="1871728" y="1179375"/>
                  </a:lnTo>
                  <a:lnTo>
                    <a:pt x="1824868" y="1184099"/>
                  </a:lnTo>
                  <a:lnTo>
                    <a:pt x="232531" y="1184099"/>
                  </a:lnTo>
                  <a:lnTo>
                    <a:pt x="185645" y="1179375"/>
                  </a:lnTo>
                  <a:lnTo>
                    <a:pt x="141986" y="1165827"/>
                  </a:lnTo>
                  <a:lnTo>
                    <a:pt x="102486" y="1144389"/>
                  </a:lnTo>
                  <a:lnTo>
                    <a:pt x="68077" y="1115997"/>
                  </a:lnTo>
                  <a:lnTo>
                    <a:pt x="39691" y="1081584"/>
                  </a:lnTo>
                  <a:lnTo>
                    <a:pt x="18262" y="1042085"/>
                  </a:lnTo>
                  <a:lnTo>
                    <a:pt x="4720" y="998436"/>
                  </a:lnTo>
                  <a:lnTo>
                    <a:pt x="0" y="951570"/>
                  </a:lnTo>
                  <a:lnTo>
                    <a:pt x="0" y="232541"/>
                  </a:lnTo>
                  <a:close/>
                </a:path>
              </a:pathLst>
            </a:custGeom>
            <a:ln w="76199">
              <a:solidFill>
                <a:srgbClr val="00AF50"/>
              </a:solidFill>
            </a:ln>
          </p:spPr>
          <p:txBody>
            <a:bodyPr wrap="square" lIns="0" tIns="0" rIns="0" bIns="0" rtlCol="0"/>
            <a:lstStyle/>
            <a:p>
              <a:endParaRPr/>
            </a:p>
          </p:txBody>
        </p:sp>
        <p:sp>
          <p:nvSpPr>
            <p:cNvPr id="100" name="object 100"/>
            <p:cNvSpPr/>
            <p:nvPr/>
          </p:nvSpPr>
          <p:spPr>
            <a:xfrm>
              <a:off x="6922007" y="4916422"/>
              <a:ext cx="1895855" cy="1941576"/>
            </a:xfrm>
            <a:prstGeom prst="rect">
              <a:avLst/>
            </a:prstGeom>
            <a:blipFill>
              <a:blip r:embed="rId40" cstate="print"/>
              <a:stretch>
                <a:fillRect/>
              </a:stretch>
            </a:blipFill>
          </p:spPr>
          <p:txBody>
            <a:bodyPr wrap="square" lIns="0" tIns="0" rIns="0" bIns="0" rtlCol="0"/>
            <a:lstStyle/>
            <a:p>
              <a:endParaRPr/>
            </a:p>
          </p:txBody>
        </p:sp>
        <p:sp>
          <p:nvSpPr>
            <p:cNvPr id="101" name="object 101"/>
            <p:cNvSpPr/>
            <p:nvPr/>
          </p:nvSpPr>
          <p:spPr>
            <a:xfrm>
              <a:off x="7598028" y="5514344"/>
              <a:ext cx="501015" cy="736600"/>
            </a:xfrm>
            <a:custGeom>
              <a:avLst/>
              <a:gdLst/>
              <a:ahLst/>
              <a:cxnLst/>
              <a:rect l="l" t="t" r="r" b="b"/>
              <a:pathLst>
                <a:path w="501015" h="736600">
                  <a:moveTo>
                    <a:pt x="40655" y="579202"/>
                  </a:moveTo>
                  <a:lnTo>
                    <a:pt x="40655" y="708266"/>
                  </a:lnTo>
                  <a:lnTo>
                    <a:pt x="73703" y="720422"/>
                  </a:lnTo>
                  <a:lnTo>
                    <a:pt x="109788" y="729102"/>
                  </a:lnTo>
                  <a:lnTo>
                    <a:pt x="148896" y="734308"/>
                  </a:lnTo>
                  <a:lnTo>
                    <a:pt x="191013" y="736043"/>
                  </a:lnTo>
                  <a:lnTo>
                    <a:pt x="226633" y="734308"/>
                  </a:lnTo>
                  <a:lnTo>
                    <a:pt x="291826" y="720553"/>
                  </a:lnTo>
                  <a:lnTo>
                    <a:pt x="349238" y="693224"/>
                  </a:lnTo>
                  <a:lnTo>
                    <a:pt x="398000" y="653644"/>
                  </a:lnTo>
                  <a:lnTo>
                    <a:pt x="428342" y="615933"/>
                  </a:lnTo>
                  <a:lnTo>
                    <a:pt x="175651" y="615933"/>
                  </a:lnTo>
                  <a:lnTo>
                    <a:pt x="137628" y="613638"/>
                  </a:lnTo>
                  <a:lnTo>
                    <a:pt x="102438" y="606752"/>
                  </a:lnTo>
                  <a:lnTo>
                    <a:pt x="70107" y="595273"/>
                  </a:lnTo>
                  <a:lnTo>
                    <a:pt x="40655" y="579202"/>
                  </a:lnTo>
                  <a:close/>
                </a:path>
                <a:path w="501015" h="736600">
                  <a:moveTo>
                    <a:pt x="497573" y="400525"/>
                  </a:moveTo>
                  <a:lnTo>
                    <a:pt x="345455" y="400525"/>
                  </a:lnTo>
                  <a:lnTo>
                    <a:pt x="348351" y="401513"/>
                  </a:lnTo>
                  <a:lnTo>
                    <a:pt x="345265" y="450557"/>
                  </a:lnTo>
                  <a:lnTo>
                    <a:pt x="336555" y="493461"/>
                  </a:lnTo>
                  <a:lnTo>
                    <a:pt x="322222" y="530224"/>
                  </a:lnTo>
                  <a:lnTo>
                    <a:pt x="277214" y="584948"/>
                  </a:lnTo>
                  <a:lnTo>
                    <a:pt x="213921" y="612491"/>
                  </a:lnTo>
                  <a:lnTo>
                    <a:pt x="175651" y="615933"/>
                  </a:lnTo>
                  <a:lnTo>
                    <a:pt x="428342" y="615933"/>
                  </a:lnTo>
                  <a:lnTo>
                    <a:pt x="454280" y="571950"/>
                  </a:lnTo>
                  <a:lnTo>
                    <a:pt x="479933" y="503014"/>
                  </a:lnTo>
                  <a:lnTo>
                    <a:pt x="489024" y="464411"/>
                  </a:lnTo>
                  <a:lnTo>
                    <a:pt x="495531" y="423293"/>
                  </a:lnTo>
                  <a:lnTo>
                    <a:pt x="497573" y="400525"/>
                  </a:lnTo>
                  <a:close/>
                </a:path>
                <a:path w="501015" h="736600">
                  <a:moveTo>
                    <a:pt x="251089" y="0"/>
                  </a:moveTo>
                  <a:lnTo>
                    <a:pt x="197494" y="4506"/>
                  </a:lnTo>
                  <a:lnTo>
                    <a:pt x="148859" y="18156"/>
                  </a:lnTo>
                  <a:lnTo>
                    <a:pt x="106005" y="40000"/>
                  </a:lnTo>
                  <a:lnTo>
                    <a:pt x="69733" y="69460"/>
                  </a:lnTo>
                  <a:lnTo>
                    <a:pt x="40339" y="105948"/>
                  </a:lnTo>
                  <a:lnTo>
                    <a:pt x="18283" y="148876"/>
                  </a:lnTo>
                  <a:lnTo>
                    <a:pt x="4567" y="197522"/>
                  </a:lnTo>
                  <a:lnTo>
                    <a:pt x="0" y="251238"/>
                  </a:lnTo>
                  <a:lnTo>
                    <a:pt x="930" y="274699"/>
                  </a:lnTo>
                  <a:lnTo>
                    <a:pt x="8469" y="318877"/>
                  </a:lnTo>
                  <a:lnTo>
                    <a:pt x="23397" y="358880"/>
                  </a:lnTo>
                  <a:lnTo>
                    <a:pt x="44491" y="393499"/>
                  </a:lnTo>
                  <a:lnTo>
                    <a:pt x="71417" y="422445"/>
                  </a:lnTo>
                  <a:lnTo>
                    <a:pt x="103421" y="445153"/>
                  </a:lnTo>
                  <a:lnTo>
                    <a:pt x="140190" y="461298"/>
                  </a:lnTo>
                  <a:lnTo>
                    <a:pt x="180524" y="469486"/>
                  </a:lnTo>
                  <a:lnTo>
                    <a:pt x="201925" y="470510"/>
                  </a:lnTo>
                  <a:lnTo>
                    <a:pt x="247039" y="466137"/>
                  </a:lnTo>
                  <a:lnTo>
                    <a:pt x="285978" y="453016"/>
                  </a:lnTo>
                  <a:lnTo>
                    <a:pt x="318773" y="431146"/>
                  </a:lnTo>
                  <a:lnTo>
                    <a:pt x="345455" y="400525"/>
                  </a:lnTo>
                  <a:lnTo>
                    <a:pt x="497573" y="400525"/>
                  </a:lnTo>
                  <a:lnTo>
                    <a:pt x="499444" y="379661"/>
                  </a:lnTo>
                  <a:lnTo>
                    <a:pt x="500175" y="353866"/>
                  </a:lnTo>
                  <a:lnTo>
                    <a:pt x="250053" y="353866"/>
                  </a:lnTo>
                  <a:lnTo>
                    <a:pt x="239417" y="353386"/>
                  </a:lnTo>
                  <a:lnTo>
                    <a:pt x="201816" y="341880"/>
                  </a:lnTo>
                  <a:lnTo>
                    <a:pt x="173881" y="315722"/>
                  </a:lnTo>
                  <a:lnTo>
                    <a:pt x="157201" y="275930"/>
                  </a:lnTo>
                  <a:lnTo>
                    <a:pt x="153279" y="237731"/>
                  </a:lnTo>
                  <a:lnTo>
                    <a:pt x="153710" y="225290"/>
                  </a:lnTo>
                  <a:lnTo>
                    <a:pt x="164071" y="180042"/>
                  </a:lnTo>
                  <a:lnTo>
                    <a:pt x="186085" y="145701"/>
                  </a:lnTo>
                  <a:lnTo>
                    <a:pt x="217943" y="124619"/>
                  </a:lnTo>
                  <a:lnTo>
                    <a:pt x="246639" y="119585"/>
                  </a:lnTo>
                  <a:lnTo>
                    <a:pt x="454203" y="119585"/>
                  </a:lnTo>
                  <a:lnTo>
                    <a:pt x="449276" y="110382"/>
                  </a:lnTo>
                  <a:lnTo>
                    <a:pt x="416891" y="67767"/>
                  </a:lnTo>
                  <a:lnTo>
                    <a:pt x="377567" y="35121"/>
                  </a:lnTo>
                  <a:lnTo>
                    <a:pt x="331491" y="12692"/>
                  </a:lnTo>
                  <a:lnTo>
                    <a:pt x="279383" y="1406"/>
                  </a:lnTo>
                  <a:lnTo>
                    <a:pt x="251089" y="0"/>
                  </a:lnTo>
                  <a:close/>
                </a:path>
                <a:path w="501015" h="736600">
                  <a:moveTo>
                    <a:pt x="454203" y="119585"/>
                  </a:moveTo>
                  <a:lnTo>
                    <a:pt x="246639" y="119585"/>
                  </a:lnTo>
                  <a:lnTo>
                    <a:pt x="257098" y="120221"/>
                  </a:lnTo>
                  <a:lnTo>
                    <a:pt x="267122" y="122132"/>
                  </a:lnTo>
                  <a:lnTo>
                    <a:pt x="302322" y="141754"/>
                  </a:lnTo>
                  <a:lnTo>
                    <a:pt x="327133" y="176366"/>
                  </a:lnTo>
                  <a:lnTo>
                    <a:pt x="340674" y="223643"/>
                  </a:lnTo>
                  <a:lnTo>
                    <a:pt x="342407" y="250137"/>
                  </a:lnTo>
                  <a:lnTo>
                    <a:pt x="341998" y="260866"/>
                  </a:lnTo>
                  <a:lnTo>
                    <a:pt x="332000" y="299955"/>
                  </a:lnTo>
                  <a:lnTo>
                    <a:pt x="303515" y="336064"/>
                  </a:lnTo>
                  <a:lnTo>
                    <a:pt x="260278" y="353355"/>
                  </a:lnTo>
                  <a:lnTo>
                    <a:pt x="250053" y="353866"/>
                  </a:lnTo>
                  <a:lnTo>
                    <a:pt x="500175" y="353866"/>
                  </a:lnTo>
                  <a:lnTo>
                    <a:pt x="500679" y="336064"/>
                  </a:lnTo>
                  <a:lnTo>
                    <a:pt x="500658" y="330184"/>
                  </a:lnTo>
                  <a:lnTo>
                    <a:pt x="499682" y="295113"/>
                  </a:lnTo>
                  <a:lnTo>
                    <a:pt x="491120" y="224630"/>
                  </a:lnTo>
                  <a:lnTo>
                    <a:pt x="474093" y="162742"/>
                  </a:lnTo>
                  <a:lnTo>
                    <a:pt x="462628" y="135317"/>
                  </a:lnTo>
                  <a:lnTo>
                    <a:pt x="454203" y="119585"/>
                  </a:lnTo>
                  <a:close/>
                </a:path>
              </a:pathLst>
            </a:custGeom>
            <a:solidFill>
              <a:srgbClr val="FFFF00"/>
            </a:solidFill>
          </p:spPr>
          <p:txBody>
            <a:bodyPr wrap="square" lIns="0" tIns="0" rIns="0" bIns="0" rtlCol="0"/>
            <a:lstStyle/>
            <a:p>
              <a:endParaRPr/>
            </a:p>
          </p:txBody>
        </p:sp>
        <p:sp>
          <p:nvSpPr>
            <p:cNvPr id="102" name="object 102"/>
            <p:cNvSpPr/>
            <p:nvPr/>
          </p:nvSpPr>
          <p:spPr>
            <a:xfrm>
              <a:off x="7745211" y="5627833"/>
              <a:ext cx="201320" cy="246473"/>
            </a:xfrm>
            <a:prstGeom prst="rect">
              <a:avLst/>
            </a:prstGeom>
            <a:blipFill>
              <a:blip r:embed="rId41" cstate="print"/>
              <a:stretch>
                <a:fillRect/>
              </a:stretch>
            </a:blipFill>
          </p:spPr>
          <p:txBody>
            <a:bodyPr wrap="square" lIns="0" tIns="0" rIns="0" bIns="0" rtlCol="0"/>
            <a:lstStyle/>
            <a:p>
              <a:endParaRPr/>
            </a:p>
          </p:txBody>
        </p:sp>
        <p:sp>
          <p:nvSpPr>
            <p:cNvPr id="103" name="object 103"/>
            <p:cNvSpPr/>
            <p:nvPr/>
          </p:nvSpPr>
          <p:spPr>
            <a:xfrm>
              <a:off x="7598023" y="5514344"/>
              <a:ext cx="501015" cy="736600"/>
            </a:xfrm>
            <a:custGeom>
              <a:avLst/>
              <a:gdLst/>
              <a:ahLst/>
              <a:cxnLst/>
              <a:rect l="l" t="t" r="r" b="b"/>
              <a:pathLst>
                <a:path w="501015" h="736600">
                  <a:moveTo>
                    <a:pt x="251094" y="0"/>
                  </a:moveTo>
                  <a:lnTo>
                    <a:pt x="306179" y="5633"/>
                  </a:lnTo>
                  <a:lnTo>
                    <a:pt x="355366" y="22597"/>
                  </a:lnTo>
                  <a:lnTo>
                    <a:pt x="398087" y="50187"/>
                  </a:lnTo>
                  <a:lnTo>
                    <a:pt x="433974" y="87831"/>
                  </a:lnTo>
                  <a:lnTo>
                    <a:pt x="462652" y="135353"/>
                  </a:lnTo>
                  <a:lnTo>
                    <a:pt x="483626" y="192548"/>
                  </a:lnTo>
                  <a:lnTo>
                    <a:pt x="496477" y="258817"/>
                  </a:lnTo>
                  <a:lnTo>
                    <a:pt x="500755" y="333518"/>
                  </a:lnTo>
                  <a:lnTo>
                    <a:pt x="499449" y="379661"/>
                  </a:lnTo>
                  <a:lnTo>
                    <a:pt x="495536" y="423293"/>
                  </a:lnTo>
                  <a:lnTo>
                    <a:pt x="489028" y="464411"/>
                  </a:lnTo>
                  <a:lnTo>
                    <a:pt x="479938" y="503014"/>
                  </a:lnTo>
                  <a:lnTo>
                    <a:pt x="454285" y="571950"/>
                  </a:lnTo>
                  <a:lnTo>
                    <a:pt x="419099" y="629341"/>
                  </a:lnTo>
                  <a:lnTo>
                    <a:pt x="374721" y="674937"/>
                  </a:lnTo>
                  <a:lnTo>
                    <a:pt x="321563" y="708504"/>
                  </a:lnTo>
                  <a:lnTo>
                    <a:pt x="260154" y="729159"/>
                  </a:lnTo>
                  <a:lnTo>
                    <a:pt x="191018" y="736043"/>
                  </a:lnTo>
                  <a:lnTo>
                    <a:pt x="148900" y="734308"/>
                  </a:lnTo>
                  <a:lnTo>
                    <a:pt x="109792" y="729102"/>
                  </a:lnTo>
                  <a:lnTo>
                    <a:pt x="73707" y="720422"/>
                  </a:lnTo>
                  <a:lnTo>
                    <a:pt x="40660" y="708266"/>
                  </a:lnTo>
                  <a:lnTo>
                    <a:pt x="40660" y="579202"/>
                  </a:lnTo>
                  <a:lnTo>
                    <a:pt x="70111" y="595273"/>
                  </a:lnTo>
                  <a:lnTo>
                    <a:pt x="102443" y="606752"/>
                  </a:lnTo>
                  <a:lnTo>
                    <a:pt x="137632" y="613638"/>
                  </a:lnTo>
                  <a:lnTo>
                    <a:pt x="175656" y="615933"/>
                  </a:lnTo>
                  <a:lnTo>
                    <a:pt x="213926" y="612491"/>
                  </a:lnTo>
                  <a:lnTo>
                    <a:pt x="277218" y="584948"/>
                  </a:lnTo>
                  <a:lnTo>
                    <a:pt x="322226" y="530223"/>
                  </a:lnTo>
                  <a:lnTo>
                    <a:pt x="336560" y="493461"/>
                  </a:lnTo>
                  <a:lnTo>
                    <a:pt x="345269" y="450557"/>
                  </a:lnTo>
                  <a:lnTo>
                    <a:pt x="348355" y="401513"/>
                  </a:lnTo>
                  <a:lnTo>
                    <a:pt x="345460" y="400525"/>
                  </a:lnTo>
                  <a:lnTo>
                    <a:pt x="318777" y="431146"/>
                  </a:lnTo>
                  <a:lnTo>
                    <a:pt x="285982" y="453016"/>
                  </a:lnTo>
                  <a:lnTo>
                    <a:pt x="247043" y="466137"/>
                  </a:lnTo>
                  <a:lnTo>
                    <a:pt x="201929" y="470510"/>
                  </a:lnTo>
                  <a:lnTo>
                    <a:pt x="180528" y="469486"/>
                  </a:lnTo>
                  <a:lnTo>
                    <a:pt x="140195" y="461298"/>
                  </a:lnTo>
                  <a:lnTo>
                    <a:pt x="103426" y="445153"/>
                  </a:lnTo>
                  <a:lnTo>
                    <a:pt x="71422" y="422445"/>
                  </a:lnTo>
                  <a:lnTo>
                    <a:pt x="44496" y="393499"/>
                  </a:lnTo>
                  <a:lnTo>
                    <a:pt x="23401" y="358880"/>
                  </a:lnTo>
                  <a:lnTo>
                    <a:pt x="8473" y="318877"/>
                  </a:lnTo>
                  <a:lnTo>
                    <a:pt x="934" y="274699"/>
                  </a:lnTo>
                  <a:lnTo>
                    <a:pt x="0" y="251127"/>
                  </a:lnTo>
                  <a:lnTo>
                    <a:pt x="1142" y="223706"/>
                  </a:lnTo>
                  <a:lnTo>
                    <a:pt x="10286" y="172579"/>
                  </a:lnTo>
                  <a:lnTo>
                    <a:pt x="28414" y="126607"/>
                  </a:lnTo>
                  <a:lnTo>
                    <a:pt x="54108" y="86900"/>
                  </a:lnTo>
                  <a:lnTo>
                    <a:pt x="87048" y="53767"/>
                  </a:lnTo>
                  <a:lnTo>
                    <a:pt x="126616" y="28137"/>
                  </a:lnTo>
                  <a:lnTo>
                    <a:pt x="172548" y="10176"/>
                  </a:lnTo>
                  <a:lnTo>
                    <a:pt x="223689" y="1122"/>
                  </a:lnTo>
                  <a:lnTo>
                    <a:pt x="251094" y="0"/>
                  </a:lnTo>
                  <a:close/>
                </a:path>
              </a:pathLst>
            </a:custGeom>
            <a:ln w="12191">
              <a:solidFill>
                <a:srgbClr val="000000"/>
              </a:solidFill>
            </a:ln>
          </p:spPr>
          <p:txBody>
            <a:bodyPr wrap="square" lIns="0" tIns="0" rIns="0" bIns="0" rtlCol="0"/>
            <a:lstStyle/>
            <a:p>
              <a:endParaRPr/>
            </a:p>
          </p:txBody>
        </p:sp>
        <p:sp>
          <p:nvSpPr>
            <p:cNvPr id="104" name="object 104"/>
            <p:cNvSpPr/>
            <p:nvPr/>
          </p:nvSpPr>
          <p:spPr>
            <a:xfrm>
              <a:off x="6772656" y="5227320"/>
              <a:ext cx="2218944" cy="1345691"/>
            </a:xfrm>
            <a:prstGeom prst="rect">
              <a:avLst/>
            </a:prstGeom>
            <a:blipFill>
              <a:blip r:embed="rId42" cstate="print"/>
              <a:stretch>
                <a:fillRect/>
              </a:stretch>
            </a:blipFill>
          </p:spPr>
          <p:txBody>
            <a:bodyPr wrap="square" lIns="0" tIns="0" rIns="0" bIns="0" rtlCol="0"/>
            <a:lstStyle/>
            <a:p>
              <a:endParaRPr/>
            </a:p>
          </p:txBody>
        </p:sp>
        <p:sp>
          <p:nvSpPr>
            <p:cNvPr id="105" name="object 105"/>
            <p:cNvSpPr/>
            <p:nvPr/>
          </p:nvSpPr>
          <p:spPr>
            <a:xfrm>
              <a:off x="6618732" y="4908802"/>
              <a:ext cx="2525267" cy="1949195"/>
            </a:xfrm>
            <a:prstGeom prst="rect">
              <a:avLst/>
            </a:prstGeom>
            <a:blipFill>
              <a:blip r:embed="rId43" cstate="print"/>
              <a:stretch>
                <a:fillRect/>
              </a:stretch>
            </a:blipFill>
          </p:spPr>
          <p:txBody>
            <a:bodyPr wrap="square" lIns="0" tIns="0" rIns="0" bIns="0" rtlCol="0"/>
            <a:lstStyle/>
            <a:p>
              <a:endParaRPr/>
            </a:p>
          </p:txBody>
        </p:sp>
        <p:sp>
          <p:nvSpPr>
            <p:cNvPr id="106" name="object 106"/>
            <p:cNvSpPr/>
            <p:nvPr/>
          </p:nvSpPr>
          <p:spPr>
            <a:xfrm>
              <a:off x="6853946" y="5288148"/>
              <a:ext cx="2057400" cy="1184275"/>
            </a:xfrm>
            <a:custGeom>
              <a:avLst/>
              <a:gdLst/>
              <a:ahLst/>
              <a:cxnLst/>
              <a:rect l="l" t="t" r="r" b="b"/>
              <a:pathLst>
                <a:path w="2057400" h="1184275">
                  <a:moveTo>
                    <a:pt x="1824868"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488"/>
                  </a:lnTo>
                  <a:lnTo>
                    <a:pt x="4724" y="998350"/>
                  </a:lnTo>
                  <a:lnTo>
                    <a:pt x="18275" y="1041998"/>
                  </a:lnTo>
                  <a:lnTo>
                    <a:pt x="39715" y="1081496"/>
                  </a:lnTo>
                  <a:lnTo>
                    <a:pt x="68111" y="1115910"/>
                  </a:lnTo>
                  <a:lnTo>
                    <a:pt x="102526" y="1144304"/>
                  </a:lnTo>
                  <a:lnTo>
                    <a:pt x="142024" y="1165743"/>
                  </a:lnTo>
                  <a:lnTo>
                    <a:pt x="185671" y="1179292"/>
                  </a:lnTo>
                  <a:lnTo>
                    <a:pt x="232531" y="1184016"/>
                  </a:lnTo>
                  <a:lnTo>
                    <a:pt x="1824868" y="1184016"/>
                  </a:lnTo>
                  <a:lnTo>
                    <a:pt x="1871754" y="1179292"/>
                  </a:lnTo>
                  <a:lnTo>
                    <a:pt x="1915413" y="1165743"/>
                  </a:lnTo>
                  <a:lnTo>
                    <a:pt x="1954913" y="1144304"/>
                  </a:lnTo>
                  <a:lnTo>
                    <a:pt x="1989322" y="1115910"/>
                  </a:lnTo>
                  <a:lnTo>
                    <a:pt x="2017708" y="1081496"/>
                  </a:lnTo>
                  <a:lnTo>
                    <a:pt x="2039137" y="1041998"/>
                  </a:lnTo>
                  <a:lnTo>
                    <a:pt x="2052679" y="998350"/>
                  </a:lnTo>
                  <a:lnTo>
                    <a:pt x="2057399" y="951488"/>
                  </a:lnTo>
                  <a:lnTo>
                    <a:pt x="2057399" y="232541"/>
                  </a:lnTo>
                  <a:lnTo>
                    <a:pt x="2052679" y="185685"/>
                  </a:lnTo>
                  <a:lnTo>
                    <a:pt x="2039137" y="142039"/>
                  </a:lnTo>
                  <a:lnTo>
                    <a:pt x="2017708" y="102539"/>
                  </a:lnTo>
                  <a:lnTo>
                    <a:pt x="1989322" y="68121"/>
                  </a:lnTo>
                  <a:lnTo>
                    <a:pt x="1954913" y="39722"/>
                  </a:lnTo>
                  <a:lnTo>
                    <a:pt x="1915413" y="18278"/>
                  </a:lnTo>
                  <a:lnTo>
                    <a:pt x="1871754" y="4725"/>
                  </a:lnTo>
                  <a:lnTo>
                    <a:pt x="1824868" y="0"/>
                  </a:lnTo>
                  <a:close/>
                </a:path>
              </a:pathLst>
            </a:custGeom>
            <a:solidFill>
              <a:srgbClr val="252525"/>
            </a:solidFill>
          </p:spPr>
          <p:txBody>
            <a:bodyPr wrap="square" lIns="0" tIns="0" rIns="0" bIns="0" rtlCol="0"/>
            <a:lstStyle/>
            <a:p>
              <a:endParaRPr/>
            </a:p>
          </p:txBody>
        </p:sp>
        <p:sp>
          <p:nvSpPr>
            <p:cNvPr id="107" name="object 107"/>
            <p:cNvSpPr/>
            <p:nvPr/>
          </p:nvSpPr>
          <p:spPr>
            <a:xfrm>
              <a:off x="6853946" y="5288148"/>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68" y="0"/>
                  </a:lnTo>
                  <a:lnTo>
                    <a:pt x="1871754" y="4725"/>
                  </a:lnTo>
                  <a:lnTo>
                    <a:pt x="1915413" y="18278"/>
                  </a:lnTo>
                  <a:lnTo>
                    <a:pt x="1954913" y="39722"/>
                  </a:lnTo>
                  <a:lnTo>
                    <a:pt x="1989322" y="68121"/>
                  </a:lnTo>
                  <a:lnTo>
                    <a:pt x="2017708" y="102539"/>
                  </a:lnTo>
                  <a:lnTo>
                    <a:pt x="2039137" y="142039"/>
                  </a:lnTo>
                  <a:lnTo>
                    <a:pt x="2052679" y="185685"/>
                  </a:lnTo>
                  <a:lnTo>
                    <a:pt x="2057399" y="232541"/>
                  </a:lnTo>
                  <a:lnTo>
                    <a:pt x="2057399" y="951488"/>
                  </a:lnTo>
                  <a:lnTo>
                    <a:pt x="2052679" y="998350"/>
                  </a:lnTo>
                  <a:lnTo>
                    <a:pt x="2039137" y="1041998"/>
                  </a:lnTo>
                  <a:lnTo>
                    <a:pt x="2017708" y="1081496"/>
                  </a:lnTo>
                  <a:lnTo>
                    <a:pt x="1989322" y="1115910"/>
                  </a:lnTo>
                  <a:lnTo>
                    <a:pt x="1954913" y="1144304"/>
                  </a:lnTo>
                  <a:lnTo>
                    <a:pt x="1915413" y="1165743"/>
                  </a:lnTo>
                  <a:lnTo>
                    <a:pt x="1871754" y="1179292"/>
                  </a:lnTo>
                  <a:lnTo>
                    <a:pt x="1824868" y="1184016"/>
                  </a:lnTo>
                  <a:lnTo>
                    <a:pt x="232531" y="1184016"/>
                  </a:lnTo>
                  <a:lnTo>
                    <a:pt x="185671" y="1179292"/>
                  </a:lnTo>
                  <a:lnTo>
                    <a:pt x="142024" y="1165743"/>
                  </a:lnTo>
                  <a:lnTo>
                    <a:pt x="102526" y="1144304"/>
                  </a:lnTo>
                  <a:lnTo>
                    <a:pt x="68111" y="1115910"/>
                  </a:lnTo>
                  <a:lnTo>
                    <a:pt x="39715" y="1081496"/>
                  </a:lnTo>
                  <a:lnTo>
                    <a:pt x="18275" y="1041998"/>
                  </a:lnTo>
                  <a:lnTo>
                    <a:pt x="4724" y="998350"/>
                  </a:lnTo>
                  <a:lnTo>
                    <a:pt x="0" y="951488"/>
                  </a:lnTo>
                  <a:lnTo>
                    <a:pt x="0" y="232541"/>
                  </a:lnTo>
                  <a:close/>
                </a:path>
              </a:pathLst>
            </a:custGeom>
            <a:ln w="76199">
              <a:solidFill>
                <a:srgbClr val="00AF50"/>
              </a:solidFill>
            </a:ln>
          </p:spPr>
          <p:txBody>
            <a:bodyPr wrap="square" lIns="0" tIns="0" rIns="0" bIns="0" rtlCol="0"/>
            <a:lstStyle/>
            <a:p>
              <a:endParaRPr/>
            </a:p>
          </p:txBody>
        </p:sp>
        <p:sp>
          <p:nvSpPr>
            <p:cNvPr id="108" name="object 108"/>
            <p:cNvSpPr/>
            <p:nvPr/>
          </p:nvSpPr>
          <p:spPr>
            <a:xfrm>
              <a:off x="6659880" y="4930138"/>
              <a:ext cx="2481072" cy="1927859"/>
            </a:xfrm>
            <a:prstGeom prst="rect">
              <a:avLst/>
            </a:prstGeom>
            <a:blipFill>
              <a:blip r:embed="rId44" cstate="print"/>
              <a:stretch>
                <a:fillRect/>
              </a:stretch>
            </a:blipFill>
          </p:spPr>
          <p:txBody>
            <a:bodyPr wrap="square" lIns="0" tIns="0" rIns="0" bIns="0" rtlCol="0"/>
            <a:lstStyle/>
            <a:p>
              <a:endParaRPr/>
            </a:p>
          </p:txBody>
        </p:sp>
        <p:sp>
          <p:nvSpPr>
            <p:cNvPr id="109" name="object 109"/>
            <p:cNvSpPr/>
            <p:nvPr/>
          </p:nvSpPr>
          <p:spPr>
            <a:xfrm>
              <a:off x="7402068" y="5524369"/>
              <a:ext cx="1031240" cy="740410"/>
            </a:xfrm>
            <a:custGeom>
              <a:avLst/>
              <a:gdLst/>
              <a:ahLst/>
              <a:cxnLst/>
              <a:rect l="l" t="t" r="r" b="b"/>
              <a:pathLst>
                <a:path w="1031240" h="740410">
                  <a:moveTo>
                    <a:pt x="782695" y="3941"/>
                  </a:moveTo>
                  <a:lnTo>
                    <a:pt x="732970" y="7826"/>
                  </a:lnTo>
                  <a:lnTo>
                    <a:pt x="688183" y="19480"/>
                  </a:lnTo>
                  <a:lnTo>
                    <a:pt x="648334" y="38899"/>
                  </a:lnTo>
                  <a:lnTo>
                    <a:pt x="613422" y="66078"/>
                  </a:lnTo>
                  <a:lnTo>
                    <a:pt x="583448" y="101013"/>
                  </a:lnTo>
                  <a:lnTo>
                    <a:pt x="562441" y="135798"/>
                  </a:lnTo>
                  <a:lnTo>
                    <a:pt x="545262" y="175481"/>
                  </a:lnTo>
                  <a:lnTo>
                    <a:pt x="531906" y="220061"/>
                  </a:lnTo>
                  <a:lnTo>
                    <a:pt x="522370" y="269538"/>
                  </a:lnTo>
                  <a:lnTo>
                    <a:pt x="516651" y="323911"/>
                  </a:lnTo>
                  <a:lnTo>
                    <a:pt x="514746" y="383179"/>
                  </a:lnTo>
                  <a:lnTo>
                    <a:pt x="516846" y="445114"/>
                  </a:lnTo>
                  <a:lnTo>
                    <a:pt x="523146" y="501151"/>
                  </a:lnTo>
                  <a:lnTo>
                    <a:pt x="533647" y="551290"/>
                  </a:lnTo>
                  <a:lnTo>
                    <a:pt x="548347" y="595529"/>
                  </a:lnTo>
                  <a:lnTo>
                    <a:pt x="567248" y="633870"/>
                  </a:lnTo>
                  <a:lnTo>
                    <a:pt x="590349" y="666312"/>
                  </a:lnTo>
                  <a:lnTo>
                    <a:pt x="649152" y="713501"/>
                  </a:lnTo>
                  <a:lnTo>
                    <a:pt x="684854" y="728248"/>
                  </a:lnTo>
                  <a:lnTo>
                    <a:pt x="724755" y="737095"/>
                  </a:lnTo>
                  <a:lnTo>
                    <a:pt x="768858" y="740045"/>
                  </a:lnTo>
                  <a:lnTo>
                    <a:pt x="817112" y="736193"/>
                  </a:lnTo>
                  <a:lnTo>
                    <a:pt x="860671" y="724638"/>
                  </a:lnTo>
                  <a:lnTo>
                    <a:pt x="899533" y="705380"/>
                  </a:lnTo>
                  <a:lnTo>
                    <a:pt x="933698" y="678420"/>
                  </a:lnTo>
                  <a:lnTo>
                    <a:pt x="963168" y="643758"/>
                  </a:lnTo>
                  <a:lnTo>
                    <a:pt x="977492" y="619935"/>
                  </a:lnTo>
                  <a:lnTo>
                    <a:pt x="773826" y="619935"/>
                  </a:lnTo>
                  <a:lnTo>
                    <a:pt x="743318" y="613248"/>
                  </a:lnTo>
                  <a:lnTo>
                    <a:pt x="698952" y="559751"/>
                  </a:lnTo>
                  <a:lnTo>
                    <a:pt x="685091" y="512941"/>
                  </a:lnTo>
                  <a:lnTo>
                    <a:pt x="676775" y="452758"/>
                  </a:lnTo>
                  <a:lnTo>
                    <a:pt x="674004" y="379201"/>
                  </a:lnTo>
                  <a:lnTo>
                    <a:pt x="676829" y="301095"/>
                  </a:lnTo>
                  <a:lnTo>
                    <a:pt x="685307" y="237191"/>
                  </a:lnTo>
                  <a:lnTo>
                    <a:pt x="699443" y="187489"/>
                  </a:lnTo>
                  <a:lnTo>
                    <a:pt x="719241" y="151987"/>
                  </a:lnTo>
                  <a:lnTo>
                    <a:pt x="775837" y="123587"/>
                  </a:lnTo>
                  <a:lnTo>
                    <a:pt x="985131" y="123587"/>
                  </a:lnTo>
                  <a:lnTo>
                    <a:pt x="979600" y="111903"/>
                  </a:lnTo>
                  <a:lnTo>
                    <a:pt x="957041" y="78915"/>
                  </a:lnTo>
                  <a:lnTo>
                    <a:pt x="899614" y="30932"/>
                  </a:lnTo>
                  <a:lnTo>
                    <a:pt x="825773" y="6940"/>
                  </a:lnTo>
                  <a:lnTo>
                    <a:pt x="782695" y="3941"/>
                  </a:lnTo>
                  <a:close/>
                </a:path>
                <a:path w="1031240" h="740410">
                  <a:moveTo>
                    <a:pt x="985131" y="123587"/>
                  </a:moveTo>
                  <a:lnTo>
                    <a:pt x="775837" y="123587"/>
                  </a:lnTo>
                  <a:lnTo>
                    <a:pt x="804949" y="130481"/>
                  </a:lnTo>
                  <a:lnTo>
                    <a:pt x="828763" y="151162"/>
                  </a:lnTo>
                  <a:lnTo>
                    <a:pt x="847283" y="185631"/>
                  </a:lnTo>
                  <a:lnTo>
                    <a:pt x="860509" y="233887"/>
                  </a:lnTo>
                  <a:lnTo>
                    <a:pt x="868443" y="295930"/>
                  </a:lnTo>
                  <a:lnTo>
                    <a:pt x="871087" y="371761"/>
                  </a:lnTo>
                  <a:lnTo>
                    <a:pt x="868389" y="447587"/>
                  </a:lnTo>
                  <a:lnTo>
                    <a:pt x="860292" y="509630"/>
                  </a:lnTo>
                  <a:lnTo>
                    <a:pt x="846791" y="557887"/>
                  </a:lnTo>
                  <a:lnTo>
                    <a:pt x="827883" y="592357"/>
                  </a:lnTo>
                  <a:lnTo>
                    <a:pt x="773826" y="619935"/>
                  </a:lnTo>
                  <a:lnTo>
                    <a:pt x="977492" y="619935"/>
                  </a:lnTo>
                  <a:lnTo>
                    <a:pt x="1000808" y="570186"/>
                  </a:lnTo>
                  <a:lnTo>
                    <a:pt x="1013966" y="526369"/>
                  </a:lnTo>
                  <a:lnTo>
                    <a:pt x="1023358" y="477865"/>
                  </a:lnTo>
                  <a:lnTo>
                    <a:pt x="1028988" y="424674"/>
                  </a:lnTo>
                  <a:lnTo>
                    <a:pt x="1030864" y="366796"/>
                  </a:lnTo>
                  <a:lnTo>
                    <a:pt x="1028813" y="303824"/>
                  </a:lnTo>
                  <a:lnTo>
                    <a:pt x="1022662" y="246849"/>
                  </a:lnTo>
                  <a:lnTo>
                    <a:pt x="1012410" y="195870"/>
                  </a:lnTo>
                  <a:lnTo>
                    <a:pt x="998056" y="150888"/>
                  </a:lnTo>
                  <a:lnTo>
                    <a:pt x="985131" y="123587"/>
                  </a:lnTo>
                  <a:close/>
                </a:path>
                <a:path w="1031240" h="740410">
                  <a:moveTo>
                    <a:pt x="307726" y="176701"/>
                  </a:moveTo>
                  <a:lnTo>
                    <a:pt x="151394" y="176701"/>
                  </a:lnTo>
                  <a:lnTo>
                    <a:pt x="151394" y="727639"/>
                  </a:lnTo>
                  <a:lnTo>
                    <a:pt x="307726" y="727639"/>
                  </a:lnTo>
                  <a:lnTo>
                    <a:pt x="307726" y="176701"/>
                  </a:lnTo>
                  <a:close/>
                </a:path>
                <a:path w="1031240" h="740410">
                  <a:moveTo>
                    <a:pt x="307726" y="0"/>
                  </a:moveTo>
                  <a:lnTo>
                    <a:pt x="212841" y="0"/>
                  </a:lnTo>
                  <a:lnTo>
                    <a:pt x="190390" y="16316"/>
                  </a:lnTo>
                  <a:lnTo>
                    <a:pt x="166641" y="31929"/>
                  </a:lnTo>
                  <a:lnTo>
                    <a:pt x="115183" y="61091"/>
                  </a:lnTo>
                  <a:lnTo>
                    <a:pt x="59306" y="86366"/>
                  </a:lnTo>
                  <a:lnTo>
                    <a:pt x="0" y="106704"/>
                  </a:lnTo>
                  <a:lnTo>
                    <a:pt x="0" y="238743"/>
                  </a:lnTo>
                  <a:lnTo>
                    <a:pt x="42153" y="230553"/>
                  </a:lnTo>
                  <a:lnTo>
                    <a:pt x="83301" y="216657"/>
                  </a:lnTo>
                  <a:lnTo>
                    <a:pt x="120792" y="198287"/>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10" name="object 110"/>
            <p:cNvSpPr/>
            <p:nvPr/>
          </p:nvSpPr>
          <p:spPr>
            <a:xfrm>
              <a:off x="7402067" y="5524369"/>
              <a:ext cx="1031240" cy="740410"/>
            </a:xfrm>
            <a:custGeom>
              <a:avLst/>
              <a:gdLst/>
              <a:ahLst/>
              <a:cxnLst/>
              <a:rect l="l" t="t" r="r" b="b"/>
              <a:pathLst>
                <a:path w="1031240" h="740410">
                  <a:moveTo>
                    <a:pt x="775837" y="123587"/>
                  </a:moveTo>
                  <a:lnTo>
                    <a:pt x="719241" y="151987"/>
                  </a:lnTo>
                  <a:lnTo>
                    <a:pt x="699443" y="187489"/>
                  </a:lnTo>
                  <a:lnTo>
                    <a:pt x="685307" y="237191"/>
                  </a:lnTo>
                  <a:lnTo>
                    <a:pt x="676829" y="301095"/>
                  </a:lnTo>
                  <a:lnTo>
                    <a:pt x="674004" y="379201"/>
                  </a:lnTo>
                  <a:lnTo>
                    <a:pt x="676775" y="452758"/>
                  </a:lnTo>
                  <a:lnTo>
                    <a:pt x="685091" y="512941"/>
                  </a:lnTo>
                  <a:lnTo>
                    <a:pt x="698952" y="559751"/>
                  </a:lnTo>
                  <a:lnTo>
                    <a:pt x="718360" y="593186"/>
                  </a:lnTo>
                  <a:lnTo>
                    <a:pt x="773826" y="619935"/>
                  </a:lnTo>
                  <a:lnTo>
                    <a:pt x="803562" y="613041"/>
                  </a:lnTo>
                  <a:lnTo>
                    <a:pt x="846791" y="557887"/>
                  </a:lnTo>
                  <a:lnTo>
                    <a:pt x="860292" y="509630"/>
                  </a:lnTo>
                  <a:lnTo>
                    <a:pt x="868389" y="447587"/>
                  </a:lnTo>
                  <a:lnTo>
                    <a:pt x="871087" y="371761"/>
                  </a:lnTo>
                  <a:lnTo>
                    <a:pt x="868443" y="295930"/>
                  </a:lnTo>
                  <a:lnTo>
                    <a:pt x="860509" y="233887"/>
                  </a:lnTo>
                  <a:lnTo>
                    <a:pt x="847283" y="185631"/>
                  </a:lnTo>
                  <a:lnTo>
                    <a:pt x="828763" y="151162"/>
                  </a:lnTo>
                  <a:lnTo>
                    <a:pt x="775837" y="123587"/>
                  </a:lnTo>
                  <a:close/>
                </a:path>
                <a:path w="1031240" h="740410">
                  <a:moveTo>
                    <a:pt x="782695" y="3941"/>
                  </a:moveTo>
                  <a:lnTo>
                    <a:pt x="825773" y="6940"/>
                  </a:lnTo>
                  <a:lnTo>
                    <a:pt x="864746" y="15937"/>
                  </a:lnTo>
                  <a:lnTo>
                    <a:pt x="930379" y="51925"/>
                  </a:lnTo>
                  <a:lnTo>
                    <a:pt x="979599" y="111903"/>
                  </a:lnTo>
                  <a:lnTo>
                    <a:pt x="998056" y="150888"/>
                  </a:lnTo>
                  <a:lnTo>
                    <a:pt x="1012410" y="195870"/>
                  </a:lnTo>
                  <a:lnTo>
                    <a:pt x="1022662" y="246849"/>
                  </a:lnTo>
                  <a:lnTo>
                    <a:pt x="1028813" y="303824"/>
                  </a:lnTo>
                  <a:lnTo>
                    <a:pt x="1030864" y="366796"/>
                  </a:lnTo>
                  <a:lnTo>
                    <a:pt x="1028988" y="424673"/>
                  </a:lnTo>
                  <a:lnTo>
                    <a:pt x="1023358" y="477865"/>
                  </a:lnTo>
                  <a:lnTo>
                    <a:pt x="1013966" y="526369"/>
                  </a:lnTo>
                  <a:lnTo>
                    <a:pt x="1000808" y="570186"/>
                  </a:lnTo>
                  <a:lnTo>
                    <a:pt x="983877" y="609316"/>
                  </a:lnTo>
                  <a:lnTo>
                    <a:pt x="963167" y="643758"/>
                  </a:lnTo>
                  <a:lnTo>
                    <a:pt x="933698" y="678420"/>
                  </a:lnTo>
                  <a:lnTo>
                    <a:pt x="899533" y="705380"/>
                  </a:lnTo>
                  <a:lnTo>
                    <a:pt x="860671" y="724638"/>
                  </a:lnTo>
                  <a:lnTo>
                    <a:pt x="817112" y="736193"/>
                  </a:lnTo>
                  <a:lnTo>
                    <a:pt x="768857" y="740045"/>
                  </a:lnTo>
                  <a:lnTo>
                    <a:pt x="724755" y="737095"/>
                  </a:lnTo>
                  <a:lnTo>
                    <a:pt x="684854" y="728248"/>
                  </a:lnTo>
                  <a:lnTo>
                    <a:pt x="649152" y="713501"/>
                  </a:lnTo>
                  <a:lnTo>
                    <a:pt x="590349" y="666312"/>
                  </a:lnTo>
                  <a:lnTo>
                    <a:pt x="567248" y="633870"/>
                  </a:lnTo>
                  <a:lnTo>
                    <a:pt x="548347" y="595529"/>
                  </a:lnTo>
                  <a:lnTo>
                    <a:pt x="533647" y="551290"/>
                  </a:lnTo>
                  <a:lnTo>
                    <a:pt x="523146" y="501151"/>
                  </a:lnTo>
                  <a:lnTo>
                    <a:pt x="516846" y="445114"/>
                  </a:lnTo>
                  <a:lnTo>
                    <a:pt x="514746" y="383179"/>
                  </a:lnTo>
                  <a:lnTo>
                    <a:pt x="516651" y="323911"/>
                  </a:lnTo>
                  <a:lnTo>
                    <a:pt x="522370" y="269538"/>
                  </a:lnTo>
                  <a:lnTo>
                    <a:pt x="531906" y="220061"/>
                  </a:lnTo>
                  <a:lnTo>
                    <a:pt x="545262" y="175481"/>
                  </a:lnTo>
                  <a:lnTo>
                    <a:pt x="562441" y="135798"/>
                  </a:lnTo>
                  <a:lnTo>
                    <a:pt x="583448" y="101013"/>
                  </a:lnTo>
                  <a:lnTo>
                    <a:pt x="613422" y="66078"/>
                  </a:lnTo>
                  <a:lnTo>
                    <a:pt x="648333" y="38899"/>
                  </a:lnTo>
                  <a:lnTo>
                    <a:pt x="688183" y="19480"/>
                  </a:lnTo>
                  <a:lnTo>
                    <a:pt x="732970" y="7826"/>
                  </a:lnTo>
                  <a:lnTo>
                    <a:pt x="782695" y="3941"/>
                  </a:lnTo>
                  <a:close/>
                </a:path>
                <a:path w="1031240" h="740410">
                  <a:moveTo>
                    <a:pt x="212841" y="0"/>
                  </a:moveTo>
                  <a:lnTo>
                    <a:pt x="307726" y="0"/>
                  </a:lnTo>
                  <a:lnTo>
                    <a:pt x="307726" y="727639"/>
                  </a:lnTo>
                  <a:lnTo>
                    <a:pt x="151394" y="727639"/>
                  </a:lnTo>
                  <a:lnTo>
                    <a:pt x="151394" y="176701"/>
                  </a:lnTo>
                  <a:lnTo>
                    <a:pt x="144619" y="182331"/>
                  </a:lnTo>
                  <a:lnTo>
                    <a:pt x="111873" y="203251"/>
                  </a:lnTo>
                  <a:lnTo>
                    <a:pt x="73306" y="220593"/>
                  </a:lnTo>
                  <a:lnTo>
                    <a:pt x="31521" y="233208"/>
                  </a:lnTo>
                  <a:lnTo>
                    <a:pt x="0" y="238743"/>
                  </a:lnTo>
                  <a:lnTo>
                    <a:pt x="0" y="106704"/>
                  </a:lnTo>
                  <a:lnTo>
                    <a:pt x="30067" y="97154"/>
                  </a:lnTo>
                  <a:lnTo>
                    <a:pt x="59306" y="86366"/>
                  </a:lnTo>
                  <a:lnTo>
                    <a:pt x="115183" y="61091"/>
                  </a:lnTo>
                  <a:lnTo>
                    <a:pt x="166641" y="31929"/>
                  </a:lnTo>
                  <a:lnTo>
                    <a:pt x="190390" y="16316"/>
                  </a:lnTo>
                  <a:lnTo>
                    <a:pt x="212841" y="0"/>
                  </a:lnTo>
                  <a:close/>
                </a:path>
              </a:pathLst>
            </a:custGeom>
            <a:ln w="12191">
              <a:solidFill>
                <a:srgbClr val="000000"/>
              </a:solidFill>
            </a:ln>
          </p:spPr>
          <p:txBody>
            <a:bodyPr wrap="square" lIns="0" tIns="0" rIns="0" bIns="0" rtlCol="0"/>
            <a:lstStyle/>
            <a:p>
              <a:endParaRPr/>
            </a:p>
          </p:txBody>
        </p:sp>
        <p:sp>
          <p:nvSpPr>
            <p:cNvPr id="111" name="object 111"/>
            <p:cNvSpPr/>
            <p:nvPr/>
          </p:nvSpPr>
          <p:spPr>
            <a:xfrm>
              <a:off x="6772656" y="5216651"/>
              <a:ext cx="2218944" cy="1345691"/>
            </a:xfrm>
            <a:prstGeom prst="rect">
              <a:avLst/>
            </a:prstGeom>
            <a:blipFill>
              <a:blip r:embed="rId45" cstate="print"/>
              <a:stretch>
                <a:fillRect/>
              </a:stretch>
            </a:blipFill>
          </p:spPr>
          <p:txBody>
            <a:bodyPr wrap="square" lIns="0" tIns="0" rIns="0" bIns="0" rtlCol="0"/>
            <a:lstStyle/>
            <a:p>
              <a:endParaRPr/>
            </a:p>
          </p:txBody>
        </p:sp>
        <p:sp>
          <p:nvSpPr>
            <p:cNvPr id="112" name="object 112"/>
            <p:cNvSpPr/>
            <p:nvPr/>
          </p:nvSpPr>
          <p:spPr>
            <a:xfrm>
              <a:off x="6618732" y="4898134"/>
              <a:ext cx="2525267" cy="1959864"/>
            </a:xfrm>
            <a:prstGeom prst="rect">
              <a:avLst/>
            </a:prstGeom>
            <a:blipFill>
              <a:blip r:embed="rId46" cstate="print"/>
              <a:stretch>
                <a:fillRect/>
              </a:stretch>
            </a:blipFill>
          </p:spPr>
          <p:txBody>
            <a:bodyPr wrap="square" lIns="0" tIns="0" rIns="0" bIns="0" rtlCol="0"/>
            <a:lstStyle/>
            <a:p>
              <a:endParaRPr/>
            </a:p>
          </p:txBody>
        </p:sp>
        <p:sp>
          <p:nvSpPr>
            <p:cNvPr id="113" name="object 113"/>
            <p:cNvSpPr/>
            <p:nvPr/>
          </p:nvSpPr>
          <p:spPr>
            <a:xfrm>
              <a:off x="6854067" y="5277099"/>
              <a:ext cx="2057400" cy="1184275"/>
            </a:xfrm>
            <a:custGeom>
              <a:avLst/>
              <a:gdLst/>
              <a:ahLst/>
              <a:cxnLst/>
              <a:rect l="l" t="t" r="r" b="b"/>
              <a:pathLst>
                <a:path w="2057400" h="1184275">
                  <a:moveTo>
                    <a:pt x="1824989"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36"/>
                  </a:lnTo>
                  <a:lnTo>
                    <a:pt x="4725" y="998398"/>
                  </a:lnTo>
                  <a:lnTo>
                    <a:pt x="18279" y="1042045"/>
                  </a:lnTo>
                  <a:lnTo>
                    <a:pt x="39723" y="1081544"/>
                  </a:lnTo>
                  <a:lnTo>
                    <a:pt x="68122" y="1115958"/>
                  </a:lnTo>
                  <a:lnTo>
                    <a:pt x="102539" y="1144352"/>
                  </a:lnTo>
                  <a:lnTo>
                    <a:pt x="142037" y="1165791"/>
                  </a:lnTo>
                  <a:lnTo>
                    <a:pt x="185680" y="1179341"/>
                  </a:lnTo>
                  <a:lnTo>
                    <a:pt x="232531" y="1184065"/>
                  </a:lnTo>
                  <a:lnTo>
                    <a:pt x="1824989" y="1184065"/>
                  </a:lnTo>
                  <a:lnTo>
                    <a:pt x="1871835" y="1179341"/>
                  </a:lnTo>
                  <a:lnTo>
                    <a:pt x="1915465" y="1165791"/>
                  </a:lnTo>
                  <a:lnTo>
                    <a:pt x="1954943" y="1144352"/>
                  </a:lnTo>
                  <a:lnTo>
                    <a:pt x="1989338" y="1115958"/>
                  </a:lnTo>
                  <a:lnTo>
                    <a:pt x="2017714" y="1081544"/>
                  </a:lnTo>
                  <a:lnTo>
                    <a:pt x="2039139" y="1042045"/>
                  </a:lnTo>
                  <a:lnTo>
                    <a:pt x="2052679" y="998398"/>
                  </a:lnTo>
                  <a:lnTo>
                    <a:pt x="2057399" y="951536"/>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14" name="object 114"/>
            <p:cNvSpPr/>
            <p:nvPr/>
          </p:nvSpPr>
          <p:spPr>
            <a:xfrm>
              <a:off x="6854067" y="527709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36"/>
                  </a:lnTo>
                  <a:lnTo>
                    <a:pt x="2052679" y="998398"/>
                  </a:lnTo>
                  <a:lnTo>
                    <a:pt x="2039139" y="1042045"/>
                  </a:lnTo>
                  <a:lnTo>
                    <a:pt x="2017714" y="1081544"/>
                  </a:lnTo>
                  <a:lnTo>
                    <a:pt x="1989338" y="1115958"/>
                  </a:lnTo>
                  <a:lnTo>
                    <a:pt x="1954943" y="1144352"/>
                  </a:lnTo>
                  <a:lnTo>
                    <a:pt x="1915465" y="1165791"/>
                  </a:lnTo>
                  <a:lnTo>
                    <a:pt x="1871835" y="1179341"/>
                  </a:lnTo>
                  <a:lnTo>
                    <a:pt x="1824989" y="1184065"/>
                  </a:lnTo>
                  <a:lnTo>
                    <a:pt x="232531" y="1184065"/>
                  </a:lnTo>
                  <a:lnTo>
                    <a:pt x="185680" y="1179341"/>
                  </a:lnTo>
                  <a:lnTo>
                    <a:pt x="142037" y="1165791"/>
                  </a:lnTo>
                  <a:lnTo>
                    <a:pt x="102539" y="1144352"/>
                  </a:lnTo>
                  <a:lnTo>
                    <a:pt x="68122" y="1115958"/>
                  </a:lnTo>
                  <a:lnTo>
                    <a:pt x="39723" y="1081544"/>
                  </a:lnTo>
                  <a:lnTo>
                    <a:pt x="18279" y="1042045"/>
                  </a:lnTo>
                  <a:lnTo>
                    <a:pt x="4725" y="998398"/>
                  </a:lnTo>
                  <a:lnTo>
                    <a:pt x="0" y="951536"/>
                  </a:lnTo>
                  <a:lnTo>
                    <a:pt x="0" y="232541"/>
                  </a:lnTo>
                  <a:close/>
                </a:path>
              </a:pathLst>
            </a:custGeom>
            <a:ln w="76199">
              <a:solidFill>
                <a:srgbClr val="00AF50"/>
              </a:solidFill>
            </a:ln>
          </p:spPr>
          <p:txBody>
            <a:bodyPr wrap="square" lIns="0" tIns="0" rIns="0" bIns="0" rtlCol="0"/>
            <a:lstStyle/>
            <a:p>
              <a:endParaRPr/>
            </a:p>
          </p:txBody>
        </p:sp>
        <p:sp>
          <p:nvSpPr>
            <p:cNvPr id="115" name="object 115"/>
            <p:cNvSpPr/>
            <p:nvPr/>
          </p:nvSpPr>
          <p:spPr>
            <a:xfrm>
              <a:off x="6659880" y="4919471"/>
              <a:ext cx="2481072" cy="1938527"/>
            </a:xfrm>
            <a:prstGeom prst="rect">
              <a:avLst/>
            </a:prstGeom>
            <a:blipFill>
              <a:blip r:embed="rId47" cstate="print"/>
              <a:stretch>
                <a:fillRect/>
              </a:stretch>
            </a:blipFill>
          </p:spPr>
          <p:txBody>
            <a:bodyPr wrap="square" lIns="0" tIns="0" rIns="0" bIns="0" rtlCol="0"/>
            <a:lstStyle/>
            <a:p>
              <a:endParaRPr/>
            </a:p>
          </p:txBody>
        </p:sp>
        <p:sp>
          <p:nvSpPr>
            <p:cNvPr id="116" name="object 116"/>
            <p:cNvSpPr/>
            <p:nvPr/>
          </p:nvSpPr>
          <p:spPr>
            <a:xfrm>
              <a:off x="7402190" y="5513319"/>
              <a:ext cx="893444" cy="727710"/>
            </a:xfrm>
            <a:custGeom>
              <a:avLst/>
              <a:gdLst/>
              <a:ahLst/>
              <a:cxnLst/>
              <a:rect l="l" t="t" r="r" b="b"/>
              <a:pathLst>
                <a:path w="893445" h="727710">
                  <a:moveTo>
                    <a:pt x="892942" y="176747"/>
                  </a:moveTo>
                  <a:lnTo>
                    <a:pt x="736610" y="176747"/>
                  </a:lnTo>
                  <a:lnTo>
                    <a:pt x="736610" y="727685"/>
                  </a:lnTo>
                  <a:lnTo>
                    <a:pt x="892942" y="727685"/>
                  </a:lnTo>
                  <a:lnTo>
                    <a:pt x="892942" y="176747"/>
                  </a:lnTo>
                  <a:close/>
                </a:path>
                <a:path w="893445" h="727710">
                  <a:moveTo>
                    <a:pt x="892942" y="0"/>
                  </a:moveTo>
                  <a:lnTo>
                    <a:pt x="798210" y="0"/>
                  </a:lnTo>
                  <a:lnTo>
                    <a:pt x="775670" y="16316"/>
                  </a:lnTo>
                  <a:lnTo>
                    <a:pt x="751876" y="31929"/>
                  </a:lnTo>
                  <a:lnTo>
                    <a:pt x="700399" y="61091"/>
                  </a:lnTo>
                  <a:lnTo>
                    <a:pt x="644533" y="86409"/>
                  </a:lnTo>
                  <a:lnTo>
                    <a:pt x="585216" y="106762"/>
                  </a:lnTo>
                  <a:lnTo>
                    <a:pt x="585216" y="238792"/>
                  </a:lnTo>
                  <a:lnTo>
                    <a:pt x="627400" y="230599"/>
                  </a:lnTo>
                  <a:lnTo>
                    <a:pt x="668670" y="216706"/>
                  </a:lnTo>
                  <a:lnTo>
                    <a:pt x="706130" y="198333"/>
                  </a:lnTo>
                  <a:lnTo>
                    <a:pt x="736610" y="176747"/>
                  </a:lnTo>
                  <a:lnTo>
                    <a:pt x="892942" y="176747"/>
                  </a:lnTo>
                  <a:lnTo>
                    <a:pt x="892942" y="0"/>
                  </a:lnTo>
                  <a:close/>
                </a:path>
                <a:path w="893445" h="727710">
                  <a:moveTo>
                    <a:pt x="307726" y="176747"/>
                  </a:moveTo>
                  <a:lnTo>
                    <a:pt x="151394" y="176747"/>
                  </a:lnTo>
                  <a:lnTo>
                    <a:pt x="151394" y="727685"/>
                  </a:lnTo>
                  <a:lnTo>
                    <a:pt x="307726" y="727685"/>
                  </a:lnTo>
                  <a:lnTo>
                    <a:pt x="307726" y="176747"/>
                  </a:lnTo>
                  <a:close/>
                </a:path>
                <a:path w="893445" h="727710">
                  <a:moveTo>
                    <a:pt x="307726" y="0"/>
                  </a:moveTo>
                  <a:lnTo>
                    <a:pt x="212994" y="0"/>
                  </a:lnTo>
                  <a:lnTo>
                    <a:pt x="190454" y="16316"/>
                  </a:lnTo>
                  <a:lnTo>
                    <a:pt x="166660" y="31929"/>
                  </a:lnTo>
                  <a:lnTo>
                    <a:pt x="115183" y="61091"/>
                  </a:lnTo>
                  <a:lnTo>
                    <a:pt x="59317" y="86409"/>
                  </a:lnTo>
                  <a:lnTo>
                    <a:pt x="0" y="106762"/>
                  </a:lnTo>
                  <a:lnTo>
                    <a:pt x="0" y="238792"/>
                  </a:lnTo>
                  <a:lnTo>
                    <a:pt x="42184" y="230599"/>
                  </a:lnTo>
                  <a:lnTo>
                    <a:pt x="83332" y="216706"/>
                  </a:lnTo>
                  <a:lnTo>
                    <a:pt x="120914" y="198333"/>
                  </a:lnTo>
                  <a:lnTo>
                    <a:pt x="151394" y="176747"/>
                  </a:lnTo>
                  <a:lnTo>
                    <a:pt x="307726" y="176747"/>
                  </a:lnTo>
                  <a:lnTo>
                    <a:pt x="307726" y="0"/>
                  </a:lnTo>
                  <a:close/>
                </a:path>
              </a:pathLst>
            </a:custGeom>
            <a:solidFill>
              <a:srgbClr val="FFFF00"/>
            </a:solidFill>
          </p:spPr>
          <p:txBody>
            <a:bodyPr wrap="square" lIns="0" tIns="0" rIns="0" bIns="0" rtlCol="0"/>
            <a:lstStyle/>
            <a:p>
              <a:endParaRPr/>
            </a:p>
          </p:txBody>
        </p:sp>
        <p:sp>
          <p:nvSpPr>
            <p:cNvPr id="117" name="object 117"/>
            <p:cNvSpPr/>
            <p:nvPr/>
          </p:nvSpPr>
          <p:spPr>
            <a:xfrm>
              <a:off x="7402189" y="5513320"/>
              <a:ext cx="893444" cy="727710"/>
            </a:xfrm>
            <a:custGeom>
              <a:avLst/>
              <a:gdLst/>
              <a:ahLst/>
              <a:cxnLst/>
              <a:rect l="l" t="t" r="r" b="b"/>
              <a:pathLst>
                <a:path w="893445" h="727710">
                  <a:moveTo>
                    <a:pt x="798210" y="0"/>
                  </a:moveTo>
                  <a:lnTo>
                    <a:pt x="892942" y="0"/>
                  </a:lnTo>
                  <a:lnTo>
                    <a:pt x="892942" y="727685"/>
                  </a:lnTo>
                  <a:lnTo>
                    <a:pt x="736610" y="727685"/>
                  </a:lnTo>
                  <a:lnTo>
                    <a:pt x="736610" y="176747"/>
                  </a:lnTo>
                  <a:lnTo>
                    <a:pt x="729850" y="182377"/>
                  </a:lnTo>
                  <a:lnTo>
                    <a:pt x="697143" y="203299"/>
                  </a:lnTo>
                  <a:lnTo>
                    <a:pt x="658587" y="220647"/>
                  </a:lnTo>
                  <a:lnTo>
                    <a:pt x="616749" y="233254"/>
                  </a:lnTo>
                  <a:lnTo>
                    <a:pt x="585215" y="238792"/>
                  </a:lnTo>
                  <a:lnTo>
                    <a:pt x="585215" y="106762"/>
                  </a:lnTo>
                  <a:lnTo>
                    <a:pt x="615296" y="97205"/>
                  </a:lnTo>
                  <a:lnTo>
                    <a:pt x="644533" y="86409"/>
                  </a:lnTo>
                  <a:lnTo>
                    <a:pt x="700399" y="61091"/>
                  </a:lnTo>
                  <a:lnTo>
                    <a:pt x="751876" y="31929"/>
                  </a:lnTo>
                  <a:lnTo>
                    <a:pt x="775670" y="16316"/>
                  </a:lnTo>
                  <a:lnTo>
                    <a:pt x="798210" y="0"/>
                  </a:lnTo>
                  <a:close/>
                </a:path>
                <a:path w="893445" h="727710">
                  <a:moveTo>
                    <a:pt x="212994" y="0"/>
                  </a:moveTo>
                  <a:lnTo>
                    <a:pt x="307726" y="0"/>
                  </a:lnTo>
                  <a:lnTo>
                    <a:pt x="307726" y="727685"/>
                  </a:lnTo>
                  <a:lnTo>
                    <a:pt x="151394" y="727685"/>
                  </a:lnTo>
                  <a:lnTo>
                    <a:pt x="151394" y="176747"/>
                  </a:lnTo>
                  <a:lnTo>
                    <a:pt x="144634" y="182377"/>
                  </a:lnTo>
                  <a:lnTo>
                    <a:pt x="111925" y="203299"/>
                  </a:lnTo>
                  <a:lnTo>
                    <a:pt x="73319" y="220647"/>
                  </a:lnTo>
                  <a:lnTo>
                    <a:pt x="31533" y="233254"/>
                  </a:lnTo>
                  <a:lnTo>
                    <a:pt x="0" y="238792"/>
                  </a:lnTo>
                  <a:lnTo>
                    <a:pt x="0" y="106762"/>
                  </a:lnTo>
                  <a:lnTo>
                    <a:pt x="30080" y="97205"/>
                  </a:lnTo>
                  <a:lnTo>
                    <a:pt x="59317" y="86409"/>
                  </a:lnTo>
                  <a:lnTo>
                    <a:pt x="115183" y="61091"/>
                  </a:lnTo>
                  <a:lnTo>
                    <a:pt x="166660" y="31929"/>
                  </a:lnTo>
                  <a:lnTo>
                    <a:pt x="190454" y="16316"/>
                  </a:lnTo>
                  <a:lnTo>
                    <a:pt x="212994" y="0"/>
                  </a:lnTo>
                  <a:close/>
                </a:path>
              </a:pathLst>
            </a:custGeom>
            <a:ln w="12191">
              <a:solidFill>
                <a:srgbClr val="000000"/>
              </a:solidFill>
            </a:ln>
          </p:spPr>
          <p:txBody>
            <a:bodyPr wrap="square" lIns="0" tIns="0" rIns="0" bIns="0" rtlCol="0"/>
            <a:lstStyle/>
            <a:p>
              <a:endParaRPr/>
            </a:p>
          </p:txBody>
        </p:sp>
        <p:sp>
          <p:nvSpPr>
            <p:cNvPr id="118" name="object 118"/>
            <p:cNvSpPr/>
            <p:nvPr/>
          </p:nvSpPr>
          <p:spPr>
            <a:xfrm>
              <a:off x="6754368" y="5231891"/>
              <a:ext cx="2218944" cy="1345692"/>
            </a:xfrm>
            <a:prstGeom prst="rect">
              <a:avLst/>
            </a:prstGeom>
            <a:blipFill>
              <a:blip r:embed="rId48" cstate="print"/>
              <a:stretch>
                <a:fillRect/>
              </a:stretch>
            </a:blipFill>
          </p:spPr>
          <p:txBody>
            <a:bodyPr wrap="square" lIns="0" tIns="0" rIns="0" bIns="0" rtlCol="0"/>
            <a:lstStyle/>
            <a:p>
              <a:endParaRPr/>
            </a:p>
          </p:txBody>
        </p:sp>
        <p:sp>
          <p:nvSpPr>
            <p:cNvPr id="119" name="object 119"/>
            <p:cNvSpPr/>
            <p:nvPr/>
          </p:nvSpPr>
          <p:spPr>
            <a:xfrm>
              <a:off x="6600444" y="4914899"/>
              <a:ext cx="2543555" cy="1943100"/>
            </a:xfrm>
            <a:prstGeom prst="rect">
              <a:avLst/>
            </a:prstGeom>
            <a:blipFill>
              <a:blip r:embed="rId49" cstate="print"/>
              <a:stretch>
                <a:fillRect/>
              </a:stretch>
            </a:blipFill>
          </p:spPr>
          <p:txBody>
            <a:bodyPr wrap="square" lIns="0" tIns="0" rIns="0" bIns="0" rtlCol="0"/>
            <a:lstStyle/>
            <a:p>
              <a:endParaRPr/>
            </a:p>
          </p:txBody>
        </p:sp>
        <p:sp>
          <p:nvSpPr>
            <p:cNvPr id="120" name="object 120"/>
            <p:cNvSpPr/>
            <p:nvPr/>
          </p:nvSpPr>
          <p:spPr>
            <a:xfrm>
              <a:off x="6835658" y="5292983"/>
              <a:ext cx="2057400" cy="1184275"/>
            </a:xfrm>
            <a:custGeom>
              <a:avLst/>
              <a:gdLst/>
              <a:ahLst/>
              <a:cxnLst/>
              <a:rect l="l" t="t" r="r" b="b"/>
              <a:pathLst>
                <a:path w="2057400" h="1184275">
                  <a:moveTo>
                    <a:pt x="1824868" y="0"/>
                  </a:moveTo>
                  <a:lnTo>
                    <a:pt x="232531" y="0"/>
                  </a:lnTo>
                  <a:lnTo>
                    <a:pt x="185671" y="4725"/>
                  </a:lnTo>
                  <a:lnTo>
                    <a:pt x="142024" y="18276"/>
                  </a:lnTo>
                  <a:lnTo>
                    <a:pt x="102526" y="39718"/>
                  </a:lnTo>
                  <a:lnTo>
                    <a:pt x="68111" y="68115"/>
                  </a:lnTo>
                  <a:lnTo>
                    <a:pt x="39715" y="102530"/>
                  </a:lnTo>
                  <a:lnTo>
                    <a:pt x="18275" y="142028"/>
                  </a:lnTo>
                  <a:lnTo>
                    <a:pt x="4724" y="185673"/>
                  </a:lnTo>
                  <a:lnTo>
                    <a:pt x="0" y="232528"/>
                  </a:lnTo>
                  <a:lnTo>
                    <a:pt x="0" y="951488"/>
                  </a:lnTo>
                  <a:lnTo>
                    <a:pt x="4724" y="998354"/>
                  </a:lnTo>
                  <a:lnTo>
                    <a:pt x="18275" y="1042003"/>
                  </a:lnTo>
                  <a:lnTo>
                    <a:pt x="39715" y="1081502"/>
                  </a:lnTo>
                  <a:lnTo>
                    <a:pt x="68111" y="1115915"/>
                  </a:lnTo>
                  <a:lnTo>
                    <a:pt x="102526" y="1144307"/>
                  </a:lnTo>
                  <a:lnTo>
                    <a:pt x="142024" y="1165745"/>
                  </a:lnTo>
                  <a:lnTo>
                    <a:pt x="185671" y="1179293"/>
                  </a:lnTo>
                  <a:lnTo>
                    <a:pt x="232531" y="1184016"/>
                  </a:lnTo>
                  <a:lnTo>
                    <a:pt x="1824868" y="1184016"/>
                  </a:lnTo>
                  <a:lnTo>
                    <a:pt x="1871719" y="1179293"/>
                  </a:lnTo>
                  <a:lnTo>
                    <a:pt x="1915362" y="1165745"/>
                  </a:lnTo>
                  <a:lnTo>
                    <a:pt x="1954860" y="1144307"/>
                  </a:lnTo>
                  <a:lnTo>
                    <a:pt x="1989277" y="1115915"/>
                  </a:lnTo>
                  <a:lnTo>
                    <a:pt x="2017676" y="1081502"/>
                  </a:lnTo>
                  <a:lnTo>
                    <a:pt x="2039120" y="1042003"/>
                  </a:lnTo>
                  <a:lnTo>
                    <a:pt x="2052674" y="998354"/>
                  </a:lnTo>
                  <a:lnTo>
                    <a:pt x="2057399" y="951488"/>
                  </a:lnTo>
                  <a:lnTo>
                    <a:pt x="2057399" y="232528"/>
                  </a:lnTo>
                  <a:lnTo>
                    <a:pt x="2052674" y="185673"/>
                  </a:lnTo>
                  <a:lnTo>
                    <a:pt x="2039120" y="142028"/>
                  </a:lnTo>
                  <a:lnTo>
                    <a:pt x="2017676" y="102530"/>
                  </a:lnTo>
                  <a:lnTo>
                    <a:pt x="1989277" y="68115"/>
                  </a:lnTo>
                  <a:lnTo>
                    <a:pt x="1954860" y="39718"/>
                  </a:lnTo>
                  <a:lnTo>
                    <a:pt x="1915362" y="18276"/>
                  </a:lnTo>
                  <a:lnTo>
                    <a:pt x="1871719" y="4725"/>
                  </a:lnTo>
                  <a:lnTo>
                    <a:pt x="1824868" y="0"/>
                  </a:lnTo>
                  <a:close/>
                </a:path>
              </a:pathLst>
            </a:custGeom>
            <a:solidFill>
              <a:srgbClr val="252525"/>
            </a:solidFill>
          </p:spPr>
          <p:txBody>
            <a:bodyPr wrap="square" lIns="0" tIns="0" rIns="0" bIns="0" rtlCol="0"/>
            <a:lstStyle/>
            <a:p>
              <a:endParaRPr/>
            </a:p>
          </p:txBody>
        </p:sp>
        <p:sp>
          <p:nvSpPr>
            <p:cNvPr id="121" name="object 121"/>
            <p:cNvSpPr/>
            <p:nvPr/>
          </p:nvSpPr>
          <p:spPr>
            <a:xfrm>
              <a:off x="6835658" y="5292983"/>
              <a:ext cx="2057400" cy="1184275"/>
            </a:xfrm>
            <a:custGeom>
              <a:avLst/>
              <a:gdLst/>
              <a:ahLst/>
              <a:cxnLst/>
              <a:rect l="l" t="t" r="r" b="b"/>
              <a:pathLst>
                <a:path w="2057400" h="1184275">
                  <a:moveTo>
                    <a:pt x="0" y="232528"/>
                  </a:moveTo>
                  <a:lnTo>
                    <a:pt x="4724" y="185673"/>
                  </a:lnTo>
                  <a:lnTo>
                    <a:pt x="18275" y="142028"/>
                  </a:lnTo>
                  <a:lnTo>
                    <a:pt x="39715" y="102530"/>
                  </a:lnTo>
                  <a:lnTo>
                    <a:pt x="68111" y="68115"/>
                  </a:lnTo>
                  <a:lnTo>
                    <a:pt x="102526" y="39718"/>
                  </a:lnTo>
                  <a:lnTo>
                    <a:pt x="142024" y="18276"/>
                  </a:lnTo>
                  <a:lnTo>
                    <a:pt x="185671" y="4725"/>
                  </a:lnTo>
                  <a:lnTo>
                    <a:pt x="232531" y="0"/>
                  </a:lnTo>
                  <a:lnTo>
                    <a:pt x="1824868" y="0"/>
                  </a:lnTo>
                  <a:lnTo>
                    <a:pt x="1871719" y="4725"/>
                  </a:lnTo>
                  <a:lnTo>
                    <a:pt x="1915362" y="18276"/>
                  </a:lnTo>
                  <a:lnTo>
                    <a:pt x="1954860" y="39718"/>
                  </a:lnTo>
                  <a:lnTo>
                    <a:pt x="1989277" y="68115"/>
                  </a:lnTo>
                  <a:lnTo>
                    <a:pt x="2017676" y="102530"/>
                  </a:lnTo>
                  <a:lnTo>
                    <a:pt x="2039120" y="142028"/>
                  </a:lnTo>
                  <a:lnTo>
                    <a:pt x="2052674" y="185673"/>
                  </a:lnTo>
                  <a:lnTo>
                    <a:pt x="2057399" y="232528"/>
                  </a:lnTo>
                  <a:lnTo>
                    <a:pt x="2057399" y="951488"/>
                  </a:lnTo>
                  <a:lnTo>
                    <a:pt x="2052674" y="998354"/>
                  </a:lnTo>
                  <a:lnTo>
                    <a:pt x="2039120" y="1042003"/>
                  </a:lnTo>
                  <a:lnTo>
                    <a:pt x="2017676" y="1081502"/>
                  </a:lnTo>
                  <a:lnTo>
                    <a:pt x="1989277" y="1115915"/>
                  </a:lnTo>
                  <a:lnTo>
                    <a:pt x="1954860" y="1144307"/>
                  </a:lnTo>
                  <a:lnTo>
                    <a:pt x="1915362" y="1165745"/>
                  </a:lnTo>
                  <a:lnTo>
                    <a:pt x="1871719" y="1179293"/>
                  </a:lnTo>
                  <a:lnTo>
                    <a:pt x="1824868" y="1184016"/>
                  </a:lnTo>
                  <a:lnTo>
                    <a:pt x="232531" y="1184016"/>
                  </a:lnTo>
                  <a:lnTo>
                    <a:pt x="185671" y="1179293"/>
                  </a:lnTo>
                  <a:lnTo>
                    <a:pt x="142024" y="1165745"/>
                  </a:lnTo>
                  <a:lnTo>
                    <a:pt x="102526" y="1144307"/>
                  </a:lnTo>
                  <a:lnTo>
                    <a:pt x="68111" y="1115915"/>
                  </a:lnTo>
                  <a:lnTo>
                    <a:pt x="39715" y="1081502"/>
                  </a:lnTo>
                  <a:lnTo>
                    <a:pt x="18275" y="1042003"/>
                  </a:lnTo>
                  <a:lnTo>
                    <a:pt x="4724" y="998354"/>
                  </a:lnTo>
                  <a:lnTo>
                    <a:pt x="0" y="951488"/>
                  </a:lnTo>
                  <a:lnTo>
                    <a:pt x="0" y="232528"/>
                  </a:lnTo>
                  <a:close/>
                </a:path>
              </a:pathLst>
            </a:custGeom>
            <a:ln w="76199">
              <a:solidFill>
                <a:srgbClr val="00AF50"/>
              </a:solidFill>
            </a:ln>
          </p:spPr>
          <p:txBody>
            <a:bodyPr wrap="square" lIns="0" tIns="0" rIns="0" bIns="0" rtlCol="0"/>
            <a:lstStyle/>
            <a:p>
              <a:endParaRPr/>
            </a:p>
          </p:txBody>
        </p:sp>
        <p:sp>
          <p:nvSpPr>
            <p:cNvPr id="122" name="object 122"/>
            <p:cNvSpPr/>
            <p:nvPr/>
          </p:nvSpPr>
          <p:spPr>
            <a:xfrm>
              <a:off x="6641591" y="4936234"/>
              <a:ext cx="2481072" cy="1921764"/>
            </a:xfrm>
            <a:prstGeom prst="rect">
              <a:avLst/>
            </a:prstGeom>
            <a:blipFill>
              <a:blip r:embed="rId50" cstate="print"/>
              <a:stretch>
                <a:fillRect/>
              </a:stretch>
            </a:blipFill>
          </p:spPr>
          <p:txBody>
            <a:bodyPr wrap="square" lIns="0" tIns="0" rIns="0" bIns="0" rtlCol="0"/>
            <a:lstStyle/>
            <a:p>
              <a:endParaRPr/>
            </a:p>
          </p:txBody>
        </p:sp>
        <p:sp>
          <p:nvSpPr>
            <p:cNvPr id="123" name="object 123"/>
            <p:cNvSpPr/>
            <p:nvPr/>
          </p:nvSpPr>
          <p:spPr>
            <a:xfrm>
              <a:off x="7383658" y="5529202"/>
              <a:ext cx="996315" cy="727710"/>
            </a:xfrm>
            <a:custGeom>
              <a:avLst/>
              <a:gdLst/>
              <a:ahLst/>
              <a:cxnLst/>
              <a:rect l="l" t="t" r="r" b="b"/>
              <a:pathLst>
                <a:path w="996315" h="727710">
                  <a:moveTo>
                    <a:pt x="982439" y="129052"/>
                  </a:moveTo>
                  <a:lnTo>
                    <a:pt x="731123" y="129052"/>
                  </a:lnTo>
                  <a:lnTo>
                    <a:pt x="755992" y="130510"/>
                  </a:lnTo>
                  <a:lnTo>
                    <a:pt x="777438" y="134885"/>
                  </a:lnTo>
                  <a:lnTo>
                    <a:pt x="821396" y="165441"/>
                  </a:lnTo>
                  <a:lnTo>
                    <a:pt x="835914" y="221373"/>
                  </a:lnTo>
                  <a:lnTo>
                    <a:pt x="835413" y="232862"/>
                  </a:lnTo>
                  <a:lnTo>
                    <a:pt x="823545" y="275561"/>
                  </a:lnTo>
                  <a:lnTo>
                    <a:pt x="795359" y="316059"/>
                  </a:lnTo>
                  <a:lnTo>
                    <a:pt x="764164" y="346447"/>
                  </a:lnTo>
                  <a:lnTo>
                    <a:pt x="724443" y="378133"/>
                  </a:lnTo>
                  <a:lnTo>
                    <a:pt x="694226" y="400128"/>
                  </a:lnTo>
                  <a:lnTo>
                    <a:pt x="678732" y="411777"/>
                  </a:lnTo>
                  <a:lnTo>
                    <a:pt x="646541" y="437031"/>
                  </a:lnTo>
                  <a:lnTo>
                    <a:pt x="614857" y="465569"/>
                  </a:lnTo>
                  <a:lnTo>
                    <a:pt x="585734" y="498073"/>
                  </a:lnTo>
                  <a:lnTo>
                    <a:pt x="560287" y="534805"/>
                  </a:lnTo>
                  <a:lnTo>
                    <a:pt x="539617" y="576001"/>
                  </a:lnTo>
                  <a:lnTo>
                    <a:pt x="525795" y="622228"/>
                  </a:lnTo>
                  <a:lnTo>
                    <a:pt x="521208" y="674037"/>
                  </a:lnTo>
                  <a:lnTo>
                    <a:pt x="521208" y="727639"/>
                  </a:lnTo>
                  <a:lnTo>
                    <a:pt x="994775" y="727639"/>
                  </a:lnTo>
                  <a:lnTo>
                    <a:pt x="994775" y="597596"/>
                  </a:lnTo>
                  <a:lnTo>
                    <a:pt x="693023" y="597596"/>
                  </a:lnTo>
                  <a:lnTo>
                    <a:pt x="693645" y="590556"/>
                  </a:lnTo>
                  <a:lnTo>
                    <a:pt x="714580" y="552740"/>
                  </a:lnTo>
                  <a:lnTo>
                    <a:pt x="747895" y="520542"/>
                  </a:lnTo>
                  <a:lnTo>
                    <a:pt x="779825" y="495705"/>
                  </a:lnTo>
                  <a:lnTo>
                    <a:pt x="814578" y="470535"/>
                  </a:lnTo>
                  <a:lnTo>
                    <a:pt x="832034" y="458264"/>
                  </a:lnTo>
                  <a:lnTo>
                    <a:pt x="849165" y="445774"/>
                  </a:lnTo>
                  <a:lnTo>
                    <a:pt x="882517" y="420148"/>
                  </a:lnTo>
                  <a:lnTo>
                    <a:pt x="913382" y="392791"/>
                  </a:lnTo>
                  <a:lnTo>
                    <a:pt x="940429" y="362818"/>
                  </a:lnTo>
                  <a:lnTo>
                    <a:pt x="962981" y="329819"/>
                  </a:lnTo>
                  <a:lnTo>
                    <a:pt x="980572" y="293345"/>
                  </a:lnTo>
                  <a:lnTo>
                    <a:pt x="991998" y="252394"/>
                  </a:lnTo>
                  <a:lnTo>
                    <a:pt x="995812" y="205977"/>
                  </a:lnTo>
                  <a:lnTo>
                    <a:pt x="994815" y="183438"/>
                  </a:lnTo>
                  <a:lnTo>
                    <a:pt x="991842" y="161988"/>
                  </a:lnTo>
                  <a:lnTo>
                    <a:pt x="986913" y="141626"/>
                  </a:lnTo>
                  <a:lnTo>
                    <a:pt x="982439" y="129052"/>
                  </a:lnTo>
                  <a:close/>
                </a:path>
                <a:path w="996315" h="727710">
                  <a:moveTo>
                    <a:pt x="764926" y="3928"/>
                  </a:moveTo>
                  <a:lnTo>
                    <a:pt x="708109" y="7690"/>
                  </a:lnTo>
                  <a:lnTo>
                    <a:pt x="654257" y="18969"/>
                  </a:lnTo>
                  <a:lnTo>
                    <a:pt x="603381" y="37753"/>
                  </a:lnTo>
                  <a:lnTo>
                    <a:pt x="555498" y="64032"/>
                  </a:lnTo>
                  <a:lnTo>
                    <a:pt x="555498" y="202012"/>
                  </a:lnTo>
                  <a:lnTo>
                    <a:pt x="597902" y="170093"/>
                  </a:lnTo>
                  <a:lnTo>
                    <a:pt x="641310" y="147293"/>
                  </a:lnTo>
                  <a:lnTo>
                    <a:pt x="685718" y="133612"/>
                  </a:lnTo>
                  <a:lnTo>
                    <a:pt x="731123" y="129052"/>
                  </a:lnTo>
                  <a:lnTo>
                    <a:pt x="982439" y="129052"/>
                  </a:lnTo>
                  <a:lnTo>
                    <a:pt x="980053" y="122349"/>
                  </a:lnTo>
                  <a:lnTo>
                    <a:pt x="960912" y="87664"/>
                  </a:lnTo>
                  <a:lnTo>
                    <a:pt x="934730" y="58542"/>
                  </a:lnTo>
                  <a:lnTo>
                    <a:pt x="901617" y="35300"/>
                  </a:lnTo>
                  <a:lnTo>
                    <a:pt x="861943" y="18156"/>
                  </a:lnTo>
                  <a:lnTo>
                    <a:pt x="816246" y="7471"/>
                  </a:lnTo>
                  <a:lnTo>
                    <a:pt x="791280" y="4812"/>
                  </a:lnTo>
                  <a:lnTo>
                    <a:pt x="764926" y="3928"/>
                  </a:lnTo>
                  <a:close/>
                </a:path>
                <a:path w="996315" h="727710">
                  <a:moveTo>
                    <a:pt x="307848" y="176701"/>
                  </a:moveTo>
                  <a:lnTo>
                    <a:pt x="151394" y="176701"/>
                  </a:lnTo>
                  <a:lnTo>
                    <a:pt x="151394" y="727639"/>
                  </a:lnTo>
                  <a:lnTo>
                    <a:pt x="307848" y="727639"/>
                  </a:lnTo>
                  <a:lnTo>
                    <a:pt x="307848" y="176701"/>
                  </a:lnTo>
                  <a:close/>
                </a:path>
                <a:path w="996315" h="727710">
                  <a:moveTo>
                    <a:pt x="307848" y="0"/>
                  </a:moveTo>
                  <a:lnTo>
                    <a:pt x="212963" y="0"/>
                  </a:lnTo>
                  <a:lnTo>
                    <a:pt x="190489" y="16308"/>
                  </a:lnTo>
                  <a:lnTo>
                    <a:pt x="166691" y="31914"/>
                  </a:lnTo>
                  <a:lnTo>
                    <a:pt x="115183" y="61042"/>
                  </a:lnTo>
                  <a:lnTo>
                    <a:pt x="59352" y="86362"/>
                  </a:lnTo>
                  <a:lnTo>
                    <a:pt x="0" y="106716"/>
                  </a:lnTo>
                  <a:lnTo>
                    <a:pt x="0" y="238743"/>
                  </a:lnTo>
                  <a:lnTo>
                    <a:pt x="42275" y="230553"/>
                  </a:lnTo>
                  <a:lnTo>
                    <a:pt x="83423" y="216657"/>
                  </a:lnTo>
                  <a:lnTo>
                    <a:pt x="120914" y="198299"/>
                  </a:lnTo>
                  <a:lnTo>
                    <a:pt x="151394" y="176701"/>
                  </a:lnTo>
                  <a:lnTo>
                    <a:pt x="307848" y="176701"/>
                  </a:lnTo>
                  <a:lnTo>
                    <a:pt x="307848" y="0"/>
                  </a:lnTo>
                  <a:close/>
                </a:path>
              </a:pathLst>
            </a:custGeom>
            <a:solidFill>
              <a:srgbClr val="FFFF00"/>
            </a:solidFill>
          </p:spPr>
          <p:txBody>
            <a:bodyPr wrap="square" lIns="0" tIns="0" rIns="0" bIns="0" rtlCol="0"/>
            <a:lstStyle/>
            <a:p>
              <a:endParaRPr/>
            </a:p>
          </p:txBody>
        </p:sp>
        <p:sp>
          <p:nvSpPr>
            <p:cNvPr id="124" name="object 124"/>
            <p:cNvSpPr/>
            <p:nvPr/>
          </p:nvSpPr>
          <p:spPr>
            <a:xfrm>
              <a:off x="7383657" y="5529203"/>
              <a:ext cx="996315" cy="727710"/>
            </a:xfrm>
            <a:custGeom>
              <a:avLst/>
              <a:gdLst/>
              <a:ahLst/>
              <a:cxnLst/>
              <a:rect l="l" t="t" r="r" b="b"/>
              <a:pathLst>
                <a:path w="996315" h="727710">
                  <a:moveTo>
                    <a:pt x="764926" y="3928"/>
                  </a:moveTo>
                  <a:lnTo>
                    <a:pt x="816246" y="7471"/>
                  </a:lnTo>
                  <a:lnTo>
                    <a:pt x="861943" y="18156"/>
                  </a:lnTo>
                  <a:lnTo>
                    <a:pt x="901617" y="35300"/>
                  </a:lnTo>
                  <a:lnTo>
                    <a:pt x="934730" y="58542"/>
                  </a:lnTo>
                  <a:lnTo>
                    <a:pt x="960912" y="87664"/>
                  </a:lnTo>
                  <a:lnTo>
                    <a:pt x="980053" y="122349"/>
                  </a:lnTo>
                  <a:lnTo>
                    <a:pt x="991842" y="161988"/>
                  </a:lnTo>
                  <a:lnTo>
                    <a:pt x="995812" y="205977"/>
                  </a:lnTo>
                  <a:lnTo>
                    <a:pt x="994858" y="229869"/>
                  </a:lnTo>
                  <a:lnTo>
                    <a:pt x="987235" y="273553"/>
                  </a:lnTo>
                  <a:lnTo>
                    <a:pt x="972409" y="312015"/>
                  </a:lnTo>
                  <a:lnTo>
                    <a:pt x="952312" y="346754"/>
                  </a:lnTo>
                  <a:lnTo>
                    <a:pt x="927382" y="378133"/>
                  </a:lnTo>
                  <a:lnTo>
                    <a:pt x="898428" y="406794"/>
                  </a:lnTo>
                  <a:lnTo>
                    <a:pt x="865987" y="433069"/>
                  </a:lnTo>
                  <a:lnTo>
                    <a:pt x="832034" y="458263"/>
                  </a:lnTo>
                  <a:lnTo>
                    <a:pt x="814577" y="470534"/>
                  </a:lnTo>
                  <a:lnTo>
                    <a:pt x="802768" y="478955"/>
                  </a:lnTo>
                  <a:lnTo>
                    <a:pt x="768736" y="504038"/>
                  </a:lnTo>
                  <a:lnTo>
                    <a:pt x="738475" y="528703"/>
                  </a:lnTo>
                  <a:lnTo>
                    <a:pt x="708320" y="560572"/>
                  </a:lnTo>
                  <a:lnTo>
                    <a:pt x="693023" y="597596"/>
                  </a:lnTo>
                  <a:lnTo>
                    <a:pt x="994775" y="597596"/>
                  </a:lnTo>
                  <a:lnTo>
                    <a:pt x="994775" y="727639"/>
                  </a:lnTo>
                  <a:lnTo>
                    <a:pt x="521207" y="727639"/>
                  </a:lnTo>
                  <a:lnTo>
                    <a:pt x="521207" y="674037"/>
                  </a:lnTo>
                  <a:lnTo>
                    <a:pt x="525795" y="622228"/>
                  </a:lnTo>
                  <a:lnTo>
                    <a:pt x="539617" y="576001"/>
                  </a:lnTo>
                  <a:lnTo>
                    <a:pt x="560287" y="534805"/>
                  </a:lnTo>
                  <a:lnTo>
                    <a:pt x="585734" y="498073"/>
                  </a:lnTo>
                  <a:lnTo>
                    <a:pt x="614857" y="465569"/>
                  </a:lnTo>
                  <a:lnTo>
                    <a:pt x="646541" y="437031"/>
                  </a:lnTo>
                  <a:lnTo>
                    <a:pt x="678732" y="411777"/>
                  </a:lnTo>
                  <a:lnTo>
                    <a:pt x="724507" y="378087"/>
                  </a:lnTo>
                  <a:lnTo>
                    <a:pt x="738720" y="367293"/>
                  </a:lnTo>
                  <a:lnTo>
                    <a:pt x="775492" y="336285"/>
                  </a:lnTo>
                  <a:lnTo>
                    <a:pt x="803909" y="305991"/>
                  </a:lnTo>
                  <a:lnTo>
                    <a:pt x="828050" y="265294"/>
                  </a:lnTo>
                  <a:lnTo>
                    <a:pt x="835913" y="221373"/>
                  </a:lnTo>
                  <a:lnTo>
                    <a:pt x="834298" y="199936"/>
                  </a:lnTo>
                  <a:lnTo>
                    <a:pt x="810127" y="152387"/>
                  </a:lnTo>
                  <a:lnTo>
                    <a:pt x="755992" y="130510"/>
                  </a:lnTo>
                  <a:lnTo>
                    <a:pt x="731123" y="129052"/>
                  </a:lnTo>
                  <a:lnTo>
                    <a:pt x="685718" y="133612"/>
                  </a:lnTo>
                  <a:lnTo>
                    <a:pt x="641310" y="147293"/>
                  </a:lnTo>
                  <a:lnTo>
                    <a:pt x="597902" y="170093"/>
                  </a:lnTo>
                  <a:lnTo>
                    <a:pt x="555497" y="202012"/>
                  </a:lnTo>
                  <a:lnTo>
                    <a:pt x="555497" y="64032"/>
                  </a:lnTo>
                  <a:lnTo>
                    <a:pt x="603381" y="37753"/>
                  </a:lnTo>
                  <a:lnTo>
                    <a:pt x="654256" y="18969"/>
                  </a:lnTo>
                  <a:lnTo>
                    <a:pt x="708109" y="7690"/>
                  </a:lnTo>
                  <a:lnTo>
                    <a:pt x="764926" y="3928"/>
                  </a:lnTo>
                  <a:close/>
                </a:path>
                <a:path w="996315" h="727710">
                  <a:moveTo>
                    <a:pt x="212963" y="0"/>
                  </a:moveTo>
                  <a:lnTo>
                    <a:pt x="307847" y="0"/>
                  </a:lnTo>
                  <a:lnTo>
                    <a:pt x="307847" y="727639"/>
                  </a:lnTo>
                  <a:lnTo>
                    <a:pt x="151394" y="727639"/>
                  </a:lnTo>
                  <a:lnTo>
                    <a:pt x="151394" y="176701"/>
                  </a:lnTo>
                  <a:lnTo>
                    <a:pt x="144689" y="182331"/>
                  </a:lnTo>
                  <a:lnTo>
                    <a:pt x="111978" y="203256"/>
                  </a:lnTo>
                  <a:lnTo>
                    <a:pt x="73428" y="220598"/>
                  </a:lnTo>
                  <a:lnTo>
                    <a:pt x="31641" y="233208"/>
                  </a:lnTo>
                  <a:lnTo>
                    <a:pt x="0" y="238743"/>
                  </a:lnTo>
                  <a:lnTo>
                    <a:pt x="0" y="106716"/>
                  </a:lnTo>
                  <a:lnTo>
                    <a:pt x="30119" y="97159"/>
                  </a:lnTo>
                  <a:lnTo>
                    <a:pt x="59352" y="86362"/>
                  </a:lnTo>
                  <a:lnTo>
                    <a:pt x="115183" y="61042"/>
                  </a:lnTo>
                  <a:lnTo>
                    <a:pt x="166691" y="31914"/>
                  </a:lnTo>
                  <a:lnTo>
                    <a:pt x="190489" y="16308"/>
                  </a:lnTo>
                  <a:lnTo>
                    <a:pt x="212963" y="0"/>
                  </a:lnTo>
                  <a:close/>
                </a:path>
              </a:pathLst>
            </a:custGeom>
            <a:ln w="12191">
              <a:solidFill>
                <a:srgbClr val="000000"/>
              </a:solidFill>
            </a:ln>
          </p:spPr>
          <p:txBody>
            <a:bodyPr wrap="square" lIns="0" tIns="0" rIns="0" bIns="0" rtlCol="0"/>
            <a:lstStyle/>
            <a:p>
              <a:endParaRPr/>
            </a:p>
          </p:txBody>
        </p:sp>
        <p:sp>
          <p:nvSpPr>
            <p:cNvPr id="125" name="object 125"/>
            <p:cNvSpPr/>
            <p:nvPr/>
          </p:nvSpPr>
          <p:spPr>
            <a:xfrm>
              <a:off x="6786371" y="5253227"/>
              <a:ext cx="2218944" cy="1345691"/>
            </a:xfrm>
            <a:prstGeom prst="rect">
              <a:avLst/>
            </a:prstGeom>
            <a:blipFill>
              <a:blip r:embed="rId51" cstate="print"/>
              <a:stretch>
                <a:fillRect/>
              </a:stretch>
            </a:blipFill>
          </p:spPr>
          <p:txBody>
            <a:bodyPr wrap="square" lIns="0" tIns="0" rIns="0" bIns="0" rtlCol="0"/>
            <a:lstStyle/>
            <a:p>
              <a:endParaRPr/>
            </a:p>
          </p:txBody>
        </p:sp>
        <p:sp>
          <p:nvSpPr>
            <p:cNvPr id="126" name="object 126"/>
            <p:cNvSpPr/>
            <p:nvPr/>
          </p:nvSpPr>
          <p:spPr>
            <a:xfrm>
              <a:off x="6632447" y="4934710"/>
              <a:ext cx="2511551" cy="1923288"/>
            </a:xfrm>
            <a:prstGeom prst="rect">
              <a:avLst/>
            </a:prstGeom>
            <a:blipFill>
              <a:blip r:embed="rId52" cstate="print"/>
              <a:stretch>
                <a:fillRect/>
              </a:stretch>
            </a:blipFill>
          </p:spPr>
          <p:txBody>
            <a:bodyPr wrap="square" lIns="0" tIns="0" rIns="0" bIns="0" rtlCol="0"/>
            <a:lstStyle/>
            <a:p>
              <a:endParaRPr/>
            </a:p>
          </p:txBody>
        </p:sp>
        <p:sp>
          <p:nvSpPr>
            <p:cNvPr id="127" name="object 127"/>
            <p:cNvSpPr/>
            <p:nvPr/>
          </p:nvSpPr>
          <p:spPr>
            <a:xfrm>
              <a:off x="6867540" y="5313426"/>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837" y="1184087"/>
                  </a:lnTo>
                  <a:lnTo>
                    <a:pt x="1871698" y="1179362"/>
                  </a:lnTo>
                  <a:lnTo>
                    <a:pt x="1915349" y="1165813"/>
                  </a:lnTo>
                  <a:lnTo>
                    <a:pt x="1954852" y="1144375"/>
                  </a:lnTo>
                  <a:lnTo>
                    <a:pt x="1989273" y="1115982"/>
                  </a:lnTo>
                  <a:lnTo>
                    <a:pt x="2017674" y="1081569"/>
                  </a:lnTo>
                  <a:lnTo>
                    <a:pt x="2039120" y="1042073"/>
                  </a:lnTo>
                  <a:lnTo>
                    <a:pt x="2052673" y="998428"/>
                  </a:lnTo>
                  <a:lnTo>
                    <a:pt x="2057399" y="951570"/>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28" name="object 128"/>
            <p:cNvSpPr/>
            <p:nvPr/>
          </p:nvSpPr>
          <p:spPr>
            <a:xfrm>
              <a:off x="6867540" y="53134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70"/>
                  </a:lnTo>
                  <a:lnTo>
                    <a:pt x="2052673" y="998428"/>
                  </a:lnTo>
                  <a:lnTo>
                    <a:pt x="2039120" y="1042073"/>
                  </a:lnTo>
                  <a:lnTo>
                    <a:pt x="2017674" y="1081569"/>
                  </a:lnTo>
                  <a:lnTo>
                    <a:pt x="1989273" y="1115982"/>
                  </a:lnTo>
                  <a:lnTo>
                    <a:pt x="1954852" y="1144375"/>
                  </a:lnTo>
                  <a:lnTo>
                    <a:pt x="1915349" y="1165813"/>
                  </a:lnTo>
                  <a:lnTo>
                    <a:pt x="1871698" y="1179362"/>
                  </a:lnTo>
                  <a:lnTo>
                    <a:pt x="1824837"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129" name="object 129"/>
            <p:cNvSpPr/>
            <p:nvPr/>
          </p:nvSpPr>
          <p:spPr>
            <a:xfrm>
              <a:off x="6673595" y="4956047"/>
              <a:ext cx="2470404" cy="1901952"/>
            </a:xfrm>
            <a:prstGeom prst="rect">
              <a:avLst/>
            </a:prstGeom>
            <a:blipFill>
              <a:blip r:embed="rId53" cstate="print"/>
              <a:stretch>
                <a:fillRect/>
              </a:stretch>
            </a:blipFill>
          </p:spPr>
          <p:txBody>
            <a:bodyPr wrap="square" lIns="0" tIns="0" rIns="0" bIns="0" rtlCol="0"/>
            <a:lstStyle/>
            <a:p>
              <a:endParaRPr/>
            </a:p>
          </p:txBody>
        </p:sp>
        <p:sp>
          <p:nvSpPr>
            <p:cNvPr id="130" name="object 130"/>
            <p:cNvSpPr/>
            <p:nvPr/>
          </p:nvSpPr>
          <p:spPr>
            <a:xfrm>
              <a:off x="7415662" y="5549776"/>
              <a:ext cx="991869" cy="740410"/>
            </a:xfrm>
            <a:custGeom>
              <a:avLst/>
              <a:gdLst/>
              <a:ahLst/>
              <a:cxnLst/>
              <a:rect l="l" t="t" r="r" b="b"/>
              <a:pathLst>
                <a:path w="991870" h="740410">
                  <a:moveTo>
                    <a:pt x="537972" y="567760"/>
                  </a:moveTo>
                  <a:lnTo>
                    <a:pt x="537972" y="704255"/>
                  </a:lnTo>
                  <a:lnTo>
                    <a:pt x="575040" y="719888"/>
                  </a:lnTo>
                  <a:lnTo>
                    <a:pt x="617280" y="731053"/>
                  </a:lnTo>
                  <a:lnTo>
                    <a:pt x="664664" y="737751"/>
                  </a:lnTo>
                  <a:lnTo>
                    <a:pt x="717163" y="739984"/>
                  </a:lnTo>
                  <a:lnTo>
                    <a:pt x="777989" y="736356"/>
                  </a:lnTo>
                  <a:lnTo>
                    <a:pt x="831856" y="725470"/>
                  </a:lnTo>
                  <a:lnTo>
                    <a:pt x="878768" y="707321"/>
                  </a:lnTo>
                  <a:lnTo>
                    <a:pt x="918728" y="681907"/>
                  </a:lnTo>
                  <a:lnTo>
                    <a:pt x="950625" y="650268"/>
                  </a:lnTo>
                  <a:lnTo>
                    <a:pt x="969407" y="619874"/>
                  </a:lnTo>
                  <a:lnTo>
                    <a:pt x="704728" y="619874"/>
                  </a:lnTo>
                  <a:lnTo>
                    <a:pt x="658569" y="616616"/>
                  </a:lnTo>
                  <a:lnTo>
                    <a:pt x="615383" y="606841"/>
                  </a:lnTo>
                  <a:lnTo>
                    <a:pt x="575180" y="590555"/>
                  </a:lnTo>
                  <a:lnTo>
                    <a:pt x="537972" y="567760"/>
                  </a:lnTo>
                  <a:close/>
                </a:path>
                <a:path w="991870" h="740410">
                  <a:moveTo>
                    <a:pt x="959842" y="123526"/>
                  </a:moveTo>
                  <a:lnTo>
                    <a:pt x="703844" y="123526"/>
                  </a:lnTo>
                  <a:lnTo>
                    <a:pt x="750512" y="128955"/>
                  </a:lnTo>
                  <a:lnTo>
                    <a:pt x="783850" y="145243"/>
                  </a:lnTo>
                  <a:lnTo>
                    <a:pt x="803855" y="172389"/>
                  </a:lnTo>
                  <a:lnTo>
                    <a:pt x="810524" y="210394"/>
                  </a:lnTo>
                  <a:lnTo>
                    <a:pt x="801833" y="250783"/>
                  </a:lnTo>
                  <a:lnTo>
                    <a:pt x="775769" y="279634"/>
                  </a:lnTo>
                  <a:lnTo>
                    <a:pt x="732342" y="296944"/>
                  </a:lnTo>
                  <a:lnTo>
                    <a:pt x="671565" y="302715"/>
                  </a:lnTo>
                  <a:lnTo>
                    <a:pt x="610483" y="302715"/>
                  </a:lnTo>
                  <a:lnTo>
                    <a:pt x="610483" y="422827"/>
                  </a:lnTo>
                  <a:lnTo>
                    <a:pt x="676534" y="422827"/>
                  </a:lnTo>
                  <a:lnTo>
                    <a:pt x="710795" y="424439"/>
                  </a:lnTo>
                  <a:lnTo>
                    <a:pt x="767749" y="437342"/>
                  </a:lnTo>
                  <a:lnTo>
                    <a:pt x="808534" y="462908"/>
                  </a:lnTo>
                  <a:lnTo>
                    <a:pt x="829262" y="499635"/>
                  </a:lnTo>
                  <a:lnTo>
                    <a:pt x="831860" y="522088"/>
                  </a:lnTo>
                  <a:lnTo>
                    <a:pt x="829763" y="543900"/>
                  </a:lnTo>
                  <a:lnTo>
                    <a:pt x="812996" y="579886"/>
                  </a:lnTo>
                  <a:lnTo>
                    <a:pt x="779908" y="605353"/>
                  </a:lnTo>
                  <a:lnTo>
                    <a:pt x="733129" y="618261"/>
                  </a:lnTo>
                  <a:lnTo>
                    <a:pt x="704728" y="619874"/>
                  </a:lnTo>
                  <a:lnTo>
                    <a:pt x="969407" y="619874"/>
                  </a:lnTo>
                  <a:lnTo>
                    <a:pt x="973397" y="613417"/>
                  </a:lnTo>
                  <a:lnTo>
                    <a:pt x="987055" y="571352"/>
                  </a:lnTo>
                  <a:lnTo>
                    <a:pt x="991605" y="524076"/>
                  </a:lnTo>
                  <a:lnTo>
                    <a:pt x="988887" y="492358"/>
                  </a:lnTo>
                  <a:lnTo>
                    <a:pt x="967071" y="436642"/>
                  </a:lnTo>
                  <a:lnTo>
                    <a:pt x="924121" y="392188"/>
                  </a:lnTo>
                  <a:lnTo>
                    <a:pt x="864551" y="364769"/>
                  </a:lnTo>
                  <a:lnTo>
                    <a:pt x="828812" y="357807"/>
                  </a:lnTo>
                  <a:lnTo>
                    <a:pt x="828812" y="355317"/>
                  </a:lnTo>
                  <a:lnTo>
                    <a:pt x="879748" y="337058"/>
                  </a:lnTo>
                  <a:lnTo>
                    <a:pt x="919358" y="310457"/>
                  </a:lnTo>
                  <a:lnTo>
                    <a:pt x="947645" y="275516"/>
                  </a:lnTo>
                  <a:lnTo>
                    <a:pt x="964614" y="232236"/>
                  </a:lnTo>
                  <a:lnTo>
                    <a:pt x="970269" y="180618"/>
                  </a:lnTo>
                  <a:lnTo>
                    <a:pt x="966484" y="143231"/>
                  </a:lnTo>
                  <a:lnTo>
                    <a:pt x="959842" y="123526"/>
                  </a:lnTo>
                  <a:close/>
                </a:path>
                <a:path w="991870" h="740410">
                  <a:moveTo>
                    <a:pt x="739505" y="3928"/>
                  </a:moveTo>
                  <a:lnTo>
                    <a:pt x="691169" y="6286"/>
                  </a:lnTo>
                  <a:lnTo>
                    <a:pt x="645951" y="13357"/>
                  </a:lnTo>
                  <a:lnTo>
                    <a:pt x="603824" y="25140"/>
                  </a:lnTo>
                  <a:lnTo>
                    <a:pt x="564763" y="41635"/>
                  </a:lnTo>
                  <a:lnTo>
                    <a:pt x="564763" y="169688"/>
                  </a:lnTo>
                  <a:lnTo>
                    <a:pt x="598796" y="149495"/>
                  </a:lnTo>
                  <a:lnTo>
                    <a:pt x="633298" y="135069"/>
                  </a:lnTo>
                  <a:lnTo>
                    <a:pt x="668302" y="126412"/>
                  </a:lnTo>
                  <a:lnTo>
                    <a:pt x="703844" y="123526"/>
                  </a:lnTo>
                  <a:lnTo>
                    <a:pt x="959842" y="123526"/>
                  </a:lnTo>
                  <a:lnTo>
                    <a:pt x="955117" y="109509"/>
                  </a:lnTo>
                  <a:lnTo>
                    <a:pt x="909584" y="53053"/>
                  </a:lnTo>
                  <a:lnTo>
                    <a:pt x="876091" y="31564"/>
                  </a:lnTo>
                  <a:lnTo>
                    <a:pt x="836592" y="16213"/>
                  </a:lnTo>
                  <a:lnTo>
                    <a:pt x="791069" y="7000"/>
                  </a:lnTo>
                  <a:lnTo>
                    <a:pt x="739505" y="3928"/>
                  </a:lnTo>
                  <a:close/>
                </a:path>
                <a:path w="991870" h="740410">
                  <a:moveTo>
                    <a:pt x="307726" y="176640"/>
                  </a:moveTo>
                  <a:lnTo>
                    <a:pt x="151394" y="176640"/>
                  </a:lnTo>
                  <a:lnTo>
                    <a:pt x="151394" y="727578"/>
                  </a:lnTo>
                  <a:lnTo>
                    <a:pt x="307726" y="727578"/>
                  </a:lnTo>
                  <a:lnTo>
                    <a:pt x="307726" y="176640"/>
                  </a:lnTo>
                  <a:close/>
                </a:path>
                <a:path w="991870" h="740410">
                  <a:moveTo>
                    <a:pt x="307726" y="0"/>
                  </a:moveTo>
                  <a:lnTo>
                    <a:pt x="212841" y="0"/>
                  </a:lnTo>
                  <a:lnTo>
                    <a:pt x="190367" y="16248"/>
                  </a:lnTo>
                  <a:lnTo>
                    <a:pt x="166569" y="31837"/>
                  </a:lnTo>
                  <a:lnTo>
                    <a:pt x="115062" y="60996"/>
                  </a:lnTo>
                  <a:lnTo>
                    <a:pt x="59245" y="86304"/>
                  </a:lnTo>
                  <a:lnTo>
                    <a:pt x="0" y="106655"/>
                  </a:lnTo>
                  <a:lnTo>
                    <a:pt x="0" y="238685"/>
                  </a:lnTo>
                  <a:lnTo>
                    <a:pt x="42153" y="230492"/>
                  </a:lnTo>
                  <a:lnTo>
                    <a:pt x="83301" y="216596"/>
                  </a:lnTo>
                  <a:lnTo>
                    <a:pt x="120761" y="198226"/>
                  </a:lnTo>
                  <a:lnTo>
                    <a:pt x="151394" y="176640"/>
                  </a:lnTo>
                  <a:lnTo>
                    <a:pt x="307726" y="176640"/>
                  </a:lnTo>
                  <a:lnTo>
                    <a:pt x="307726" y="0"/>
                  </a:lnTo>
                  <a:close/>
                </a:path>
              </a:pathLst>
            </a:custGeom>
            <a:solidFill>
              <a:srgbClr val="FFFF00"/>
            </a:solidFill>
          </p:spPr>
          <p:txBody>
            <a:bodyPr wrap="square" lIns="0" tIns="0" rIns="0" bIns="0" rtlCol="0"/>
            <a:lstStyle/>
            <a:p>
              <a:endParaRPr/>
            </a:p>
          </p:txBody>
        </p:sp>
        <p:sp>
          <p:nvSpPr>
            <p:cNvPr id="131" name="object 131"/>
            <p:cNvSpPr/>
            <p:nvPr/>
          </p:nvSpPr>
          <p:spPr>
            <a:xfrm>
              <a:off x="7415661" y="5549777"/>
              <a:ext cx="991869" cy="740410"/>
            </a:xfrm>
            <a:custGeom>
              <a:avLst/>
              <a:gdLst/>
              <a:ahLst/>
              <a:cxnLst/>
              <a:rect l="l" t="t" r="r" b="b"/>
              <a:pathLst>
                <a:path w="991870" h="740410">
                  <a:moveTo>
                    <a:pt x="739505" y="3928"/>
                  </a:moveTo>
                  <a:lnTo>
                    <a:pt x="791069" y="7000"/>
                  </a:lnTo>
                  <a:lnTo>
                    <a:pt x="836592" y="16213"/>
                  </a:lnTo>
                  <a:lnTo>
                    <a:pt x="876091" y="31564"/>
                  </a:lnTo>
                  <a:lnTo>
                    <a:pt x="909584" y="53053"/>
                  </a:lnTo>
                  <a:lnTo>
                    <a:pt x="955117" y="109509"/>
                  </a:lnTo>
                  <a:lnTo>
                    <a:pt x="970269" y="180618"/>
                  </a:lnTo>
                  <a:lnTo>
                    <a:pt x="964614" y="232235"/>
                  </a:lnTo>
                  <a:lnTo>
                    <a:pt x="947645" y="275516"/>
                  </a:lnTo>
                  <a:lnTo>
                    <a:pt x="919358" y="310457"/>
                  </a:lnTo>
                  <a:lnTo>
                    <a:pt x="879748" y="337058"/>
                  </a:lnTo>
                  <a:lnTo>
                    <a:pt x="828812" y="355317"/>
                  </a:lnTo>
                  <a:lnTo>
                    <a:pt x="828812" y="357807"/>
                  </a:lnTo>
                  <a:lnTo>
                    <a:pt x="896325" y="376229"/>
                  </a:lnTo>
                  <a:lnTo>
                    <a:pt x="947927" y="412647"/>
                  </a:lnTo>
                  <a:lnTo>
                    <a:pt x="980716" y="463213"/>
                  </a:lnTo>
                  <a:lnTo>
                    <a:pt x="991605" y="524076"/>
                  </a:lnTo>
                  <a:lnTo>
                    <a:pt x="987055" y="571352"/>
                  </a:lnTo>
                  <a:lnTo>
                    <a:pt x="973397" y="613417"/>
                  </a:lnTo>
                  <a:lnTo>
                    <a:pt x="950624" y="650268"/>
                  </a:lnTo>
                  <a:lnTo>
                    <a:pt x="918728" y="681907"/>
                  </a:lnTo>
                  <a:lnTo>
                    <a:pt x="878768" y="707321"/>
                  </a:lnTo>
                  <a:lnTo>
                    <a:pt x="831856" y="725470"/>
                  </a:lnTo>
                  <a:lnTo>
                    <a:pt x="777989" y="736356"/>
                  </a:lnTo>
                  <a:lnTo>
                    <a:pt x="717163" y="739984"/>
                  </a:lnTo>
                  <a:lnTo>
                    <a:pt x="664664" y="737751"/>
                  </a:lnTo>
                  <a:lnTo>
                    <a:pt x="617280" y="731053"/>
                  </a:lnTo>
                  <a:lnTo>
                    <a:pt x="575040" y="719888"/>
                  </a:lnTo>
                  <a:lnTo>
                    <a:pt x="537971" y="704255"/>
                  </a:lnTo>
                  <a:lnTo>
                    <a:pt x="537971" y="567760"/>
                  </a:lnTo>
                  <a:lnTo>
                    <a:pt x="575180" y="590555"/>
                  </a:lnTo>
                  <a:lnTo>
                    <a:pt x="615383" y="606841"/>
                  </a:lnTo>
                  <a:lnTo>
                    <a:pt x="658569" y="616616"/>
                  </a:lnTo>
                  <a:lnTo>
                    <a:pt x="704728" y="619874"/>
                  </a:lnTo>
                  <a:lnTo>
                    <a:pt x="733129" y="618261"/>
                  </a:lnTo>
                  <a:lnTo>
                    <a:pt x="779908" y="605353"/>
                  </a:lnTo>
                  <a:lnTo>
                    <a:pt x="812996" y="579886"/>
                  </a:lnTo>
                  <a:lnTo>
                    <a:pt x="829763" y="543900"/>
                  </a:lnTo>
                  <a:lnTo>
                    <a:pt x="831860" y="522088"/>
                  </a:lnTo>
                  <a:lnTo>
                    <a:pt x="829262" y="499635"/>
                  </a:lnTo>
                  <a:lnTo>
                    <a:pt x="808534" y="462908"/>
                  </a:lnTo>
                  <a:lnTo>
                    <a:pt x="767749" y="437342"/>
                  </a:lnTo>
                  <a:lnTo>
                    <a:pt x="710795" y="424439"/>
                  </a:lnTo>
                  <a:lnTo>
                    <a:pt x="676534" y="422827"/>
                  </a:lnTo>
                  <a:lnTo>
                    <a:pt x="610483" y="422827"/>
                  </a:lnTo>
                  <a:lnTo>
                    <a:pt x="610483" y="302715"/>
                  </a:lnTo>
                  <a:lnTo>
                    <a:pt x="671565" y="302715"/>
                  </a:lnTo>
                  <a:lnTo>
                    <a:pt x="732342" y="296944"/>
                  </a:lnTo>
                  <a:lnTo>
                    <a:pt x="775769" y="279634"/>
                  </a:lnTo>
                  <a:lnTo>
                    <a:pt x="801833" y="250783"/>
                  </a:lnTo>
                  <a:lnTo>
                    <a:pt x="810524" y="210394"/>
                  </a:lnTo>
                  <a:lnTo>
                    <a:pt x="803855" y="172389"/>
                  </a:lnTo>
                  <a:lnTo>
                    <a:pt x="783850" y="145243"/>
                  </a:lnTo>
                  <a:lnTo>
                    <a:pt x="750512" y="128955"/>
                  </a:lnTo>
                  <a:lnTo>
                    <a:pt x="703844" y="123526"/>
                  </a:lnTo>
                  <a:lnTo>
                    <a:pt x="668302" y="126412"/>
                  </a:lnTo>
                  <a:lnTo>
                    <a:pt x="633298" y="135069"/>
                  </a:lnTo>
                  <a:lnTo>
                    <a:pt x="598796" y="149495"/>
                  </a:lnTo>
                  <a:lnTo>
                    <a:pt x="564763" y="169688"/>
                  </a:lnTo>
                  <a:lnTo>
                    <a:pt x="564763" y="41635"/>
                  </a:lnTo>
                  <a:lnTo>
                    <a:pt x="603824" y="25140"/>
                  </a:lnTo>
                  <a:lnTo>
                    <a:pt x="645951" y="13357"/>
                  </a:lnTo>
                  <a:lnTo>
                    <a:pt x="691169" y="6286"/>
                  </a:lnTo>
                  <a:lnTo>
                    <a:pt x="739505" y="3928"/>
                  </a:lnTo>
                  <a:close/>
                </a:path>
                <a:path w="991870" h="740410">
                  <a:moveTo>
                    <a:pt x="212841" y="0"/>
                  </a:moveTo>
                  <a:lnTo>
                    <a:pt x="307726" y="0"/>
                  </a:lnTo>
                  <a:lnTo>
                    <a:pt x="307726" y="727578"/>
                  </a:lnTo>
                  <a:lnTo>
                    <a:pt x="151394" y="727578"/>
                  </a:lnTo>
                  <a:lnTo>
                    <a:pt x="151394" y="176640"/>
                  </a:lnTo>
                  <a:lnTo>
                    <a:pt x="144619" y="182270"/>
                  </a:lnTo>
                  <a:lnTo>
                    <a:pt x="111843" y="203192"/>
                  </a:lnTo>
                  <a:lnTo>
                    <a:pt x="73306" y="220535"/>
                  </a:lnTo>
                  <a:lnTo>
                    <a:pt x="31521" y="233147"/>
                  </a:lnTo>
                  <a:lnTo>
                    <a:pt x="0" y="238685"/>
                  </a:lnTo>
                  <a:lnTo>
                    <a:pt x="0" y="106655"/>
                  </a:lnTo>
                  <a:lnTo>
                    <a:pt x="30048" y="97098"/>
                  </a:lnTo>
                  <a:lnTo>
                    <a:pt x="59245" y="86304"/>
                  </a:lnTo>
                  <a:lnTo>
                    <a:pt x="115061" y="60996"/>
                  </a:lnTo>
                  <a:lnTo>
                    <a:pt x="166569" y="31837"/>
                  </a:lnTo>
                  <a:lnTo>
                    <a:pt x="190367" y="16248"/>
                  </a:lnTo>
                  <a:lnTo>
                    <a:pt x="212841" y="0"/>
                  </a:lnTo>
                  <a:close/>
                </a:path>
              </a:pathLst>
            </a:custGeom>
            <a:ln w="12191">
              <a:solidFill>
                <a:srgbClr val="000000"/>
              </a:solidFill>
            </a:ln>
          </p:spPr>
          <p:txBody>
            <a:bodyPr wrap="square" lIns="0" tIns="0" rIns="0" bIns="0" rtlCol="0"/>
            <a:lstStyle/>
            <a:p>
              <a:endParaRPr/>
            </a:p>
          </p:txBody>
        </p:sp>
        <p:sp>
          <p:nvSpPr>
            <p:cNvPr id="132" name="object 132"/>
            <p:cNvSpPr/>
            <p:nvPr/>
          </p:nvSpPr>
          <p:spPr>
            <a:xfrm>
              <a:off x="6749795" y="5209032"/>
              <a:ext cx="2218944" cy="1345692"/>
            </a:xfrm>
            <a:prstGeom prst="rect">
              <a:avLst/>
            </a:prstGeom>
            <a:blipFill>
              <a:blip r:embed="rId54" cstate="print"/>
              <a:stretch>
                <a:fillRect/>
              </a:stretch>
            </a:blipFill>
          </p:spPr>
          <p:txBody>
            <a:bodyPr wrap="square" lIns="0" tIns="0" rIns="0" bIns="0" rtlCol="0"/>
            <a:lstStyle/>
            <a:p>
              <a:endParaRPr/>
            </a:p>
          </p:txBody>
        </p:sp>
        <p:sp>
          <p:nvSpPr>
            <p:cNvPr id="133" name="object 133"/>
            <p:cNvSpPr/>
            <p:nvPr/>
          </p:nvSpPr>
          <p:spPr>
            <a:xfrm>
              <a:off x="6594347" y="4892039"/>
              <a:ext cx="2549651" cy="1965959"/>
            </a:xfrm>
            <a:prstGeom prst="rect">
              <a:avLst/>
            </a:prstGeom>
            <a:blipFill>
              <a:blip r:embed="rId55" cstate="print"/>
              <a:stretch>
                <a:fillRect/>
              </a:stretch>
            </a:blipFill>
          </p:spPr>
          <p:txBody>
            <a:bodyPr wrap="square" lIns="0" tIns="0" rIns="0" bIns="0" rtlCol="0"/>
            <a:lstStyle/>
            <a:p>
              <a:endParaRPr/>
            </a:p>
          </p:txBody>
        </p:sp>
        <p:sp>
          <p:nvSpPr>
            <p:cNvPr id="134" name="object 134"/>
            <p:cNvSpPr/>
            <p:nvPr/>
          </p:nvSpPr>
          <p:spPr>
            <a:xfrm>
              <a:off x="6829805" y="5270503"/>
              <a:ext cx="2057400" cy="1184275"/>
            </a:xfrm>
            <a:custGeom>
              <a:avLst/>
              <a:gdLst/>
              <a:ahLst/>
              <a:cxnLst/>
              <a:rect l="l" t="t" r="r" b="b"/>
              <a:pathLst>
                <a:path w="2057400" h="1184275">
                  <a:moveTo>
                    <a:pt x="1824989"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6"/>
                  </a:lnTo>
                  <a:lnTo>
                    <a:pt x="18279" y="1042015"/>
                  </a:lnTo>
                  <a:lnTo>
                    <a:pt x="39723" y="1081514"/>
                  </a:lnTo>
                  <a:lnTo>
                    <a:pt x="68122" y="1115927"/>
                  </a:lnTo>
                  <a:lnTo>
                    <a:pt x="102539" y="1144319"/>
                  </a:lnTo>
                  <a:lnTo>
                    <a:pt x="142037" y="1165757"/>
                  </a:lnTo>
                  <a:lnTo>
                    <a:pt x="185680" y="1179305"/>
                  </a:lnTo>
                  <a:lnTo>
                    <a:pt x="232531" y="1184029"/>
                  </a:lnTo>
                  <a:lnTo>
                    <a:pt x="1824989" y="1184029"/>
                  </a:lnTo>
                  <a:lnTo>
                    <a:pt x="1871844" y="1179305"/>
                  </a:lnTo>
                  <a:lnTo>
                    <a:pt x="1915477" y="1165757"/>
                  </a:lnTo>
                  <a:lnTo>
                    <a:pt x="1954957" y="1144319"/>
                  </a:lnTo>
                  <a:lnTo>
                    <a:pt x="1989349" y="1115927"/>
                  </a:lnTo>
                  <a:lnTo>
                    <a:pt x="2017722" y="1081514"/>
                  </a:lnTo>
                  <a:lnTo>
                    <a:pt x="2039143" y="1042015"/>
                  </a:lnTo>
                  <a:lnTo>
                    <a:pt x="2052680" y="998366"/>
                  </a:lnTo>
                  <a:lnTo>
                    <a:pt x="2057399" y="951500"/>
                  </a:lnTo>
                  <a:lnTo>
                    <a:pt x="2057399" y="232528"/>
                  </a:lnTo>
                  <a:lnTo>
                    <a:pt x="2052680" y="185673"/>
                  </a:lnTo>
                  <a:lnTo>
                    <a:pt x="2039143" y="142028"/>
                  </a:lnTo>
                  <a:lnTo>
                    <a:pt x="2017722" y="102530"/>
                  </a:lnTo>
                  <a:lnTo>
                    <a:pt x="1989349" y="68115"/>
                  </a:lnTo>
                  <a:lnTo>
                    <a:pt x="1954957" y="39718"/>
                  </a:lnTo>
                  <a:lnTo>
                    <a:pt x="1915477" y="18276"/>
                  </a:lnTo>
                  <a:lnTo>
                    <a:pt x="1871844" y="4725"/>
                  </a:lnTo>
                  <a:lnTo>
                    <a:pt x="1824989" y="0"/>
                  </a:lnTo>
                  <a:close/>
                </a:path>
              </a:pathLst>
            </a:custGeom>
            <a:solidFill>
              <a:srgbClr val="252525"/>
            </a:solidFill>
          </p:spPr>
          <p:txBody>
            <a:bodyPr wrap="square" lIns="0" tIns="0" rIns="0" bIns="0" rtlCol="0"/>
            <a:lstStyle/>
            <a:p>
              <a:endParaRPr/>
            </a:p>
          </p:txBody>
        </p:sp>
        <p:sp>
          <p:nvSpPr>
            <p:cNvPr id="135" name="object 135"/>
            <p:cNvSpPr/>
            <p:nvPr/>
          </p:nvSpPr>
          <p:spPr>
            <a:xfrm>
              <a:off x="6829805" y="5270503"/>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989" y="0"/>
                  </a:lnTo>
                  <a:lnTo>
                    <a:pt x="1871844" y="4725"/>
                  </a:lnTo>
                  <a:lnTo>
                    <a:pt x="1915477" y="18276"/>
                  </a:lnTo>
                  <a:lnTo>
                    <a:pt x="1954957" y="39718"/>
                  </a:lnTo>
                  <a:lnTo>
                    <a:pt x="1989349" y="68115"/>
                  </a:lnTo>
                  <a:lnTo>
                    <a:pt x="2017722" y="102530"/>
                  </a:lnTo>
                  <a:lnTo>
                    <a:pt x="2039143" y="142028"/>
                  </a:lnTo>
                  <a:lnTo>
                    <a:pt x="2052680" y="185673"/>
                  </a:lnTo>
                  <a:lnTo>
                    <a:pt x="2057399" y="232528"/>
                  </a:lnTo>
                  <a:lnTo>
                    <a:pt x="2057399" y="951500"/>
                  </a:lnTo>
                  <a:lnTo>
                    <a:pt x="2052680" y="998366"/>
                  </a:lnTo>
                  <a:lnTo>
                    <a:pt x="2039143" y="1042015"/>
                  </a:lnTo>
                  <a:lnTo>
                    <a:pt x="2017722" y="1081514"/>
                  </a:lnTo>
                  <a:lnTo>
                    <a:pt x="1989349" y="1115927"/>
                  </a:lnTo>
                  <a:lnTo>
                    <a:pt x="1954957" y="1144319"/>
                  </a:lnTo>
                  <a:lnTo>
                    <a:pt x="1915477" y="1165757"/>
                  </a:lnTo>
                  <a:lnTo>
                    <a:pt x="1871844" y="1179305"/>
                  </a:lnTo>
                  <a:lnTo>
                    <a:pt x="1824989" y="1184029"/>
                  </a:lnTo>
                  <a:lnTo>
                    <a:pt x="232531" y="1184029"/>
                  </a:lnTo>
                  <a:lnTo>
                    <a:pt x="185680" y="1179305"/>
                  </a:lnTo>
                  <a:lnTo>
                    <a:pt x="142037" y="1165757"/>
                  </a:lnTo>
                  <a:lnTo>
                    <a:pt x="102539" y="1144319"/>
                  </a:lnTo>
                  <a:lnTo>
                    <a:pt x="68122" y="1115927"/>
                  </a:lnTo>
                  <a:lnTo>
                    <a:pt x="39723" y="1081514"/>
                  </a:lnTo>
                  <a:lnTo>
                    <a:pt x="18279" y="1042015"/>
                  </a:lnTo>
                  <a:lnTo>
                    <a:pt x="4725" y="998366"/>
                  </a:lnTo>
                  <a:lnTo>
                    <a:pt x="0" y="951500"/>
                  </a:lnTo>
                  <a:lnTo>
                    <a:pt x="0" y="232528"/>
                  </a:lnTo>
                  <a:close/>
                </a:path>
              </a:pathLst>
            </a:custGeom>
            <a:ln w="76199">
              <a:solidFill>
                <a:srgbClr val="00AF50"/>
              </a:solidFill>
            </a:ln>
          </p:spPr>
          <p:txBody>
            <a:bodyPr wrap="square" lIns="0" tIns="0" rIns="0" bIns="0" rtlCol="0"/>
            <a:lstStyle/>
            <a:p>
              <a:endParaRPr/>
            </a:p>
          </p:txBody>
        </p:sp>
        <p:sp>
          <p:nvSpPr>
            <p:cNvPr id="136" name="object 136"/>
            <p:cNvSpPr/>
            <p:nvPr/>
          </p:nvSpPr>
          <p:spPr>
            <a:xfrm>
              <a:off x="6635495" y="4913374"/>
              <a:ext cx="2481072" cy="1944624"/>
            </a:xfrm>
            <a:prstGeom prst="rect">
              <a:avLst/>
            </a:prstGeom>
            <a:blipFill>
              <a:blip r:embed="rId56" cstate="print"/>
              <a:stretch>
                <a:fillRect/>
              </a:stretch>
            </a:blipFill>
          </p:spPr>
          <p:txBody>
            <a:bodyPr wrap="square" lIns="0" tIns="0" rIns="0" bIns="0" rtlCol="0"/>
            <a:lstStyle/>
            <a:p>
              <a:endParaRPr/>
            </a:p>
          </p:txBody>
        </p:sp>
        <p:sp>
          <p:nvSpPr>
            <p:cNvPr id="137" name="object 137"/>
            <p:cNvSpPr/>
            <p:nvPr/>
          </p:nvSpPr>
          <p:spPr>
            <a:xfrm>
              <a:off x="7377928" y="5506723"/>
              <a:ext cx="1038225" cy="727710"/>
            </a:xfrm>
            <a:custGeom>
              <a:avLst/>
              <a:gdLst/>
              <a:ahLst/>
              <a:cxnLst/>
              <a:rect l="l" t="t" r="r" b="b"/>
              <a:pathLst>
                <a:path w="1038225" h="727710">
                  <a:moveTo>
                    <a:pt x="952500" y="581716"/>
                  </a:moveTo>
                  <a:lnTo>
                    <a:pt x="809518" y="581716"/>
                  </a:lnTo>
                  <a:lnTo>
                    <a:pt x="809518" y="727639"/>
                  </a:lnTo>
                  <a:lnTo>
                    <a:pt x="952500" y="727639"/>
                  </a:lnTo>
                  <a:lnTo>
                    <a:pt x="952500" y="581716"/>
                  </a:lnTo>
                  <a:close/>
                </a:path>
                <a:path w="1038225" h="727710">
                  <a:moveTo>
                    <a:pt x="952500" y="15870"/>
                  </a:moveTo>
                  <a:lnTo>
                    <a:pt x="807110" y="15870"/>
                  </a:lnTo>
                  <a:lnTo>
                    <a:pt x="794033" y="43033"/>
                  </a:lnTo>
                  <a:lnTo>
                    <a:pt x="779598" y="70814"/>
                  </a:lnTo>
                  <a:lnTo>
                    <a:pt x="746760" y="128314"/>
                  </a:lnTo>
                  <a:lnTo>
                    <a:pt x="709890" y="186944"/>
                  </a:lnTo>
                  <a:lnTo>
                    <a:pt x="670072" y="245208"/>
                  </a:lnTo>
                  <a:lnTo>
                    <a:pt x="628154" y="302471"/>
                  </a:lnTo>
                  <a:lnTo>
                    <a:pt x="584728" y="358127"/>
                  </a:lnTo>
                  <a:lnTo>
                    <a:pt x="541290" y="410798"/>
                  </a:lnTo>
                  <a:lnTo>
                    <a:pt x="499384" y="459129"/>
                  </a:lnTo>
                  <a:lnTo>
                    <a:pt x="499384" y="581716"/>
                  </a:lnTo>
                  <a:lnTo>
                    <a:pt x="1037844" y="581716"/>
                  </a:lnTo>
                  <a:lnTo>
                    <a:pt x="1037844" y="464582"/>
                  </a:lnTo>
                  <a:lnTo>
                    <a:pt x="639836" y="464582"/>
                  </a:lnTo>
                  <a:lnTo>
                    <a:pt x="650603" y="451196"/>
                  </a:lnTo>
                  <a:lnTo>
                    <a:pt x="684032" y="408252"/>
                  </a:lnTo>
                  <a:lnTo>
                    <a:pt x="717949" y="362090"/>
                  </a:lnTo>
                  <a:lnTo>
                    <a:pt x="740215" y="330138"/>
                  </a:lnTo>
                  <a:lnTo>
                    <a:pt x="761554" y="297630"/>
                  </a:lnTo>
                  <a:lnTo>
                    <a:pt x="781790" y="264732"/>
                  </a:lnTo>
                  <a:lnTo>
                    <a:pt x="809518" y="215920"/>
                  </a:lnTo>
                  <a:lnTo>
                    <a:pt x="952500" y="215920"/>
                  </a:lnTo>
                  <a:lnTo>
                    <a:pt x="952500" y="15870"/>
                  </a:lnTo>
                  <a:close/>
                </a:path>
                <a:path w="1038225" h="727710">
                  <a:moveTo>
                    <a:pt x="952500" y="215920"/>
                  </a:moveTo>
                  <a:lnTo>
                    <a:pt x="809518" y="215920"/>
                  </a:lnTo>
                  <a:lnTo>
                    <a:pt x="809518" y="464582"/>
                  </a:lnTo>
                  <a:lnTo>
                    <a:pt x="952500" y="464582"/>
                  </a:lnTo>
                  <a:lnTo>
                    <a:pt x="952500" y="215920"/>
                  </a:lnTo>
                  <a:close/>
                </a:path>
                <a:path w="1038225" h="727710">
                  <a:moveTo>
                    <a:pt x="307726" y="176701"/>
                  </a:moveTo>
                  <a:lnTo>
                    <a:pt x="151394" y="176701"/>
                  </a:lnTo>
                  <a:lnTo>
                    <a:pt x="151394" y="727639"/>
                  </a:lnTo>
                  <a:lnTo>
                    <a:pt x="307726" y="727639"/>
                  </a:lnTo>
                  <a:lnTo>
                    <a:pt x="307726" y="176701"/>
                  </a:lnTo>
                  <a:close/>
                </a:path>
                <a:path w="1038225" h="727710">
                  <a:moveTo>
                    <a:pt x="307726" y="0"/>
                  </a:moveTo>
                  <a:lnTo>
                    <a:pt x="212994" y="0"/>
                  </a:lnTo>
                  <a:lnTo>
                    <a:pt x="190468" y="16309"/>
                  </a:lnTo>
                  <a:lnTo>
                    <a:pt x="166676" y="31919"/>
                  </a:lnTo>
                  <a:lnTo>
                    <a:pt x="115214" y="61078"/>
                  </a:lnTo>
                  <a:lnTo>
                    <a:pt x="59321" y="86389"/>
                  </a:lnTo>
                  <a:lnTo>
                    <a:pt x="0" y="106728"/>
                  </a:lnTo>
                  <a:lnTo>
                    <a:pt x="0" y="238755"/>
                  </a:lnTo>
                  <a:lnTo>
                    <a:pt x="42184" y="230562"/>
                  </a:lnTo>
                  <a:lnTo>
                    <a:pt x="83454" y="216657"/>
                  </a:lnTo>
                  <a:lnTo>
                    <a:pt x="120914" y="198299"/>
                  </a:lnTo>
                  <a:lnTo>
                    <a:pt x="151394" y="176701"/>
                  </a:lnTo>
                  <a:lnTo>
                    <a:pt x="307726" y="176701"/>
                  </a:lnTo>
                  <a:lnTo>
                    <a:pt x="307726" y="0"/>
                  </a:lnTo>
                  <a:close/>
                </a:path>
              </a:pathLst>
            </a:custGeom>
            <a:solidFill>
              <a:srgbClr val="FFFF00"/>
            </a:solidFill>
          </p:spPr>
          <p:txBody>
            <a:bodyPr wrap="square" lIns="0" tIns="0" rIns="0" bIns="0" rtlCol="0"/>
            <a:lstStyle/>
            <a:p>
              <a:endParaRPr/>
            </a:p>
          </p:txBody>
        </p:sp>
        <p:sp>
          <p:nvSpPr>
            <p:cNvPr id="138" name="object 138"/>
            <p:cNvSpPr/>
            <p:nvPr/>
          </p:nvSpPr>
          <p:spPr>
            <a:xfrm>
              <a:off x="7377927" y="5506723"/>
              <a:ext cx="1038225" cy="727710"/>
            </a:xfrm>
            <a:custGeom>
              <a:avLst/>
              <a:gdLst/>
              <a:ahLst/>
              <a:cxnLst/>
              <a:rect l="l" t="t" r="r" b="b"/>
              <a:pathLst>
                <a:path w="1038225" h="727710">
                  <a:moveTo>
                    <a:pt x="809518" y="215920"/>
                  </a:moveTo>
                  <a:lnTo>
                    <a:pt x="781790" y="264732"/>
                  </a:lnTo>
                  <a:lnTo>
                    <a:pt x="761554" y="297630"/>
                  </a:lnTo>
                  <a:lnTo>
                    <a:pt x="740215" y="330138"/>
                  </a:lnTo>
                  <a:lnTo>
                    <a:pt x="717949" y="362090"/>
                  </a:lnTo>
                  <a:lnTo>
                    <a:pt x="695417" y="393115"/>
                  </a:lnTo>
                  <a:lnTo>
                    <a:pt x="661556" y="437346"/>
                  </a:lnTo>
                  <a:lnTo>
                    <a:pt x="639836" y="464582"/>
                  </a:lnTo>
                  <a:lnTo>
                    <a:pt x="809518" y="464582"/>
                  </a:lnTo>
                  <a:lnTo>
                    <a:pt x="809518" y="215920"/>
                  </a:lnTo>
                  <a:close/>
                </a:path>
                <a:path w="1038225" h="727710">
                  <a:moveTo>
                    <a:pt x="807110" y="15870"/>
                  </a:moveTo>
                  <a:lnTo>
                    <a:pt x="952499" y="15870"/>
                  </a:lnTo>
                  <a:lnTo>
                    <a:pt x="952499" y="464582"/>
                  </a:lnTo>
                  <a:lnTo>
                    <a:pt x="1037843" y="464582"/>
                  </a:lnTo>
                  <a:lnTo>
                    <a:pt x="1037843" y="581716"/>
                  </a:lnTo>
                  <a:lnTo>
                    <a:pt x="952499" y="581716"/>
                  </a:lnTo>
                  <a:lnTo>
                    <a:pt x="952499" y="727639"/>
                  </a:lnTo>
                  <a:lnTo>
                    <a:pt x="809518" y="727639"/>
                  </a:lnTo>
                  <a:lnTo>
                    <a:pt x="809518" y="581716"/>
                  </a:lnTo>
                  <a:lnTo>
                    <a:pt x="499384" y="581716"/>
                  </a:lnTo>
                  <a:lnTo>
                    <a:pt x="499384" y="459129"/>
                  </a:lnTo>
                  <a:lnTo>
                    <a:pt x="520147" y="435504"/>
                  </a:lnTo>
                  <a:lnTo>
                    <a:pt x="541290" y="410798"/>
                  </a:lnTo>
                  <a:lnTo>
                    <a:pt x="584728" y="358127"/>
                  </a:lnTo>
                  <a:lnTo>
                    <a:pt x="628154" y="302471"/>
                  </a:lnTo>
                  <a:lnTo>
                    <a:pt x="670072" y="245208"/>
                  </a:lnTo>
                  <a:lnTo>
                    <a:pt x="709890" y="186944"/>
                  </a:lnTo>
                  <a:lnTo>
                    <a:pt x="746759" y="128314"/>
                  </a:lnTo>
                  <a:lnTo>
                    <a:pt x="779598" y="70814"/>
                  </a:lnTo>
                  <a:lnTo>
                    <a:pt x="794033" y="43033"/>
                  </a:lnTo>
                  <a:lnTo>
                    <a:pt x="807110" y="15870"/>
                  </a:lnTo>
                  <a:close/>
                </a:path>
                <a:path w="1038225" h="727710">
                  <a:moveTo>
                    <a:pt x="212994" y="0"/>
                  </a:moveTo>
                  <a:lnTo>
                    <a:pt x="307726" y="0"/>
                  </a:lnTo>
                  <a:lnTo>
                    <a:pt x="307726" y="727639"/>
                  </a:lnTo>
                  <a:lnTo>
                    <a:pt x="151394" y="727639"/>
                  </a:lnTo>
                  <a:lnTo>
                    <a:pt x="151394" y="176701"/>
                  </a:lnTo>
                  <a:lnTo>
                    <a:pt x="144634" y="182336"/>
                  </a:lnTo>
                  <a:lnTo>
                    <a:pt x="111940" y="203263"/>
                  </a:lnTo>
                  <a:lnTo>
                    <a:pt x="73371" y="220600"/>
                  </a:lnTo>
                  <a:lnTo>
                    <a:pt x="31538" y="233212"/>
                  </a:lnTo>
                  <a:lnTo>
                    <a:pt x="0" y="238755"/>
                  </a:lnTo>
                  <a:lnTo>
                    <a:pt x="0" y="106728"/>
                  </a:lnTo>
                  <a:lnTo>
                    <a:pt x="30080" y="97175"/>
                  </a:lnTo>
                  <a:lnTo>
                    <a:pt x="59321" y="86389"/>
                  </a:lnTo>
                  <a:lnTo>
                    <a:pt x="115214" y="61078"/>
                  </a:lnTo>
                  <a:lnTo>
                    <a:pt x="166676" y="31919"/>
                  </a:lnTo>
                  <a:lnTo>
                    <a:pt x="190468" y="16309"/>
                  </a:lnTo>
                  <a:lnTo>
                    <a:pt x="212994" y="0"/>
                  </a:lnTo>
                  <a:close/>
                </a:path>
              </a:pathLst>
            </a:custGeom>
            <a:ln w="12191">
              <a:solidFill>
                <a:srgbClr val="000000"/>
              </a:solidFill>
            </a:ln>
          </p:spPr>
          <p:txBody>
            <a:bodyPr wrap="square" lIns="0" tIns="0" rIns="0" bIns="0" rtlCol="0"/>
            <a:lstStyle/>
            <a:p>
              <a:endParaRPr/>
            </a:p>
          </p:txBody>
        </p:sp>
        <p:sp>
          <p:nvSpPr>
            <p:cNvPr id="139" name="object 139"/>
            <p:cNvSpPr/>
            <p:nvPr/>
          </p:nvSpPr>
          <p:spPr>
            <a:xfrm>
              <a:off x="6748271" y="5225795"/>
              <a:ext cx="2218944" cy="1345691"/>
            </a:xfrm>
            <a:prstGeom prst="rect">
              <a:avLst/>
            </a:prstGeom>
            <a:blipFill>
              <a:blip r:embed="rId57" cstate="print"/>
              <a:stretch>
                <a:fillRect/>
              </a:stretch>
            </a:blipFill>
          </p:spPr>
          <p:txBody>
            <a:bodyPr wrap="square" lIns="0" tIns="0" rIns="0" bIns="0" rtlCol="0"/>
            <a:lstStyle/>
            <a:p>
              <a:endParaRPr/>
            </a:p>
          </p:txBody>
        </p:sp>
        <p:sp>
          <p:nvSpPr>
            <p:cNvPr id="140" name="object 140"/>
            <p:cNvSpPr/>
            <p:nvPr/>
          </p:nvSpPr>
          <p:spPr>
            <a:xfrm>
              <a:off x="6594347" y="4908802"/>
              <a:ext cx="2549651" cy="1949195"/>
            </a:xfrm>
            <a:prstGeom prst="rect">
              <a:avLst/>
            </a:prstGeom>
            <a:blipFill>
              <a:blip r:embed="rId58" cstate="print"/>
              <a:stretch>
                <a:fillRect/>
              </a:stretch>
            </a:blipFill>
          </p:spPr>
          <p:txBody>
            <a:bodyPr wrap="square" lIns="0" tIns="0" rIns="0" bIns="0" rtlCol="0"/>
            <a:lstStyle/>
            <a:p>
              <a:endParaRPr/>
            </a:p>
          </p:txBody>
        </p:sp>
        <p:sp>
          <p:nvSpPr>
            <p:cNvPr id="141" name="object 141"/>
            <p:cNvSpPr/>
            <p:nvPr/>
          </p:nvSpPr>
          <p:spPr>
            <a:xfrm>
              <a:off x="6829440" y="5286755"/>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5"/>
                  </a:lnTo>
                  <a:lnTo>
                    <a:pt x="18275" y="1042031"/>
                  </a:lnTo>
                  <a:lnTo>
                    <a:pt x="39715" y="1081528"/>
                  </a:lnTo>
                  <a:lnTo>
                    <a:pt x="68111" y="1115939"/>
                  </a:lnTo>
                  <a:lnTo>
                    <a:pt x="102526" y="1144331"/>
                  </a:lnTo>
                  <a:lnTo>
                    <a:pt x="142024" y="1165769"/>
                  </a:lnTo>
                  <a:lnTo>
                    <a:pt x="185671" y="1179317"/>
                  </a:lnTo>
                  <a:lnTo>
                    <a:pt x="232531" y="1184041"/>
                  </a:lnTo>
                  <a:lnTo>
                    <a:pt x="1824837" y="1184041"/>
                  </a:lnTo>
                  <a:lnTo>
                    <a:pt x="1871698" y="1179317"/>
                  </a:lnTo>
                  <a:lnTo>
                    <a:pt x="1915349" y="1165769"/>
                  </a:lnTo>
                  <a:lnTo>
                    <a:pt x="1954852" y="1144331"/>
                  </a:lnTo>
                  <a:lnTo>
                    <a:pt x="1989273" y="1115939"/>
                  </a:lnTo>
                  <a:lnTo>
                    <a:pt x="2017674" y="1081528"/>
                  </a:lnTo>
                  <a:lnTo>
                    <a:pt x="2039120" y="1042031"/>
                  </a:lnTo>
                  <a:lnTo>
                    <a:pt x="2052673" y="998385"/>
                  </a:lnTo>
                  <a:lnTo>
                    <a:pt x="2057399" y="951524"/>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42" name="object 142"/>
            <p:cNvSpPr/>
            <p:nvPr/>
          </p:nvSpPr>
          <p:spPr>
            <a:xfrm>
              <a:off x="6829440" y="5286755"/>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24"/>
                  </a:lnTo>
                  <a:lnTo>
                    <a:pt x="2052673" y="998385"/>
                  </a:lnTo>
                  <a:lnTo>
                    <a:pt x="2039120" y="1042031"/>
                  </a:lnTo>
                  <a:lnTo>
                    <a:pt x="2017674" y="1081528"/>
                  </a:lnTo>
                  <a:lnTo>
                    <a:pt x="1989273" y="1115939"/>
                  </a:lnTo>
                  <a:lnTo>
                    <a:pt x="1954852" y="1144331"/>
                  </a:lnTo>
                  <a:lnTo>
                    <a:pt x="1915349" y="1165769"/>
                  </a:lnTo>
                  <a:lnTo>
                    <a:pt x="1871698" y="1179317"/>
                  </a:lnTo>
                  <a:lnTo>
                    <a:pt x="1824837" y="1184041"/>
                  </a:lnTo>
                  <a:lnTo>
                    <a:pt x="232531" y="1184041"/>
                  </a:lnTo>
                  <a:lnTo>
                    <a:pt x="185671" y="1179317"/>
                  </a:lnTo>
                  <a:lnTo>
                    <a:pt x="142024" y="1165769"/>
                  </a:lnTo>
                  <a:lnTo>
                    <a:pt x="102526" y="1144331"/>
                  </a:lnTo>
                  <a:lnTo>
                    <a:pt x="68111" y="1115939"/>
                  </a:lnTo>
                  <a:lnTo>
                    <a:pt x="39715" y="1081528"/>
                  </a:lnTo>
                  <a:lnTo>
                    <a:pt x="18275" y="1042031"/>
                  </a:lnTo>
                  <a:lnTo>
                    <a:pt x="4724" y="998385"/>
                  </a:lnTo>
                  <a:lnTo>
                    <a:pt x="0" y="951524"/>
                  </a:lnTo>
                  <a:lnTo>
                    <a:pt x="0" y="232541"/>
                  </a:lnTo>
                  <a:close/>
                </a:path>
              </a:pathLst>
            </a:custGeom>
            <a:ln w="76199">
              <a:solidFill>
                <a:srgbClr val="00AF50"/>
              </a:solidFill>
            </a:ln>
          </p:spPr>
          <p:txBody>
            <a:bodyPr wrap="square" lIns="0" tIns="0" rIns="0" bIns="0" rtlCol="0"/>
            <a:lstStyle/>
            <a:p>
              <a:endParaRPr/>
            </a:p>
          </p:txBody>
        </p:sp>
        <p:sp>
          <p:nvSpPr>
            <p:cNvPr id="143" name="object 143"/>
            <p:cNvSpPr/>
            <p:nvPr/>
          </p:nvSpPr>
          <p:spPr>
            <a:xfrm>
              <a:off x="6635495" y="4928615"/>
              <a:ext cx="2481072" cy="1929383"/>
            </a:xfrm>
            <a:prstGeom prst="rect">
              <a:avLst/>
            </a:prstGeom>
            <a:blipFill>
              <a:blip r:embed="rId59" cstate="print"/>
              <a:stretch>
                <a:fillRect/>
              </a:stretch>
            </a:blipFill>
          </p:spPr>
          <p:txBody>
            <a:bodyPr wrap="square" lIns="0" tIns="0" rIns="0" bIns="0" rtlCol="0"/>
            <a:lstStyle/>
            <a:p>
              <a:endParaRPr/>
            </a:p>
          </p:txBody>
        </p:sp>
        <p:sp>
          <p:nvSpPr>
            <p:cNvPr id="144" name="object 144"/>
            <p:cNvSpPr/>
            <p:nvPr/>
          </p:nvSpPr>
          <p:spPr>
            <a:xfrm>
              <a:off x="7377562" y="5522976"/>
              <a:ext cx="997585" cy="740410"/>
            </a:xfrm>
            <a:custGeom>
              <a:avLst/>
              <a:gdLst/>
              <a:ahLst/>
              <a:cxnLst/>
              <a:rect l="l" t="t" r="r" b="b"/>
              <a:pathLst>
                <a:path w="997584" h="740410">
                  <a:moveTo>
                    <a:pt x="550407" y="575285"/>
                  </a:moveTo>
                  <a:lnTo>
                    <a:pt x="550407" y="709290"/>
                  </a:lnTo>
                  <a:lnTo>
                    <a:pt x="587431" y="722759"/>
                  </a:lnTo>
                  <a:lnTo>
                    <a:pt x="628577" y="732377"/>
                  </a:lnTo>
                  <a:lnTo>
                    <a:pt x="673821" y="738146"/>
                  </a:lnTo>
                  <a:lnTo>
                    <a:pt x="723138" y="740069"/>
                  </a:lnTo>
                  <a:lnTo>
                    <a:pt x="783119" y="735803"/>
                  </a:lnTo>
                  <a:lnTo>
                    <a:pt x="836546" y="723007"/>
                  </a:lnTo>
                  <a:lnTo>
                    <a:pt x="883400" y="701683"/>
                  </a:lnTo>
                  <a:lnTo>
                    <a:pt x="923665" y="671834"/>
                  </a:lnTo>
                  <a:lnTo>
                    <a:pt x="956007" y="635239"/>
                  </a:lnTo>
                  <a:lnTo>
                    <a:pt x="964508" y="619957"/>
                  </a:lnTo>
                  <a:lnTo>
                    <a:pt x="705733" y="619957"/>
                  </a:lnTo>
                  <a:lnTo>
                    <a:pt x="665159" y="617164"/>
                  </a:lnTo>
                  <a:lnTo>
                    <a:pt x="625739" y="608788"/>
                  </a:lnTo>
                  <a:lnTo>
                    <a:pt x="587484" y="594828"/>
                  </a:lnTo>
                  <a:lnTo>
                    <a:pt x="550407" y="575285"/>
                  </a:lnTo>
                  <a:close/>
                </a:path>
                <a:path w="997584" h="740410">
                  <a:moveTo>
                    <a:pt x="979952" y="404551"/>
                  </a:moveTo>
                  <a:lnTo>
                    <a:pt x="688329" y="404551"/>
                  </a:lnTo>
                  <a:lnTo>
                    <a:pt x="742159" y="408780"/>
                  </a:lnTo>
                  <a:lnTo>
                    <a:pt x="784015" y="421466"/>
                  </a:lnTo>
                  <a:lnTo>
                    <a:pt x="813902" y="442610"/>
                  </a:lnTo>
                  <a:lnTo>
                    <a:pt x="831829" y="472209"/>
                  </a:lnTo>
                  <a:lnTo>
                    <a:pt x="837803" y="510265"/>
                  </a:lnTo>
                  <a:lnTo>
                    <a:pt x="835614" y="534261"/>
                  </a:lnTo>
                  <a:lnTo>
                    <a:pt x="818091" y="574338"/>
                  </a:lnTo>
                  <a:lnTo>
                    <a:pt x="783615" y="603342"/>
                  </a:lnTo>
                  <a:lnTo>
                    <a:pt x="735089" y="618111"/>
                  </a:lnTo>
                  <a:lnTo>
                    <a:pt x="705733" y="619957"/>
                  </a:lnTo>
                  <a:lnTo>
                    <a:pt x="964508" y="619957"/>
                  </a:lnTo>
                  <a:lnTo>
                    <a:pt x="979105" y="593714"/>
                  </a:lnTo>
                  <a:lnTo>
                    <a:pt x="992961" y="547258"/>
                  </a:lnTo>
                  <a:lnTo>
                    <a:pt x="997579" y="495869"/>
                  </a:lnTo>
                  <a:lnTo>
                    <a:pt x="993701" y="449713"/>
                  </a:lnTo>
                  <a:lnTo>
                    <a:pt x="982073" y="408520"/>
                  </a:lnTo>
                  <a:lnTo>
                    <a:pt x="979952" y="404551"/>
                  </a:lnTo>
                  <a:close/>
                </a:path>
                <a:path w="997584" h="740410">
                  <a:moveTo>
                    <a:pt x="964813" y="15870"/>
                  </a:moveTo>
                  <a:lnTo>
                    <a:pt x="588142" y="15870"/>
                  </a:lnTo>
                  <a:lnTo>
                    <a:pt x="561350" y="412979"/>
                  </a:lnTo>
                  <a:lnTo>
                    <a:pt x="596282" y="409287"/>
                  </a:lnTo>
                  <a:lnTo>
                    <a:pt x="629080" y="406654"/>
                  </a:lnTo>
                  <a:lnTo>
                    <a:pt x="659758" y="405077"/>
                  </a:lnTo>
                  <a:lnTo>
                    <a:pt x="688329" y="404551"/>
                  </a:lnTo>
                  <a:lnTo>
                    <a:pt x="979952" y="404551"/>
                  </a:lnTo>
                  <a:lnTo>
                    <a:pt x="962707" y="372289"/>
                  </a:lnTo>
                  <a:lnTo>
                    <a:pt x="935614" y="341019"/>
                  </a:lnTo>
                  <a:lnTo>
                    <a:pt x="901575" y="315828"/>
                  </a:lnTo>
                  <a:lnTo>
                    <a:pt x="861589" y="297834"/>
                  </a:lnTo>
                  <a:lnTo>
                    <a:pt x="815654" y="287038"/>
                  </a:lnTo>
                  <a:lnTo>
                    <a:pt x="806527" y="286405"/>
                  </a:lnTo>
                  <a:lnTo>
                    <a:pt x="697870" y="286405"/>
                  </a:lnTo>
                  <a:lnTo>
                    <a:pt x="707776" y="143969"/>
                  </a:lnTo>
                  <a:lnTo>
                    <a:pt x="964813" y="143969"/>
                  </a:lnTo>
                  <a:lnTo>
                    <a:pt x="964813" y="15870"/>
                  </a:lnTo>
                  <a:close/>
                </a:path>
                <a:path w="997584" h="740410">
                  <a:moveTo>
                    <a:pt x="763767" y="283439"/>
                  </a:moveTo>
                  <a:lnTo>
                    <a:pt x="749275" y="283624"/>
                  </a:lnTo>
                  <a:lnTo>
                    <a:pt x="733436" y="284180"/>
                  </a:lnTo>
                  <a:lnTo>
                    <a:pt x="716289" y="285107"/>
                  </a:lnTo>
                  <a:lnTo>
                    <a:pt x="697870" y="286405"/>
                  </a:lnTo>
                  <a:lnTo>
                    <a:pt x="806527" y="286405"/>
                  </a:lnTo>
                  <a:lnTo>
                    <a:pt x="763767" y="283439"/>
                  </a:lnTo>
                  <a:close/>
                </a:path>
                <a:path w="997584" h="740410">
                  <a:moveTo>
                    <a:pt x="307726" y="176723"/>
                  </a:moveTo>
                  <a:lnTo>
                    <a:pt x="151394" y="176723"/>
                  </a:lnTo>
                  <a:lnTo>
                    <a:pt x="151394" y="727661"/>
                  </a:lnTo>
                  <a:lnTo>
                    <a:pt x="307726" y="727661"/>
                  </a:lnTo>
                  <a:lnTo>
                    <a:pt x="307726" y="176723"/>
                  </a:lnTo>
                  <a:close/>
                </a:path>
                <a:path w="997584" h="740410">
                  <a:moveTo>
                    <a:pt x="307726" y="0"/>
                  </a:moveTo>
                  <a:lnTo>
                    <a:pt x="212841" y="0"/>
                  </a:lnTo>
                  <a:lnTo>
                    <a:pt x="190367" y="16314"/>
                  </a:lnTo>
                  <a:lnTo>
                    <a:pt x="166569" y="31925"/>
                  </a:lnTo>
                  <a:lnTo>
                    <a:pt x="115062" y="61091"/>
                  </a:lnTo>
                  <a:lnTo>
                    <a:pt x="59245" y="86392"/>
                  </a:lnTo>
                  <a:lnTo>
                    <a:pt x="0" y="106740"/>
                  </a:lnTo>
                  <a:lnTo>
                    <a:pt x="0" y="238768"/>
                  </a:lnTo>
                  <a:lnTo>
                    <a:pt x="42153" y="230575"/>
                  </a:lnTo>
                  <a:lnTo>
                    <a:pt x="83301" y="216670"/>
                  </a:lnTo>
                  <a:lnTo>
                    <a:pt x="120761" y="198308"/>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45" name="object 145"/>
            <p:cNvSpPr/>
            <p:nvPr/>
          </p:nvSpPr>
          <p:spPr>
            <a:xfrm>
              <a:off x="7377561" y="5522976"/>
              <a:ext cx="997585" cy="740410"/>
            </a:xfrm>
            <a:custGeom>
              <a:avLst/>
              <a:gdLst/>
              <a:ahLst/>
              <a:cxnLst/>
              <a:rect l="l" t="t" r="r" b="b"/>
              <a:pathLst>
                <a:path w="997584" h="740410">
                  <a:moveTo>
                    <a:pt x="588142" y="15870"/>
                  </a:moveTo>
                  <a:lnTo>
                    <a:pt x="964813" y="15870"/>
                  </a:lnTo>
                  <a:lnTo>
                    <a:pt x="964813" y="143969"/>
                  </a:lnTo>
                  <a:lnTo>
                    <a:pt x="707776" y="143969"/>
                  </a:lnTo>
                  <a:lnTo>
                    <a:pt x="697870" y="286405"/>
                  </a:lnTo>
                  <a:lnTo>
                    <a:pt x="716289" y="285107"/>
                  </a:lnTo>
                  <a:lnTo>
                    <a:pt x="733436" y="284180"/>
                  </a:lnTo>
                  <a:lnTo>
                    <a:pt x="749275" y="283624"/>
                  </a:lnTo>
                  <a:lnTo>
                    <a:pt x="763767" y="283439"/>
                  </a:lnTo>
                  <a:lnTo>
                    <a:pt x="815654" y="287038"/>
                  </a:lnTo>
                  <a:lnTo>
                    <a:pt x="861589" y="297834"/>
                  </a:lnTo>
                  <a:lnTo>
                    <a:pt x="901575" y="315828"/>
                  </a:lnTo>
                  <a:lnTo>
                    <a:pt x="935614" y="341019"/>
                  </a:lnTo>
                  <a:lnTo>
                    <a:pt x="962706" y="372289"/>
                  </a:lnTo>
                  <a:lnTo>
                    <a:pt x="982073" y="408520"/>
                  </a:lnTo>
                  <a:lnTo>
                    <a:pt x="993701" y="449713"/>
                  </a:lnTo>
                  <a:lnTo>
                    <a:pt x="997579" y="495869"/>
                  </a:lnTo>
                  <a:lnTo>
                    <a:pt x="992961" y="547258"/>
                  </a:lnTo>
                  <a:lnTo>
                    <a:pt x="979105" y="593714"/>
                  </a:lnTo>
                  <a:lnTo>
                    <a:pt x="956007" y="635239"/>
                  </a:lnTo>
                  <a:lnTo>
                    <a:pt x="923665" y="671834"/>
                  </a:lnTo>
                  <a:lnTo>
                    <a:pt x="883400" y="701683"/>
                  </a:lnTo>
                  <a:lnTo>
                    <a:pt x="836546" y="723007"/>
                  </a:lnTo>
                  <a:lnTo>
                    <a:pt x="783119" y="735803"/>
                  </a:lnTo>
                  <a:lnTo>
                    <a:pt x="723137" y="740069"/>
                  </a:lnTo>
                  <a:lnTo>
                    <a:pt x="673821" y="738146"/>
                  </a:lnTo>
                  <a:lnTo>
                    <a:pt x="628577" y="732377"/>
                  </a:lnTo>
                  <a:lnTo>
                    <a:pt x="587431" y="722759"/>
                  </a:lnTo>
                  <a:lnTo>
                    <a:pt x="550407" y="709290"/>
                  </a:lnTo>
                  <a:lnTo>
                    <a:pt x="550407" y="575285"/>
                  </a:lnTo>
                  <a:lnTo>
                    <a:pt x="587484" y="594828"/>
                  </a:lnTo>
                  <a:lnTo>
                    <a:pt x="625739" y="608788"/>
                  </a:lnTo>
                  <a:lnTo>
                    <a:pt x="665159" y="617164"/>
                  </a:lnTo>
                  <a:lnTo>
                    <a:pt x="705733" y="619957"/>
                  </a:lnTo>
                  <a:lnTo>
                    <a:pt x="735089" y="618111"/>
                  </a:lnTo>
                  <a:lnTo>
                    <a:pt x="783615" y="603342"/>
                  </a:lnTo>
                  <a:lnTo>
                    <a:pt x="818091" y="574338"/>
                  </a:lnTo>
                  <a:lnTo>
                    <a:pt x="835614" y="534261"/>
                  </a:lnTo>
                  <a:lnTo>
                    <a:pt x="837803" y="510265"/>
                  </a:lnTo>
                  <a:lnTo>
                    <a:pt x="831829" y="472209"/>
                  </a:lnTo>
                  <a:lnTo>
                    <a:pt x="813902" y="442610"/>
                  </a:lnTo>
                  <a:lnTo>
                    <a:pt x="784015" y="421466"/>
                  </a:lnTo>
                  <a:lnTo>
                    <a:pt x="742159" y="408780"/>
                  </a:lnTo>
                  <a:lnTo>
                    <a:pt x="688329" y="404551"/>
                  </a:lnTo>
                  <a:lnTo>
                    <a:pt x="659758" y="405077"/>
                  </a:lnTo>
                  <a:lnTo>
                    <a:pt x="629080" y="406654"/>
                  </a:lnTo>
                  <a:lnTo>
                    <a:pt x="596282" y="409287"/>
                  </a:lnTo>
                  <a:lnTo>
                    <a:pt x="561350" y="412979"/>
                  </a:lnTo>
                  <a:lnTo>
                    <a:pt x="588142" y="15870"/>
                  </a:lnTo>
                  <a:close/>
                </a:path>
                <a:path w="997584" h="740410">
                  <a:moveTo>
                    <a:pt x="212841" y="0"/>
                  </a:moveTo>
                  <a:lnTo>
                    <a:pt x="307726" y="0"/>
                  </a:lnTo>
                  <a:lnTo>
                    <a:pt x="307726" y="727661"/>
                  </a:lnTo>
                  <a:lnTo>
                    <a:pt x="151394" y="727661"/>
                  </a:lnTo>
                  <a:lnTo>
                    <a:pt x="151394" y="176723"/>
                  </a:lnTo>
                  <a:lnTo>
                    <a:pt x="144619" y="182356"/>
                  </a:lnTo>
                  <a:lnTo>
                    <a:pt x="111843" y="203281"/>
                  </a:lnTo>
                  <a:lnTo>
                    <a:pt x="73306" y="220612"/>
                  </a:lnTo>
                  <a:lnTo>
                    <a:pt x="31521" y="233226"/>
                  </a:lnTo>
                  <a:lnTo>
                    <a:pt x="0" y="238768"/>
                  </a:lnTo>
                  <a:lnTo>
                    <a:pt x="0" y="106740"/>
                  </a:lnTo>
                  <a:lnTo>
                    <a:pt x="30048" y="97187"/>
                  </a:lnTo>
                  <a:lnTo>
                    <a:pt x="59245" y="86392"/>
                  </a:lnTo>
                  <a:lnTo>
                    <a:pt x="115061" y="61091"/>
                  </a:lnTo>
                  <a:lnTo>
                    <a:pt x="166569" y="31925"/>
                  </a:lnTo>
                  <a:lnTo>
                    <a:pt x="190367" y="16314"/>
                  </a:lnTo>
                  <a:lnTo>
                    <a:pt x="212841" y="0"/>
                  </a:lnTo>
                  <a:close/>
                </a:path>
              </a:pathLst>
            </a:custGeom>
            <a:ln w="12191">
              <a:solidFill>
                <a:srgbClr val="000000"/>
              </a:solidFill>
            </a:ln>
          </p:spPr>
          <p:txBody>
            <a:bodyPr wrap="square" lIns="0" tIns="0" rIns="0" bIns="0" rtlCol="0"/>
            <a:lstStyle/>
            <a:p>
              <a:endParaRPr/>
            </a:p>
          </p:txBody>
        </p:sp>
        <p:sp>
          <p:nvSpPr>
            <p:cNvPr id="146" name="object 146"/>
            <p:cNvSpPr/>
            <p:nvPr/>
          </p:nvSpPr>
          <p:spPr>
            <a:xfrm>
              <a:off x="6739127" y="5209032"/>
              <a:ext cx="2218944" cy="1345692"/>
            </a:xfrm>
            <a:prstGeom prst="rect">
              <a:avLst/>
            </a:prstGeom>
            <a:blipFill>
              <a:blip r:embed="rId60" cstate="print"/>
              <a:stretch>
                <a:fillRect/>
              </a:stretch>
            </a:blipFill>
          </p:spPr>
          <p:txBody>
            <a:bodyPr wrap="square" lIns="0" tIns="0" rIns="0" bIns="0" rtlCol="0"/>
            <a:lstStyle/>
            <a:p>
              <a:endParaRPr/>
            </a:p>
          </p:txBody>
        </p:sp>
        <p:sp>
          <p:nvSpPr>
            <p:cNvPr id="147" name="object 147"/>
            <p:cNvSpPr/>
            <p:nvPr/>
          </p:nvSpPr>
          <p:spPr>
            <a:xfrm>
              <a:off x="6585203" y="4892039"/>
              <a:ext cx="2558795" cy="1965959"/>
            </a:xfrm>
            <a:prstGeom prst="rect">
              <a:avLst/>
            </a:prstGeom>
            <a:blipFill>
              <a:blip r:embed="rId61" cstate="print"/>
              <a:stretch>
                <a:fillRect/>
              </a:stretch>
            </a:blipFill>
          </p:spPr>
          <p:txBody>
            <a:bodyPr wrap="square" lIns="0" tIns="0" rIns="0" bIns="0" rtlCol="0"/>
            <a:lstStyle/>
            <a:p>
              <a:endParaRPr/>
            </a:p>
          </p:txBody>
        </p:sp>
        <p:sp>
          <p:nvSpPr>
            <p:cNvPr id="148" name="object 148"/>
            <p:cNvSpPr/>
            <p:nvPr/>
          </p:nvSpPr>
          <p:spPr>
            <a:xfrm>
              <a:off x="6819899" y="5269991"/>
              <a:ext cx="2057400" cy="1184275"/>
            </a:xfrm>
            <a:custGeom>
              <a:avLst/>
              <a:gdLst/>
              <a:ahLst/>
              <a:cxnLst/>
              <a:rect l="l" t="t" r="r" b="b"/>
              <a:pathLst>
                <a:path w="2057400" h="1184275">
                  <a:moveTo>
                    <a:pt x="1824868"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1"/>
                  </a:lnTo>
                  <a:lnTo>
                    <a:pt x="18279" y="1041965"/>
                  </a:lnTo>
                  <a:lnTo>
                    <a:pt x="39723" y="1081459"/>
                  </a:lnTo>
                  <a:lnTo>
                    <a:pt x="68122" y="1115869"/>
                  </a:lnTo>
                  <a:lnTo>
                    <a:pt x="102539" y="1144260"/>
                  </a:lnTo>
                  <a:lnTo>
                    <a:pt x="142037" y="1165696"/>
                  </a:lnTo>
                  <a:lnTo>
                    <a:pt x="185680" y="1179244"/>
                  </a:lnTo>
                  <a:lnTo>
                    <a:pt x="232531" y="1183968"/>
                  </a:lnTo>
                  <a:lnTo>
                    <a:pt x="1824868" y="1183968"/>
                  </a:lnTo>
                  <a:lnTo>
                    <a:pt x="1871719" y="1179244"/>
                  </a:lnTo>
                  <a:lnTo>
                    <a:pt x="1915362" y="1165696"/>
                  </a:lnTo>
                  <a:lnTo>
                    <a:pt x="1954860" y="1144260"/>
                  </a:lnTo>
                  <a:lnTo>
                    <a:pt x="1989277" y="1115869"/>
                  </a:lnTo>
                  <a:lnTo>
                    <a:pt x="2017676" y="1081459"/>
                  </a:lnTo>
                  <a:lnTo>
                    <a:pt x="2039120" y="1041965"/>
                  </a:lnTo>
                  <a:lnTo>
                    <a:pt x="2052674" y="998321"/>
                  </a:lnTo>
                  <a:lnTo>
                    <a:pt x="2057399" y="951463"/>
                  </a:lnTo>
                  <a:lnTo>
                    <a:pt x="2057399" y="232409"/>
                  </a:lnTo>
                  <a:lnTo>
                    <a:pt x="2052674" y="185559"/>
                  </a:lnTo>
                  <a:lnTo>
                    <a:pt x="2039120" y="141928"/>
                  </a:lnTo>
                  <a:lnTo>
                    <a:pt x="2017676" y="102449"/>
                  </a:lnTo>
                  <a:lnTo>
                    <a:pt x="1989277" y="68056"/>
                  </a:lnTo>
                  <a:lnTo>
                    <a:pt x="1954860" y="39681"/>
                  </a:lnTo>
                  <a:lnTo>
                    <a:pt x="1915362" y="18258"/>
                  </a:lnTo>
                  <a:lnTo>
                    <a:pt x="1871719" y="4720"/>
                  </a:lnTo>
                  <a:lnTo>
                    <a:pt x="1824868" y="0"/>
                  </a:lnTo>
                  <a:close/>
                </a:path>
              </a:pathLst>
            </a:custGeom>
            <a:solidFill>
              <a:srgbClr val="252525"/>
            </a:solidFill>
          </p:spPr>
          <p:txBody>
            <a:bodyPr wrap="square" lIns="0" tIns="0" rIns="0" bIns="0" rtlCol="0"/>
            <a:lstStyle/>
            <a:p>
              <a:endParaRPr/>
            </a:p>
          </p:txBody>
        </p:sp>
        <p:sp>
          <p:nvSpPr>
            <p:cNvPr id="149" name="object 149"/>
            <p:cNvSpPr/>
            <p:nvPr/>
          </p:nvSpPr>
          <p:spPr>
            <a:xfrm>
              <a:off x="6819899" y="5269991"/>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868" y="0"/>
                  </a:lnTo>
                  <a:lnTo>
                    <a:pt x="1871719" y="4720"/>
                  </a:lnTo>
                  <a:lnTo>
                    <a:pt x="1915362" y="18258"/>
                  </a:lnTo>
                  <a:lnTo>
                    <a:pt x="1954860" y="39681"/>
                  </a:lnTo>
                  <a:lnTo>
                    <a:pt x="1989277" y="68056"/>
                  </a:lnTo>
                  <a:lnTo>
                    <a:pt x="2017676" y="102449"/>
                  </a:lnTo>
                  <a:lnTo>
                    <a:pt x="2039120" y="141928"/>
                  </a:lnTo>
                  <a:lnTo>
                    <a:pt x="2052674" y="185559"/>
                  </a:lnTo>
                  <a:lnTo>
                    <a:pt x="2057399" y="232409"/>
                  </a:lnTo>
                  <a:lnTo>
                    <a:pt x="2057399" y="951463"/>
                  </a:lnTo>
                  <a:lnTo>
                    <a:pt x="2052674" y="998321"/>
                  </a:lnTo>
                  <a:lnTo>
                    <a:pt x="2039120" y="1041965"/>
                  </a:lnTo>
                  <a:lnTo>
                    <a:pt x="2017676" y="1081459"/>
                  </a:lnTo>
                  <a:lnTo>
                    <a:pt x="1989277" y="1115869"/>
                  </a:lnTo>
                  <a:lnTo>
                    <a:pt x="1954860" y="1144260"/>
                  </a:lnTo>
                  <a:lnTo>
                    <a:pt x="1915362" y="1165696"/>
                  </a:lnTo>
                  <a:lnTo>
                    <a:pt x="1871719" y="1179244"/>
                  </a:lnTo>
                  <a:lnTo>
                    <a:pt x="1824868" y="1183968"/>
                  </a:lnTo>
                  <a:lnTo>
                    <a:pt x="232531" y="1183968"/>
                  </a:lnTo>
                  <a:lnTo>
                    <a:pt x="185680" y="1179244"/>
                  </a:lnTo>
                  <a:lnTo>
                    <a:pt x="142037" y="1165696"/>
                  </a:lnTo>
                  <a:lnTo>
                    <a:pt x="102539" y="1144260"/>
                  </a:lnTo>
                  <a:lnTo>
                    <a:pt x="68122" y="1115869"/>
                  </a:lnTo>
                  <a:lnTo>
                    <a:pt x="39723" y="1081459"/>
                  </a:lnTo>
                  <a:lnTo>
                    <a:pt x="18279" y="1041965"/>
                  </a:lnTo>
                  <a:lnTo>
                    <a:pt x="4725"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50" name="object 150"/>
            <p:cNvSpPr/>
            <p:nvPr/>
          </p:nvSpPr>
          <p:spPr>
            <a:xfrm>
              <a:off x="6626351" y="4911850"/>
              <a:ext cx="2481072" cy="1946147"/>
            </a:xfrm>
            <a:prstGeom prst="rect">
              <a:avLst/>
            </a:prstGeom>
            <a:blipFill>
              <a:blip r:embed="rId62" cstate="print"/>
              <a:stretch>
                <a:fillRect/>
              </a:stretch>
            </a:blipFill>
          </p:spPr>
          <p:txBody>
            <a:bodyPr wrap="square" lIns="0" tIns="0" rIns="0" bIns="0" rtlCol="0"/>
            <a:lstStyle/>
            <a:p>
              <a:endParaRPr/>
            </a:p>
          </p:txBody>
        </p:sp>
        <p:sp>
          <p:nvSpPr>
            <p:cNvPr id="151" name="object 151"/>
            <p:cNvSpPr/>
            <p:nvPr/>
          </p:nvSpPr>
          <p:spPr>
            <a:xfrm>
              <a:off x="7368022" y="5506211"/>
              <a:ext cx="1031240" cy="740410"/>
            </a:xfrm>
            <a:custGeom>
              <a:avLst/>
              <a:gdLst/>
              <a:ahLst/>
              <a:cxnLst/>
              <a:rect l="l" t="t" r="r" b="b"/>
              <a:pathLst>
                <a:path w="1031240" h="740410">
                  <a:moveTo>
                    <a:pt x="852190" y="3941"/>
                  </a:moveTo>
                  <a:lnTo>
                    <a:pt x="781480" y="11191"/>
                  </a:lnTo>
                  <a:lnTo>
                    <a:pt x="718200" y="33015"/>
                  </a:lnTo>
                  <a:lnTo>
                    <a:pt x="663031" y="68048"/>
                  </a:lnTo>
                  <a:lnTo>
                    <a:pt x="616732" y="115110"/>
                  </a:lnTo>
                  <a:lnTo>
                    <a:pt x="579611" y="173612"/>
                  </a:lnTo>
                  <a:lnTo>
                    <a:pt x="552206" y="242910"/>
                  </a:lnTo>
                  <a:lnTo>
                    <a:pt x="542294" y="281332"/>
                  </a:lnTo>
                  <a:lnTo>
                    <a:pt x="535228" y="321893"/>
                  </a:lnTo>
                  <a:lnTo>
                    <a:pt x="530997" y="364593"/>
                  </a:lnTo>
                  <a:lnTo>
                    <a:pt x="529594" y="409591"/>
                  </a:lnTo>
                  <a:lnTo>
                    <a:pt x="530667" y="447374"/>
                  </a:lnTo>
                  <a:lnTo>
                    <a:pt x="539349" y="517107"/>
                  </a:lnTo>
                  <a:lnTo>
                    <a:pt x="556614" y="578486"/>
                  </a:lnTo>
                  <a:lnTo>
                    <a:pt x="581626" y="630479"/>
                  </a:lnTo>
                  <a:lnTo>
                    <a:pt x="614356" y="672857"/>
                  </a:lnTo>
                  <a:lnTo>
                    <a:pt x="654495" y="705241"/>
                  </a:lnTo>
                  <a:lnTo>
                    <a:pt x="701739" y="727436"/>
                  </a:lnTo>
                  <a:lnTo>
                    <a:pt x="755460" y="738611"/>
                  </a:lnTo>
                  <a:lnTo>
                    <a:pt x="784738" y="740008"/>
                  </a:lnTo>
                  <a:lnTo>
                    <a:pt x="810981" y="738812"/>
                  </a:lnTo>
                  <a:lnTo>
                    <a:pt x="860326" y="729249"/>
                  </a:lnTo>
                  <a:lnTo>
                    <a:pt x="905233" y="710433"/>
                  </a:lnTo>
                  <a:lnTo>
                    <a:pt x="944228" y="684126"/>
                  </a:lnTo>
                  <a:lnTo>
                    <a:pt x="976884" y="650768"/>
                  </a:lnTo>
                  <a:lnTo>
                    <a:pt x="997422" y="619887"/>
                  </a:lnTo>
                  <a:lnTo>
                    <a:pt x="784738" y="619887"/>
                  </a:lnTo>
                  <a:lnTo>
                    <a:pt x="774321" y="619266"/>
                  </a:lnTo>
                  <a:lnTo>
                    <a:pt x="737619" y="604542"/>
                  </a:lnTo>
                  <a:lnTo>
                    <a:pt x="709963" y="573992"/>
                  </a:lnTo>
                  <a:lnTo>
                    <a:pt x="693326" y="531318"/>
                  </a:lnTo>
                  <a:lnTo>
                    <a:pt x="689366" y="493812"/>
                  </a:lnTo>
                  <a:lnTo>
                    <a:pt x="689792" y="482170"/>
                  </a:lnTo>
                  <a:lnTo>
                    <a:pt x="699794" y="440906"/>
                  </a:lnTo>
                  <a:lnTo>
                    <a:pt x="721726" y="409591"/>
                  </a:lnTo>
                  <a:lnTo>
                    <a:pt x="763356" y="388098"/>
                  </a:lnTo>
                  <a:lnTo>
                    <a:pt x="783732" y="386108"/>
                  </a:lnTo>
                  <a:lnTo>
                    <a:pt x="1011404" y="386108"/>
                  </a:lnTo>
                  <a:lnTo>
                    <a:pt x="1009362" y="380880"/>
                  </a:lnTo>
                  <a:lnTo>
                    <a:pt x="1000269" y="362719"/>
                  </a:lnTo>
                  <a:lnTo>
                    <a:pt x="989748" y="346015"/>
                  </a:lnTo>
                  <a:lnTo>
                    <a:pt x="985001" y="339958"/>
                  </a:lnTo>
                  <a:lnTo>
                    <a:pt x="684428" y="339958"/>
                  </a:lnTo>
                  <a:lnTo>
                    <a:pt x="685674" y="315959"/>
                  </a:lnTo>
                  <a:lnTo>
                    <a:pt x="692808" y="271409"/>
                  </a:lnTo>
                  <a:lnTo>
                    <a:pt x="705833" y="231606"/>
                  </a:lnTo>
                  <a:lnTo>
                    <a:pt x="723938" y="197490"/>
                  </a:lnTo>
                  <a:lnTo>
                    <a:pt x="760186" y="157548"/>
                  </a:lnTo>
                  <a:lnTo>
                    <a:pt x="806778" y="132200"/>
                  </a:lnTo>
                  <a:lnTo>
                    <a:pt x="862096" y="123550"/>
                  </a:lnTo>
                  <a:lnTo>
                    <a:pt x="980206" y="123550"/>
                  </a:lnTo>
                  <a:lnTo>
                    <a:pt x="980206" y="23241"/>
                  </a:lnTo>
                  <a:lnTo>
                    <a:pt x="955128" y="14815"/>
                  </a:lnTo>
                  <a:lnTo>
                    <a:pt x="925433" y="8782"/>
                  </a:lnTo>
                  <a:lnTo>
                    <a:pt x="891120" y="5153"/>
                  </a:lnTo>
                  <a:lnTo>
                    <a:pt x="852190" y="3941"/>
                  </a:lnTo>
                  <a:close/>
                </a:path>
                <a:path w="1031240" h="740410">
                  <a:moveTo>
                    <a:pt x="1011404" y="386108"/>
                  </a:moveTo>
                  <a:lnTo>
                    <a:pt x="783732" y="386108"/>
                  </a:lnTo>
                  <a:lnTo>
                    <a:pt x="824737" y="393274"/>
                  </a:lnTo>
                  <a:lnTo>
                    <a:pt x="854026" y="414772"/>
                  </a:lnTo>
                  <a:lnTo>
                    <a:pt x="871600" y="450602"/>
                  </a:lnTo>
                  <a:lnTo>
                    <a:pt x="877458" y="500765"/>
                  </a:lnTo>
                  <a:lnTo>
                    <a:pt x="877072" y="513653"/>
                  </a:lnTo>
                  <a:lnTo>
                    <a:pt x="867517" y="559799"/>
                  </a:lnTo>
                  <a:lnTo>
                    <a:pt x="846028" y="594263"/>
                  </a:lnTo>
                  <a:lnTo>
                    <a:pt x="805037" y="617715"/>
                  </a:lnTo>
                  <a:lnTo>
                    <a:pt x="784738" y="619887"/>
                  </a:lnTo>
                  <a:lnTo>
                    <a:pt x="997422" y="619887"/>
                  </a:lnTo>
                  <a:lnTo>
                    <a:pt x="1020577" y="565847"/>
                  </a:lnTo>
                  <a:lnTo>
                    <a:pt x="1029721" y="516713"/>
                  </a:lnTo>
                  <a:lnTo>
                    <a:pt x="1030864" y="490846"/>
                  </a:lnTo>
                  <a:lnTo>
                    <a:pt x="1030004" y="466583"/>
                  </a:lnTo>
                  <a:lnTo>
                    <a:pt x="1027419" y="443438"/>
                  </a:lnTo>
                  <a:lnTo>
                    <a:pt x="1023097" y="421411"/>
                  </a:lnTo>
                  <a:lnTo>
                    <a:pt x="1017026" y="400501"/>
                  </a:lnTo>
                  <a:lnTo>
                    <a:pt x="1011404" y="386108"/>
                  </a:lnTo>
                  <a:close/>
                </a:path>
                <a:path w="1031240" h="740410">
                  <a:moveTo>
                    <a:pt x="836828" y="269961"/>
                  </a:moveTo>
                  <a:lnTo>
                    <a:pt x="790462" y="274337"/>
                  </a:lnTo>
                  <a:lnTo>
                    <a:pt x="750093" y="287462"/>
                  </a:lnTo>
                  <a:lnTo>
                    <a:pt x="715754" y="309337"/>
                  </a:lnTo>
                  <a:lnTo>
                    <a:pt x="687476" y="339958"/>
                  </a:lnTo>
                  <a:lnTo>
                    <a:pt x="985001" y="339958"/>
                  </a:lnTo>
                  <a:lnTo>
                    <a:pt x="949859" y="305026"/>
                  </a:lnTo>
                  <a:lnTo>
                    <a:pt x="916686" y="285856"/>
                  </a:lnTo>
                  <a:lnTo>
                    <a:pt x="878894" y="273935"/>
                  </a:lnTo>
                  <a:lnTo>
                    <a:pt x="836828" y="269961"/>
                  </a:lnTo>
                  <a:close/>
                </a:path>
                <a:path w="1031240" h="740410">
                  <a:moveTo>
                    <a:pt x="980206" y="123550"/>
                  </a:moveTo>
                  <a:lnTo>
                    <a:pt x="862096" y="123550"/>
                  </a:lnTo>
                  <a:lnTo>
                    <a:pt x="893478" y="125472"/>
                  </a:lnTo>
                  <a:lnTo>
                    <a:pt x="923620" y="131240"/>
                  </a:lnTo>
                  <a:lnTo>
                    <a:pt x="952527" y="140854"/>
                  </a:lnTo>
                  <a:lnTo>
                    <a:pt x="980206" y="154317"/>
                  </a:lnTo>
                  <a:lnTo>
                    <a:pt x="980206" y="123550"/>
                  </a:lnTo>
                  <a:close/>
                </a:path>
                <a:path w="1031240" h="740410">
                  <a:moveTo>
                    <a:pt x="307726" y="176652"/>
                  </a:moveTo>
                  <a:lnTo>
                    <a:pt x="151394" y="176652"/>
                  </a:lnTo>
                  <a:lnTo>
                    <a:pt x="151394" y="727591"/>
                  </a:lnTo>
                  <a:lnTo>
                    <a:pt x="307726" y="727591"/>
                  </a:lnTo>
                  <a:lnTo>
                    <a:pt x="307726" y="176652"/>
                  </a:lnTo>
                  <a:close/>
                </a:path>
                <a:path w="1031240" h="740410">
                  <a:moveTo>
                    <a:pt x="307726" y="0"/>
                  </a:moveTo>
                  <a:lnTo>
                    <a:pt x="212872" y="0"/>
                  </a:lnTo>
                  <a:lnTo>
                    <a:pt x="190397" y="16240"/>
                  </a:lnTo>
                  <a:lnTo>
                    <a:pt x="166596" y="31815"/>
                  </a:lnTo>
                  <a:lnTo>
                    <a:pt x="115062" y="60960"/>
                  </a:lnTo>
                  <a:lnTo>
                    <a:pt x="59256" y="86296"/>
                  </a:lnTo>
                  <a:lnTo>
                    <a:pt x="0" y="106667"/>
                  </a:lnTo>
                  <a:lnTo>
                    <a:pt x="0" y="238694"/>
                  </a:lnTo>
                  <a:lnTo>
                    <a:pt x="42184" y="230505"/>
                  </a:lnTo>
                  <a:lnTo>
                    <a:pt x="83332" y="216609"/>
                  </a:lnTo>
                  <a:lnTo>
                    <a:pt x="120792" y="198251"/>
                  </a:lnTo>
                  <a:lnTo>
                    <a:pt x="151394" y="176652"/>
                  </a:lnTo>
                  <a:lnTo>
                    <a:pt x="307726" y="176652"/>
                  </a:lnTo>
                  <a:lnTo>
                    <a:pt x="307726" y="0"/>
                  </a:lnTo>
                  <a:close/>
                </a:path>
              </a:pathLst>
            </a:custGeom>
            <a:solidFill>
              <a:srgbClr val="FFFF00"/>
            </a:solidFill>
          </p:spPr>
          <p:txBody>
            <a:bodyPr wrap="square" lIns="0" tIns="0" rIns="0" bIns="0" rtlCol="0"/>
            <a:lstStyle/>
            <a:p>
              <a:endParaRPr/>
            </a:p>
          </p:txBody>
        </p:sp>
        <p:sp>
          <p:nvSpPr>
            <p:cNvPr id="152" name="object 152"/>
            <p:cNvSpPr/>
            <p:nvPr/>
          </p:nvSpPr>
          <p:spPr>
            <a:xfrm>
              <a:off x="8051291" y="5886224"/>
              <a:ext cx="200284" cy="245970"/>
            </a:xfrm>
            <a:prstGeom prst="rect">
              <a:avLst/>
            </a:prstGeom>
            <a:blipFill>
              <a:blip r:embed="rId63" cstate="print"/>
              <a:stretch>
                <a:fillRect/>
              </a:stretch>
            </a:blipFill>
          </p:spPr>
          <p:txBody>
            <a:bodyPr wrap="square" lIns="0" tIns="0" rIns="0" bIns="0" rtlCol="0"/>
            <a:lstStyle/>
            <a:p>
              <a:endParaRPr/>
            </a:p>
          </p:txBody>
        </p:sp>
        <p:sp>
          <p:nvSpPr>
            <p:cNvPr id="153" name="object 153"/>
            <p:cNvSpPr/>
            <p:nvPr/>
          </p:nvSpPr>
          <p:spPr>
            <a:xfrm>
              <a:off x="7368021" y="5506211"/>
              <a:ext cx="1031240" cy="740410"/>
            </a:xfrm>
            <a:custGeom>
              <a:avLst/>
              <a:gdLst/>
              <a:ahLst/>
              <a:cxnLst/>
              <a:rect l="l" t="t" r="r" b="b"/>
              <a:pathLst>
                <a:path w="1031240" h="740410">
                  <a:moveTo>
                    <a:pt x="852190" y="3941"/>
                  </a:moveTo>
                  <a:lnTo>
                    <a:pt x="891120" y="5153"/>
                  </a:lnTo>
                  <a:lnTo>
                    <a:pt x="925433" y="8782"/>
                  </a:lnTo>
                  <a:lnTo>
                    <a:pt x="955128" y="14815"/>
                  </a:lnTo>
                  <a:lnTo>
                    <a:pt x="980206" y="23240"/>
                  </a:lnTo>
                  <a:lnTo>
                    <a:pt x="980206" y="154317"/>
                  </a:lnTo>
                  <a:lnTo>
                    <a:pt x="952527" y="140854"/>
                  </a:lnTo>
                  <a:lnTo>
                    <a:pt x="923620" y="131240"/>
                  </a:lnTo>
                  <a:lnTo>
                    <a:pt x="893478" y="125472"/>
                  </a:lnTo>
                  <a:lnTo>
                    <a:pt x="862096" y="123550"/>
                  </a:lnTo>
                  <a:lnTo>
                    <a:pt x="842734" y="124511"/>
                  </a:lnTo>
                  <a:lnTo>
                    <a:pt x="790193" y="138933"/>
                  </a:lnTo>
                  <a:lnTo>
                    <a:pt x="746937" y="169278"/>
                  </a:lnTo>
                  <a:lnTo>
                    <a:pt x="714268" y="213819"/>
                  </a:lnTo>
                  <a:lnTo>
                    <a:pt x="698632" y="250853"/>
                  </a:lnTo>
                  <a:lnTo>
                    <a:pt x="688478" y="293110"/>
                  </a:lnTo>
                  <a:lnTo>
                    <a:pt x="684428" y="339958"/>
                  </a:lnTo>
                  <a:lnTo>
                    <a:pt x="687476" y="339958"/>
                  </a:lnTo>
                  <a:lnTo>
                    <a:pt x="715754" y="309337"/>
                  </a:lnTo>
                  <a:lnTo>
                    <a:pt x="750093" y="287462"/>
                  </a:lnTo>
                  <a:lnTo>
                    <a:pt x="790462" y="274337"/>
                  </a:lnTo>
                  <a:lnTo>
                    <a:pt x="836828" y="269961"/>
                  </a:lnTo>
                  <a:lnTo>
                    <a:pt x="878894" y="273935"/>
                  </a:lnTo>
                  <a:lnTo>
                    <a:pt x="916685" y="285856"/>
                  </a:lnTo>
                  <a:lnTo>
                    <a:pt x="949859" y="305026"/>
                  </a:lnTo>
                  <a:lnTo>
                    <a:pt x="989748" y="346015"/>
                  </a:lnTo>
                  <a:lnTo>
                    <a:pt x="1009362" y="380880"/>
                  </a:lnTo>
                  <a:lnTo>
                    <a:pt x="1023097" y="421411"/>
                  </a:lnTo>
                  <a:lnTo>
                    <a:pt x="1030004" y="466583"/>
                  </a:lnTo>
                  <a:lnTo>
                    <a:pt x="1030864" y="490846"/>
                  </a:lnTo>
                  <a:lnTo>
                    <a:pt x="1029721" y="516713"/>
                  </a:lnTo>
                  <a:lnTo>
                    <a:pt x="1020577" y="565847"/>
                  </a:lnTo>
                  <a:lnTo>
                    <a:pt x="1002458" y="611183"/>
                  </a:lnTo>
                  <a:lnTo>
                    <a:pt x="976884" y="650768"/>
                  </a:lnTo>
                  <a:lnTo>
                    <a:pt x="944228" y="684126"/>
                  </a:lnTo>
                  <a:lnTo>
                    <a:pt x="905233" y="710433"/>
                  </a:lnTo>
                  <a:lnTo>
                    <a:pt x="860326" y="729249"/>
                  </a:lnTo>
                  <a:lnTo>
                    <a:pt x="810981" y="738812"/>
                  </a:lnTo>
                  <a:lnTo>
                    <a:pt x="784738" y="740008"/>
                  </a:lnTo>
                  <a:lnTo>
                    <a:pt x="755460" y="738611"/>
                  </a:lnTo>
                  <a:lnTo>
                    <a:pt x="701739" y="727436"/>
                  </a:lnTo>
                  <a:lnTo>
                    <a:pt x="654495" y="705241"/>
                  </a:lnTo>
                  <a:lnTo>
                    <a:pt x="614356" y="672857"/>
                  </a:lnTo>
                  <a:lnTo>
                    <a:pt x="581626" y="630479"/>
                  </a:lnTo>
                  <a:lnTo>
                    <a:pt x="556614" y="578486"/>
                  </a:lnTo>
                  <a:lnTo>
                    <a:pt x="539349" y="517107"/>
                  </a:lnTo>
                  <a:lnTo>
                    <a:pt x="530667" y="447374"/>
                  </a:lnTo>
                  <a:lnTo>
                    <a:pt x="529589" y="409431"/>
                  </a:lnTo>
                  <a:lnTo>
                    <a:pt x="530997" y="364593"/>
                  </a:lnTo>
                  <a:lnTo>
                    <a:pt x="535228" y="321893"/>
                  </a:lnTo>
                  <a:lnTo>
                    <a:pt x="542294" y="281332"/>
                  </a:lnTo>
                  <a:lnTo>
                    <a:pt x="552206" y="242910"/>
                  </a:lnTo>
                  <a:lnTo>
                    <a:pt x="579611" y="173612"/>
                  </a:lnTo>
                  <a:lnTo>
                    <a:pt x="616732" y="115110"/>
                  </a:lnTo>
                  <a:lnTo>
                    <a:pt x="663031" y="68048"/>
                  </a:lnTo>
                  <a:lnTo>
                    <a:pt x="718200" y="33015"/>
                  </a:lnTo>
                  <a:lnTo>
                    <a:pt x="781480" y="11191"/>
                  </a:lnTo>
                  <a:lnTo>
                    <a:pt x="815896" y="5751"/>
                  </a:lnTo>
                  <a:lnTo>
                    <a:pt x="852190" y="3941"/>
                  </a:lnTo>
                  <a:close/>
                </a:path>
                <a:path w="1031240" h="740410">
                  <a:moveTo>
                    <a:pt x="212872" y="0"/>
                  </a:moveTo>
                  <a:lnTo>
                    <a:pt x="307726" y="0"/>
                  </a:lnTo>
                  <a:lnTo>
                    <a:pt x="307726" y="727591"/>
                  </a:lnTo>
                  <a:lnTo>
                    <a:pt x="151394" y="727591"/>
                  </a:lnTo>
                  <a:lnTo>
                    <a:pt x="151394" y="176652"/>
                  </a:lnTo>
                  <a:lnTo>
                    <a:pt x="144632" y="182282"/>
                  </a:lnTo>
                  <a:lnTo>
                    <a:pt x="111870" y="203209"/>
                  </a:lnTo>
                  <a:lnTo>
                    <a:pt x="73319" y="220551"/>
                  </a:lnTo>
                  <a:lnTo>
                    <a:pt x="31538" y="233159"/>
                  </a:lnTo>
                  <a:lnTo>
                    <a:pt x="0" y="238694"/>
                  </a:lnTo>
                  <a:lnTo>
                    <a:pt x="0" y="106667"/>
                  </a:lnTo>
                  <a:lnTo>
                    <a:pt x="30061" y="97105"/>
                  </a:lnTo>
                  <a:lnTo>
                    <a:pt x="59256" y="86296"/>
                  </a:lnTo>
                  <a:lnTo>
                    <a:pt x="115061" y="60959"/>
                  </a:lnTo>
                  <a:lnTo>
                    <a:pt x="166596" y="31815"/>
                  </a:lnTo>
                  <a:lnTo>
                    <a:pt x="190397" y="16240"/>
                  </a:lnTo>
                  <a:lnTo>
                    <a:pt x="212872" y="0"/>
                  </a:lnTo>
                  <a:close/>
                </a:path>
              </a:pathLst>
            </a:custGeom>
            <a:ln w="12191">
              <a:solidFill>
                <a:srgbClr val="000000"/>
              </a:solidFill>
            </a:ln>
          </p:spPr>
          <p:txBody>
            <a:bodyPr wrap="square" lIns="0" tIns="0" rIns="0" bIns="0" rtlCol="0"/>
            <a:lstStyle/>
            <a:p>
              <a:endParaRPr/>
            </a:p>
          </p:txBody>
        </p:sp>
        <p:sp>
          <p:nvSpPr>
            <p:cNvPr id="154" name="object 154"/>
            <p:cNvSpPr/>
            <p:nvPr/>
          </p:nvSpPr>
          <p:spPr>
            <a:xfrm>
              <a:off x="6748271" y="5234939"/>
              <a:ext cx="2218944" cy="1345692"/>
            </a:xfrm>
            <a:prstGeom prst="rect">
              <a:avLst/>
            </a:prstGeom>
            <a:blipFill>
              <a:blip r:embed="rId64" cstate="print"/>
              <a:stretch>
                <a:fillRect/>
              </a:stretch>
            </a:blipFill>
          </p:spPr>
          <p:txBody>
            <a:bodyPr wrap="square" lIns="0" tIns="0" rIns="0" bIns="0" rtlCol="0"/>
            <a:lstStyle/>
            <a:p>
              <a:endParaRPr/>
            </a:p>
          </p:txBody>
        </p:sp>
        <p:sp>
          <p:nvSpPr>
            <p:cNvPr id="155" name="object 155"/>
            <p:cNvSpPr/>
            <p:nvPr/>
          </p:nvSpPr>
          <p:spPr>
            <a:xfrm>
              <a:off x="6594347" y="4916422"/>
              <a:ext cx="2549651" cy="1941576"/>
            </a:xfrm>
            <a:prstGeom prst="rect">
              <a:avLst/>
            </a:prstGeom>
            <a:blipFill>
              <a:blip r:embed="rId65" cstate="print"/>
              <a:stretch>
                <a:fillRect/>
              </a:stretch>
            </a:blipFill>
          </p:spPr>
          <p:txBody>
            <a:bodyPr wrap="square" lIns="0" tIns="0" rIns="0" bIns="0" rtlCol="0"/>
            <a:lstStyle/>
            <a:p>
              <a:endParaRPr/>
            </a:p>
          </p:txBody>
        </p:sp>
        <p:sp>
          <p:nvSpPr>
            <p:cNvPr id="156" name="object 156"/>
            <p:cNvSpPr/>
            <p:nvPr/>
          </p:nvSpPr>
          <p:spPr>
            <a:xfrm>
              <a:off x="6829440" y="5295388"/>
              <a:ext cx="2057400" cy="1184275"/>
            </a:xfrm>
            <a:custGeom>
              <a:avLst/>
              <a:gdLst/>
              <a:ahLst/>
              <a:cxnLst/>
              <a:rect l="l" t="t" r="r" b="b"/>
              <a:pathLst>
                <a:path w="2057400" h="1184275">
                  <a:moveTo>
                    <a:pt x="1824837" y="0"/>
                  </a:moveTo>
                  <a:lnTo>
                    <a:pt x="232531" y="0"/>
                  </a:lnTo>
                  <a:lnTo>
                    <a:pt x="185671" y="4720"/>
                  </a:lnTo>
                  <a:lnTo>
                    <a:pt x="142024" y="18258"/>
                  </a:lnTo>
                  <a:lnTo>
                    <a:pt x="102526" y="39681"/>
                  </a:lnTo>
                  <a:lnTo>
                    <a:pt x="68111" y="68056"/>
                  </a:lnTo>
                  <a:lnTo>
                    <a:pt x="39715" y="102449"/>
                  </a:lnTo>
                  <a:lnTo>
                    <a:pt x="18275" y="141928"/>
                  </a:lnTo>
                  <a:lnTo>
                    <a:pt x="4724" y="185559"/>
                  </a:lnTo>
                  <a:lnTo>
                    <a:pt x="0" y="232409"/>
                  </a:lnTo>
                  <a:lnTo>
                    <a:pt x="0" y="951463"/>
                  </a:lnTo>
                  <a:lnTo>
                    <a:pt x="4724" y="998321"/>
                  </a:lnTo>
                  <a:lnTo>
                    <a:pt x="18275" y="1041965"/>
                  </a:lnTo>
                  <a:lnTo>
                    <a:pt x="39715" y="1081459"/>
                  </a:lnTo>
                  <a:lnTo>
                    <a:pt x="68111" y="1115869"/>
                  </a:lnTo>
                  <a:lnTo>
                    <a:pt x="102526" y="1144260"/>
                  </a:lnTo>
                  <a:lnTo>
                    <a:pt x="142024" y="1165696"/>
                  </a:lnTo>
                  <a:lnTo>
                    <a:pt x="185671" y="1179244"/>
                  </a:lnTo>
                  <a:lnTo>
                    <a:pt x="232531" y="1183968"/>
                  </a:lnTo>
                  <a:lnTo>
                    <a:pt x="1824837" y="1183968"/>
                  </a:lnTo>
                  <a:lnTo>
                    <a:pt x="1871698" y="1179244"/>
                  </a:lnTo>
                  <a:lnTo>
                    <a:pt x="1915349" y="1165696"/>
                  </a:lnTo>
                  <a:lnTo>
                    <a:pt x="1954852" y="1144260"/>
                  </a:lnTo>
                  <a:lnTo>
                    <a:pt x="1989273" y="1115869"/>
                  </a:lnTo>
                  <a:lnTo>
                    <a:pt x="2017674" y="1081459"/>
                  </a:lnTo>
                  <a:lnTo>
                    <a:pt x="2039120" y="1041965"/>
                  </a:lnTo>
                  <a:lnTo>
                    <a:pt x="2052673" y="998321"/>
                  </a:lnTo>
                  <a:lnTo>
                    <a:pt x="2057399" y="951463"/>
                  </a:lnTo>
                  <a:lnTo>
                    <a:pt x="2057399" y="232409"/>
                  </a:lnTo>
                  <a:lnTo>
                    <a:pt x="2052673" y="185559"/>
                  </a:lnTo>
                  <a:lnTo>
                    <a:pt x="2039120" y="141928"/>
                  </a:lnTo>
                  <a:lnTo>
                    <a:pt x="2017674" y="102449"/>
                  </a:lnTo>
                  <a:lnTo>
                    <a:pt x="1989273" y="68056"/>
                  </a:lnTo>
                  <a:lnTo>
                    <a:pt x="1954852" y="39681"/>
                  </a:lnTo>
                  <a:lnTo>
                    <a:pt x="1915349" y="18258"/>
                  </a:lnTo>
                  <a:lnTo>
                    <a:pt x="1871698" y="4720"/>
                  </a:lnTo>
                  <a:lnTo>
                    <a:pt x="1824837" y="0"/>
                  </a:lnTo>
                  <a:close/>
                </a:path>
              </a:pathLst>
            </a:custGeom>
            <a:solidFill>
              <a:srgbClr val="252525"/>
            </a:solidFill>
          </p:spPr>
          <p:txBody>
            <a:bodyPr wrap="square" lIns="0" tIns="0" rIns="0" bIns="0" rtlCol="0"/>
            <a:lstStyle/>
            <a:p>
              <a:endParaRPr/>
            </a:p>
          </p:txBody>
        </p:sp>
        <p:sp>
          <p:nvSpPr>
            <p:cNvPr id="157" name="object 157"/>
            <p:cNvSpPr/>
            <p:nvPr/>
          </p:nvSpPr>
          <p:spPr>
            <a:xfrm>
              <a:off x="6829440" y="5295388"/>
              <a:ext cx="2057400" cy="1184275"/>
            </a:xfrm>
            <a:custGeom>
              <a:avLst/>
              <a:gdLst/>
              <a:ahLst/>
              <a:cxnLst/>
              <a:rect l="l" t="t" r="r" b="b"/>
              <a:pathLst>
                <a:path w="2057400" h="1184275">
                  <a:moveTo>
                    <a:pt x="0" y="232409"/>
                  </a:moveTo>
                  <a:lnTo>
                    <a:pt x="4724" y="185559"/>
                  </a:lnTo>
                  <a:lnTo>
                    <a:pt x="18275" y="141928"/>
                  </a:lnTo>
                  <a:lnTo>
                    <a:pt x="39715" y="102449"/>
                  </a:lnTo>
                  <a:lnTo>
                    <a:pt x="68111" y="68056"/>
                  </a:lnTo>
                  <a:lnTo>
                    <a:pt x="102526" y="39681"/>
                  </a:lnTo>
                  <a:lnTo>
                    <a:pt x="142024" y="18258"/>
                  </a:lnTo>
                  <a:lnTo>
                    <a:pt x="185671" y="4720"/>
                  </a:lnTo>
                  <a:lnTo>
                    <a:pt x="232531" y="0"/>
                  </a:lnTo>
                  <a:lnTo>
                    <a:pt x="1824837" y="0"/>
                  </a:lnTo>
                  <a:lnTo>
                    <a:pt x="1871698" y="4720"/>
                  </a:lnTo>
                  <a:lnTo>
                    <a:pt x="1915349" y="18258"/>
                  </a:lnTo>
                  <a:lnTo>
                    <a:pt x="1954852" y="39681"/>
                  </a:lnTo>
                  <a:lnTo>
                    <a:pt x="1989273" y="68056"/>
                  </a:lnTo>
                  <a:lnTo>
                    <a:pt x="2017674" y="102449"/>
                  </a:lnTo>
                  <a:lnTo>
                    <a:pt x="2039120" y="141928"/>
                  </a:lnTo>
                  <a:lnTo>
                    <a:pt x="2052673" y="185559"/>
                  </a:lnTo>
                  <a:lnTo>
                    <a:pt x="2057399" y="232409"/>
                  </a:lnTo>
                  <a:lnTo>
                    <a:pt x="2057399" y="951463"/>
                  </a:lnTo>
                  <a:lnTo>
                    <a:pt x="2052673" y="998321"/>
                  </a:lnTo>
                  <a:lnTo>
                    <a:pt x="2039120" y="1041965"/>
                  </a:lnTo>
                  <a:lnTo>
                    <a:pt x="2017674" y="1081459"/>
                  </a:lnTo>
                  <a:lnTo>
                    <a:pt x="1989273" y="1115869"/>
                  </a:lnTo>
                  <a:lnTo>
                    <a:pt x="1954852" y="1144260"/>
                  </a:lnTo>
                  <a:lnTo>
                    <a:pt x="1915349" y="1165696"/>
                  </a:lnTo>
                  <a:lnTo>
                    <a:pt x="1871698" y="1179244"/>
                  </a:lnTo>
                  <a:lnTo>
                    <a:pt x="1824837" y="1183968"/>
                  </a:lnTo>
                  <a:lnTo>
                    <a:pt x="232531" y="1183968"/>
                  </a:lnTo>
                  <a:lnTo>
                    <a:pt x="185671" y="1179244"/>
                  </a:lnTo>
                  <a:lnTo>
                    <a:pt x="142024" y="1165696"/>
                  </a:lnTo>
                  <a:lnTo>
                    <a:pt x="102526" y="1144260"/>
                  </a:lnTo>
                  <a:lnTo>
                    <a:pt x="68111" y="1115869"/>
                  </a:lnTo>
                  <a:lnTo>
                    <a:pt x="39715" y="1081459"/>
                  </a:lnTo>
                  <a:lnTo>
                    <a:pt x="18275" y="1041965"/>
                  </a:lnTo>
                  <a:lnTo>
                    <a:pt x="4724" y="998321"/>
                  </a:lnTo>
                  <a:lnTo>
                    <a:pt x="0" y="951463"/>
                  </a:lnTo>
                  <a:lnTo>
                    <a:pt x="0" y="232409"/>
                  </a:lnTo>
                  <a:close/>
                </a:path>
              </a:pathLst>
            </a:custGeom>
            <a:ln w="76199">
              <a:solidFill>
                <a:srgbClr val="00AF50"/>
              </a:solidFill>
            </a:ln>
          </p:spPr>
          <p:txBody>
            <a:bodyPr wrap="square" lIns="0" tIns="0" rIns="0" bIns="0" rtlCol="0"/>
            <a:lstStyle/>
            <a:p>
              <a:endParaRPr/>
            </a:p>
          </p:txBody>
        </p:sp>
        <p:sp>
          <p:nvSpPr>
            <p:cNvPr id="158" name="object 158"/>
            <p:cNvSpPr/>
            <p:nvPr/>
          </p:nvSpPr>
          <p:spPr>
            <a:xfrm>
              <a:off x="6635495" y="4937759"/>
              <a:ext cx="2481072" cy="1920239"/>
            </a:xfrm>
            <a:prstGeom prst="rect">
              <a:avLst/>
            </a:prstGeom>
            <a:blipFill>
              <a:blip r:embed="rId66" cstate="print"/>
              <a:stretch>
                <a:fillRect/>
              </a:stretch>
            </a:blipFill>
          </p:spPr>
          <p:txBody>
            <a:bodyPr wrap="square" lIns="0" tIns="0" rIns="0" bIns="0" rtlCol="0"/>
            <a:lstStyle/>
            <a:p>
              <a:endParaRPr/>
            </a:p>
          </p:txBody>
        </p:sp>
        <p:sp>
          <p:nvSpPr>
            <p:cNvPr id="159" name="object 159"/>
            <p:cNvSpPr/>
            <p:nvPr/>
          </p:nvSpPr>
          <p:spPr>
            <a:xfrm>
              <a:off x="7377562" y="5531607"/>
              <a:ext cx="1022985" cy="727710"/>
            </a:xfrm>
            <a:custGeom>
              <a:avLst/>
              <a:gdLst/>
              <a:ahLst/>
              <a:cxnLst/>
              <a:rect l="l" t="t" r="r" b="b"/>
              <a:pathLst>
                <a:path w="1022984" h="727710">
                  <a:moveTo>
                    <a:pt x="1022969" y="15883"/>
                  </a:moveTo>
                  <a:lnTo>
                    <a:pt x="527547" y="15883"/>
                  </a:lnTo>
                  <a:lnTo>
                    <a:pt x="527547" y="143899"/>
                  </a:lnTo>
                  <a:lnTo>
                    <a:pt x="858133" y="143899"/>
                  </a:lnTo>
                  <a:lnTo>
                    <a:pt x="838029" y="176845"/>
                  </a:lnTo>
                  <a:lnTo>
                    <a:pt x="818479" y="210159"/>
                  </a:lnTo>
                  <a:lnTo>
                    <a:pt x="799455" y="243845"/>
                  </a:lnTo>
                  <a:lnTo>
                    <a:pt x="780928" y="277904"/>
                  </a:lnTo>
                  <a:lnTo>
                    <a:pt x="763118" y="312388"/>
                  </a:lnTo>
                  <a:lnTo>
                    <a:pt x="746097" y="347335"/>
                  </a:lnTo>
                  <a:lnTo>
                    <a:pt x="729887" y="382746"/>
                  </a:lnTo>
                  <a:lnTo>
                    <a:pt x="714512" y="418624"/>
                  </a:lnTo>
                  <a:lnTo>
                    <a:pt x="699904" y="455030"/>
                  </a:lnTo>
                  <a:lnTo>
                    <a:pt x="686207" y="492024"/>
                  </a:lnTo>
                  <a:lnTo>
                    <a:pt x="673419" y="529605"/>
                  </a:lnTo>
                  <a:lnTo>
                    <a:pt x="661537" y="567772"/>
                  </a:lnTo>
                  <a:lnTo>
                    <a:pt x="650728" y="606614"/>
                  </a:lnTo>
                  <a:lnTo>
                    <a:pt x="640994" y="646200"/>
                  </a:lnTo>
                  <a:lnTo>
                    <a:pt x="632357" y="686531"/>
                  </a:lnTo>
                  <a:lnTo>
                    <a:pt x="624840" y="727603"/>
                  </a:lnTo>
                  <a:lnTo>
                    <a:pt x="788670" y="727603"/>
                  </a:lnTo>
                  <a:lnTo>
                    <a:pt x="795598" y="684649"/>
                  </a:lnTo>
                  <a:lnTo>
                    <a:pt x="803449" y="643158"/>
                  </a:lnTo>
                  <a:lnTo>
                    <a:pt x="812231" y="603125"/>
                  </a:lnTo>
                  <a:lnTo>
                    <a:pt x="821954" y="564547"/>
                  </a:lnTo>
                  <a:lnTo>
                    <a:pt x="832657" y="526857"/>
                  </a:lnTo>
                  <a:lnTo>
                    <a:pt x="844417" y="489476"/>
                  </a:lnTo>
                  <a:lnTo>
                    <a:pt x="857230" y="452405"/>
                  </a:lnTo>
                  <a:lnTo>
                    <a:pt x="871087" y="415646"/>
                  </a:lnTo>
                  <a:lnTo>
                    <a:pt x="886017" y="378916"/>
                  </a:lnTo>
                  <a:lnTo>
                    <a:pt x="902055" y="341936"/>
                  </a:lnTo>
                  <a:lnTo>
                    <a:pt x="919213" y="304708"/>
                  </a:lnTo>
                  <a:lnTo>
                    <a:pt x="937503" y="267236"/>
                  </a:lnTo>
                  <a:lnTo>
                    <a:pt x="956987" y="228973"/>
                  </a:lnTo>
                  <a:lnTo>
                    <a:pt x="977722" y="189377"/>
                  </a:lnTo>
                  <a:lnTo>
                    <a:pt x="999714" y="148446"/>
                  </a:lnTo>
                  <a:lnTo>
                    <a:pt x="1022969" y="106180"/>
                  </a:lnTo>
                  <a:lnTo>
                    <a:pt x="1022969" y="15883"/>
                  </a:lnTo>
                  <a:close/>
                </a:path>
                <a:path w="1022984" h="727710">
                  <a:moveTo>
                    <a:pt x="307726" y="176665"/>
                  </a:moveTo>
                  <a:lnTo>
                    <a:pt x="151394" y="176665"/>
                  </a:lnTo>
                  <a:lnTo>
                    <a:pt x="151394" y="727603"/>
                  </a:lnTo>
                  <a:lnTo>
                    <a:pt x="307726" y="727603"/>
                  </a:lnTo>
                  <a:lnTo>
                    <a:pt x="307726" y="176665"/>
                  </a:lnTo>
                  <a:close/>
                </a:path>
                <a:path w="1022984" h="727710">
                  <a:moveTo>
                    <a:pt x="307726" y="0"/>
                  </a:moveTo>
                  <a:lnTo>
                    <a:pt x="212841" y="0"/>
                  </a:lnTo>
                  <a:lnTo>
                    <a:pt x="190367" y="16241"/>
                  </a:lnTo>
                  <a:lnTo>
                    <a:pt x="166569" y="31822"/>
                  </a:lnTo>
                  <a:lnTo>
                    <a:pt x="115062" y="61020"/>
                  </a:lnTo>
                  <a:lnTo>
                    <a:pt x="59245" y="86326"/>
                  </a:lnTo>
                  <a:lnTo>
                    <a:pt x="0" y="106667"/>
                  </a:lnTo>
                  <a:lnTo>
                    <a:pt x="0" y="238698"/>
                  </a:lnTo>
                  <a:lnTo>
                    <a:pt x="42153" y="230505"/>
                  </a:lnTo>
                  <a:lnTo>
                    <a:pt x="83301" y="216609"/>
                  </a:lnTo>
                  <a:lnTo>
                    <a:pt x="120761" y="198251"/>
                  </a:lnTo>
                  <a:lnTo>
                    <a:pt x="151394" y="176665"/>
                  </a:lnTo>
                  <a:lnTo>
                    <a:pt x="307726" y="176665"/>
                  </a:lnTo>
                  <a:lnTo>
                    <a:pt x="307726" y="0"/>
                  </a:lnTo>
                  <a:close/>
                </a:path>
              </a:pathLst>
            </a:custGeom>
            <a:solidFill>
              <a:srgbClr val="FFFF00"/>
            </a:solidFill>
          </p:spPr>
          <p:txBody>
            <a:bodyPr wrap="square" lIns="0" tIns="0" rIns="0" bIns="0" rtlCol="0"/>
            <a:lstStyle/>
            <a:p>
              <a:endParaRPr/>
            </a:p>
          </p:txBody>
        </p:sp>
        <p:sp>
          <p:nvSpPr>
            <p:cNvPr id="160" name="object 160"/>
            <p:cNvSpPr/>
            <p:nvPr/>
          </p:nvSpPr>
          <p:spPr>
            <a:xfrm>
              <a:off x="7377561" y="5531607"/>
              <a:ext cx="1022985" cy="727710"/>
            </a:xfrm>
            <a:custGeom>
              <a:avLst/>
              <a:gdLst/>
              <a:ahLst/>
              <a:cxnLst/>
              <a:rect l="l" t="t" r="r" b="b"/>
              <a:pathLst>
                <a:path w="1022984" h="727710">
                  <a:moveTo>
                    <a:pt x="527547" y="15883"/>
                  </a:moveTo>
                  <a:lnTo>
                    <a:pt x="1022969" y="15883"/>
                  </a:lnTo>
                  <a:lnTo>
                    <a:pt x="1022969" y="106180"/>
                  </a:lnTo>
                  <a:lnTo>
                    <a:pt x="999714" y="148446"/>
                  </a:lnTo>
                  <a:lnTo>
                    <a:pt x="977722" y="189377"/>
                  </a:lnTo>
                  <a:lnTo>
                    <a:pt x="956987" y="228973"/>
                  </a:lnTo>
                  <a:lnTo>
                    <a:pt x="937503" y="267236"/>
                  </a:lnTo>
                  <a:lnTo>
                    <a:pt x="919213" y="304708"/>
                  </a:lnTo>
                  <a:lnTo>
                    <a:pt x="902055" y="341936"/>
                  </a:lnTo>
                  <a:lnTo>
                    <a:pt x="886017" y="378916"/>
                  </a:lnTo>
                  <a:lnTo>
                    <a:pt x="871087" y="415646"/>
                  </a:lnTo>
                  <a:lnTo>
                    <a:pt x="857229" y="452405"/>
                  </a:lnTo>
                  <a:lnTo>
                    <a:pt x="844417" y="489476"/>
                  </a:lnTo>
                  <a:lnTo>
                    <a:pt x="832657" y="526857"/>
                  </a:lnTo>
                  <a:lnTo>
                    <a:pt x="821954" y="564547"/>
                  </a:lnTo>
                  <a:lnTo>
                    <a:pt x="812231" y="603125"/>
                  </a:lnTo>
                  <a:lnTo>
                    <a:pt x="803448" y="643158"/>
                  </a:lnTo>
                  <a:lnTo>
                    <a:pt x="795597" y="684649"/>
                  </a:lnTo>
                  <a:lnTo>
                    <a:pt x="788669" y="727603"/>
                  </a:lnTo>
                  <a:lnTo>
                    <a:pt x="624839" y="727603"/>
                  </a:lnTo>
                  <a:lnTo>
                    <a:pt x="632357" y="686530"/>
                  </a:lnTo>
                  <a:lnTo>
                    <a:pt x="640994" y="646200"/>
                  </a:lnTo>
                  <a:lnTo>
                    <a:pt x="650728" y="606614"/>
                  </a:lnTo>
                  <a:lnTo>
                    <a:pt x="661537" y="567772"/>
                  </a:lnTo>
                  <a:lnTo>
                    <a:pt x="673419" y="529605"/>
                  </a:lnTo>
                  <a:lnTo>
                    <a:pt x="686207" y="492024"/>
                  </a:lnTo>
                  <a:lnTo>
                    <a:pt x="699904" y="455030"/>
                  </a:lnTo>
                  <a:lnTo>
                    <a:pt x="714512" y="418624"/>
                  </a:lnTo>
                  <a:lnTo>
                    <a:pt x="729887" y="382746"/>
                  </a:lnTo>
                  <a:lnTo>
                    <a:pt x="746097" y="347335"/>
                  </a:lnTo>
                  <a:lnTo>
                    <a:pt x="763118" y="312388"/>
                  </a:lnTo>
                  <a:lnTo>
                    <a:pt x="780928" y="277904"/>
                  </a:lnTo>
                  <a:lnTo>
                    <a:pt x="799455" y="243845"/>
                  </a:lnTo>
                  <a:lnTo>
                    <a:pt x="818479" y="210159"/>
                  </a:lnTo>
                  <a:lnTo>
                    <a:pt x="838029" y="176845"/>
                  </a:lnTo>
                  <a:lnTo>
                    <a:pt x="858133" y="143899"/>
                  </a:lnTo>
                  <a:lnTo>
                    <a:pt x="527547" y="143899"/>
                  </a:lnTo>
                  <a:lnTo>
                    <a:pt x="527547" y="15883"/>
                  </a:lnTo>
                  <a:close/>
                </a:path>
                <a:path w="1022984" h="727710">
                  <a:moveTo>
                    <a:pt x="212841" y="0"/>
                  </a:moveTo>
                  <a:lnTo>
                    <a:pt x="307726" y="0"/>
                  </a:lnTo>
                  <a:lnTo>
                    <a:pt x="307726" y="727603"/>
                  </a:lnTo>
                  <a:lnTo>
                    <a:pt x="151394" y="727603"/>
                  </a:lnTo>
                  <a:lnTo>
                    <a:pt x="151394" y="176665"/>
                  </a:lnTo>
                  <a:lnTo>
                    <a:pt x="144619" y="182292"/>
                  </a:lnTo>
                  <a:lnTo>
                    <a:pt x="111843" y="203216"/>
                  </a:lnTo>
                  <a:lnTo>
                    <a:pt x="73306" y="220551"/>
                  </a:lnTo>
                  <a:lnTo>
                    <a:pt x="31521" y="233161"/>
                  </a:lnTo>
                  <a:lnTo>
                    <a:pt x="0" y="238698"/>
                  </a:lnTo>
                  <a:lnTo>
                    <a:pt x="0" y="106667"/>
                  </a:lnTo>
                  <a:lnTo>
                    <a:pt x="30048" y="97118"/>
                  </a:lnTo>
                  <a:lnTo>
                    <a:pt x="59245" y="86326"/>
                  </a:lnTo>
                  <a:lnTo>
                    <a:pt x="115061" y="61020"/>
                  </a:lnTo>
                  <a:lnTo>
                    <a:pt x="166569" y="31822"/>
                  </a:lnTo>
                  <a:lnTo>
                    <a:pt x="190367" y="16241"/>
                  </a:lnTo>
                  <a:lnTo>
                    <a:pt x="212841" y="0"/>
                  </a:lnTo>
                  <a:close/>
                </a:path>
              </a:pathLst>
            </a:custGeom>
            <a:ln w="12191">
              <a:solidFill>
                <a:srgbClr val="000000"/>
              </a:solidFill>
            </a:ln>
          </p:spPr>
          <p:txBody>
            <a:bodyPr wrap="square" lIns="0" tIns="0" rIns="0" bIns="0" rtlCol="0"/>
            <a:lstStyle/>
            <a:p>
              <a:endParaRPr/>
            </a:p>
          </p:txBody>
        </p:sp>
        <p:sp>
          <p:nvSpPr>
            <p:cNvPr id="161" name="object 161"/>
            <p:cNvSpPr/>
            <p:nvPr/>
          </p:nvSpPr>
          <p:spPr>
            <a:xfrm>
              <a:off x="6751320" y="5213603"/>
              <a:ext cx="2218944" cy="1345692"/>
            </a:xfrm>
            <a:prstGeom prst="rect">
              <a:avLst/>
            </a:prstGeom>
            <a:blipFill>
              <a:blip r:embed="rId67" cstate="print"/>
              <a:stretch>
                <a:fillRect/>
              </a:stretch>
            </a:blipFill>
          </p:spPr>
          <p:txBody>
            <a:bodyPr wrap="square" lIns="0" tIns="0" rIns="0" bIns="0" rtlCol="0"/>
            <a:lstStyle/>
            <a:p>
              <a:endParaRPr/>
            </a:p>
          </p:txBody>
        </p:sp>
        <p:sp>
          <p:nvSpPr>
            <p:cNvPr id="162" name="object 162"/>
            <p:cNvSpPr/>
            <p:nvPr/>
          </p:nvSpPr>
          <p:spPr>
            <a:xfrm>
              <a:off x="6597395" y="4895086"/>
              <a:ext cx="2546603" cy="1962912"/>
            </a:xfrm>
            <a:prstGeom prst="rect">
              <a:avLst/>
            </a:prstGeom>
            <a:blipFill>
              <a:blip r:embed="rId68" cstate="print"/>
              <a:stretch>
                <a:fillRect/>
              </a:stretch>
            </a:blipFill>
          </p:spPr>
          <p:txBody>
            <a:bodyPr wrap="square" lIns="0" tIns="0" rIns="0" bIns="0" rtlCol="0"/>
            <a:lstStyle/>
            <a:p>
              <a:endParaRPr/>
            </a:p>
          </p:txBody>
        </p:sp>
        <p:sp>
          <p:nvSpPr>
            <p:cNvPr id="163" name="object 163"/>
            <p:cNvSpPr/>
            <p:nvPr/>
          </p:nvSpPr>
          <p:spPr>
            <a:xfrm>
              <a:off x="6832488" y="5274051"/>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24"/>
                  </a:lnTo>
                  <a:lnTo>
                    <a:pt x="4724" y="998387"/>
                  </a:lnTo>
                  <a:lnTo>
                    <a:pt x="18275" y="1042035"/>
                  </a:lnTo>
                  <a:lnTo>
                    <a:pt x="39715" y="1081533"/>
                  </a:lnTo>
                  <a:lnTo>
                    <a:pt x="68111" y="1115947"/>
                  </a:lnTo>
                  <a:lnTo>
                    <a:pt x="102526" y="1144341"/>
                  </a:lnTo>
                  <a:lnTo>
                    <a:pt x="142024" y="1165780"/>
                  </a:lnTo>
                  <a:lnTo>
                    <a:pt x="185671" y="1179329"/>
                  </a:lnTo>
                  <a:lnTo>
                    <a:pt x="232531" y="1184053"/>
                  </a:lnTo>
                  <a:lnTo>
                    <a:pt x="1824989" y="1184053"/>
                  </a:lnTo>
                  <a:lnTo>
                    <a:pt x="1871835" y="1179329"/>
                  </a:lnTo>
                  <a:lnTo>
                    <a:pt x="1915465" y="1165780"/>
                  </a:lnTo>
                  <a:lnTo>
                    <a:pt x="1954943" y="1144341"/>
                  </a:lnTo>
                  <a:lnTo>
                    <a:pt x="1989338" y="1115947"/>
                  </a:lnTo>
                  <a:lnTo>
                    <a:pt x="2017714" y="1081533"/>
                  </a:lnTo>
                  <a:lnTo>
                    <a:pt x="2039139" y="1042035"/>
                  </a:lnTo>
                  <a:lnTo>
                    <a:pt x="2052679" y="998387"/>
                  </a:lnTo>
                  <a:lnTo>
                    <a:pt x="2057399" y="951524"/>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164" name="object 164"/>
            <p:cNvSpPr/>
            <p:nvPr/>
          </p:nvSpPr>
          <p:spPr>
            <a:xfrm>
              <a:off x="6832488" y="5274051"/>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24"/>
                  </a:lnTo>
                  <a:lnTo>
                    <a:pt x="2052679" y="998387"/>
                  </a:lnTo>
                  <a:lnTo>
                    <a:pt x="2039139" y="1042035"/>
                  </a:lnTo>
                  <a:lnTo>
                    <a:pt x="2017714" y="1081533"/>
                  </a:lnTo>
                  <a:lnTo>
                    <a:pt x="1989338" y="1115947"/>
                  </a:lnTo>
                  <a:lnTo>
                    <a:pt x="1954943" y="1144341"/>
                  </a:lnTo>
                  <a:lnTo>
                    <a:pt x="1915465" y="1165780"/>
                  </a:lnTo>
                  <a:lnTo>
                    <a:pt x="1871835" y="1179329"/>
                  </a:lnTo>
                  <a:lnTo>
                    <a:pt x="1824989" y="1184053"/>
                  </a:lnTo>
                  <a:lnTo>
                    <a:pt x="232531" y="1184053"/>
                  </a:lnTo>
                  <a:lnTo>
                    <a:pt x="185671" y="1179329"/>
                  </a:lnTo>
                  <a:lnTo>
                    <a:pt x="142024" y="1165780"/>
                  </a:lnTo>
                  <a:lnTo>
                    <a:pt x="102526" y="1144341"/>
                  </a:lnTo>
                  <a:lnTo>
                    <a:pt x="68111" y="1115947"/>
                  </a:lnTo>
                  <a:lnTo>
                    <a:pt x="39715" y="1081533"/>
                  </a:lnTo>
                  <a:lnTo>
                    <a:pt x="18275" y="1042035"/>
                  </a:lnTo>
                  <a:lnTo>
                    <a:pt x="4724" y="998387"/>
                  </a:lnTo>
                  <a:lnTo>
                    <a:pt x="0" y="951524"/>
                  </a:lnTo>
                  <a:lnTo>
                    <a:pt x="0" y="232541"/>
                  </a:lnTo>
                  <a:close/>
                </a:path>
              </a:pathLst>
            </a:custGeom>
            <a:ln w="76199">
              <a:solidFill>
                <a:srgbClr val="00AF50"/>
              </a:solidFill>
            </a:ln>
          </p:spPr>
          <p:txBody>
            <a:bodyPr wrap="square" lIns="0" tIns="0" rIns="0" bIns="0" rtlCol="0"/>
            <a:lstStyle/>
            <a:p>
              <a:endParaRPr/>
            </a:p>
          </p:txBody>
        </p:sp>
        <p:sp>
          <p:nvSpPr>
            <p:cNvPr id="165" name="object 165"/>
            <p:cNvSpPr/>
            <p:nvPr/>
          </p:nvSpPr>
          <p:spPr>
            <a:xfrm>
              <a:off x="6638544" y="4916422"/>
              <a:ext cx="2481072" cy="1941576"/>
            </a:xfrm>
            <a:prstGeom prst="rect">
              <a:avLst/>
            </a:prstGeom>
            <a:blipFill>
              <a:blip r:embed="rId69" cstate="print"/>
              <a:stretch>
                <a:fillRect/>
              </a:stretch>
            </a:blipFill>
          </p:spPr>
          <p:txBody>
            <a:bodyPr wrap="square" lIns="0" tIns="0" rIns="0" bIns="0" rtlCol="0"/>
            <a:lstStyle/>
            <a:p>
              <a:endParaRPr/>
            </a:p>
          </p:txBody>
        </p:sp>
        <p:sp>
          <p:nvSpPr>
            <p:cNvPr id="166" name="object 166"/>
            <p:cNvSpPr/>
            <p:nvPr/>
          </p:nvSpPr>
          <p:spPr>
            <a:xfrm>
              <a:off x="7380610" y="5510271"/>
              <a:ext cx="1025525" cy="739140"/>
            </a:xfrm>
            <a:custGeom>
              <a:avLst/>
              <a:gdLst/>
              <a:ahLst/>
              <a:cxnLst/>
              <a:rect l="l" t="t" r="r" b="b"/>
              <a:pathLst>
                <a:path w="1025525" h="739139">
                  <a:moveTo>
                    <a:pt x="773795" y="3941"/>
                  </a:moveTo>
                  <a:lnTo>
                    <a:pt x="726117" y="7527"/>
                  </a:lnTo>
                  <a:lnTo>
                    <a:pt x="682233" y="18169"/>
                  </a:lnTo>
                  <a:lnTo>
                    <a:pt x="643208" y="35102"/>
                  </a:lnTo>
                  <a:lnTo>
                    <a:pt x="609965" y="57662"/>
                  </a:lnTo>
                  <a:lnTo>
                    <a:pt x="583002" y="85262"/>
                  </a:lnTo>
                  <a:lnTo>
                    <a:pt x="562599" y="117658"/>
                  </a:lnTo>
                  <a:lnTo>
                    <a:pt x="549748" y="153895"/>
                  </a:lnTo>
                  <a:lnTo>
                    <a:pt x="545470" y="193106"/>
                  </a:lnTo>
                  <a:lnTo>
                    <a:pt x="547329" y="218096"/>
                  </a:lnTo>
                  <a:lnTo>
                    <a:pt x="562237" y="264631"/>
                  </a:lnTo>
                  <a:lnTo>
                    <a:pt x="591694" y="306196"/>
                  </a:lnTo>
                  <a:lnTo>
                    <a:pt x="633607" y="340568"/>
                  </a:lnTo>
                  <a:lnTo>
                    <a:pt x="659130" y="354912"/>
                  </a:lnTo>
                  <a:lnTo>
                    <a:pt x="642078" y="361287"/>
                  </a:lnTo>
                  <a:lnTo>
                    <a:pt x="597926" y="385440"/>
                  </a:lnTo>
                  <a:lnTo>
                    <a:pt x="563704" y="416153"/>
                  </a:lnTo>
                  <a:lnTo>
                    <a:pt x="539206" y="452200"/>
                  </a:lnTo>
                  <a:lnTo>
                    <a:pt x="524557" y="492665"/>
                  </a:lnTo>
                  <a:lnTo>
                    <a:pt x="519684" y="536079"/>
                  </a:lnTo>
                  <a:lnTo>
                    <a:pt x="520871" y="558182"/>
                  </a:lnTo>
                  <a:lnTo>
                    <a:pt x="530343" y="599503"/>
                  </a:lnTo>
                  <a:lnTo>
                    <a:pt x="548940" y="636789"/>
                  </a:lnTo>
                  <a:lnTo>
                    <a:pt x="575083" y="668931"/>
                  </a:lnTo>
                  <a:lnTo>
                    <a:pt x="608498" y="695638"/>
                  </a:lnTo>
                  <a:lnTo>
                    <a:pt x="648454" y="716360"/>
                  </a:lnTo>
                  <a:lnTo>
                    <a:pt x="694574" y="730843"/>
                  </a:lnTo>
                  <a:lnTo>
                    <a:pt x="745294" y="738164"/>
                  </a:lnTo>
                  <a:lnTo>
                    <a:pt x="772271" y="739079"/>
                  </a:lnTo>
                  <a:lnTo>
                    <a:pt x="799762" y="738148"/>
                  </a:lnTo>
                  <a:lnTo>
                    <a:pt x="851005" y="730708"/>
                  </a:lnTo>
                  <a:lnTo>
                    <a:pt x="897213" y="715990"/>
                  </a:lnTo>
                  <a:lnTo>
                    <a:pt x="937218" y="695014"/>
                  </a:lnTo>
                  <a:lnTo>
                    <a:pt x="970541" y="668073"/>
                  </a:lnTo>
                  <a:lnTo>
                    <a:pt x="996486" y="635814"/>
                  </a:lnTo>
                  <a:lnTo>
                    <a:pt x="1001466" y="626912"/>
                  </a:lnTo>
                  <a:lnTo>
                    <a:pt x="772789" y="626912"/>
                  </a:lnTo>
                  <a:lnTo>
                    <a:pt x="761189" y="626463"/>
                  </a:lnTo>
                  <a:lnTo>
                    <a:pt x="720656" y="615722"/>
                  </a:lnTo>
                  <a:lnTo>
                    <a:pt x="690289" y="592041"/>
                  </a:lnTo>
                  <a:lnTo>
                    <a:pt x="672266" y="556372"/>
                  </a:lnTo>
                  <a:lnTo>
                    <a:pt x="668152" y="522671"/>
                  </a:lnTo>
                  <a:lnTo>
                    <a:pt x="668630" y="511475"/>
                  </a:lnTo>
                  <a:lnTo>
                    <a:pt x="680377" y="471134"/>
                  </a:lnTo>
                  <a:lnTo>
                    <a:pt x="705153" y="440315"/>
                  </a:lnTo>
                  <a:lnTo>
                    <a:pt x="741011" y="421781"/>
                  </a:lnTo>
                  <a:lnTo>
                    <a:pt x="772789" y="417457"/>
                  </a:lnTo>
                  <a:lnTo>
                    <a:pt x="983514" y="417457"/>
                  </a:lnTo>
                  <a:lnTo>
                    <a:pt x="979716" y="412818"/>
                  </a:lnTo>
                  <a:lnTo>
                    <a:pt x="945001" y="381963"/>
                  </a:lnTo>
                  <a:lnTo>
                    <a:pt x="900849" y="357812"/>
                  </a:lnTo>
                  <a:lnTo>
                    <a:pt x="884041" y="351437"/>
                  </a:lnTo>
                  <a:lnTo>
                    <a:pt x="910543" y="337121"/>
                  </a:lnTo>
                  <a:lnTo>
                    <a:pt x="934021" y="320975"/>
                  </a:lnTo>
                  <a:lnTo>
                    <a:pt x="954447" y="302999"/>
                  </a:lnTo>
                  <a:lnTo>
                    <a:pt x="958969" y="297835"/>
                  </a:lnTo>
                  <a:lnTo>
                    <a:pt x="774832" y="297835"/>
                  </a:lnTo>
                  <a:lnTo>
                    <a:pt x="766261" y="297401"/>
                  </a:lnTo>
                  <a:lnTo>
                    <a:pt x="727150" y="282569"/>
                  </a:lnTo>
                  <a:lnTo>
                    <a:pt x="700285" y="251027"/>
                  </a:lnTo>
                  <a:lnTo>
                    <a:pt x="689975" y="207501"/>
                  </a:lnTo>
                  <a:lnTo>
                    <a:pt x="690358" y="198210"/>
                  </a:lnTo>
                  <a:lnTo>
                    <a:pt x="703596" y="156502"/>
                  </a:lnTo>
                  <a:lnTo>
                    <a:pt x="732751" y="127782"/>
                  </a:lnTo>
                  <a:lnTo>
                    <a:pt x="774832" y="116668"/>
                  </a:lnTo>
                  <a:lnTo>
                    <a:pt x="986790" y="116668"/>
                  </a:lnTo>
                  <a:lnTo>
                    <a:pt x="977471" y="100119"/>
                  </a:lnTo>
                  <a:lnTo>
                    <a:pt x="939302" y="57412"/>
                  </a:lnTo>
                  <a:lnTo>
                    <a:pt x="905873" y="35026"/>
                  </a:lnTo>
                  <a:lnTo>
                    <a:pt x="866637" y="18169"/>
                  </a:lnTo>
                  <a:lnTo>
                    <a:pt x="822319" y="7527"/>
                  </a:lnTo>
                  <a:lnTo>
                    <a:pt x="798597" y="4841"/>
                  </a:lnTo>
                  <a:lnTo>
                    <a:pt x="773795" y="3941"/>
                  </a:lnTo>
                  <a:close/>
                </a:path>
                <a:path w="1025525" h="739139">
                  <a:moveTo>
                    <a:pt x="983514" y="417457"/>
                  </a:moveTo>
                  <a:lnTo>
                    <a:pt x="772789" y="417457"/>
                  </a:lnTo>
                  <a:lnTo>
                    <a:pt x="784411" y="417984"/>
                  </a:lnTo>
                  <a:lnTo>
                    <a:pt x="795448" y="419564"/>
                  </a:lnTo>
                  <a:lnTo>
                    <a:pt x="833563" y="435752"/>
                  </a:lnTo>
                  <a:lnTo>
                    <a:pt x="861025" y="463926"/>
                  </a:lnTo>
                  <a:lnTo>
                    <a:pt x="875682" y="501829"/>
                  </a:lnTo>
                  <a:lnTo>
                    <a:pt x="877580" y="522671"/>
                  </a:lnTo>
                  <a:lnTo>
                    <a:pt x="877077" y="534304"/>
                  </a:lnTo>
                  <a:lnTo>
                    <a:pt x="865257" y="575170"/>
                  </a:lnTo>
                  <a:lnTo>
                    <a:pt x="840447" y="604947"/>
                  </a:lnTo>
                  <a:lnTo>
                    <a:pt x="804932" y="622716"/>
                  </a:lnTo>
                  <a:lnTo>
                    <a:pt x="772789" y="626912"/>
                  </a:lnTo>
                  <a:lnTo>
                    <a:pt x="1001466" y="626912"/>
                  </a:lnTo>
                  <a:lnTo>
                    <a:pt x="1020378" y="578206"/>
                  </a:lnTo>
                  <a:lnTo>
                    <a:pt x="1024934" y="536079"/>
                  </a:lnTo>
                  <a:lnTo>
                    <a:pt x="1025001" y="534304"/>
                  </a:lnTo>
                  <a:lnTo>
                    <a:pt x="1024442" y="519594"/>
                  </a:lnTo>
                  <a:lnTo>
                    <a:pt x="1015989" y="476262"/>
                  </a:lnTo>
                  <a:lnTo>
                    <a:pt x="997584" y="436578"/>
                  </a:lnTo>
                  <a:lnTo>
                    <a:pt x="989197" y="424397"/>
                  </a:lnTo>
                  <a:lnTo>
                    <a:pt x="983514" y="417457"/>
                  </a:lnTo>
                  <a:close/>
                </a:path>
                <a:path w="1025525" h="739139">
                  <a:moveTo>
                    <a:pt x="986790" y="116668"/>
                  </a:moveTo>
                  <a:lnTo>
                    <a:pt x="774832" y="116668"/>
                  </a:lnTo>
                  <a:lnTo>
                    <a:pt x="783726" y="117117"/>
                  </a:lnTo>
                  <a:lnTo>
                    <a:pt x="792156" y="118407"/>
                  </a:lnTo>
                  <a:lnTo>
                    <a:pt x="829534" y="136976"/>
                  </a:lnTo>
                  <a:lnTo>
                    <a:pt x="853683" y="171520"/>
                  </a:lnTo>
                  <a:lnTo>
                    <a:pt x="860176" y="207501"/>
                  </a:lnTo>
                  <a:lnTo>
                    <a:pt x="859764" y="216793"/>
                  </a:lnTo>
                  <a:lnTo>
                    <a:pt x="845530" y="258130"/>
                  </a:lnTo>
                  <a:lnTo>
                    <a:pt x="815539" y="287084"/>
                  </a:lnTo>
                  <a:lnTo>
                    <a:pt x="774832" y="297835"/>
                  </a:lnTo>
                  <a:lnTo>
                    <a:pt x="958969" y="297835"/>
                  </a:lnTo>
                  <a:lnTo>
                    <a:pt x="985725" y="261897"/>
                  </a:lnTo>
                  <a:lnTo>
                    <a:pt x="1001677" y="215865"/>
                  </a:lnTo>
                  <a:lnTo>
                    <a:pt x="1003675" y="191130"/>
                  </a:lnTo>
                  <a:lnTo>
                    <a:pt x="1002610" y="171395"/>
                  </a:lnTo>
                  <a:lnTo>
                    <a:pt x="999427" y="152409"/>
                  </a:lnTo>
                  <a:lnTo>
                    <a:pt x="994147" y="134167"/>
                  </a:lnTo>
                  <a:lnTo>
                    <a:pt x="986790" y="116668"/>
                  </a:lnTo>
                  <a:close/>
                </a:path>
                <a:path w="1025525" h="739139">
                  <a:moveTo>
                    <a:pt x="307726" y="176723"/>
                  </a:moveTo>
                  <a:lnTo>
                    <a:pt x="151394" y="176723"/>
                  </a:lnTo>
                  <a:lnTo>
                    <a:pt x="151394" y="727661"/>
                  </a:lnTo>
                  <a:lnTo>
                    <a:pt x="307726" y="727661"/>
                  </a:lnTo>
                  <a:lnTo>
                    <a:pt x="307726" y="176723"/>
                  </a:lnTo>
                  <a:close/>
                </a:path>
                <a:path w="1025525" h="739139">
                  <a:moveTo>
                    <a:pt x="307726" y="0"/>
                  </a:moveTo>
                  <a:lnTo>
                    <a:pt x="212963" y="0"/>
                  </a:lnTo>
                  <a:lnTo>
                    <a:pt x="190437" y="16316"/>
                  </a:lnTo>
                  <a:lnTo>
                    <a:pt x="166645" y="31929"/>
                  </a:lnTo>
                  <a:lnTo>
                    <a:pt x="115183" y="61091"/>
                  </a:lnTo>
                  <a:lnTo>
                    <a:pt x="59306" y="86394"/>
                  </a:lnTo>
                  <a:lnTo>
                    <a:pt x="0" y="106750"/>
                  </a:lnTo>
                  <a:lnTo>
                    <a:pt x="0" y="238780"/>
                  </a:lnTo>
                  <a:lnTo>
                    <a:pt x="42153" y="230587"/>
                  </a:lnTo>
                  <a:lnTo>
                    <a:pt x="83423" y="216682"/>
                  </a:lnTo>
                  <a:lnTo>
                    <a:pt x="120914" y="198312"/>
                  </a:lnTo>
                  <a:lnTo>
                    <a:pt x="151394" y="176723"/>
                  </a:lnTo>
                  <a:lnTo>
                    <a:pt x="307726" y="176723"/>
                  </a:lnTo>
                  <a:lnTo>
                    <a:pt x="307726" y="0"/>
                  </a:lnTo>
                  <a:close/>
                </a:path>
              </a:pathLst>
            </a:custGeom>
            <a:solidFill>
              <a:srgbClr val="FFFF00"/>
            </a:solidFill>
          </p:spPr>
          <p:txBody>
            <a:bodyPr wrap="square" lIns="0" tIns="0" rIns="0" bIns="0" rtlCol="0"/>
            <a:lstStyle/>
            <a:p>
              <a:endParaRPr/>
            </a:p>
          </p:txBody>
        </p:sp>
        <p:sp>
          <p:nvSpPr>
            <p:cNvPr id="167" name="object 167"/>
            <p:cNvSpPr/>
            <p:nvPr/>
          </p:nvSpPr>
          <p:spPr>
            <a:xfrm>
              <a:off x="8042666" y="5921633"/>
              <a:ext cx="221620" cy="221647"/>
            </a:xfrm>
            <a:prstGeom prst="rect">
              <a:avLst/>
            </a:prstGeom>
            <a:blipFill>
              <a:blip r:embed="rId70" cstate="print"/>
              <a:stretch>
                <a:fillRect/>
              </a:stretch>
            </a:blipFill>
          </p:spPr>
          <p:txBody>
            <a:bodyPr wrap="square" lIns="0" tIns="0" rIns="0" bIns="0" rtlCol="0"/>
            <a:lstStyle/>
            <a:p>
              <a:endParaRPr/>
            </a:p>
          </p:txBody>
        </p:sp>
        <p:sp>
          <p:nvSpPr>
            <p:cNvPr id="168" name="object 168"/>
            <p:cNvSpPr/>
            <p:nvPr/>
          </p:nvSpPr>
          <p:spPr>
            <a:xfrm>
              <a:off x="8064489" y="5620844"/>
              <a:ext cx="182392" cy="193359"/>
            </a:xfrm>
            <a:prstGeom prst="rect">
              <a:avLst/>
            </a:prstGeom>
            <a:blipFill>
              <a:blip r:embed="rId71" cstate="print"/>
              <a:stretch>
                <a:fillRect/>
              </a:stretch>
            </a:blipFill>
          </p:spPr>
          <p:txBody>
            <a:bodyPr wrap="square" lIns="0" tIns="0" rIns="0" bIns="0" rtlCol="0"/>
            <a:lstStyle/>
            <a:p>
              <a:endParaRPr/>
            </a:p>
          </p:txBody>
        </p:sp>
        <p:sp>
          <p:nvSpPr>
            <p:cNvPr id="169" name="object 169"/>
            <p:cNvSpPr/>
            <p:nvPr/>
          </p:nvSpPr>
          <p:spPr>
            <a:xfrm>
              <a:off x="7380610" y="5510271"/>
              <a:ext cx="1025525" cy="739140"/>
            </a:xfrm>
            <a:custGeom>
              <a:avLst/>
              <a:gdLst/>
              <a:ahLst/>
              <a:cxnLst/>
              <a:rect l="l" t="t" r="r" b="b"/>
              <a:pathLst>
                <a:path w="1025525" h="739139">
                  <a:moveTo>
                    <a:pt x="773795" y="3941"/>
                  </a:moveTo>
                  <a:lnTo>
                    <a:pt x="822319" y="7527"/>
                  </a:lnTo>
                  <a:lnTo>
                    <a:pt x="866637" y="18169"/>
                  </a:lnTo>
                  <a:lnTo>
                    <a:pt x="905873" y="35026"/>
                  </a:lnTo>
                  <a:lnTo>
                    <a:pt x="939302" y="57412"/>
                  </a:lnTo>
                  <a:lnTo>
                    <a:pt x="966463" y="84718"/>
                  </a:lnTo>
                  <a:lnTo>
                    <a:pt x="994147" y="134167"/>
                  </a:lnTo>
                  <a:lnTo>
                    <a:pt x="1002610" y="171395"/>
                  </a:lnTo>
                  <a:lnTo>
                    <a:pt x="1003675" y="191130"/>
                  </a:lnTo>
                  <a:lnTo>
                    <a:pt x="1001677" y="215865"/>
                  </a:lnTo>
                  <a:lnTo>
                    <a:pt x="985725" y="261897"/>
                  </a:lnTo>
                  <a:lnTo>
                    <a:pt x="954447" y="302999"/>
                  </a:lnTo>
                  <a:lnTo>
                    <a:pt x="910543" y="337120"/>
                  </a:lnTo>
                  <a:lnTo>
                    <a:pt x="884041" y="351437"/>
                  </a:lnTo>
                  <a:lnTo>
                    <a:pt x="900849" y="357812"/>
                  </a:lnTo>
                  <a:lnTo>
                    <a:pt x="945001" y="381963"/>
                  </a:lnTo>
                  <a:lnTo>
                    <a:pt x="979716" y="412818"/>
                  </a:lnTo>
                  <a:lnTo>
                    <a:pt x="1004834" y="449280"/>
                  </a:lnTo>
                  <a:lnTo>
                    <a:pt x="1019919" y="490429"/>
                  </a:lnTo>
                  <a:lnTo>
                    <a:pt x="1025011" y="534591"/>
                  </a:lnTo>
                  <a:lnTo>
                    <a:pt x="1023849" y="556908"/>
                  </a:lnTo>
                  <a:lnTo>
                    <a:pt x="1014622" y="598483"/>
                  </a:lnTo>
                  <a:lnTo>
                    <a:pt x="996486" y="635814"/>
                  </a:lnTo>
                  <a:lnTo>
                    <a:pt x="970541" y="668073"/>
                  </a:lnTo>
                  <a:lnTo>
                    <a:pt x="937218" y="695014"/>
                  </a:lnTo>
                  <a:lnTo>
                    <a:pt x="897213" y="715990"/>
                  </a:lnTo>
                  <a:lnTo>
                    <a:pt x="851005" y="730707"/>
                  </a:lnTo>
                  <a:lnTo>
                    <a:pt x="799762" y="738148"/>
                  </a:lnTo>
                  <a:lnTo>
                    <a:pt x="772271" y="739079"/>
                  </a:lnTo>
                  <a:lnTo>
                    <a:pt x="745294" y="738164"/>
                  </a:lnTo>
                  <a:lnTo>
                    <a:pt x="694574" y="730842"/>
                  </a:lnTo>
                  <a:lnTo>
                    <a:pt x="648454" y="716360"/>
                  </a:lnTo>
                  <a:lnTo>
                    <a:pt x="608498" y="695638"/>
                  </a:lnTo>
                  <a:lnTo>
                    <a:pt x="575083" y="668931"/>
                  </a:lnTo>
                  <a:lnTo>
                    <a:pt x="548940" y="636789"/>
                  </a:lnTo>
                  <a:lnTo>
                    <a:pt x="530343" y="599503"/>
                  </a:lnTo>
                  <a:lnTo>
                    <a:pt x="520871" y="558182"/>
                  </a:lnTo>
                  <a:lnTo>
                    <a:pt x="519683" y="536079"/>
                  </a:lnTo>
                  <a:lnTo>
                    <a:pt x="520230" y="521326"/>
                  </a:lnTo>
                  <a:lnTo>
                    <a:pt x="528309" y="478749"/>
                  </a:lnTo>
                  <a:lnTo>
                    <a:pt x="546286" y="439666"/>
                  </a:lnTo>
                  <a:lnTo>
                    <a:pt x="574014" y="405296"/>
                  </a:lnTo>
                  <a:lnTo>
                    <a:pt x="611462" y="376549"/>
                  </a:lnTo>
                  <a:lnTo>
                    <a:pt x="659129" y="354912"/>
                  </a:lnTo>
                  <a:lnTo>
                    <a:pt x="633607" y="340568"/>
                  </a:lnTo>
                  <a:lnTo>
                    <a:pt x="591694" y="306196"/>
                  </a:lnTo>
                  <a:lnTo>
                    <a:pt x="562237" y="264631"/>
                  </a:lnTo>
                  <a:lnTo>
                    <a:pt x="547329" y="218096"/>
                  </a:lnTo>
                  <a:lnTo>
                    <a:pt x="545470" y="193106"/>
                  </a:lnTo>
                  <a:lnTo>
                    <a:pt x="546539" y="173128"/>
                  </a:lnTo>
                  <a:lnTo>
                    <a:pt x="555101" y="135405"/>
                  </a:lnTo>
                  <a:lnTo>
                    <a:pt x="571985" y="100871"/>
                  </a:lnTo>
                  <a:lnTo>
                    <a:pt x="595659" y="70852"/>
                  </a:lnTo>
                  <a:lnTo>
                    <a:pt x="625856" y="45684"/>
                  </a:lnTo>
                  <a:lnTo>
                    <a:pt x="662005" y="25927"/>
                  </a:lnTo>
                  <a:lnTo>
                    <a:pt x="703689" y="11977"/>
                  </a:lnTo>
                  <a:lnTo>
                    <a:pt x="749493" y="4841"/>
                  </a:lnTo>
                  <a:lnTo>
                    <a:pt x="773795" y="3941"/>
                  </a:lnTo>
                  <a:close/>
                </a:path>
                <a:path w="1025525" h="739139">
                  <a:moveTo>
                    <a:pt x="212963" y="0"/>
                  </a:moveTo>
                  <a:lnTo>
                    <a:pt x="307726" y="0"/>
                  </a:lnTo>
                  <a:lnTo>
                    <a:pt x="307726" y="727661"/>
                  </a:lnTo>
                  <a:lnTo>
                    <a:pt x="151394" y="727661"/>
                  </a:lnTo>
                  <a:lnTo>
                    <a:pt x="151394" y="176723"/>
                  </a:lnTo>
                  <a:lnTo>
                    <a:pt x="144621" y="182358"/>
                  </a:lnTo>
                  <a:lnTo>
                    <a:pt x="111927" y="203276"/>
                  </a:lnTo>
                  <a:lnTo>
                    <a:pt x="73357" y="220619"/>
                  </a:lnTo>
                  <a:lnTo>
                    <a:pt x="31521" y="233235"/>
                  </a:lnTo>
                  <a:lnTo>
                    <a:pt x="0" y="238780"/>
                  </a:lnTo>
                  <a:lnTo>
                    <a:pt x="0" y="106750"/>
                  </a:lnTo>
                  <a:lnTo>
                    <a:pt x="30067" y="97191"/>
                  </a:lnTo>
                  <a:lnTo>
                    <a:pt x="59306" y="86394"/>
                  </a:lnTo>
                  <a:lnTo>
                    <a:pt x="115183" y="61091"/>
                  </a:lnTo>
                  <a:lnTo>
                    <a:pt x="166645" y="31929"/>
                  </a:lnTo>
                  <a:lnTo>
                    <a:pt x="190437" y="16316"/>
                  </a:lnTo>
                  <a:lnTo>
                    <a:pt x="212963" y="0"/>
                  </a:lnTo>
                  <a:close/>
                </a:path>
              </a:pathLst>
            </a:custGeom>
            <a:ln w="12191">
              <a:solidFill>
                <a:srgbClr val="000000"/>
              </a:solidFill>
            </a:ln>
          </p:spPr>
          <p:txBody>
            <a:bodyPr wrap="square" lIns="0" tIns="0" rIns="0" bIns="0" rtlCol="0"/>
            <a:lstStyle/>
            <a:p>
              <a:endParaRPr/>
            </a:p>
          </p:txBody>
        </p:sp>
        <p:sp>
          <p:nvSpPr>
            <p:cNvPr id="170" name="object 170"/>
            <p:cNvSpPr/>
            <p:nvPr/>
          </p:nvSpPr>
          <p:spPr>
            <a:xfrm>
              <a:off x="6768083" y="5218176"/>
              <a:ext cx="2218944" cy="1345692"/>
            </a:xfrm>
            <a:prstGeom prst="rect">
              <a:avLst/>
            </a:prstGeom>
            <a:blipFill>
              <a:blip r:embed="rId6" cstate="print"/>
              <a:stretch>
                <a:fillRect/>
              </a:stretch>
            </a:blipFill>
          </p:spPr>
          <p:txBody>
            <a:bodyPr wrap="square" lIns="0" tIns="0" rIns="0" bIns="0" rtlCol="0"/>
            <a:lstStyle/>
            <a:p>
              <a:endParaRPr/>
            </a:p>
          </p:txBody>
        </p:sp>
        <p:sp>
          <p:nvSpPr>
            <p:cNvPr id="171" name="object 171"/>
            <p:cNvSpPr/>
            <p:nvPr/>
          </p:nvSpPr>
          <p:spPr>
            <a:xfrm>
              <a:off x="6612636" y="4899658"/>
              <a:ext cx="2531363" cy="1958339"/>
            </a:xfrm>
            <a:prstGeom prst="rect">
              <a:avLst/>
            </a:prstGeom>
            <a:blipFill>
              <a:blip r:embed="rId72" cstate="print"/>
              <a:stretch>
                <a:fillRect/>
              </a:stretch>
            </a:blipFill>
          </p:spPr>
          <p:txBody>
            <a:bodyPr wrap="square" lIns="0" tIns="0" rIns="0" bIns="0" rtlCol="0"/>
            <a:lstStyle/>
            <a:p>
              <a:endParaRPr/>
            </a:p>
          </p:txBody>
        </p:sp>
        <p:sp>
          <p:nvSpPr>
            <p:cNvPr id="172" name="object 172"/>
            <p:cNvSpPr/>
            <p:nvPr/>
          </p:nvSpPr>
          <p:spPr>
            <a:xfrm>
              <a:off x="6848215" y="5278504"/>
              <a:ext cx="2057400" cy="1184275"/>
            </a:xfrm>
            <a:custGeom>
              <a:avLst/>
              <a:gdLst/>
              <a:ahLst/>
              <a:cxnLst/>
              <a:rect l="l" t="t" r="r" b="b"/>
              <a:pathLst>
                <a:path w="2057400" h="1184275">
                  <a:moveTo>
                    <a:pt x="1824868" y="0"/>
                  </a:moveTo>
                  <a:lnTo>
                    <a:pt x="232531" y="0"/>
                  </a:lnTo>
                  <a:lnTo>
                    <a:pt x="185680" y="4725"/>
                  </a:lnTo>
                  <a:lnTo>
                    <a:pt x="142037" y="18276"/>
                  </a:lnTo>
                  <a:lnTo>
                    <a:pt x="102539" y="39718"/>
                  </a:lnTo>
                  <a:lnTo>
                    <a:pt x="68122" y="68115"/>
                  </a:lnTo>
                  <a:lnTo>
                    <a:pt x="39723" y="102530"/>
                  </a:lnTo>
                  <a:lnTo>
                    <a:pt x="18279" y="142028"/>
                  </a:lnTo>
                  <a:lnTo>
                    <a:pt x="4725" y="185673"/>
                  </a:lnTo>
                  <a:lnTo>
                    <a:pt x="0" y="232528"/>
                  </a:lnTo>
                  <a:lnTo>
                    <a:pt x="0" y="951500"/>
                  </a:lnTo>
                  <a:lnTo>
                    <a:pt x="4725" y="998362"/>
                  </a:lnTo>
                  <a:lnTo>
                    <a:pt x="18279" y="1042010"/>
                  </a:lnTo>
                  <a:lnTo>
                    <a:pt x="39723" y="1081508"/>
                  </a:lnTo>
                  <a:lnTo>
                    <a:pt x="68122" y="1115922"/>
                  </a:lnTo>
                  <a:lnTo>
                    <a:pt x="102539" y="1144316"/>
                  </a:lnTo>
                  <a:lnTo>
                    <a:pt x="142037" y="1165755"/>
                  </a:lnTo>
                  <a:lnTo>
                    <a:pt x="185680" y="1179304"/>
                  </a:lnTo>
                  <a:lnTo>
                    <a:pt x="232531" y="1184029"/>
                  </a:lnTo>
                  <a:lnTo>
                    <a:pt x="1824868" y="1184029"/>
                  </a:lnTo>
                  <a:lnTo>
                    <a:pt x="1871763" y="1179304"/>
                  </a:lnTo>
                  <a:lnTo>
                    <a:pt x="1915426" y="1165755"/>
                  </a:lnTo>
                  <a:lnTo>
                    <a:pt x="1954927" y="1144316"/>
                  </a:lnTo>
                  <a:lnTo>
                    <a:pt x="1989334" y="1115922"/>
                  </a:lnTo>
                  <a:lnTo>
                    <a:pt x="2017716" y="1081508"/>
                  </a:lnTo>
                  <a:lnTo>
                    <a:pt x="2039141" y="1042010"/>
                  </a:lnTo>
                  <a:lnTo>
                    <a:pt x="2052680" y="998362"/>
                  </a:lnTo>
                  <a:lnTo>
                    <a:pt x="2057399" y="951500"/>
                  </a:lnTo>
                  <a:lnTo>
                    <a:pt x="2057399" y="232528"/>
                  </a:lnTo>
                  <a:lnTo>
                    <a:pt x="2052680" y="185673"/>
                  </a:lnTo>
                  <a:lnTo>
                    <a:pt x="2039141" y="142028"/>
                  </a:lnTo>
                  <a:lnTo>
                    <a:pt x="2017716" y="102530"/>
                  </a:lnTo>
                  <a:lnTo>
                    <a:pt x="1989334" y="68115"/>
                  </a:lnTo>
                  <a:lnTo>
                    <a:pt x="1954927" y="39718"/>
                  </a:lnTo>
                  <a:lnTo>
                    <a:pt x="1915426" y="18276"/>
                  </a:lnTo>
                  <a:lnTo>
                    <a:pt x="1871763" y="4725"/>
                  </a:lnTo>
                  <a:lnTo>
                    <a:pt x="1824868" y="0"/>
                  </a:lnTo>
                  <a:close/>
                </a:path>
              </a:pathLst>
            </a:custGeom>
            <a:solidFill>
              <a:srgbClr val="252525"/>
            </a:solidFill>
          </p:spPr>
          <p:txBody>
            <a:bodyPr wrap="square" lIns="0" tIns="0" rIns="0" bIns="0" rtlCol="0"/>
            <a:lstStyle/>
            <a:p>
              <a:endParaRPr/>
            </a:p>
          </p:txBody>
        </p:sp>
        <p:sp>
          <p:nvSpPr>
            <p:cNvPr id="173" name="object 173"/>
            <p:cNvSpPr/>
            <p:nvPr/>
          </p:nvSpPr>
          <p:spPr>
            <a:xfrm>
              <a:off x="6848215" y="5278504"/>
              <a:ext cx="2057400" cy="1184275"/>
            </a:xfrm>
            <a:custGeom>
              <a:avLst/>
              <a:gdLst/>
              <a:ahLst/>
              <a:cxnLst/>
              <a:rect l="l" t="t" r="r" b="b"/>
              <a:pathLst>
                <a:path w="2057400" h="1184275">
                  <a:moveTo>
                    <a:pt x="0" y="232528"/>
                  </a:moveTo>
                  <a:lnTo>
                    <a:pt x="4725" y="185673"/>
                  </a:lnTo>
                  <a:lnTo>
                    <a:pt x="18279" y="142028"/>
                  </a:lnTo>
                  <a:lnTo>
                    <a:pt x="39723" y="102530"/>
                  </a:lnTo>
                  <a:lnTo>
                    <a:pt x="68122" y="68115"/>
                  </a:lnTo>
                  <a:lnTo>
                    <a:pt x="102539" y="39718"/>
                  </a:lnTo>
                  <a:lnTo>
                    <a:pt x="142037" y="18276"/>
                  </a:lnTo>
                  <a:lnTo>
                    <a:pt x="185680" y="4725"/>
                  </a:lnTo>
                  <a:lnTo>
                    <a:pt x="232531" y="0"/>
                  </a:lnTo>
                  <a:lnTo>
                    <a:pt x="1824868" y="0"/>
                  </a:lnTo>
                  <a:lnTo>
                    <a:pt x="1871763" y="4725"/>
                  </a:lnTo>
                  <a:lnTo>
                    <a:pt x="1915426" y="18276"/>
                  </a:lnTo>
                  <a:lnTo>
                    <a:pt x="1954927" y="39718"/>
                  </a:lnTo>
                  <a:lnTo>
                    <a:pt x="1989334" y="68115"/>
                  </a:lnTo>
                  <a:lnTo>
                    <a:pt x="2017716" y="102530"/>
                  </a:lnTo>
                  <a:lnTo>
                    <a:pt x="2039141" y="142028"/>
                  </a:lnTo>
                  <a:lnTo>
                    <a:pt x="2052680" y="185673"/>
                  </a:lnTo>
                  <a:lnTo>
                    <a:pt x="2057399" y="232528"/>
                  </a:lnTo>
                  <a:lnTo>
                    <a:pt x="2057399" y="951500"/>
                  </a:lnTo>
                  <a:lnTo>
                    <a:pt x="2052680" y="998362"/>
                  </a:lnTo>
                  <a:lnTo>
                    <a:pt x="2039141" y="1042010"/>
                  </a:lnTo>
                  <a:lnTo>
                    <a:pt x="2017716" y="1081508"/>
                  </a:lnTo>
                  <a:lnTo>
                    <a:pt x="1989334" y="1115922"/>
                  </a:lnTo>
                  <a:lnTo>
                    <a:pt x="1954927" y="1144316"/>
                  </a:lnTo>
                  <a:lnTo>
                    <a:pt x="1915426" y="1165755"/>
                  </a:lnTo>
                  <a:lnTo>
                    <a:pt x="1871763" y="1179304"/>
                  </a:lnTo>
                  <a:lnTo>
                    <a:pt x="1824868" y="1184029"/>
                  </a:lnTo>
                  <a:lnTo>
                    <a:pt x="232531" y="1184029"/>
                  </a:lnTo>
                  <a:lnTo>
                    <a:pt x="185680" y="1179304"/>
                  </a:lnTo>
                  <a:lnTo>
                    <a:pt x="142037" y="1165755"/>
                  </a:lnTo>
                  <a:lnTo>
                    <a:pt x="102539" y="1144316"/>
                  </a:lnTo>
                  <a:lnTo>
                    <a:pt x="68122" y="1115922"/>
                  </a:lnTo>
                  <a:lnTo>
                    <a:pt x="39723" y="1081508"/>
                  </a:lnTo>
                  <a:lnTo>
                    <a:pt x="18279" y="1042010"/>
                  </a:lnTo>
                  <a:lnTo>
                    <a:pt x="4725" y="998362"/>
                  </a:lnTo>
                  <a:lnTo>
                    <a:pt x="0" y="951500"/>
                  </a:lnTo>
                  <a:lnTo>
                    <a:pt x="0" y="232528"/>
                  </a:lnTo>
                  <a:close/>
                </a:path>
              </a:pathLst>
            </a:custGeom>
            <a:ln w="76199">
              <a:solidFill>
                <a:srgbClr val="00AF50"/>
              </a:solidFill>
            </a:ln>
          </p:spPr>
          <p:txBody>
            <a:bodyPr wrap="square" lIns="0" tIns="0" rIns="0" bIns="0" rtlCol="0"/>
            <a:lstStyle/>
            <a:p>
              <a:endParaRPr/>
            </a:p>
          </p:txBody>
        </p:sp>
        <p:sp>
          <p:nvSpPr>
            <p:cNvPr id="174" name="object 174"/>
            <p:cNvSpPr/>
            <p:nvPr/>
          </p:nvSpPr>
          <p:spPr>
            <a:xfrm>
              <a:off x="6653783" y="4920994"/>
              <a:ext cx="2481072" cy="1937003"/>
            </a:xfrm>
            <a:prstGeom prst="rect">
              <a:avLst/>
            </a:prstGeom>
            <a:blipFill>
              <a:blip r:embed="rId73" cstate="print"/>
              <a:stretch>
                <a:fillRect/>
              </a:stretch>
            </a:blipFill>
          </p:spPr>
          <p:txBody>
            <a:bodyPr wrap="square" lIns="0" tIns="0" rIns="0" bIns="0" rtlCol="0"/>
            <a:lstStyle/>
            <a:p>
              <a:endParaRPr/>
            </a:p>
          </p:txBody>
        </p:sp>
        <p:sp>
          <p:nvSpPr>
            <p:cNvPr id="175" name="object 175"/>
            <p:cNvSpPr/>
            <p:nvPr/>
          </p:nvSpPr>
          <p:spPr>
            <a:xfrm>
              <a:off x="7396368" y="5514725"/>
              <a:ext cx="1019810" cy="740410"/>
            </a:xfrm>
            <a:custGeom>
              <a:avLst/>
              <a:gdLst/>
              <a:ahLst/>
              <a:cxnLst/>
              <a:rect l="l" t="t" r="r" b="b"/>
              <a:pathLst>
                <a:path w="1019809" h="740410">
                  <a:moveTo>
                    <a:pt x="559429" y="583204"/>
                  </a:moveTo>
                  <a:lnTo>
                    <a:pt x="559429" y="712268"/>
                  </a:lnTo>
                  <a:lnTo>
                    <a:pt x="592408" y="724424"/>
                  </a:lnTo>
                  <a:lnTo>
                    <a:pt x="628470" y="733104"/>
                  </a:lnTo>
                  <a:lnTo>
                    <a:pt x="667602" y="738310"/>
                  </a:lnTo>
                  <a:lnTo>
                    <a:pt x="709787" y="740045"/>
                  </a:lnTo>
                  <a:lnTo>
                    <a:pt x="745387" y="738310"/>
                  </a:lnTo>
                  <a:lnTo>
                    <a:pt x="810548" y="724554"/>
                  </a:lnTo>
                  <a:lnTo>
                    <a:pt x="868012" y="697224"/>
                  </a:lnTo>
                  <a:lnTo>
                    <a:pt x="916774" y="657643"/>
                  </a:lnTo>
                  <a:lnTo>
                    <a:pt x="947088" y="619935"/>
                  </a:lnTo>
                  <a:lnTo>
                    <a:pt x="694425" y="619935"/>
                  </a:lnTo>
                  <a:lnTo>
                    <a:pt x="656350" y="617640"/>
                  </a:lnTo>
                  <a:lnTo>
                    <a:pt x="621167" y="610754"/>
                  </a:lnTo>
                  <a:lnTo>
                    <a:pt x="588864" y="599275"/>
                  </a:lnTo>
                  <a:lnTo>
                    <a:pt x="559429" y="583204"/>
                  </a:lnTo>
                  <a:close/>
                </a:path>
                <a:path w="1019809" h="740410">
                  <a:moveTo>
                    <a:pt x="1016256" y="404527"/>
                  </a:moveTo>
                  <a:lnTo>
                    <a:pt x="864108" y="404527"/>
                  </a:lnTo>
                  <a:lnTo>
                    <a:pt x="867156" y="405515"/>
                  </a:lnTo>
                  <a:lnTo>
                    <a:pt x="864050" y="454559"/>
                  </a:lnTo>
                  <a:lnTo>
                    <a:pt x="855318" y="497462"/>
                  </a:lnTo>
                  <a:lnTo>
                    <a:pt x="840945" y="534224"/>
                  </a:lnTo>
                  <a:lnTo>
                    <a:pt x="795868" y="588947"/>
                  </a:lnTo>
                  <a:lnTo>
                    <a:pt x="732625" y="616492"/>
                  </a:lnTo>
                  <a:lnTo>
                    <a:pt x="694425" y="619935"/>
                  </a:lnTo>
                  <a:lnTo>
                    <a:pt x="947088" y="619935"/>
                  </a:lnTo>
                  <a:lnTo>
                    <a:pt x="972994" y="575952"/>
                  </a:lnTo>
                  <a:lnTo>
                    <a:pt x="998585" y="507016"/>
                  </a:lnTo>
                  <a:lnTo>
                    <a:pt x="1007727" y="468413"/>
                  </a:lnTo>
                  <a:lnTo>
                    <a:pt x="1014229" y="427294"/>
                  </a:lnTo>
                  <a:lnTo>
                    <a:pt x="1016256" y="404527"/>
                  </a:lnTo>
                  <a:close/>
                </a:path>
                <a:path w="1019809" h="740410">
                  <a:moveTo>
                    <a:pt x="769863" y="3928"/>
                  </a:moveTo>
                  <a:lnTo>
                    <a:pt x="716222" y="8486"/>
                  </a:lnTo>
                  <a:lnTo>
                    <a:pt x="667633" y="22098"/>
                  </a:lnTo>
                  <a:lnTo>
                    <a:pt x="624672" y="43993"/>
                  </a:lnTo>
                  <a:lnTo>
                    <a:pt x="588385" y="73462"/>
                  </a:lnTo>
                  <a:lnTo>
                    <a:pt x="559052" y="109949"/>
                  </a:lnTo>
                  <a:lnTo>
                    <a:pt x="537057" y="152875"/>
                  </a:lnTo>
                  <a:lnTo>
                    <a:pt x="523234" y="201523"/>
                  </a:lnTo>
                  <a:lnTo>
                    <a:pt x="518652" y="255239"/>
                  </a:lnTo>
                  <a:lnTo>
                    <a:pt x="519599" y="278698"/>
                  </a:lnTo>
                  <a:lnTo>
                    <a:pt x="527173" y="322876"/>
                  </a:lnTo>
                  <a:lnTo>
                    <a:pt x="542101" y="362879"/>
                  </a:lnTo>
                  <a:lnTo>
                    <a:pt x="563160" y="397500"/>
                  </a:lnTo>
                  <a:lnTo>
                    <a:pt x="590089" y="426445"/>
                  </a:lnTo>
                  <a:lnTo>
                    <a:pt x="622189" y="449155"/>
                  </a:lnTo>
                  <a:lnTo>
                    <a:pt x="658960" y="465300"/>
                  </a:lnTo>
                  <a:lnTo>
                    <a:pt x="699247" y="473488"/>
                  </a:lnTo>
                  <a:lnTo>
                    <a:pt x="720699" y="474512"/>
                  </a:lnTo>
                  <a:lnTo>
                    <a:pt x="765760" y="470137"/>
                  </a:lnTo>
                  <a:lnTo>
                    <a:pt x="804691" y="457012"/>
                  </a:lnTo>
                  <a:lnTo>
                    <a:pt x="837478" y="435141"/>
                  </a:lnTo>
                  <a:lnTo>
                    <a:pt x="864108" y="404527"/>
                  </a:lnTo>
                  <a:lnTo>
                    <a:pt x="1016256" y="404527"/>
                  </a:lnTo>
                  <a:lnTo>
                    <a:pt x="1018113" y="383662"/>
                  </a:lnTo>
                  <a:lnTo>
                    <a:pt x="1018834" y="357865"/>
                  </a:lnTo>
                  <a:lnTo>
                    <a:pt x="768858" y="357865"/>
                  </a:lnTo>
                  <a:lnTo>
                    <a:pt x="758150" y="357385"/>
                  </a:lnTo>
                  <a:lnTo>
                    <a:pt x="720470" y="345877"/>
                  </a:lnTo>
                  <a:lnTo>
                    <a:pt x="692602" y="319724"/>
                  </a:lnTo>
                  <a:lnTo>
                    <a:pt x="675941" y="279925"/>
                  </a:lnTo>
                  <a:lnTo>
                    <a:pt x="672084" y="241733"/>
                  </a:lnTo>
                  <a:lnTo>
                    <a:pt x="672512" y="229286"/>
                  </a:lnTo>
                  <a:lnTo>
                    <a:pt x="682794" y="184043"/>
                  </a:lnTo>
                  <a:lnTo>
                    <a:pt x="704857" y="149701"/>
                  </a:lnTo>
                  <a:lnTo>
                    <a:pt x="736612" y="128618"/>
                  </a:lnTo>
                  <a:lnTo>
                    <a:pt x="765291" y="123587"/>
                  </a:lnTo>
                  <a:lnTo>
                    <a:pt x="972930" y="123587"/>
                  </a:lnTo>
                  <a:lnTo>
                    <a:pt x="967998" y="114383"/>
                  </a:lnTo>
                  <a:lnTo>
                    <a:pt x="935611" y="71745"/>
                  </a:lnTo>
                  <a:lnTo>
                    <a:pt x="896272" y="39111"/>
                  </a:lnTo>
                  <a:lnTo>
                    <a:pt x="850196" y="16682"/>
                  </a:lnTo>
                  <a:lnTo>
                    <a:pt x="798104" y="5353"/>
                  </a:lnTo>
                  <a:lnTo>
                    <a:pt x="769863" y="3928"/>
                  </a:lnTo>
                  <a:close/>
                </a:path>
                <a:path w="1019809" h="740410">
                  <a:moveTo>
                    <a:pt x="972930" y="123587"/>
                  </a:moveTo>
                  <a:lnTo>
                    <a:pt x="765291" y="123587"/>
                  </a:lnTo>
                  <a:lnTo>
                    <a:pt x="775750" y="124223"/>
                  </a:lnTo>
                  <a:lnTo>
                    <a:pt x="785774" y="126131"/>
                  </a:lnTo>
                  <a:lnTo>
                    <a:pt x="821035" y="145753"/>
                  </a:lnTo>
                  <a:lnTo>
                    <a:pt x="845922" y="180363"/>
                  </a:lnTo>
                  <a:lnTo>
                    <a:pt x="859452" y="227642"/>
                  </a:lnTo>
                  <a:lnTo>
                    <a:pt x="861181" y="254139"/>
                  </a:lnTo>
                  <a:lnTo>
                    <a:pt x="860755" y="264867"/>
                  </a:lnTo>
                  <a:lnTo>
                    <a:pt x="850755" y="303952"/>
                  </a:lnTo>
                  <a:lnTo>
                    <a:pt x="822239" y="340064"/>
                  </a:lnTo>
                  <a:lnTo>
                    <a:pt x="778996" y="357354"/>
                  </a:lnTo>
                  <a:lnTo>
                    <a:pt x="768858" y="357865"/>
                  </a:lnTo>
                  <a:lnTo>
                    <a:pt x="1018834" y="357865"/>
                  </a:lnTo>
                  <a:lnTo>
                    <a:pt x="1019332" y="340064"/>
                  </a:lnTo>
                  <a:lnTo>
                    <a:pt x="1019312" y="334185"/>
                  </a:lnTo>
                  <a:lnTo>
                    <a:pt x="1018353" y="299113"/>
                  </a:lnTo>
                  <a:lnTo>
                    <a:pt x="1009875" y="228631"/>
                  </a:lnTo>
                  <a:lnTo>
                    <a:pt x="992850" y="166737"/>
                  </a:lnTo>
                  <a:lnTo>
                    <a:pt x="981355" y="139312"/>
                  </a:lnTo>
                  <a:lnTo>
                    <a:pt x="972930" y="123587"/>
                  </a:lnTo>
                  <a:close/>
                </a:path>
                <a:path w="1019809" h="740410">
                  <a:moveTo>
                    <a:pt x="307695" y="176701"/>
                  </a:moveTo>
                  <a:lnTo>
                    <a:pt x="151363" y="176701"/>
                  </a:lnTo>
                  <a:lnTo>
                    <a:pt x="151363" y="727639"/>
                  </a:lnTo>
                  <a:lnTo>
                    <a:pt x="307695" y="727639"/>
                  </a:lnTo>
                  <a:lnTo>
                    <a:pt x="307695" y="176701"/>
                  </a:lnTo>
                  <a:close/>
                </a:path>
                <a:path w="1019809" h="740410">
                  <a:moveTo>
                    <a:pt x="307695" y="0"/>
                  </a:moveTo>
                  <a:lnTo>
                    <a:pt x="212841" y="0"/>
                  </a:lnTo>
                  <a:lnTo>
                    <a:pt x="190367" y="16309"/>
                  </a:lnTo>
                  <a:lnTo>
                    <a:pt x="166569" y="31919"/>
                  </a:lnTo>
                  <a:lnTo>
                    <a:pt x="115062" y="61078"/>
                  </a:lnTo>
                  <a:lnTo>
                    <a:pt x="59234" y="86370"/>
                  </a:lnTo>
                  <a:lnTo>
                    <a:pt x="0" y="106716"/>
                  </a:lnTo>
                  <a:lnTo>
                    <a:pt x="0" y="238743"/>
                  </a:lnTo>
                  <a:lnTo>
                    <a:pt x="42153" y="230553"/>
                  </a:lnTo>
                  <a:lnTo>
                    <a:pt x="83301" y="216657"/>
                  </a:lnTo>
                  <a:lnTo>
                    <a:pt x="120761" y="198299"/>
                  </a:lnTo>
                  <a:lnTo>
                    <a:pt x="151363" y="176701"/>
                  </a:lnTo>
                  <a:lnTo>
                    <a:pt x="307695" y="176701"/>
                  </a:lnTo>
                  <a:lnTo>
                    <a:pt x="307695" y="0"/>
                  </a:lnTo>
                  <a:close/>
                </a:path>
              </a:pathLst>
            </a:custGeom>
            <a:solidFill>
              <a:srgbClr val="FFFF00"/>
            </a:solidFill>
          </p:spPr>
          <p:txBody>
            <a:bodyPr wrap="square" lIns="0" tIns="0" rIns="0" bIns="0" rtlCol="0"/>
            <a:lstStyle/>
            <a:p>
              <a:endParaRPr/>
            </a:p>
          </p:txBody>
        </p:sp>
        <p:sp>
          <p:nvSpPr>
            <p:cNvPr id="176" name="object 176"/>
            <p:cNvSpPr/>
            <p:nvPr/>
          </p:nvSpPr>
          <p:spPr>
            <a:xfrm>
              <a:off x="8062356" y="5632216"/>
              <a:ext cx="201289" cy="246470"/>
            </a:xfrm>
            <a:prstGeom prst="rect">
              <a:avLst/>
            </a:prstGeom>
            <a:blipFill>
              <a:blip r:embed="rId74" cstate="print"/>
              <a:stretch>
                <a:fillRect/>
              </a:stretch>
            </a:blipFill>
          </p:spPr>
          <p:txBody>
            <a:bodyPr wrap="square" lIns="0" tIns="0" rIns="0" bIns="0" rtlCol="0"/>
            <a:lstStyle/>
            <a:p>
              <a:endParaRPr/>
            </a:p>
          </p:txBody>
        </p:sp>
        <p:sp>
          <p:nvSpPr>
            <p:cNvPr id="177" name="object 177"/>
            <p:cNvSpPr/>
            <p:nvPr/>
          </p:nvSpPr>
          <p:spPr>
            <a:xfrm>
              <a:off x="7396368" y="5514725"/>
              <a:ext cx="1019810" cy="740410"/>
            </a:xfrm>
            <a:custGeom>
              <a:avLst/>
              <a:gdLst/>
              <a:ahLst/>
              <a:cxnLst/>
              <a:rect l="l" t="t" r="r" b="b"/>
              <a:pathLst>
                <a:path w="1019809" h="740410">
                  <a:moveTo>
                    <a:pt x="769863" y="3928"/>
                  </a:moveTo>
                  <a:lnTo>
                    <a:pt x="824887" y="9612"/>
                  </a:lnTo>
                  <a:lnTo>
                    <a:pt x="874013" y="26538"/>
                  </a:lnTo>
                  <a:lnTo>
                    <a:pt x="916796" y="54176"/>
                  </a:lnTo>
                  <a:lnTo>
                    <a:pt x="952743" y="91833"/>
                  </a:lnTo>
                  <a:lnTo>
                    <a:pt x="981375" y="139350"/>
                  </a:lnTo>
                  <a:lnTo>
                    <a:pt x="1002395" y="196547"/>
                  </a:lnTo>
                  <a:lnTo>
                    <a:pt x="1015185" y="262819"/>
                  </a:lnTo>
                  <a:lnTo>
                    <a:pt x="1019403" y="337517"/>
                  </a:lnTo>
                  <a:lnTo>
                    <a:pt x="1018113" y="383662"/>
                  </a:lnTo>
                  <a:lnTo>
                    <a:pt x="1014229" y="427294"/>
                  </a:lnTo>
                  <a:lnTo>
                    <a:pt x="1007727" y="468413"/>
                  </a:lnTo>
                  <a:lnTo>
                    <a:pt x="998585" y="507016"/>
                  </a:lnTo>
                  <a:lnTo>
                    <a:pt x="972993" y="575951"/>
                  </a:lnTo>
                  <a:lnTo>
                    <a:pt x="937869" y="633340"/>
                  </a:lnTo>
                  <a:lnTo>
                    <a:pt x="893490" y="678937"/>
                  </a:lnTo>
                  <a:lnTo>
                    <a:pt x="840333" y="712506"/>
                  </a:lnTo>
                  <a:lnTo>
                    <a:pt x="778878" y="733160"/>
                  </a:lnTo>
                  <a:lnTo>
                    <a:pt x="709787" y="740045"/>
                  </a:lnTo>
                  <a:lnTo>
                    <a:pt x="667601" y="738310"/>
                  </a:lnTo>
                  <a:lnTo>
                    <a:pt x="628470" y="733104"/>
                  </a:lnTo>
                  <a:lnTo>
                    <a:pt x="592408" y="724424"/>
                  </a:lnTo>
                  <a:lnTo>
                    <a:pt x="559429" y="712268"/>
                  </a:lnTo>
                  <a:lnTo>
                    <a:pt x="559429" y="583204"/>
                  </a:lnTo>
                  <a:lnTo>
                    <a:pt x="588864" y="599275"/>
                  </a:lnTo>
                  <a:lnTo>
                    <a:pt x="621167" y="610754"/>
                  </a:lnTo>
                  <a:lnTo>
                    <a:pt x="656350" y="617640"/>
                  </a:lnTo>
                  <a:lnTo>
                    <a:pt x="694425" y="619935"/>
                  </a:lnTo>
                  <a:lnTo>
                    <a:pt x="732625" y="616492"/>
                  </a:lnTo>
                  <a:lnTo>
                    <a:pt x="795868" y="588947"/>
                  </a:lnTo>
                  <a:lnTo>
                    <a:pt x="840945" y="534224"/>
                  </a:lnTo>
                  <a:lnTo>
                    <a:pt x="855318" y="497462"/>
                  </a:lnTo>
                  <a:lnTo>
                    <a:pt x="864050" y="454559"/>
                  </a:lnTo>
                  <a:lnTo>
                    <a:pt x="867155" y="405515"/>
                  </a:lnTo>
                  <a:lnTo>
                    <a:pt x="864107" y="404527"/>
                  </a:lnTo>
                  <a:lnTo>
                    <a:pt x="837478" y="435141"/>
                  </a:lnTo>
                  <a:lnTo>
                    <a:pt x="804691" y="457012"/>
                  </a:lnTo>
                  <a:lnTo>
                    <a:pt x="765759" y="470137"/>
                  </a:lnTo>
                  <a:lnTo>
                    <a:pt x="720699" y="474512"/>
                  </a:lnTo>
                  <a:lnTo>
                    <a:pt x="699247" y="473488"/>
                  </a:lnTo>
                  <a:lnTo>
                    <a:pt x="658960" y="465300"/>
                  </a:lnTo>
                  <a:lnTo>
                    <a:pt x="622189" y="449155"/>
                  </a:lnTo>
                  <a:lnTo>
                    <a:pt x="590089" y="426445"/>
                  </a:lnTo>
                  <a:lnTo>
                    <a:pt x="563160" y="397500"/>
                  </a:lnTo>
                  <a:lnTo>
                    <a:pt x="542101" y="362879"/>
                  </a:lnTo>
                  <a:lnTo>
                    <a:pt x="527173" y="322876"/>
                  </a:lnTo>
                  <a:lnTo>
                    <a:pt x="519599" y="278698"/>
                  </a:lnTo>
                  <a:lnTo>
                    <a:pt x="518647" y="255126"/>
                  </a:lnTo>
                  <a:lnTo>
                    <a:pt x="519792" y="227705"/>
                  </a:lnTo>
                  <a:lnTo>
                    <a:pt x="528986" y="176579"/>
                  </a:lnTo>
                  <a:lnTo>
                    <a:pt x="547130" y="130606"/>
                  </a:lnTo>
                  <a:lnTo>
                    <a:pt x="572809" y="90901"/>
                  </a:lnTo>
                  <a:lnTo>
                    <a:pt x="605697" y="57784"/>
                  </a:lnTo>
                  <a:lnTo>
                    <a:pt x="645315" y="32095"/>
                  </a:lnTo>
                  <a:lnTo>
                    <a:pt x="691301" y="14165"/>
                  </a:lnTo>
                  <a:lnTo>
                    <a:pt x="742407" y="5070"/>
                  </a:lnTo>
                  <a:lnTo>
                    <a:pt x="769863" y="3928"/>
                  </a:lnTo>
                  <a:close/>
                </a:path>
                <a:path w="1019809" h="740410">
                  <a:moveTo>
                    <a:pt x="212841" y="0"/>
                  </a:moveTo>
                  <a:lnTo>
                    <a:pt x="307695" y="0"/>
                  </a:lnTo>
                  <a:lnTo>
                    <a:pt x="307695" y="727639"/>
                  </a:lnTo>
                  <a:lnTo>
                    <a:pt x="151363" y="727639"/>
                  </a:lnTo>
                  <a:lnTo>
                    <a:pt x="151363" y="176701"/>
                  </a:lnTo>
                  <a:lnTo>
                    <a:pt x="144606" y="182331"/>
                  </a:lnTo>
                  <a:lnTo>
                    <a:pt x="111856" y="203256"/>
                  </a:lnTo>
                  <a:lnTo>
                    <a:pt x="73306" y="220600"/>
                  </a:lnTo>
                  <a:lnTo>
                    <a:pt x="31508" y="233208"/>
                  </a:lnTo>
                  <a:lnTo>
                    <a:pt x="0" y="238743"/>
                  </a:lnTo>
                  <a:lnTo>
                    <a:pt x="0" y="106716"/>
                  </a:lnTo>
                  <a:lnTo>
                    <a:pt x="30044" y="97163"/>
                  </a:lnTo>
                  <a:lnTo>
                    <a:pt x="59234" y="86370"/>
                  </a:lnTo>
                  <a:lnTo>
                    <a:pt x="115061" y="61078"/>
                  </a:lnTo>
                  <a:lnTo>
                    <a:pt x="166569" y="31919"/>
                  </a:lnTo>
                  <a:lnTo>
                    <a:pt x="190367" y="16309"/>
                  </a:lnTo>
                  <a:lnTo>
                    <a:pt x="212841" y="0"/>
                  </a:lnTo>
                  <a:close/>
                </a:path>
              </a:pathLst>
            </a:custGeom>
            <a:ln w="12191">
              <a:solidFill>
                <a:srgbClr val="000000"/>
              </a:solidFill>
            </a:ln>
          </p:spPr>
          <p:txBody>
            <a:bodyPr wrap="square" lIns="0" tIns="0" rIns="0" bIns="0" rtlCol="0"/>
            <a:lstStyle/>
            <a:p>
              <a:endParaRPr/>
            </a:p>
          </p:txBody>
        </p:sp>
        <p:sp>
          <p:nvSpPr>
            <p:cNvPr id="178" name="object 178"/>
            <p:cNvSpPr/>
            <p:nvPr/>
          </p:nvSpPr>
          <p:spPr>
            <a:xfrm>
              <a:off x="6742176" y="5237988"/>
              <a:ext cx="2218944" cy="1345692"/>
            </a:xfrm>
            <a:prstGeom prst="rect">
              <a:avLst/>
            </a:prstGeom>
            <a:blipFill>
              <a:blip r:embed="rId75" cstate="print"/>
              <a:stretch>
                <a:fillRect/>
              </a:stretch>
            </a:blipFill>
          </p:spPr>
          <p:txBody>
            <a:bodyPr wrap="square" lIns="0" tIns="0" rIns="0" bIns="0" rtlCol="0"/>
            <a:lstStyle/>
            <a:p>
              <a:endParaRPr/>
            </a:p>
          </p:txBody>
        </p:sp>
        <p:sp>
          <p:nvSpPr>
            <p:cNvPr id="179" name="object 179"/>
            <p:cNvSpPr/>
            <p:nvPr/>
          </p:nvSpPr>
          <p:spPr>
            <a:xfrm>
              <a:off x="6588251" y="4920994"/>
              <a:ext cx="2555747" cy="1937003"/>
            </a:xfrm>
            <a:prstGeom prst="rect">
              <a:avLst/>
            </a:prstGeom>
            <a:blipFill>
              <a:blip r:embed="rId76" cstate="print"/>
              <a:stretch>
                <a:fillRect/>
              </a:stretch>
            </a:blipFill>
          </p:spPr>
          <p:txBody>
            <a:bodyPr wrap="square" lIns="0" tIns="0" rIns="0" bIns="0" rtlCol="0"/>
            <a:lstStyle/>
            <a:p>
              <a:endParaRPr/>
            </a:p>
          </p:txBody>
        </p:sp>
        <p:sp>
          <p:nvSpPr>
            <p:cNvPr id="180" name="object 180"/>
            <p:cNvSpPr/>
            <p:nvPr/>
          </p:nvSpPr>
          <p:spPr>
            <a:xfrm>
              <a:off x="6822947" y="5299197"/>
              <a:ext cx="2057400" cy="1184275"/>
            </a:xfrm>
            <a:custGeom>
              <a:avLst/>
              <a:gdLst/>
              <a:ahLst/>
              <a:cxnLst/>
              <a:rect l="l" t="t" r="r" b="b"/>
              <a:pathLst>
                <a:path w="2057400" h="1184275">
                  <a:moveTo>
                    <a:pt x="1824989" y="0"/>
                  </a:moveTo>
                  <a:lnTo>
                    <a:pt x="232531" y="0"/>
                  </a:lnTo>
                  <a:lnTo>
                    <a:pt x="185680" y="4720"/>
                  </a:lnTo>
                  <a:lnTo>
                    <a:pt x="142037" y="18258"/>
                  </a:lnTo>
                  <a:lnTo>
                    <a:pt x="102539" y="39681"/>
                  </a:lnTo>
                  <a:lnTo>
                    <a:pt x="68122" y="68056"/>
                  </a:lnTo>
                  <a:lnTo>
                    <a:pt x="39723" y="102449"/>
                  </a:lnTo>
                  <a:lnTo>
                    <a:pt x="18279" y="141928"/>
                  </a:lnTo>
                  <a:lnTo>
                    <a:pt x="4725" y="185559"/>
                  </a:lnTo>
                  <a:lnTo>
                    <a:pt x="0" y="232409"/>
                  </a:lnTo>
                  <a:lnTo>
                    <a:pt x="0" y="951463"/>
                  </a:lnTo>
                  <a:lnTo>
                    <a:pt x="4725" y="998325"/>
                  </a:lnTo>
                  <a:lnTo>
                    <a:pt x="18279" y="1041972"/>
                  </a:lnTo>
                  <a:lnTo>
                    <a:pt x="39723" y="1081468"/>
                  </a:lnTo>
                  <a:lnTo>
                    <a:pt x="68122" y="1115880"/>
                  </a:lnTo>
                  <a:lnTo>
                    <a:pt x="102539" y="1144271"/>
                  </a:lnTo>
                  <a:lnTo>
                    <a:pt x="142037" y="1165708"/>
                  </a:lnTo>
                  <a:lnTo>
                    <a:pt x="185680" y="1179256"/>
                  </a:lnTo>
                  <a:lnTo>
                    <a:pt x="232531" y="1183980"/>
                  </a:lnTo>
                  <a:lnTo>
                    <a:pt x="1824989" y="1183980"/>
                  </a:lnTo>
                  <a:lnTo>
                    <a:pt x="1871844" y="1179256"/>
                  </a:lnTo>
                  <a:lnTo>
                    <a:pt x="1915477" y="1165708"/>
                  </a:lnTo>
                  <a:lnTo>
                    <a:pt x="1954957" y="1144271"/>
                  </a:lnTo>
                  <a:lnTo>
                    <a:pt x="1989349" y="1115880"/>
                  </a:lnTo>
                  <a:lnTo>
                    <a:pt x="2017722" y="1081468"/>
                  </a:lnTo>
                  <a:lnTo>
                    <a:pt x="2039143" y="1041972"/>
                  </a:lnTo>
                  <a:lnTo>
                    <a:pt x="2052680" y="998325"/>
                  </a:lnTo>
                  <a:lnTo>
                    <a:pt x="2057399" y="951463"/>
                  </a:lnTo>
                  <a:lnTo>
                    <a:pt x="2057399" y="232409"/>
                  </a:lnTo>
                  <a:lnTo>
                    <a:pt x="2052680" y="185559"/>
                  </a:lnTo>
                  <a:lnTo>
                    <a:pt x="2039143" y="141928"/>
                  </a:lnTo>
                  <a:lnTo>
                    <a:pt x="2017722" y="102449"/>
                  </a:lnTo>
                  <a:lnTo>
                    <a:pt x="1989349" y="68056"/>
                  </a:lnTo>
                  <a:lnTo>
                    <a:pt x="1954957" y="39681"/>
                  </a:lnTo>
                  <a:lnTo>
                    <a:pt x="1915477" y="18258"/>
                  </a:lnTo>
                  <a:lnTo>
                    <a:pt x="1871844" y="4720"/>
                  </a:lnTo>
                  <a:lnTo>
                    <a:pt x="1824989" y="0"/>
                  </a:lnTo>
                  <a:close/>
                </a:path>
              </a:pathLst>
            </a:custGeom>
            <a:solidFill>
              <a:srgbClr val="252525"/>
            </a:solidFill>
          </p:spPr>
          <p:txBody>
            <a:bodyPr wrap="square" lIns="0" tIns="0" rIns="0" bIns="0" rtlCol="0"/>
            <a:lstStyle/>
            <a:p>
              <a:endParaRPr/>
            </a:p>
          </p:txBody>
        </p:sp>
        <p:sp>
          <p:nvSpPr>
            <p:cNvPr id="181" name="object 181"/>
            <p:cNvSpPr/>
            <p:nvPr/>
          </p:nvSpPr>
          <p:spPr>
            <a:xfrm>
              <a:off x="6822947" y="5299197"/>
              <a:ext cx="2057400" cy="1184275"/>
            </a:xfrm>
            <a:custGeom>
              <a:avLst/>
              <a:gdLst/>
              <a:ahLst/>
              <a:cxnLst/>
              <a:rect l="l" t="t" r="r" b="b"/>
              <a:pathLst>
                <a:path w="2057400" h="1184275">
                  <a:moveTo>
                    <a:pt x="0" y="232409"/>
                  </a:moveTo>
                  <a:lnTo>
                    <a:pt x="4725" y="185559"/>
                  </a:lnTo>
                  <a:lnTo>
                    <a:pt x="18279" y="141928"/>
                  </a:lnTo>
                  <a:lnTo>
                    <a:pt x="39723" y="102449"/>
                  </a:lnTo>
                  <a:lnTo>
                    <a:pt x="68122" y="68056"/>
                  </a:lnTo>
                  <a:lnTo>
                    <a:pt x="102539" y="39681"/>
                  </a:lnTo>
                  <a:lnTo>
                    <a:pt x="142037" y="18258"/>
                  </a:lnTo>
                  <a:lnTo>
                    <a:pt x="185680" y="4720"/>
                  </a:lnTo>
                  <a:lnTo>
                    <a:pt x="232531" y="0"/>
                  </a:lnTo>
                  <a:lnTo>
                    <a:pt x="1824989" y="0"/>
                  </a:lnTo>
                  <a:lnTo>
                    <a:pt x="1871844" y="4720"/>
                  </a:lnTo>
                  <a:lnTo>
                    <a:pt x="1915477" y="18258"/>
                  </a:lnTo>
                  <a:lnTo>
                    <a:pt x="1954957" y="39681"/>
                  </a:lnTo>
                  <a:lnTo>
                    <a:pt x="1989349" y="68056"/>
                  </a:lnTo>
                  <a:lnTo>
                    <a:pt x="2017722" y="102449"/>
                  </a:lnTo>
                  <a:lnTo>
                    <a:pt x="2039143" y="141928"/>
                  </a:lnTo>
                  <a:lnTo>
                    <a:pt x="2052680" y="185559"/>
                  </a:lnTo>
                  <a:lnTo>
                    <a:pt x="2057399" y="232409"/>
                  </a:lnTo>
                  <a:lnTo>
                    <a:pt x="2057399" y="951463"/>
                  </a:lnTo>
                  <a:lnTo>
                    <a:pt x="2052680" y="998325"/>
                  </a:lnTo>
                  <a:lnTo>
                    <a:pt x="2039143" y="1041972"/>
                  </a:lnTo>
                  <a:lnTo>
                    <a:pt x="2017722" y="1081468"/>
                  </a:lnTo>
                  <a:lnTo>
                    <a:pt x="1989349" y="1115880"/>
                  </a:lnTo>
                  <a:lnTo>
                    <a:pt x="1954957" y="1144271"/>
                  </a:lnTo>
                  <a:lnTo>
                    <a:pt x="1915477" y="1165708"/>
                  </a:lnTo>
                  <a:lnTo>
                    <a:pt x="1871844" y="1179256"/>
                  </a:lnTo>
                  <a:lnTo>
                    <a:pt x="1824989" y="1183980"/>
                  </a:lnTo>
                  <a:lnTo>
                    <a:pt x="232531" y="1183980"/>
                  </a:lnTo>
                  <a:lnTo>
                    <a:pt x="185680" y="1179256"/>
                  </a:lnTo>
                  <a:lnTo>
                    <a:pt x="142037" y="1165708"/>
                  </a:lnTo>
                  <a:lnTo>
                    <a:pt x="102539" y="1144271"/>
                  </a:lnTo>
                  <a:lnTo>
                    <a:pt x="68122" y="1115880"/>
                  </a:lnTo>
                  <a:lnTo>
                    <a:pt x="39723" y="1081468"/>
                  </a:lnTo>
                  <a:lnTo>
                    <a:pt x="18279" y="1041972"/>
                  </a:lnTo>
                  <a:lnTo>
                    <a:pt x="4725"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182" name="object 182"/>
            <p:cNvSpPr/>
            <p:nvPr/>
          </p:nvSpPr>
          <p:spPr>
            <a:xfrm>
              <a:off x="6629400" y="4942331"/>
              <a:ext cx="2481072" cy="1915668"/>
            </a:xfrm>
            <a:prstGeom prst="rect">
              <a:avLst/>
            </a:prstGeom>
            <a:blipFill>
              <a:blip r:embed="rId77" cstate="print"/>
              <a:stretch>
                <a:fillRect/>
              </a:stretch>
            </a:blipFill>
          </p:spPr>
          <p:txBody>
            <a:bodyPr wrap="square" lIns="0" tIns="0" rIns="0" bIns="0" rtlCol="0"/>
            <a:lstStyle/>
            <a:p>
              <a:endParaRPr/>
            </a:p>
          </p:txBody>
        </p:sp>
        <p:sp>
          <p:nvSpPr>
            <p:cNvPr id="183" name="object 183"/>
            <p:cNvSpPr/>
            <p:nvPr/>
          </p:nvSpPr>
          <p:spPr>
            <a:xfrm>
              <a:off x="7307062" y="5539358"/>
              <a:ext cx="1095375" cy="736600"/>
            </a:xfrm>
            <a:custGeom>
              <a:avLst/>
              <a:gdLst/>
              <a:ahLst/>
              <a:cxnLst/>
              <a:rect l="l" t="t" r="r" b="b"/>
              <a:pathLst>
                <a:path w="1095375" h="736600">
                  <a:moveTo>
                    <a:pt x="846734" y="0"/>
                  </a:moveTo>
                  <a:lnTo>
                    <a:pt x="796994" y="3885"/>
                  </a:lnTo>
                  <a:lnTo>
                    <a:pt x="752198" y="15536"/>
                  </a:lnTo>
                  <a:lnTo>
                    <a:pt x="712343" y="34947"/>
                  </a:lnTo>
                  <a:lnTo>
                    <a:pt x="677430" y="62112"/>
                  </a:lnTo>
                  <a:lnTo>
                    <a:pt x="647456" y="97023"/>
                  </a:lnTo>
                  <a:lnTo>
                    <a:pt x="626449" y="131820"/>
                  </a:lnTo>
                  <a:lnTo>
                    <a:pt x="609270" y="171510"/>
                  </a:lnTo>
                  <a:lnTo>
                    <a:pt x="595914" y="216092"/>
                  </a:lnTo>
                  <a:lnTo>
                    <a:pt x="586378" y="265569"/>
                  </a:lnTo>
                  <a:lnTo>
                    <a:pt x="580659" y="319938"/>
                  </a:lnTo>
                  <a:lnTo>
                    <a:pt x="578754" y="379201"/>
                  </a:lnTo>
                  <a:lnTo>
                    <a:pt x="580854" y="441137"/>
                  </a:lnTo>
                  <a:lnTo>
                    <a:pt x="587154" y="497174"/>
                  </a:lnTo>
                  <a:lnTo>
                    <a:pt x="597655" y="547312"/>
                  </a:lnTo>
                  <a:lnTo>
                    <a:pt x="612355" y="591552"/>
                  </a:lnTo>
                  <a:lnTo>
                    <a:pt x="631256" y="629893"/>
                  </a:lnTo>
                  <a:lnTo>
                    <a:pt x="654357" y="662335"/>
                  </a:lnTo>
                  <a:lnTo>
                    <a:pt x="713160" y="709524"/>
                  </a:lnTo>
                  <a:lnTo>
                    <a:pt x="748862" y="724270"/>
                  </a:lnTo>
                  <a:lnTo>
                    <a:pt x="788763" y="733118"/>
                  </a:lnTo>
                  <a:lnTo>
                    <a:pt x="832866" y="736067"/>
                  </a:lnTo>
                  <a:lnTo>
                    <a:pt x="881120" y="732215"/>
                  </a:lnTo>
                  <a:lnTo>
                    <a:pt x="924679" y="720660"/>
                  </a:lnTo>
                  <a:lnTo>
                    <a:pt x="963541" y="701400"/>
                  </a:lnTo>
                  <a:lnTo>
                    <a:pt x="997706" y="674436"/>
                  </a:lnTo>
                  <a:lnTo>
                    <a:pt x="1027176" y="639769"/>
                  </a:lnTo>
                  <a:lnTo>
                    <a:pt x="1041516" y="615945"/>
                  </a:lnTo>
                  <a:lnTo>
                    <a:pt x="837834" y="615945"/>
                  </a:lnTo>
                  <a:lnTo>
                    <a:pt x="807345" y="609259"/>
                  </a:lnTo>
                  <a:lnTo>
                    <a:pt x="763032" y="555768"/>
                  </a:lnTo>
                  <a:lnTo>
                    <a:pt x="749196" y="508964"/>
                  </a:lnTo>
                  <a:lnTo>
                    <a:pt x="740898" y="448786"/>
                  </a:lnTo>
                  <a:lnTo>
                    <a:pt x="738134" y="375236"/>
                  </a:lnTo>
                  <a:lnTo>
                    <a:pt x="740961" y="297129"/>
                  </a:lnTo>
                  <a:lnTo>
                    <a:pt x="749441" y="233223"/>
                  </a:lnTo>
                  <a:lnTo>
                    <a:pt x="763573" y="183517"/>
                  </a:lnTo>
                  <a:lnTo>
                    <a:pt x="783357" y="148013"/>
                  </a:lnTo>
                  <a:lnTo>
                    <a:pt x="839876" y="119609"/>
                  </a:lnTo>
                  <a:lnTo>
                    <a:pt x="1049214" y="119609"/>
                  </a:lnTo>
                  <a:lnTo>
                    <a:pt x="1043690" y="107950"/>
                  </a:lnTo>
                  <a:lnTo>
                    <a:pt x="1021119" y="74965"/>
                  </a:lnTo>
                  <a:lnTo>
                    <a:pt x="963669" y="26987"/>
                  </a:lnTo>
                  <a:lnTo>
                    <a:pt x="889813" y="2998"/>
                  </a:lnTo>
                  <a:lnTo>
                    <a:pt x="846734" y="0"/>
                  </a:lnTo>
                  <a:close/>
                </a:path>
                <a:path w="1095375" h="736600">
                  <a:moveTo>
                    <a:pt x="1049214" y="119609"/>
                  </a:moveTo>
                  <a:lnTo>
                    <a:pt x="839876" y="119609"/>
                  </a:lnTo>
                  <a:lnTo>
                    <a:pt x="868977" y="126503"/>
                  </a:lnTo>
                  <a:lnTo>
                    <a:pt x="892788" y="147184"/>
                  </a:lnTo>
                  <a:lnTo>
                    <a:pt x="911310" y="181653"/>
                  </a:lnTo>
                  <a:lnTo>
                    <a:pt x="924540" y="229909"/>
                  </a:lnTo>
                  <a:lnTo>
                    <a:pt x="932479" y="291953"/>
                  </a:lnTo>
                  <a:lnTo>
                    <a:pt x="935126" y="367783"/>
                  </a:lnTo>
                  <a:lnTo>
                    <a:pt x="932425" y="443613"/>
                  </a:lnTo>
                  <a:lnTo>
                    <a:pt x="924322" y="505654"/>
                  </a:lnTo>
                  <a:lnTo>
                    <a:pt x="910814" y="553908"/>
                  </a:lnTo>
                  <a:lnTo>
                    <a:pt x="891899" y="588373"/>
                  </a:lnTo>
                  <a:lnTo>
                    <a:pt x="837834" y="615945"/>
                  </a:lnTo>
                  <a:lnTo>
                    <a:pt x="1041516" y="615945"/>
                  </a:lnTo>
                  <a:lnTo>
                    <a:pt x="1064861" y="566209"/>
                  </a:lnTo>
                  <a:lnTo>
                    <a:pt x="1078047" y="522397"/>
                  </a:lnTo>
                  <a:lnTo>
                    <a:pt x="1087463" y="473897"/>
                  </a:lnTo>
                  <a:lnTo>
                    <a:pt x="1093111" y="420708"/>
                  </a:lnTo>
                  <a:lnTo>
                    <a:pt x="1094994" y="362830"/>
                  </a:lnTo>
                  <a:lnTo>
                    <a:pt x="1092941" y="299860"/>
                  </a:lnTo>
                  <a:lnTo>
                    <a:pt x="1086784" y="242887"/>
                  </a:lnTo>
                  <a:lnTo>
                    <a:pt x="1076523" y="191910"/>
                  </a:lnTo>
                  <a:lnTo>
                    <a:pt x="1062158" y="146931"/>
                  </a:lnTo>
                  <a:lnTo>
                    <a:pt x="1049214" y="119609"/>
                  </a:lnTo>
                  <a:close/>
                </a:path>
                <a:path w="1095375" h="736600">
                  <a:moveTo>
                    <a:pt x="461248" y="125074"/>
                  </a:moveTo>
                  <a:lnTo>
                    <a:pt x="209946" y="125074"/>
                  </a:lnTo>
                  <a:lnTo>
                    <a:pt x="234799" y="126532"/>
                  </a:lnTo>
                  <a:lnTo>
                    <a:pt x="256230" y="130905"/>
                  </a:lnTo>
                  <a:lnTo>
                    <a:pt x="300137" y="161463"/>
                  </a:lnTo>
                  <a:lnTo>
                    <a:pt x="314706" y="217395"/>
                  </a:lnTo>
                  <a:lnTo>
                    <a:pt x="314208" y="228888"/>
                  </a:lnTo>
                  <a:lnTo>
                    <a:pt x="302217" y="271589"/>
                  </a:lnTo>
                  <a:lnTo>
                    <a:pt x="274155" y="312083"/>
                  </a:lnTo>
                  <a:lnTo>
                    <a:pt x="242956" y="342470"/>
                  </a:lnTo>
                  <a:lnTo>
                    <a:pt x="203190" y="374156"/>
                  </a:lnTo>
                  <a:lnTo>
                    <a:pt x="173023" y="396156"/>
                  </a:lnTo>
                  <a:lnTo>
                    <a:pt x="157539" y="407805"/>
                  </a:lnTo>
                  <a:lnTo>
                    <a:pt x="125364" y="433053"/>
                  </a:lnTo>
                  <a:lnTo>
                    <a:pt x="93607" y="461594"/>
                  </a:lnTo>
                  <a:lnTo>
                    <a:pt x="64526" y="494108"/>
                  </a:lnTo>
                  <a:lnTo>
                    <a:pt x="39086" y="530835"/>
                  </a:lnTo>
                  <a:lnTo>
                    <a:pt x="18288" y="572036"/>
                  </a:lnTo>
                  <a:lnTo>
                    <a:pt x="4572" y="618252"/>
                  </a:lnTo>
                  <a:lnTo>
                    <a:pt x="0" y="670047"/>
                  </a:lnTo>
                  <a:lnTo>
                    <a:pt x="0" y="723662"/>
                  </a:lnTo>
                  <a:lnTo>
                    <a:pt x="473476" y="723662"/>
                  </a:lnTo>
                  <a:lnTo>
                    <a:pt x="473476" y="593622"/>
                  </a:lnTo>
                  <a:lnTo>
                    <a:pt x="171724" y="593622"/>
                  </a:lnTo>
                  <a:lnTo>
                    <a:pt x="172342" y="586576"/>
                  </a:lnTo>
                  <a:lnTo>
                    <a:pt x="193300" y="548761"/>
                  </a:lnTo>
                  <a:lnTo>
                    <a:pt x="226634" y="516559"/>
                  </a:lnTo>
                  <a:lnTo>
                    <a:pt x="258548" y="491733"/>
                  </a:lnTo>
                  <a:lnTo>
                    <a:pt x="310831" y="454288"/>
                  </a:lnTo>
                  <a:lnTo>
                    <a:pt x="327972" y="441803"/>
                  </a:lnTo>
                  <a:lnTo>
                    <a:pt x="361340" y="416183"/>
                  </a:lnTo>
                  <a:lnTo>
                    <a:pt x="392174" y="388813"/>
                  </a:lnTo>
                  <a:lnTo>
                    <a:pt x="419100" y="358853"/>
                  </a:lnTo>
                  <a:lnTo>
                    <a:pt x="441712" y="325847"/>
                  </a:lnTo>
                  <a:lnTo>
                    <a:pt x="459364" y="289358"/>
                  </a:lnTo>
                  <a:lnTo>
                    <a:pt x="470683" y="248407"/>
                  </a:lnTo>
                  <a:lnTo>
                    <a:pt x="474482" y="202000"/>
                  </a:lnTo>
                  <a:lnTo>
                    <a:pt x="473505" y="179469"/>
                  </a:lnTo>
                  <a:lnTo>
                    <a:pt x="470576" y="158021"/>
                  </a:lnTo>
                  <a:lnTo>
                    <a:pt x="465699" y="137655"/>
                  </a:lnTo>
                  <a:lnTo>
                    <a:pt x="461248" y="125074"/>
                  </a:lnTo>
                  <a:close/>
                </a:path>
                <a:path w="1095375" h="736600">
                  <a:moveTo>
                    <a:pt x="243718" y="0"/>
                  </a:moveTo>
                  <a:lnTo>
                    <a:pt x="186852" y="3759"/>
                  </a:lnTo>
                  <a:lnTo>
                    <a:pt x="132999" y="15030"/>
                  </a:lnTo>
                  <a:lnTo>
                    <a:pt x="82117" y="33799"/>
                  </a:lnTo>
                  <a:lnTo>
                    <a:pt x="34168" y="60054"/>
                  </a:lnTo>
                  <a:lnTo>
                    <a:pt x="34168" y="198037"/>
                  </a:lnTo>
                  <a:lnTo>
                    <a:pt x="76661" y="166113"/>
                  </a:lnTo>
                  <a:lnTo>
                    <a:pt x="120114" y="143312"/>
                  </a:lnTo>
                  <a:lnTo>
                    <a:pt x="164538" y="129633"/>
                  </a:lnTo>
                  <a:lnTo>
                    <a:pt x="209946" y="125074"/>
                  </a:lnTo>
                  <a:lnTo>
                    <a:pt x="461248" y="125074"/>
                  </a:lnTo>
                  <a:lnTo>
                    <a:pt x="458876" y="118372"/>
                  </a:lnTo>
                  <a:lnTo>
                    <a:pt x="439704" y="83696"/>
                  </a:lnTo>
                  <a:lnTo>
                    <a:pt x="413400" y="54601"/>
                  </a:lnTo>
                  <a:lnTo>
                    <a:pt x="380363" y="31353"/>
                  </a:lnTo>
                  <a:lnTo>
                    <a:pt x="340766" y="14097"/>
                  </a:lnTo>
                  <a:lnTo>
                    <a:pt x="295008" y="3525"/>
                  </a:lnTo>
                  <a:lnTo>
                    <a:pt x="270069" y="881"/>
                  </a:lnTo>
                  <a:lnTo>
                    <a:pt x="243718" y="0"/>
                  </a:lnTo>
                  <a:close/>
                </a:path>
              </a:pathLst>
            </a:custGeom>
            <a:solidFill>
              <a:srgbClr val="FFFF00"/>
            </a:solidFill>
          </p:spPr>
          <p:txBody>
            <a:bodyPr wrap="square" lIns="0" tIns="0" rIns="0" bIns="0" rtlCol="0"/>
            <a:lstStyle/>
            <a:p>
              <a:endParaRPr/>
            </a:p>
          </p:txBody>
        </p:sp>
        <p:sp>
          <p:nvSpPr>
            <p:cNvPr id="184" name="object 184"/>
            <p:cNvSpPr/>
            <p:nvPr/>
          </p:nvSpPr>
          <p:spPr>
            <a:xfrm>
              <a:off x="7307061" y="5539358"/>
              <a:ext cx="1095375" cy="736600"/>
            </a:xfrm>
            <a:custGeom>
              <a:avLst/>
              <a:gdLst/>
              <a:ahLst/>
              <a:cxnLst/>
              <a:rect l="l" t="t" r="r" b="b"/>
              <a:pathLst>
                <a:path w="1095375" h="736600">
                  <a:moveTo>
                    <a:pt x="839876" y="119609"/>
                  </a:moveTo>
                  <a:lnTo>
                    <a:pt x="783357" y="148013"/>
                  </a:lnTo>
                  <a:lnTo>
                    <a:pt x="763573" y="183517"/>
                  </a:lnTo>
                  <a:lnTo>
                    <a:pt x="749441" y="233223"/>
                  </a:lnTo>
                  <a:lnTo>
                    <a:pt x="740961" y="297129"/>
                  </a:lnTo>
                  <a:lnTo>
                    <a:pt x="738134" y="375236"/>
                  </a:lnTo>
                  <a:lnTo>
                    <a:pt x="740898" y="448786"/>
                  </a:lnTo>
                  <a:lnTo>
                    <a:pt x="749196" y="508964"/>
                  </a:lnTo>
                  <a:lnTo>
                    <a:pt x="763032" y="555768"/>
                  </a:lnTo>
                  <a:lnTo>
                    <a:pt x="782413" y="589200"/>
                  </a:lnTo>
                  <a:lnTo>
                    <a:pt x="837834" y="615945"/>
                  </a:lnTo>
                  <a:lnTo>
                    <a:pt x="867572" y="609053"/>
                  </a:lnTo>
                  <a:lnTo>
                    <a:pt x="910814" y="553908"/>
                  </a:lnTo>
                  <a:lnTo>
                    <a:pt x="924322" y="505654"/>
                  </a:lnTo>
                  <a:lnTo>
                    <a:pt x="932425" y="443613"/>
                  </a:lnTo>
                  <a:lnTo>
                    <a:pt x="935126" y="367783"/>
                  </a:lnTo>
                  <a:lnTo>
                    <a:pt x="932479" y="291953"/>
                  </a:lnTo>
                  <a:lnTo>
                    <a:pt x="924540" y="229909"/>
                  </a:lnTo>
                  <a:lnTo>
                    <a:pt x="911310" y="181653"/>
                  </a:lnTo>
                  <a:lnTo>
                    <a:pt x="892788" y="147184"/>
                  </a:lnTo>
                  <a:lnTo>
                    <a:pt x="839876" y="119609"/>
                  </a:lnTo>
                  <a:close/>
                </a:path>
                <a:path w="1095375" h="736600">
                  <a:moveTo>
                    <a:pt x="846734" y="0"/>
                  </a:moveTo>
                  <a:lnTo>
                    <a:pt x="889813" y="2998"/>
                  </a:lnTo>
                  <a:lnTo>
                    <a:pt x="928792" y="11994"/>
                  </a:lnTo>
                  <a:lnTo>
                    <a:pt x="994445" y="47977"/>
                  </a:lnTo>
                  <a:lnTo>
                    <a:pt x="1043690" y="107950"/>
                  </a:lnTo>
                  <a:lnTo>
                    <a:pt x="1062158" y="146931"/>
                  </a:lnTo>
                  <a:lnTo>
                    <a:pt x="1076523" y="191910"/>
                  </a:lnTo>
                  <a:lnTo>
                    <a:pt x="1086784" y="242887"/>
                  </a:lnTo>
                  <a:lnTo>
                    <a:pt x="1092941" y="299860"/>
                  </a:lnTo>
                  <a:lnTo>
                    <a:pt x="1094993" y="362830"/>
                  </a:lnTo>
                  <a:lnTo>
                    <a:pt x="1093111" y="420708"/>
                  </a:lnTo>
                  <a:lnTo>
                    <a:pt x="1087463" y="473897"/>
                  </a:lnTo>
                  <a:lnTo>
                    <a:pt x="1078047" y="522397"/>
                  </a:lnTo>
                  <a:lnTo>
                    <a:pt x="1064861" y="566209"/>
                  </a:lnTo>
                  <a:lnTo>
                    <a:pt x="1047905" y="605332"/>
                  </a:lnTo>
                  <a:lnTo>
                    <a:pt x="1027175" y="639769"/>
                  </a:lnTo>
                  <a:lnTo>
                    <a:pt x="997706" y="674436"/>
                  </a:lnTo>
                  <a:lnTo>
                    <a:pt x="963541" y="701400"/>
                  </a:lnTo>
                  <a:lnTo>
                    <a:pt x="924679" y="720660"/>
                  </a:lnTo>
                  <a:lnTo>
                    <a:pt x="881120" y="732215"/>
                  </a:lnTo>
                  <a:lnTo>
                    <a:pt x="832865" y="736067"/>
                  </a:lnTo>
                  <a:lnTo>
                    <a:pt x="788763" y="733118"/>
                  </a:lnTo>
                  <a:lnTo>
                    <a:pt x="748862" y="724270"/>
                  </a:lnTo>
                  <a:lnTo>
                    <a:pt x="713160" y="709524"/>
                  </a:lnTo>
                  <a:lnTo>
                    <a:pt x="654357" y="662335"/>
                  </a:lnTo>
                  <a:lnTo>
                    <a:pt x="631256" y="629893"/>
                  </a:lnTo>
                  <a:lnTo>
                    <a:pt x="612355" y="591552"/>
                  </a:lnTo>
                  <a:lnTo>
                    <a:pt x="597655" y="547312"/>
                  </a:lnTo>
                  <a:lnTo>
                    <a:pt x="587154" y="497174"/>
                  </a:lnTo>
                  <a:lnTo>
                    <a:pt x="580854" y="441137"/>
                  </a:lnTo>
                  <a:lnTo>
                    <a:pt x="578754" y="379201"/>
                  </a:lnTo>
                  <a:lnTo>
                    <a:pt x="580659" y="319938"/>
                  </a:lnTo>
                  <a:lnTo>
                    <a:pt x="586378" y="265569"/>
                  </a:lnTo>
                  <a:lnTo>
                    <a:pt x="595914" y="216092"/>
                  </a:lnTo>
                  <a:lnTo>
                    <a:pt x="609270" y="171510"/>
                  </a:lnTo>
                  <a:lnTo>
                    <a:pt x="626449" y="131820"/>
                  </a:lnTo>
                  <a:lnTo>
                    <a:pt x="647456" y="97023"/>
                  </a:lnTo>
                  <a:lnTo>
                    <a:pt x="677430" y="62112"/>
                  </a:lnTo>
                  <a:lnTo>
                    <a:pt x="712343" y="34947"/>
                  </a:lnTo>
                  <a:lnTo>
                    <a:pt x="752198" y="15536"/>
                  </a:lnTo>
                  <a:lnTo>
                    <a:pt x="796994" y="3885"/>
                  </a:lnTo>
                  <a:lnTo>
                    <a:pt x="846734" y="0"/>
                  </a:lnTo>
                  <a:close/>
                </a:path>
                <a:path w="1095375" h="736600">
                  <a:moveTo>
                    <a:pt x="243718" y="0"/>
                  </a:moveTo>
                  <a:lnTo>
                    <a:pt x="295008" y="3525"/>
                  </a:lnTo>
                  <a:lnTo>
                    <a:pt x="340766" y="14096"/>
                  </a:lnTo>
                  <a:lnTo>
                    <a:pt x="380363" y="31353"/>
                  </a:lnTo>
                  <a:lnTo>
                    <a:pt x="413400" y="54601"/>
                  </a:lnTo>
                  <a:lnTo>
                    <a:pt x="439704" y="83696"/>
                  </a:lnTo>
                  <a:lnTo>
                    <a:pt x="458876" y="118372"/>
                  </a:lnTo>
                  <a:lnTo>
                    <a:pt x="470576" y="158021"/>
                  </a:lnTo>
                  <a:lnTo>
                    <a:pt x="474482" y="202000"/>
                  </a:lnTo>
                  <a:lnTo>
                    <a:pt x="473530" y="225885"/>
                  </a:lnTo>
                  <a:lnTo>
                    <a:pt x="465956" y="269565"/>
                  </a:lnTo>
                  <a:lnTo>
                    <a:pt x="451148" y="308039"/>
                  </a:lnTo>
                  <a:lnTo>
                    <a:pt x="431036" y="342785"/>
                  </a:lnTo>
                  <a:lnTo>
                    <a:pt x="406135" y="374156"/>
                  </a:lnTo>
                  <a:lnTo>
                    <a:pt x="377236" y="402822"/>
                  </a:lnTo>
                  <a:lnTo>
                    <a:pt x="344804" y="429101"/>
                  </a:lnTo>
                  <a:lnTo>
                    <a:pt x="310831" y="454288"/>
                  </a:lnTo>
                  <a:lnTo>
                    <a:pt x="293369" y="466557"/>
                  </a:lnTo>
                  <a:lnTo>
                    <a:pt x="281507" y="474981"/>
                  </a:lnTo>
                  <a:lnTo>
                    <a:pt x="247406" y="500060"/>
                  </a:lnTo>
                  <a:lnTo>
                    <a:pt x="217213" y="524716"/>
                  </a:lnTo>
                  <a:lnTo>
                    <a:pt x="187020" y="556594"/>
                  </a:lnTo>
                  <a:lnTo>
                    <a:pt x="171724" y="593622"/>
                  </a:lnTo>
                  <a:lnTo>
                    <a:pt x="473476" y="593622"/>
                  </a:lnTo>
                  <a:lnTo>
                    <a:pt x="473476" y="723662"/>
                  </a:lnTo>
                  <a:lnTo>
                    <a:pt x="0" y="723662"/>
                  </a:lnTo>
                  <a:lnTo>
                    <a:pt x="0" y="670047"/>
                  </a:lnTo>
                  <a:lnTo>
                    <a:pt x="4571" y="618252"/>
                  </a:lnTo>
                  <a:lnTo>
                    <a:pt x="18287" y="572036"/>
                  </a:lnTo>
                  <a:lnTo>
                    <a:pt x="39086" y="530835"/>
                  </a:lnTo>
                  <a:lnTo>
                    <a:pt x="64526" y="494108"/>
                  </a:lnTo>
                  <a:lnTo>
                    <a:pt x="93607" y="461594"/>
                  </a:lnTo>
                  <a:lnTo>
                    <a:pt x="125364" y="433053"/>
                  </a:lnTo>
                  <a:lnTo>
                    <a:pt x="157539" y="407805"/>
                  </a:lnTo>
                  <a:lnTo>
                    <a:pt x="203248" y="374114"/>
                  </a:lnTo>
                  <a:lnTo>
                    <a:pt x="217444" y="363320"/>
                  </a:lnTo>
                  <a:lnTo>
                    <a:pt x="254297" y="332313"/>
                  </a:lnTo>
                  <a:lnTo>
                    <a:pt x="282701" y="302014"/>
                  </a:lnTo>
                  <a:lnTo>
                    <a:pt x="306720" y="261317"/>
                  </a:lnTo>
                  <a:lnTo>
                    <a:pt x="314705" y="217395"/>
                  </a:lnTo>
                  <a:lnTo>
                    <a:pt x="313088" y="195959"/>
                  </a:lnTo>
                  <a:lnTo>
                    <a:pt x="288797" y="148397"/>
                  </a:lnTo>
                  <a:lnTo>
                    <a:pt x="234799" y="126532"/>
                  </a:lnTo>
                  <a:lnTo>
                    <a:pt x="209946" y="125074"/>
                  </a:lnTo>
                  <a:lnTo>
                    <a:pt x="164538" y="129633"/>
                  </a:lnTo>
                  <a:lnTo>
                    <a:pt x="120114" y="143312"/>
                  </a:lnTo>
                  <a:lnTo>
                    <a:pt x="76661" y="166113"/>
                  </a:lnTo>
                  <a:lnTo>
                    <a:pt x="34168" y="198037"/>
                  </a:lnTo>
                  <a:lnTo>
                    <a:pt x="34168" y="60054"/>
                  </a:lnTo>
                  <a:lnTo>
                    <a:pt x="82117" y="33799"/>
                  </a:lnTo>
                  <a:lnTo>
                    <a:pt x="132999" y="15030"/>
                  </a:lnTo>
                  <a:lnTo>
                    <a:pt x="186852" y="3759"/>
                  </a:lnTo>
                  <a:lnTo>
                    <a:pt x="243718" y="0"/>
                  </a:lnTo>
                  <a:close/>
                </a:path>
              </a:pathLst>
            </a:custGeom>
            <a:ln w="12191">
              <a:solidFill>
                <a:srgbClr val="000000"/>
              </a:solidFill>
            </a:ln>
          </p:spPr>
          <p:txBody>
            <a:bodyPr wrap="square" lIns="0" tIns="0" rIns="0" bIns="0" rtlCol="0"/>
            <a:lstStyle/>
            <a:p>
              <a:endParaRPr/>
            </a:p>
          </p:txBody>
        </p:sp>
        <p:sp>
          <p:nvSpPr>
            <p:cNvPr id="185" name="object 185"/>
            <p:cNvSpPr/>
            <p:nvPr/>
          </p:nvSpPr>
          <p:spPr>
            <a:xfrm>
              <a:off x="6748271" y="5234939"/>
              <a:ext cx="2218944" cy="1345692"/>
            </a:xfrm>
            <a:prstGeom prst="rect">
              <a:avLst/>
            </a:prstGeom>
            <a:blipFill>
              <a:blip r:embed="rId78" cstate="print"/>
              <a:stretch>
                <a:fillRect/>
              </a:stretch>
            </a:blipFill>
          </p:spPr>
          <p:txBody>
            <a:bodyPr wrap="square" lIns="0" tIns="0" rIns="0" bIns="0" rtlCol="0"/>
            <a:lstStyle/>
            <a:p>
              <a:endParaRPr/>
            </a:p>
          </p:txBody>
        </p:sp>
        <p:sp>
          <p:nvSpPr>
            <p:cNvPr id="186" name="object 186"/>
            <p:cNvSpPr/>
            <p:nvPr/>
          </p:nvSpPr>
          <p:spPr>
            <a:xfrm>
              <a:off x="6594347" y="4917946"/>
              <a:ext cx="2549651" cy="1940052"/>
            </a:xfrm>
            <a:prstGeom prst="rect">
              <a:avLst/>
            </a:prstGeom>
            <a:blipFill>
              <a:blip r:embed="rId79" cstate="print"/>
              <a:stretch>
                <a:fillRect/>
              </a:stretch>
            </a:blipFill>
          </p:spPr>
          <p:txBody>
            <a:bodyPr wrap="square" lIns="0" tIns="0" rIns="0" bIns="0" rtlCol="0"/>
            <a:lstStyle/>
            <a:p>
              <a:endParaRPr/>
            </a:p>
          </p:txBody>
        </p:sp>
        <p:sp>
          <p:nvSpPr>
            <p:cNvPr id="187" name="object 187"/>
            <p:cNvSpPr/>
            <p:nvPr/>
          </p:nvSpPr>
          <p:spPr>
            <a:xfrm>
              <a:off x="6829440" y="5295900"/>
              <a:ext cx="2057400" cy="1184275"/>
            </a:xfrm>
            <a:custGeom>
              <a:avLst/>
              <a:gdLst/>
              <a:ahLst/>
              <a:cxnLst/>
              <a:rect l="l" t="t" r="r" b="b"/>
              <a:pathLst>
                <a:path w="2057400" h="1184275">
                  <a:moveTo>
                    <a:pt x="1824837"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12"/>
                  </a:lnTo>
                  <a:lnTo>
                    <a:pt x="4724" y="998374"/>
                  </a:lnTo>
                  <a:lnTo>
                    <a:pt x="18275" y="1042020"/>
                  </a:lnTo>
                  <a:lnTo>
                    <a:pt x="39715" y="1081517"/>
                  </a:lnTo>
                  <a:lnTo>
                    <a:pt x="68111" y="1115928"/>
                  </a:lnTo>
                  <a:lnTo>
                    <a:pt x="102526" y="1144320"/>
                  </a:lnTo>
                  <a:lnTo>
                    <a:pt x="142024" y="1165757"/>
                  </a:lnTo>
                  <a:lnTo>
                    <a:pt x="185671" y="1179305"/>
                  </a:lnTo>
                  <a:lnTo>
                    <a:pt x="232531" y="1184029"/>
                  </a:lnTo>
                  <a:lnTo>
                    <a:pt x="1824837" y="1184029"/>
                  </a:lnTo>
                  <a:lnTo>
                    <a:pt x="1871698" y="1179305"/>
                  </a:lnTo>
                  <a:lnTo>
                    <a:pt x="1915349" y="1165757"/>
                  </a:lnTo>
                  <a:lnTo>
                    <a:pt x="1954852" y="1144320"/>
                  </a:lnTo>
                  <a:lnTo>
                    <a:pt x="1989273" y="1115928"/>
                  </a:lnTo>
                  <a:lnTo>
                    <a:pt x="2017674" y="1081517"/>
                  </a:lnTo>
                  <a:lnTo>
                    <a:pt x="2039120" y="1042020"/>
                  </a:lnTo>
                  <a:lnTo>
                    <a:pt x="2052673" y="998374"/>
                  </a:lnTo>
                  <a:lnTo>
                    <a:pt x="2057399" y="951512"/>
                  </a:lnTo>
                  <a:lnTo>
                    <a:pt x="2057399" y="232541"/>
                  </a:lnTo>
                  <a:lnTo>
                    <a:pt x="2052673" y="185685"/>
                  </a:lnTo>
                  <a:lnTo>
                    <a:pt x="2039120" y="142039"/>
                  </a:lnTo>
                  <a:lnTo>
                    <a:pt x="2017674" y="102539"/>
                  </a:lnTo>
                  <a:lnTo>
                    <a:pt x="1989273" y="68121"/>
                  </a:lnTo>
                  <a:lnTo>
                    <a:pt x="1954852" y="39722"/>
                  </a:lnTo>
                  <a:lnTo>
                    <a:pt x="1915349" y="18278"/>
                  </a:lnTo>
                  <a:lnTo>
                    <a:pt x="1871698" y="4725"/>
                  </a:lnTo>
                  <a:lnTo>
                    <a:pt x="1824837" y="0"/>
                  </a:lnTo>
                  <a:close/>
                </a:path>
              </a:pathLst>
            </a:custGeom>
            <a:solidFill>
              <a:srgbClr val="252525"/>
            </a:solidFill>
          </p:spPr>
          <p:txBody>
            <a:bodyPr wrap="square" lIns="0" tIns="0" rIns="0" bIns="0" rtlCol="0"/>
            <a:lstStyle/>
            <a:p>
              <a:endParaRPr/>
            </a:p>
          </p:txBody>
        </p:sp>
        <p:sp>
          <p:nvSpPr>
            <p:cNvPr id="188" name="object 188"/>
            <p:cNvSpPr/>
            <p:nvPr/>
          </p:nvSpPr>
          <p:spPr>
            <a:xfrm>
              <a:off x="6829440" y="5295900"/>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837" y="0"/>
                  </a:lnTo>
                  <a:lnTo>
                    <a:pt x="1871698" y="4725"/>
                  </a:lnTo>
                  <a:lnTo>
                    <a:pt x="1915349" y="18278"/>
                  </a:lnTo>
                  <a:lnTo>
                    <a:pt x="1954852" y="39722"/>
                  </a:lnTo>
                  <a:lnTo>
                    <a:pt x="1989273" y="68121"/>
                  </a:lnTo>
                  <a:lnTo>
                    <a:pt x="2017674" y="102539"/>
                  </a:lnTo>
                  <a:lnTo>
                    <a:pt x="2039120" y="142039"/>
                  </a:lnTo>
                  <a:lnTo>
                    <a:pt x="2052673" y="185685"/>
                  </a:lnTo>
                  <a:lnTo>
                    <a:pt x="2057399" y="232541"/>
                  </a:lnTo>
                  <a:lnTo>
                    <a:pt x="2057399" y="951512"/>
                  </a:lnTo>
                  <a:lnTo>
                    <a:pt x="2052673" y="998374"/>
                  </a:lnTo>
                  <a:lnTo>
                    <a:pt x="2039120" y="1042020"/>
                  </a:lnTo>
                  <a:lnTo>
                    <a:pt x="2017674" y="1081517"/>
                  </a:lnTo>
                  <a:lnTo>
                    <a:pt x="1989273" y="1115928"/>
                  </a:lnTo>
                  <a:lnTo>
                    <a:pt x="1954852" y="1144320"/>
                  </a:lnTo>
                  <a:lnTo>
                    <a:pt x="1915349" y="1165757"/>
                  </a:lnTo>
                  <a:lnTo>
                    <a:pt x="1871698" y="1179305"/>
                  </a:lnTo>
                  <a:lnTo>
                    <a:pt x="1824837" y="1184029"/>
                  </a:lnTo>
                  <a:lnTo>
                    <a:pt x="232531" y="1184029"/>
                  </a:lnTo>
                  <a:lnTo>
                    <a:pt x="185671" y="1179305"/>
                  </a:lnTo>
                  <a:lnTo>
                    <a:pt x="142024" y="1165757"/>
                  </a:lnTo>
                  <a:lnTo>
                    <a:pt x="102526" y="1144320"/>
                  </a:lnTo>
                  <a:lnTo>
                    <a:pt x="68111" y="1115928"/>
                  </a:lnTo>
                  <a:lnTo>
                    <a:pt x="39715" y="1081517"/>
                  </a:lnTo>
                  <a:lnTo>
                    <a:pt x="18275" y="1042020"/>
                  </a:lnTo>
                  <a:lnTo>
                    <a:pt x="4724" y="998374"/>
                  </a:lnTo>
                  <a:lnTo>
                    <a:pt x="0" y="951512"/>
                  </a:lnTo>
                  <a:lnTo>
                    <a:pt x="0" y="232541"/>
                  </a:lnTo>
                  <a:close/>
                </a:path>
              </a:pathLst>
            </a:custGeom>
            <a:ln w="76199">
              <a:solidFill>
                <a:srgbClr val="00AF50"/>
              </a:solidFill>
            </a:ln>
          </p:spPr>
          <p:txBody>
            <a:bodyPr wrap="square" lIns="0" tIns="0" rIns="0" bIns="0" rtlCol="0"/>
            <a:lstStyle/>
            <a:p>
              <a:endParaRPr/>
            </a:p>
          </p:txBody>
        </p:sp>
        <p:sp>
          <p:nvSpPr>
            <p:cNvPr id="189" name="object 189"/>
            <p:cNvSpPr/>
            <p:nvPr/>
          </p:nvSpPr>
          <p:spPr>
            <a:xfrm>
              <a:off x="6635495" y="4937759"/>
              <a:ext cx="2481072" cy="1920239"/>
            </a:xfrm>
            <a:prstGeom prst="rect">
              <a:avLst/>
            </a:prstGeom>
            <a:blipFill>
              <a:blip r:embed="rId80" cstate="print"/>
              <a:stretch>
                <a:fillRect/>
              </a:stretch>
            </a:blipFill>
          </p:spPr>
          <p:txBody>
            <a:bodyPr wrap="square" lIns="0" tIns="0" rIns="0" bIns="0" rtlCol="0"/>
            <a:lstStyle/>
            <a:p>
              <a:endParaRPr/>
            </a:p>
          </p:txBody>
        </p:sp>
        <p:sp>
          <p:nvSpPr>
            <p:cNvPr id="190" name="object 190"/>
            <p:cNvSpPr/>
            <p:nvPr/>
          </p:nvSpPr>
          <p:spPr>
            <a:xfrm>
              <a:off x="7313432" y="5532119"/>
              <a:ext cx="957580" cy="727710"/>
            </a:xfrm>
            <a:custGeom>
              <a:avLst/>
              <a:gdLst/>
              <a:ahLst/>
              <a:cxnLst/>
              <a:rect l="l" t="t" r="r" b="b"/>
              <a:pathLst>
                <a:path w="957579" h="727710">
                  <a:moveTo>
                    <a:pt x="461350" y="129076"/>
                  </a:moveTo>
                  <a:lnTo>
                    <a:pt x="210037" y="129076"/>
                  </a:lnTo>
                  <a:lnTo>
                    <a:pt x="234836" y="130532"/>
                  </a:lnTo>
                  <a:lnTo>
                    <a:pt x="256245" y="134901"/>
                  </a:lnTo>
                  <a:lnTo>
                    <a:pt x="300175" y="165453"/>
                  </a:lnTo>
                  <a:lnTo>
                    <a:pt x="314706" y="221385"/>
                  </a:lnTo>
                  <a:lnTo>
                    <a:pt x="314205" y="232877"/>
                  </a:lnTo>
                  <a:lnTo>
                    <a:pt x="302311" y="275584"/>
                  </a:lnTo>
                  <a:lnTo>
                    <a:pt x="274151" y="316071"/>
                  </a:lnTo>
                  <a:lnTo>
                    <a:pt x="242956" y="346460"/>
                  </a:lnTo>
                  <a:lnTo>
                    <a:pt x="203294" y="378151"/>
                  </a:lnTo>
                  <a:lnTo>
                    <a:pt x="173069" y="400146"/>
                  </a:lnTo>
                  <a:lnTo>
                    <a:pt x="157539" y="411791"/>
                  </a:lnTo>
                  <a:lnTo>
                    <a:pt x="125333" y="437043"/>
                  </a:lnTo>
                  <a:lnTo>
                    <a:pt x="93634" y="465583"/>
                  </a:lnTo>
                  <a:lnTo>
                    <a:pt x="64495" y="498098"/>
                  </a:lnTo>
                  <a:lnTo>
                    <a:pt x="39121" y="534823"/>
                  </a:lnTo>
                  <a:lnTo>
                    <a:pt x="18409" y="576023"/>
                  </a:lnTo>
                  <a:lnTo>
                    <a:pt x="4632" y="622245"/>
                  </a:lnTo>
                  <a:lnTo>
                    <a:pt x="0" y="674049"/>
                  </a:lnTo>
                  <a:lnTo>
                    <a:pt x="0" y="727649"/>
                  </a:lnTo>
                  <a:lnTo>
                    <a:pt x="473567" y="727649"/>
                  </a:lnTo>
                  <a:lnTo>
                    <a:pt x="473567" y="597609"/>
                  </a:lnTo>
                  <a:lnTo>
                    <a:pt x="171815" y="597609"/>
                  </a:lnTo>
                  <a:lnTo>
                    <a:pt x="172437" y="590563"/>
                  </a:lnTo>
                  <a:lnTo>
                    <a:pt x="193368" y="552746"/>
                  </a:lnTo>
                  <a:lnTo>
                    <a:pt x="226683" y="520553"/>
                  </a:lnTo>
                  <a:lnTo>
                    <a:pt x="258668" y="495721"/>
                  </a:lnTo>
                  <a:lnTo>
                    <a:pt x="293370" y="470547"/>
                  </a:lnTo>
                  <a:lnTo>
                    <a:pt x="310845" y="458278"/>
                  </a:lnTo>
                  <a:lnTo>
                    <a:pt x="328018" y="445793"/>
                  </a:lnTo>
                  <a:lnTo>
                    <a:pt x="361431" y="420172"/>
                  </a:lnTo>
                  <a:lnTo>
                    <a:pt x="392235" y="392806"/>
                  </a:lnTo>
                  <a:lnTo>
                    <a:pt x="419221" y="362843"/>
                  </a:lnTo>
                  <a:lnTo>
                    <a:pt x="441761" y="329836"/>
                  </a:lnTo>
                  <a:lnTo>
                    <a:pt x="459364" y="293357"/>
                  </a:lnTo>
                  <a:lnTo>
                    <a:pt x="470790" y="252402"/>
                  </a:lnTo>
                  <a:lnTo>
                    <a:pt x="474604" y="205989"/>
                  </a:lnTo>
                  <a:lnTo>
                    <a:pt x="473626" y="183456"/>
                  </a:lnTo>
                  <a:lnTo>
                    <a:pt x="470695" y="162005"/>
                  </a:lnTo>
                  <a:lnTo>
                    <a:pt x="465808" y="141640"/>
                  </a:lnTo>
                  <a:lnTo>
                    <a:pt x="461350" y="129076"/>
                  </a:lnTo>
                  <a:close/>
                </a:path>
                <a:path w="957579" h="727710">
                  <a:moveTo>
                    <a:pt x="243718" y="3941"/>
                  </a:moveTo>
                  <a:lnTo>
                    <a:pt x="186901" y="7701"/>
                  </a:lnTo>
                  <a:lnTo>
                    <a:pt x="133049" y="18977"/>
                  </a:lnTo>
                  <a:lnTo>
                    <a:pt x="82173" y="37760"/>
                  </a:lnTo>
                  <a:lnTo>
                    <a:pt x="34290" y="64044"/>
                  </a:lnTo>
                  <a:lnTo>
                    <a:pt x="34290" y="202036"/>
                  </a:lnTo>
                  <a:lnTo>
                    <a:pt x="76713" y="170112"/>
                  </a:lnTo>
                  <a:lnTo>
                    <a:pt x="120163" y="147313"/>
                  </a:lnTo>
                  <a:lnTo>
                    <a:pt x="164613" y="133635"/>
                  </a:lnTo>
                  <a:lnTo>
                    <a:pt x="210037" y="129076"/>
                  </a:lnTo>
                  <a:lnTo>
                    <a:pt x="461350" y="129076"/>
                  </a:lnTo>
                  <a:lnTo>
                    <a:pt x="458967" y="122361"/>
                  </a:lnTo>
                  <a:lnTo>
                    <a:pt x="439704" y="87685"/>
                  </a:lnTo>
                  <a:lnTo>
                    <a:pt x="413491" y="58591"/>
                  </a:lnTo>
                  <a:lnTo>
                    <a:pt x="380451" y="35311"/>
                  </a:lnTo>
                  <a:lnTo>
                    <a:pt x="340735" y="18156"/>
                  </a:lnTo>
                  <a:lnTo>
                    <a:pt x="295027" y="7526"/>
                  </a:lnTo>
                  <a:lnTo>
                    <a:pt x="270068" y="4841"/>
                  </a:lnTo>
                  <a:lnTo>
                    <a:pt x="243718" y="3941"/>
                  </a:lnTo>
                  <a:close/>
                </a:path>
                <a:path w="957579" h="727710">
                  <a:moveTo>
                    <a:pt x="957072" y="176713"/>
                  </a:moveTo>
                  <a:lnTo>
                    <a:pt x="800740" y="176713"/>
                  </a:lnTo>
                  <a:lnTo>
                    <a:pt x="800740" y="727649"/>
                  </a:lnTo>
                  <a:lnTo>
                    <a:pt x="957072" y="727649"/>
                  </a:lnTo>
                  <a:lnTo>
                    <a:pt x="957072" y="176713"/>
                  </a:lnTo>
                  <a:close/>
                </a:path>
                <a:path w="957579" h="727710">
                  <a:moveTo>
                    <a:pt x="957072" y="0"/>
                  </a:moveTo>
                  <a:lnTo>
                    <a:pt x="862187" y="0"/>
                  </a:lnTo>
                  <a:lnTo>
                    <a:pt x="839713" y="16314"/>
                  </a:lnTo>
                  <a:lnTo>
                    <a:pt x="815915" y="31922"/>
                  </a:lnTo>
                  <a:lnTo>
                    <a:pt x="764407" y="61066"/>
                  </a:lnTo>
                  <a:lnTo>
                    <a:pt x="708591" y="86379"/>
                  </a:lnTo>
                  <a:lnTo>
                    <a:pt x="649345" y="106728"/>
                  </a:lnTo>
                  <a:lnTo>
                    <a:pt x="649345" y="238755"/>
                  </a:lnTo>
                  <a:lnTo>
                    <a:pt x="691499" y="230565"/>
                  </a:lnTo>
                  <a:lnTo>
                    <a:pt x="732647" y="216657"/>
                  </a:lnTo>
                  <a:lnTo>
                    <a:pt x="770107" y="198299"/>
                  </a:lnTo>
                  <a:lnTo>
                    <a:pt x="800740" y="176713"/>
                  </a:lnTo>
                  <a:lnTo>
                    <a:pt x="957072" y="176713"/>
                  </a:lnTo>
                  <a:lnTo>
                    <a:pt x="957072" y="0"/>
                  </a:lnTo>
                  <a:close/>
                </a:path>
              </a:pathLst>
            </a:custGeom>
            <a:solidFill>
              <a:srgbClr val="FFFF00"/>
            </a:solidFill>
          </p:spPr>
          <p:txBody>
            <a:bodyPr wrap="square" lIns="0" tIns="0" rIns="0" bIns="0" rtlCol="0"/>
            <a:lstStyle/>
            <a:p>
              <a:endParaRPr/>
            </a:p>
          </p:txBody>
        </p:sp>
        <p:sp>
          <p:nvSpPr>
            <p:cNvPr id="191" name="object 191"/>
            <p:cNvSpPr/>
            <p:nvPr/>
          </p:nvSpPr>
          <p:spPr>
            <a:xfrm>
              <a:off x="7313431" y="5532120"/>
              <a:ext cx="957580" cy="727710"/>
            </a:xfrm>
            <a:custGeom>
              <a:avLst/>
              <a:gdLst/>
              <a:ahLst/>
              <a:cxnLst/>
              <a:rect l="l" t="t" r="r" b="b"/>
              <a:pathLst>
                <a:path w="957579" h="727710">
                  <a:moveTo>
                    <a:pt x="243718" y="3941"/>
                  </a:moveTo>
                  <a:lnTo>
                    <a:pt x="295027" y="7526"/>
                  </a:lnTo>
                  <a:lnTo>
                    <a:pt x="340735" y="18156"/>
                  </a:lnTo>
                  <a:lnTo>
                    <a:pt x="380451" y="35311"/>
                  </a:lnTo>
                  <a:lnTo>
                    <a:pt x="413491" y="58591"/>
                  </a:lnTo>
                  <a:lnTo>
                    <a:pt x="439704" y="87685"/>
                  </a:lnTo>
                  <a:lnTo>
                    <a:pt x="458967" y="122361"/>
                  </a:lnTo>
                  <a:lnTo>
                    <a:pt x="470695" y="162005"/>
                  </a:lnTo>
                  <a:lnTo>
                    <a:pt x="474604" y="205989"/>
                  </a:lnTo>
                  <a:lnTo>
                    <a:pt x="473650" y="229879"/>
                  </a:lnTo>
                  <a:lnTo>
                    <a:pt x="466027" y="273560"/>
                  </a:lnTo>
                  <a:lnTo>
                    <a:pt x="451188" y="312031"/>
                  </a:lnTo>
                  <a:lnTo>
                    <a:pt x="431100" y="346773"/>
                  </a:lnTo>
                  <a:lnTo>
                    <a:pt x="406193" y="378151"/>
                  </a:lnTo>
                  <a:lnTo>
                    <a:pt x="377323" y="406812"/>
                  </a:lnTo>
                  <a:lnTo>
                    <a:pt x="344882" y="433091"/>
                  </a:lnTo>
                  <a:lnTo>
                    <a:pt x="310845" y="458278"/>
                  </a:lnTo>
                  <a:lnTo>
                    <a:pt x="293369" y="470547"/>
                  </a:lnTo>
                  <a:lnTo>
                    <a:pt x="281578" y="478969"/>
                  </a:lnTo>
                  <a:lnTo>
                    <a:pt x="247528" y="504050"/>
                  </a:lnTo>
                  <a:lnTo>
                    <a:pt x="217254" y="528710"/>
                  </a:lnTo>
                  <a:lnTo>
                    <a:pt x="187112" y="560579"/>
                  </a:lnTo>
                  <a:lnTo>
                    <a:pt x="171815" y="597609"/>
                  </a:lnTo>
                  <a:lnTo>
                    <a:pt x="473567" y="597609"/>
                  </a:lnTo>
                  <a:lnTo>
                    <a:pt x="473567" y="727649"/>
                  </a:lnTo>
                  <a:lnTo>
                    <a:pt x="0" y="727649"/>
                  </a:lnTo>
                  <a:lnTo>
                    <a:pt x="0" y="674049"/>
                  </a:lnTo>
                  <a:lnTo>
                    <a:pt x="4632" y="622245"/>
                  </a:lnTo>
                  <a:lnTo>
                    <a:pt x="18409" y="576023"/>
                  </a:lnTo>
                  <a:lnTo>
                    <a:pt x="39121" y="534823"/>
                  </a:lnTo>
                  <a:lnTo>
                    <a:pt x="64495" y="498098"/>
                  </a:lnTo>
                  <a:lnTo>
                    <a:pt x="93634" y="465583"/>
                  </a:lnTo>
                  <a:lnTo>
                    <a:pt x="125333" y="437043"/>
                  </a:lnTo>
                  <a:lnTo>
                    <a:pt x="157539" y="411791"/>
                  </a:lnTo>
                  <a:lnTo>
                    <a:pt x="188213" y="389156"/>
                  </a:lnTo>
                  <a:lnTo>
                    <a:pt x="203351" y="378109"/>
                  </a:lnTo>
                  <a:lnTo>
                    <a:pt x="242956" y="346460"/>
                  </a:lnTo>
                  <a:lnTo>
                    <a:pt x="274151" y="316071"/>
                  </a:lnTo>
                  <a:lnTo>
                    <a:pt x="302311" y="275584"/>
                  </a:lnTo>
                  <a:lnTo>
                    <a:pt x="314205" y="232877"/>
                  </a:lnTo>
                  <a:lnTo>
                    <a:pt x="314705" y="221385"/>
                  </a:lnTo>
                  <a:lnTo>
                    <a:pt x="313085" y="199949"/>
                  </a:lnTo>
                  <a:lnTo>
                    <a:pt x="288919" y="152387"/>
                  </a:lnTo>
                  <a:lnTo>
                    <a:pt x="234836" y="130532"/>
                  </a:lnTo>
                  <a:lnTo>
                    <a:pt x="210037" y="129076"/>
                  </a:lnTo>
                  <a:lnTo>
                    <a:pt x="164613" y="133635"/>
                  </a:lnTo>
                  <a:lnTo>
                    <a:pt x="120163" y="147313"/>
                  </a:lnTo>
                  <a:lnTo>
                    <a:pt x="76713" y="170112"/>
                  </a:lnTo>
                  <a:lnTo>
                    <a:pt x="34289" y="202036"/>
                  </a:lnTo>
                  <a:lnTo>
                    <a:pt x="34289" y="64044"/>
                  </a:lnTo>
                  <a:lnTo>
                    <a:pt x="82173" y="37760"/>
                  </a:lnTo>
                  <a:lnTo>
                    <a:pt x="133049" y="18977"/>
                  </a:lnTo>
                  <a:lnTo>
                    <a:pt x="186901" y="7701"/>
                  </a:lnTo>
                  <a:lnTo>
                    <a:pt x="243718" y="3941"/>
                  </a:lnTo>
                  <a:close/>
                </a:path>
                <a:path w="957579" h="727710">
                  <a:moveTo>
                    <a:pt x="862187" y="0"/>
                  </a:moveTo>
                  <a:lnTo>
                    <a:pt x="957071" y="0"/>
                  </a:lnTo>
                  <a:lnTo>
                    <a:pt x="957071" y="727649"/>
                  </a:lnTo>
                  <a:lnTo>
                    <a:pt x="800740" y="727649"/>
                  </a:lnTo>
                  <a:lnTo>
                    <a:pt x="800740" y="176713"/>
                  </a:lnTo>
                  <a:lnTo>
                    <a:pt x="793964" y="182346"/>
                  </a:lnTo>
                  <a:lnTo>
                    <a:pt x="761189" y="203270"/>
                  </a:lnTo>
                  <a:lnTo>
                    <a:pt x="722652" y="220600"/>
                  </a:lnTo>
                  <a:lnTo>
                    <a:pt x="680866" y="233215"/>
                  </a:lnTo>
                  <a:lnTo>
                    <a:pt x="649345" y="238755"/>
                  </a:lnTo>
                  <a:lnTo>
                    <a:pt x="649345" y="106728"/>
                  </a:lnTo>
                  <a:lnTo>
                    <a:pt x="679394" y="97175"/>
                  </a:lnTo>
                  <a:lnTo>
                    <a:pt x="708591" y="86379"/>
                  </a:lnTo>
                  <a:lnTo>
                    <a:pt x="764407" y="61066"/>
                  </a:lnTo>
                  <a:lnTo>
                    <a:pt x="815915" y="31922"/>
                  </a:lnTo>
                  <a:lnTo>
                    <a:pt x="839713" y="16314"/>
                  </a:lnTo>
                  <a:lnTo>
                    <a:pt x="862187" y="0"/>
                  </a:lnTo>
                  <a:close/>
                </a:path>
              </a:pathLst>
            </a:custGeom>
            <a:ln w="12191">
              <a:solidFill>
                <a:srgbClr val="000000"/>
              </a:solidFill>
            </a:ln>
          </p:spPr>
          <p:txBody>
            <a:bodyPr wrap="square" lIns="0" tIns="0" rIns="0" bIns="0" rtlCol="0"/>
            <a:lstStyle/>
            <a:p>
              <a:endParaRPr/>
            </a:p>
          </p:txBody>
        </p:sp>
        <p:sp>
          <p:nvSpPr>
            <p:cNvPr id="192" name="object 192"/>
            <p:cNvSpPr/>
            <p:nvPr/>
          </p:nvSpPr>
          <p:spPr>
            <a:xfrm>
              <a:off x="6754368" y="5222747"/>
              <a:ext cx="2244852" cy="1351788"/>
            </a:xfrm>
            <a:prstGeom prst="rect">
              <a:avLst/>
            </a:prstGeom>
            <a:blipFill>
              <a:blip r:embed="rId81" cstate="print"/>
              <a:stretch>
                <a:fillRect/>
              </a:stretch>
            </a:blipFill>
          </p:spPr>
          <p:txBody>
            <a:bodyPr wrap="square" lIns="0" tIns="0" rIns="0" bIns="0" rtlCol="0"/>
            <a:lstStyle/>
            <a:p>
              <a:endParaRPr/>
            </a:p>
          </p:txBody>
        </p:sp>
        <p:sp>
          <p:nvSpPr>
            <p:cNvPr id="193" name="object 193"/>
            <p:cNvSpPr/>
            <p:nvPr/>
          </p:nvSpPr>
          <p:spPr>
            <a:xfrm>
              <a:off x="6614159" y="4907278"/>
              <a:ext cx="2529839" cy="1950720"/>
            </a:xfrm>
            <a:prstGeom prst="rect">
              <a:avLst/>
            </a:prstGeom>
            <a:blipFill>
              <a:blip r:embed="rId82" cstate="print"/>
              <a:stretch>
                <a:fillRect/>
              </a:stretch>
            </a:blipFill>
          </p:spPr>
          <p:txBody>
            <a:bodyPr wrap="square" lIns="0" tIns="0" rIns="0" bIns="0" rtlCol="0"/>
            <a:lstStyle/>
            <a:p>
              <a:endParaRPr/>
            </a:p>
          </p:txBody>
        </p:sp>
        <p:sp>
          <p:nvSpPr>
            <p:cNvPr id="194" name="object 194"/>
            <p:cNvSpPr/>
            <p:nvPr/>
          </p:nvSpPr>
          <p:spPr>
            <a:xfrm>
              <a:off x="6835261" y="5283195"/>
              <a:ext cx="2084070" cy="1191260"/>
            </a:xfrm>
            <a:custGeom>
              <a:avLst/>
              <a:gdLst/>
              <a:ahLst/>
              <a:cxnLst/>
              <a:rect l="l" t="t" r="r" b="b"/>
              <a:pathLst>
                <a:path w="2084070" h="1191260">
                  <a:moveTo>
                    <a:pt x="1849892" y="0"/>
                  </a:moveTo>
                  <a:lnTo>
                    <a:pt x="233933" y="0"/>
                  </a:lnTo>
                  <a:lnTo>
                    <a:pt x="186803" y="4749"/>
                  </a:lnTo>
                  <a:lnTo>
                    <a:pt x="142899" y="18370"/>
                  </a:lnTo>
                  <a:lnTo>
                    <a:pt x="103163" y="39924"/>
                  </a:lnTo>
                  <a:lnTo>
                    <a:pt x="68538" y="68472"/>
                  </a:lnTo>
                  <a:lnTo>
                    <a:pt x="39966" y="103075"/>
                  </a:lnTo>
                  <a:lnTo>
                    <a:pt x="18391" y="142792"/>
                  </a:lnTo>
                  <a:lnTo>
                    <a:pt x="4754" y="186685"/>
                  </a:lnTo>
                  <a:lnTo>
                    <a:pt x="0" y="233815"/>
                  </a:lnTo>
                  <a:lnTo>
                    <a:pt x="0" y="956989"/>
                  </a:lnTo>
                  <a:lnTo>
                    <a:pt x="4754" y="1004121"/>
                  </a:lnTo>
                  <a:lnTo>
                    <a:pt x="18391" y="1048021"/>
                  </a:lnTo>
                  <a:lnTo>
                    <a:pt x="39966" y="1087747"/>
                  </a:lnTo>
                  <a:lnTo>
                    <a:pt x="68538" y="1122360"/>
                  </a:lnTo>
                  <a:lnTo>
                    <a:pt x="103163" y="1150919"/>
                  </a:lnTo>
                  <a:lnTo>
                    <a:pt x="142899" y="1172483"/>
                  </a:lnTo>
                  <a:lnTo>
                    <a:pt x="186803" y="1186111"/>
                  </a:lnTo>
                  <a:lnTo>
                    <a:pt x="233933" y="1190862"/>
                  </a:lnTo>
                  <a:lnTo>
                    <a:pt x="1849892" y="1190862"/>
                  </a:lnTo>
                  <a:lnTo>
                    <a:pt x="1897022" y="1186111"/>
                  </a:lnTo>
                  <a:lnTo>
                    <a:pt x="1940926" y="1172483"/>
                  </a:lnTo>
                  <a:lnTo>
                    <a:pt x="1980662" y="1150919"/>
                  </a:lnTo>
                  <a:lnTo>
                    <a:pt x="2015288" y="1122360"/>
                  </a:lnTo>
                  <a:lnTo>
                    <a:pt x="2043859" y="1087747"/>
                  </a:lnTo>
                  <a:lnTo>
                    <a:pt x="2065434" y="1048021"/>
                  </a:lnTo>
                  <a:lnTo>
                    <a:pt x="2079071" y="1004121"/>
                  </a:lnTo>
                  <a:lnTo>
                    <a:pt x="2083826" y="956989"/>
                  </a:lnTo>
                  <a:lnTo>
                    <a:pt x="2083826" y="233815"/>
                  </a:lnTo>
                  <a:lnTo>
                    <a:pt x="2079071" y="186685"/>
                  </a:lnTo>
                  <a:lnTo>
                    <a:pt x="2065434" y="142792"/>
                  </a:lnTo>
                  <a:lnTo>
                    <a:pt x="2043859" y="103075"/>
                  </a:lnTo>
                  <a:lnTo>
                    <a:pt x="2015288" y="68472"/>
                  </a:lnTo>
                  <a:lnTo>
                    <a:pt x="1980662" y="39924"/>
                  </a:lnTo>
                  <a:lnTo>
                    <a:pt x="1940926" y="18370"/>
                  </a:lnTo>
                  <a:lnTo>
                    <a:pt x="1897022" y="4749"/>
                  </a:lnTo>
                  <a:lnTo>
                    <a:pt x="1849892" y="0"/>
                  </a:lnTo>
                  <a:close/>
                </a:path>
              </a:pathLst>
            </a:custGeom>
            <a:solidFill>
              <a:srgbClr val="252525"/>
            </a:solidFill>
          </p:spPr>
          <p:txBody>
            <a:bodyPr wrap="square" lIns="0" tIns="0" rIns="0" bIns="0" rtlCol="0"/>
            <a:lstStyle/>
            <a:p>
              <a:endParaRPr/>
            </a:p>
          </p:txBody>
        </p:sp>
        <p:sp>
          <p:nvSpPr>
            <p:cNvPr id="195" name="object 195"/>
            <p:cNvSpPr/>
            <p:nvPr/>
          </p:nvSpPr>
          <p:spPr>
            <a:xfrm>
              <a:off x="6835261" y="5283195"/>
              <a:ext cx="2084070" cy="1191260"/>
            </a:xfrm>
            <a:custGeom>
              <a:avLst/>
              <a:gdLst/>
              <a:ahLst/>
              <a:cxnLst/>
              <a:rect l="l" t="t" r="r" b="b"/>
              <a:pathLst>
                <a:path w="2084070" h="1191260">
                  <a:moveTo>
                    <a:pt x="0" y="233815"/>
                  </a:moveTo>
                  <a:lnTo>
                    <a:pt x="4754" y="186685"/>
                  </a:lnTo>
                  <a:lnTo>
                    <a:pt x="18391" y="142792"/>
                  </a:lnTo>
                  <a:lnTo>
                    <a:pt x="39966" y="103075"/>
                  </a:lnTo>
                  <a:lnTo>
                    <a:pt x="68538" y="68472"/>
                  </a:lnTo>
                  <a:lnTo>
                    <a:pt x="103163" y="39924"/>
                  </a:lnTo>
                  <a:lnTo>
                    <a:pt x="142899" y="18370"/>
                  </a:lnTo>
                  <a:lnTo>
                    <a:pt x="186803" y="4749"/>
                  </a:lnTo>
                  <a:lnTo>
                    <a:pt x="233933" y="0"/>
                  </a:lnTo>
                  <a:lnTo>
                    <a:pt x="1849892" y="0"/>
                  </a:lnTo>
                  <a:lnTo>
                    <a:pt x="1897022" y="4749"/>
                  </a:lnTo>
                  <a:lnTo>
                    <a:pt x="1940926" y="18370"/>
                  </a:lnTo>
                  <a:lnTo>
                    <a:pt x="1980662" y="39924"/>
                  </a:lnTo>
                  <a:lnTo>
                    <a:pt x="2015288" y="68472"/>
                  </a:lnTo>
                  <a:lnTo>
                    <a:pt x="2043859" y="103075"/>
                  </a:lnTo>
                  <a:lnTo>
                    <a:pt x="2065434" y="142792"/>
                  </a:lnTo>
                  <a:lnTo>
                    <a:pt x="2079071" y="186685"/>
                  </a:lnTo>
                  <a:lnTo>
                    <a:pt x="2083826" y="233815"/>
                  </a:lnTo>
                  <a:lnTo>
                    <a:pt x="2083826" y="956989"/>
                  </a:lnTo>
                  <a:lnTo>
                    <a:pt x="2079071" y="1004121"/>
                  </a:lnTo>
                  <a:lnTo>
                    <a:pt x="2065434" y="1048021"/>
                  </a:lnTo>
                  <a:lnTo>
                    <a:pt x="2043859" y="1087747"/>
                  </a:lnTo>
                  <a:lnTo>
                    <a:pt x="2015288" y="1122360"/>
                  </a:lnTo>
                  <a:lnTo>
                    <a:pt x="1980662" y="1150919"/>
                  </a:lnTo>
                  <a:lnTo>
                    <a:pt x="1940926" y="1172483"/>
                  </a:lnTo>
                  <a:lnTo>
                    <a:pt x="1897022" y="1186111"/>
                  </a:lnTo>
                  <a:lnTo>
                    <a:pt x="1849892" y="1190862"/>
                  </a:lnTo>
                  <a:lnTo>
                    <a:pt x="233933" y="1190862"/>
                  </a:lnTo>
                  <a:lnTo>
                    <a:pt x="186803" y="1186111"/>
                  </a:lnTo>
                  <a:lnTo>
                    <a:pt x="142899" y="1172483"/>
                  </a:lnTo>
                  <a:lnTo>
                    <a:pt x="103163" y="1150919"/>
                  </a:lnTo>
                  <a:lnTo>
                    <a:pt x="68538" y="1122360"/>
                  </a:lnTo>
                  <a:lnTo>
                    <a:pt x="39966" y="1087747"/>
                  </a:lnTo>
                  <a:lnTo>
                    <a:pt x="18391" y="1048021"/>
                  </a:lnTo>
                  <a:lnTo>
                    <a:pt x="4754" y="1004121"/>
                  </a:lnTo>
                  <a:lnTo>
                    <a:pt x="0" y="956989"/>
                  </a:lnTo>
                  <a:lnTo>
                    <a:pt x="0" y="233815"/>
                  </a:lnTo>
                  <a:close/>
                </a:path>
              </a:pathLst>
            </a:custGeom>
            <a:ln w="76199">
              <a:solidFill>
                <a:srgbClr val="00AF50"/>
              </a:solidFill>
            </a:ln>
          </p:spPr>
          <p:txBody>
            <a:bodyPr wrap="square" lIns="0" tIns="0" rIns="0" bIns="0" rtlCol="0"/>
            <a:lstStyle/>
            <a:p>
              <a:endParaRPr/>
            </a:p>
          </p:txBody>
        </p:sp>
        <p:sp>
          <p:nvSpPr>
            <p:cNvPr id="196" name="object 196"/>
            <p:cNvSpPr/>
            <p:nvPr/>
          </p:nvSpPr>
          <p:spPr>
            <a:xfrm>
              <a:off x="6655307" y="4928615"/>
              <a:ext cx="2481072" cy="1929383"/>
            </a:xfrm>
            <a:prstGeom prst="rect">
              <a:avLst/>
            </a:prstGeom>
            <a:blipFill>
              <a:blip r:embed="rId83" cstate="print"/>
              <a:stretch>
                <a:fillRect/>
              </a:stretch>
            </a:blipFill>
          </p:spPr>
          <p:txBody>
            <a:bodyPr wrap="square" lIns="0" tIns="0" rIns="0" bIns="0" rtlCol="0"/>
            <a:lstStyle/>
            <a:p>
              <a:endParaRPr/>
            </a:p>
          </p:txBody>
        </p:sp>
        <p:sp>
          <p:nvSpPr>
            <p:cNvPr id="197" name="object 197"/>
            <p:cNvSpPr/>
            <p:nvPr/>
          </p:nvSpPr>
          <p:spPr>
            <a:xfrm>
              <a:off x="7333488" y="5526785"/>
              <a:ext cx="1059815" cy="723900"/>
            </a:xfrm>
            <a:custGeom>
              <a:avLst/>
              <a:gdLst/>
              <a:ahLst/>
              <a:cxnLst/>
              <a:rect l="l" t="t" r="r" b="b"/>
              <a:pathLst>
                <a:path w="1059815" h="723900">
                  <a:moveTo>
                    <a:pt x="1046562" y="125111"/>
                  </a:moveTo>
                  <a:lnTo>
                    <a:pt x="795284" y="125111"/>
                  </a:lnTo>
                  <a:lnTo>
                    <a:pt x="820069" y="126569"/>
                  </a:lnTo>
                  <a:lnTo>
                    <a:pt x="841476" y="130942"/>
                  </a:lnTo>
                  <a:lnTo>
                    <a:pt x="885404" y="161494"/>
                  </a:lnTo>
                  <a:lnTo>
                    <a:pt x="899922" y="217419"/>
                  </a:lnTo>
                  <a:lnTo>
                    <a:pt x="899426" y="228918"/>
                  </a:lnTo>
                  <a:lnTo>
                    <a:pt x="887553" y="271618"/>
                  </a:lnTo>
                  <a:lnTo>
                    <a:pt x="859371" y="312125"/>
                  </a:lnTo>
                  <a:lnTo>
                    <a:pt x="828172" y="342506"/>
                  </a:lnTo>
                  <a:lnTo>
                    <a:pt x="788498" y="374194"/>
                  </a:lnTo>
                  <a:lnTo>
                    <a:pt x="758286" y="396185"/>
                  </a:lnTo>
                  <a:lnTo>
                    <a:pt x="742759" y="407830"/>
                  </a:lnTo>
                  <a:lnTo>
                    <a:pt x="710580" y="433078"/>
                  </a:lnTo>
                  <a:lnTo>
                    <a:pt x="678869" y="461623"/>
                  </a:lnTo>
                  <a:lnTo>
                    <a:pt x="649742" y="494132"/>
                  </a:lnTo>
                  <a:lnTo>
                    <a:pt x="624352" y="530864"/>
                  </a:lnTo>
                  <a:lnTo>
                    <a:pt x="603625" y="572060"/>
                  </a:lnTo>
                  <a:lnTo>
                    <a:pt x="589848" y="618283"/>
                  </a:lnTo>
                  <a:lnTo>
                    <a:pt x="585216" y="670096"/>
                  </a:lnTo>
                  <a:lnTo>
                    <a:pt x="585216" y="723698"/>
                  </a:lnTo>
                  <a:lnTo>
                    <a:pt x="1058814" y="723698"/>
                  </a:lnTo>
                  <a:lnTo>
                    <a:pt x="1058814" y="593646"/>
                  </a:lnTo>
                  <a:lnTo>
                    <a:pt x="757062" y="593646"/>
                  </a:lnTo>
                  <a:lnTo>
                    <a:pt x="757679" y="586609"/>
                  </a:lnTo>
                  <a:lnTo>
                    <a:pt x="778592" y="548802"/>
                  </a:lnTo>
                  <a:lnTo>
                    <a:pt x="811914" y="516594"/>
                  </a:lnTo>
                  <a:lnTo>
                    <a:pt x="843884" y="491761"/>
                  </a:lnTo>
                  <a:lnTo>
                    <a:pt x="878586" y="466581"/>
                  </a:lnTo>
                  <a:lnTo>
                    <a:pt x="896065" y="454317"/>
                  </a:lnTo>
                  <a:lnTo>
                    <a:pt x="913245" y="441832"/>
                  </a:lnTo>
                  <a:lnTo>
                    <a:pt x="946647" y="416207"/>
                  </a:lnTo>
                  <a:lnTo>
                    <a:pt x="977451" y="388851"/>
                  </a:lnTo>
                  <a:lnTo>
                    <a:pt x="1004437" y="358889"/>
                  </a:lnTo>
                  <a:lnTo>
                    <a:pt x="1026989" y="325873"/>
                  </a:lnTo>
                  <a:lnTo>
                    <a:pt x="1044580" y="289392"/>
                  </a:lnTo>
                  <a:lnTo>
                    <a:pt x="1056006" y="248448"/>
                  </a:lnTo>
                  <a:lnTo>
                    <a:pt x="1059820" y="202048"/>
                  </a:lnTo>
                  <a:lnTo>
                    <a:pt x="1058842" y="179502"/>
                  </a:lnTo>
                  <a:lnTo>
                    <a:pt x="1055911" y="158049"/>
                  </a:lnTo>
                  <a:lnTo>
                    <a:pt x="1051024" y="137685"/>
                  </a:lnTo>
                  <a:lnTo>
                    <a:pt x="1046562" y="125111"/>
                  </a:lnTo>
                  <a:close/>
                </a:path>
                <a:path w="1059815" h="723900">
                  <a:moveTo>
                    <a:pt x="828934" y="0"/>
                  </a:moveTo>
                  <a:lnTo>
                    <a:pt x="772117" y="3759"/>
                  </a:lnTo>
                  <a:lnTo>
                    <a:pt x="718265" y="15031"/>
                  </a:lnTo>
                  <a:lnTo>
                    <a:pt x="667389" y="33804"/>
                  </a:lnTo>
                  <a:lnTo>
                    <a:pt x="619506" y="60066"/>
                  </a:lnTo>
                  <a:lnTo>
                    <a:pt x="619506" y="198071"/>
                  </a:lnTo>
                  <a:lnTo>
                    <a:pt x="661930" y="166147"/>
                  </a:lnTo>
                  <a:lnTo>
                    <a:pt x="705383" y="143347"/>
                  </a:lnTo>
                  <a:lnTo>
                    <a:pt x="749842" y="129669"/>
                  </a:lnTo>
                  <a:lnTo>
                    <a:pt x="795284" y="125111"/>
                  </a:lnTo>
                  <a:lnTo>
                    <a:pt x="1046562" y="125111"/>
                  </a:lnTo>
                  <a:lnTo>
                    <a:pt x="1044183" y="118408"/>
                  </a:lnTo>
                  <a:lnTo>
                    <a:pt x="1024947" y="83720"/>
                  </a:lnTo>
                  <a:lnTo>
                    <a:pt x="998738" y="54614"/>
                  </a:lnTo>
                  <a:lnTo>
                    <a:pt x="965682" y="31371"/>
                  </a:lnTo>
                  <a:lnTo>
                    <a:pt x="925951" y="14228"/>
                  </a:lnTo>
                  <a:lnTo>
                    <a:pt x="880254" y="3542"/>
                  </a:lnTo>
                  <a:lnTo>
                    <a:pt x="855288" y="883"/>
                  </a:lnTo>
                  <a:lnTo>
                    <a:pt x="828934" y="0"/>
                  </a:lnTo>
                  <a:close/>
                </a:path>
                <a:path w="1059815" h="723900">
                  <a:moveTo>
                    <a:pt x="461346" y="125111"/>
                  </a:moveTo>
                  <a:lnTo>
                    <a:pt x="210068" y="125111"/>
                  </a:lnTo>
                  <a:lnTo>
                    <a:pt x="234853" y="126569"/>
                  </a:lnTo>
                  <a:lnTo>
                    <a:pt x="256260" y="130942"/>
                  </a:lnTo>
                  <a:lnTo>
                    <a:pt x="300188" y="161494"/>
                  </a:lnTo>
                  <a:lnTo>
                    <a:pt x="314706" y="217419"/>
                  </a:lnTo>
                  <a:lnTo>
                    <a:pt x="314210" y="228918"/>
                  </a:lnTo>
                  <a:lnTo>
                    <a:pt x="302337" y="271618"/>
                  </a:lnTo>
                  <a:lnTo>
                    <a:pt x="274155" y="312125"/>
                  </a:lnTo>
                  <a:lnTo>
                    <a:pt x="242956" y="342506"/>
                  </a:lnTo>
                  <a:lnTo>
                    <a:pt x="203282" y="374194"/>
                  </a:lnTo>
                  <a:lnTo>
                    <a:pt x="173070" y="396185"/>
                  </a:lnTo>
                  <a:lnTo>
                    <a:pt x="157543" y="407830"/>
                  </a:lnTo>
                  <a:lnTo>
                    <a:pt x="125364" y="433078"/>
                  </a:lnTo>
                  <a:lnTo>
                    <a:pt x="93653" y="461623"/>
                  </a:lnTo>
                  <a:lnTo>
                    <a:pt x="64526" y="494132"/>
                  </a:lnTo>
                  <a:lnTo>
                    <a:pt x="39136" y="530864"/>
                  </a:lnTo>
                  <a:lnTo>
                    <a:pt x="18409" y="572060"/>
                  </a:lnTo>
                  <a:lnTo>
                    <a:pt x="4632" y="618283"/>
                  </a:lnTo>
                  <a:lnTo>
                    <a:pt x="0" y="670096"/>
                  </a:lnTo>
                  <a:lnTo>
                    <a:pt x="0" y="723698"/>
                  </a:lnTo>
                  <a:lnTo>
                    <a:pt x="473598" y="723698"/>
                  </a:lnTo>
                  <a:lnTo>
                    <a:pt x="473598" y="593646"/>
                  </a:lnTo>
                  <a:lnTo>
                    <a:pt x="171846" y="593646"/>
                  </a:lnTo>
                  <a:lnTo>
                    <a:pt x="172463" y="586609"/>
                  </a:lnTo>
                  <a:lnTo>
                    <a:pt x="193376" y="548802"/>
                  </a:lnTo>
                  <a:lnTo>
                    <a:pt x="226698" y="516594"/>
                  </a:lnTo>
                  <a:lnTo>
                    <a:pt x="258668" y="491761"/>
                  </a:lnTo>
                  <a:lnTo>
                    <a:pt x="293370" y="466581"/>
                  </a:lnTo>
                  <a:lnTo>
                    <a:pt x="310849" y="454317"/>
                  </a:lnTo>
                  <a:lnTo>
                    <a:pt x="328029" y="441832"/>
                  </a:lnTo>
                  <a:lnTo>
                    <a:pt x="361431" y="416207"/>
                  </a:lnTo>
                  <a:lnTo>
                    <a:pt x="392235" y="388851"/>
                  </a:lnTo>
                  <a:lnTo>
                    <a:pt x="419221" y="358889"/>
                  </a:lnTo>
                  <a:lnTo>
                    <a:pt x="441773" y="325873"/>
                  </a:lnTo>
                  <a:lnTo>
                    <a:pt x="459364" y="289392"/>
                  </a:lnTo>
                  <a:lnTo>
                    <a:pt x="470790" y="248448"/>
                  </a:lnTo>
                  <a:lnTo>
                    <a:pt x="474604" y="202048"/>
                  </a:lnTo>
                  <a:lnTo>
                    <a:pt x="473626" y="179502"/>
                  </a:lnTo>
                  <a:lnTo>
                    <a:pt x="470695" y="158049"/>
                  </a:lnTo>
                  <a:lnTo>
                    <a:pt x="465808" y="137685"/>
                  </a:lnTo>
                  <a:lnTo>
                    <a:pt x="461346" y="125111"/>
                  </a:lnTo>
                  <a:close/>
                </a:path>
                <a:path w="1059815" h="723900">
                  <a:moveTo>
                    <a:pt x="243718" y="0"/>
                  </a:moveTo>
                  <a:lnTo>
                    <a:pt x="186901" y="3759"/>
                  </a:lnTo>
                  <a:lnTo>
                    <a:pt x="133049" y="15031"/>
                  </a:lnTo>
                  <a:lnTo>
                    <a:pt x="82173" y="33804"/>
                  </a:lnTo>
                  <a:lnTo>
                    <a:pt x="34290" y="60066"/>
                  </a:lnTo>
                  <a:lnTo>
                    <a:pt x="34290" y="198071"/>
                  </a:lnTo>
                  <a:lnTo>
                    <a:pt x="76714" y="166147"/>
                  </a:lnTo>
                  <a:lnTo>
                    <a:pt x="120167" y="143347"/>
                  </a:lnTo>
                  <a:lnTo>
                    <a:pt x="164626" y="129669"/>
                  </a:lnTo>
                  <a:lnTo>
                    <a:pt x="210068" y="125111"/>
                  </a:lnTo>
                  <a:lnTo>
                    <a:pt x="461346" y="125111"/>
                  </a:lnTo>
                  <a:lnTo>
                    <a:pt x="458967" y="118408"/>
                  </a:lnTo>
                  <a:lnTo>
                    <a:pt x="439731" y="83720"/>
                  </a:lnTo>
                  <a:lnTo>
                    <a:pt x="413522" y="54614"/>
                  </a:lnTo>
                  <a:lnTo>
                    <a:pt x="380466" y="31371"/>
                  </a:lnTo>
                  <a:lnTo>
                    <a:pt x="340735" y="14228"/>
                  </a:lnTo>
                  <a:lnTo>
                    <a:pt x="295038" y="3542"/>
                  </a:lnTo>
                  <a:lnTo>
                    <a:pt x="270072" y="883"/>
                  </a:lnTo>
                  <a:lnTo>
                    <a:pt x="243718" y="0"/>
                  </a:lnTo>
                  <a:close/>
                </a:path>
              </a:pathLst>
            </a:custGeom>
            <a:solidFill>
              <a:srgbClr val="FFFF00"/>
            </a:solidFill>
          </p:spPr>
          <p:txBody>
            <a:bodyPr wrap="square" lIns="0" tIns="0" rIns="0" bIns="0" rtlCol="0"/>
            <a:lstStyle/>
            <a:p>
              <a:endParaRPr/>
            </a:p>
          </p:txBody>
        </p:sp>
        <p:sp>
          <p:nvSpPr>
            <p:cNvPr id="198" name="object 198"/>
            <p:cNvSpPr/>
            <p:nvPr/>
          </p:nvSpPr>
          <p:spPr>
            <a:xfrm>
              <a:off x="7333487" y="5526785"/>
              <a:ext cx="1059815" cy="723900"/>
            </a:xfrm>
            <a:custGeom>
              <a:avLst/>
              <a:gdLst/>
              <a:ahLst/>
              <a:cxnLst/>
              <a:rect l="l" t="t" r="r" b="b"/>
              <a:pathLst>
                <a:path w="1059815" h="723900">
                  <a:moveTo>
                    <a:pt x="828934" y="0"/>
                  </a:moveTo>
                  <a:lnTo>
                    <a:pt x="880254" y="3542"/>
                  </a:lnTo>
                  <a:lnTo>
                    <a:pt x="925951" y="14228"/>
                  </a:lnTo>
                  <a:lnTo>
                    <a:pt x="965682" y="31371"/>
                  </a:lnTo>
                  <a:lnTo>
                    <a:pt x="998738" y="54614"/>
                  </a:lnTo>
                  <a:lnTo>
                    <a:pt x="1024947" y="83720"/>
                  </a:lnTo>
                  <a:lnTo>
                    <a:pt x="1044183" y="118408"/>
                  </a:lnTo>
                  <a:lnTo>
                    <a:pt x="1055910" y="158049"/>
                  </a:lnTo>
                  <a:lnTo>
                    <a:pt x="1059820" y="202048"/>
                  </a:lnTo>
                  <a:lnTo>
                    <a:pt x="1058866" y="225931"/>
                  </a:lnTo>
                  <a:lnTo>
                    <a:pt x="1051243" y="269602"/>
                  </a:lnTo>
                  <a:lnTo>
                    <a:pt x="1036417" y="308067"/>
                  </a:lnTo>
                  <a:lnTo>
                    <a:pt x="1016320" y="342813"/>
                  </a:lnTo>
                  <a:lnTo>
                    <a:pt x="991409" y="374194"/>
                  </a:lnTo>
                  <a:lnTo>
                    <a:pt x="962539" y="402857"/>
                  </a:lnTo>
                  <a:lnTo>
                    <a:pt x="930110" y="429128"/>
                  </a:lnTo>
                  <a:lnTo>
                    <a:pt x="896065" y="454317"/>
                  </a:lnTo>
                  <a:lnTo>
                    <a:pt x="878585" y="466581"/>
                  </a:lnTo>
                  <a:lnTo>
                    <a:pt x="866794" y="475006"/>
                  </a:lnTo>
                  <a:lnTo>
                    <a:pt x="832744" y="500085"/>
                  </a:lnTo>
                  <a:lnTo>
                    <a:pt x="802487" y="524755"/>
                  </a:lnTo>
                  <a:lnTo>
                    <a:pt x="772341" y="556632"/>
                  </a:lnTo>
                  <a:lnTo>
                    <a:pt x="757062" y="593646"/>
                  </a:lnTo>
                  <a:lnTo>
                    <a:pt x="1058814" y="593646"/>
                  </a:lnTo>
                  <a:lnTo>
                    <a:pt x="1058814" y="723698"/>
                  </a:lnTo>
                  <a:lnTo>
                    <a:pt x="585215" y="723698"/>
                  </a:lnTo>
                  <a:lnTo>
                    <a:pt x="585215" y="670096"/>
                  </a:lnTo>
                  <a:lnTo>
                    <a:pt x="589848" y="618282"/>
                  </a:lnTo>
                  <a:lnTo>
                    <a:pt x="603625" y="572060"/>
                  </a:lnTo>
                  <a:lnTo>
                    <a:pt x="624352" y="530864"/>
                  </a:lnTo>
                  <a:lnTo>
                    <a:pt x="649742" y="494132"/>
                  </a:lnTo>
                  <a:lnTo>
                    <a:pt x="678869" y="461623"/>
                  </a:lnTo>
                  <a:lnTo>
                    <a:pt x="710580" y="433078"/>
                  </a:lnTo>
                  <a:lnTo>
                    <a:pt x="742759" y="407830"/>
                  </a:lnTo>
                  <a:lnTo>
                    <a:pt x="773429" y="385190"/>
                  </a:lnTo>
                  <a:lnTo>
                    <a:pt x="788567" y="374144"/>
                  </a:lnTo>
                  <a:lnTo>
                    <a:pt x="828172" y="342506"/>
                  </a:lnTo>
                  <a:lnTo>
                    <a:pt x="859371" y="312125"/>
                  </a:lnTo>
                  <a:lnTo>
                    <a:pt x="887553" y="271618"/>
                  </a:lnTo>
                  <a:lnTo>
                    <a:pt x="899426" y="228918"/>
                  </a:lnTo>
                  <a:lnTo>
                    <a:pt x="899921" y="217419"/>
                  </a:lnTo>
                  <a:lnTo>
                    <a:pt x="898306" y="195989"/>
                  </a:lnTo>
                  <a:lnTo>
                    <a:pt x="874135" y="148434"/>
                  </a:lnTo>
                  <a:lnTo>
                    <a:pt x="820069" y="126569"/>
                  </a:lnTo>
                  <a:lnTo>
                    <a:pt x="795284" y="125111"/>
                  </a:lnTo>
                  <a:lnTo>
                    <a:pt x="749842" y="129669"/>
                  </a:lnTo>
                  <a:lnTo>
                    <a:pt x="705383" y="143347"/>
                  </a:lnTo>
                  <a:lnTo>
                    <a:pt x="661930" y="166147"/>
                  </a:lnTo>
                  <a:lnTo>
                    <a:pt x="619505" y="198071"/>
                  </a:lnTo>
                  <a:lnTo>
                    <a:pt x="619505" y="60066"/>
                  </a:lnTo>
                  <a:lnTo>
                    <a:pt x="667389" y="33804"/>
                  </a:lnTo>
                  <a:lnTo>
                    <a:pt x="718264" y="15031"/>
                  </a:lnTo>
                  <a:lnTo>
                    <a:pt x="772117" y="3759"/>
                  </a:lnTo>
                  <a:lnTo>
                    <a:pt x="828934" y="0"/>
                  </a:lnTo>
                  <a:close/>
                </a:path>
                <a:path w="1059815" h="723900">
                  <a:moveTo>
                    <a:pt x="243718" y="0"/>
                  </a:moveTo>
                  <a:lnTo>
                    <a:pt x="295038" y="3542"/>
                  </a:lnTo>
                  <a:lnTo>
                    <a:pt x="340735" y="14228"/>
                  </a:lnTo>
                  <a:lnTo>
                    <a:pt x="380466" y="31371"/>
                  </a:lnTo>
                  <a:lnTo>
                    <a:pt x="413522" y="54614"/>
                  </a:lnTo>
                  <a:lnTo>
                    <a:pt x="439731" y="83720"/>
                  </a:lnTo>
                  <a:lnTo>
                    <a:pt x="458967" y="118408"/>
                  </a:lnTo>
                  <a:lnTo>
                    <a:pt x="470695" y="158049"/>
                  </a:lnTo>
                  <a:lnTo>
                    <a:pt x="474604" y="202048"/>
                  </a:lnTo>
                  <a:lnTo>
                    <a:pt x="473650" y="225931"/>
                  </a:lnTo>
                  <a:lnTo>
                    <a:pt x="466027" y="269602"/>
                  </a:lnTo>
                  <a:lnTo>
                    <a:pt x="451201" y="308067"/>
                  </a:lnTo>
                  <a:lnTo>
                    <a:pt x="431104" y="342813"/>
                  </a:lnTo>
                  <a:lnTo>
                    <a:pt x="406193" y="374194"/>
                  </a:lnTo>
                  <a:lnTo>
                    <a:pt x="377323" y="402857"/>
                  </a:lnTo>
                  <a:lnTo>
                    <a:pt x="344895" y="429128"/>
                  </a:lnTo>
                  <a:lnTo>
                    <a:pt x="310849" y="454317"/>
                  </a:lnTo>
                  <a:lnTo>
                    <a:pt x="293369" y="466581"/>
                  </a:lnTo>
                  <a:lnTo>
                    <a:pt x="281578" y="475006"/>
                  </a:lnTo>
                  <a:lnTo>
                    <a:pt x="247528" y="500085"/>
                  </a:lnTo>
                  <a:lnTo>
                    <a:pt x="217271" y="524755"/>
                  </a:lnTo>
                  <a:lnTo>
                    <a:pt x="187125" y="556632"/>
                  </a:lnTo>
                  <a:lnTo>
                    <a:pt x="171846" y="593646"/>
                  </a:lnTo>
                  <a:lnTo>
                    <a:pt x="473598" y="593646"/>
                  </a:lnTo>
                  <a:lnTo>
                    <a:pt x="473598" y="723698"/>
                  </a:lnTo>
                  <a:lnTo>
                    <a:pt x="0" y="723698"/>
                  </a:lnTo>
                  <a:lnTo>
                    <a:pt x="0" y="670096"/>
                  </a:lnTo>
                  <a:lnTo>
                    <a:pt x="4632" y="618282"/>
                  </a:lnTo>
                  <a:lnTo>
                    <a:pt x="18409" y="572060"/>
                  </a:lnTo>
                  <a:lnTo>
                    <a:pt x="39136" y="530864"/>
                  </a:lnTo>
                  <a:lnTo>
                    <a:pt x="64526" y="494132"/>
                  </a:lnTo>
                  <a:lnTo>
                    <a:pt x="93653" y="461623"/>
                  </a:lnTo>
                  <a:lnTo>
                    <a:pt x="125364" y="433078"/>
                  </a:lnTo>
                  <a:lnTo>
                    <a:pt x="157543" y="407830"/>
                  </a:lnTo>
                  <a:lnTo>
                    <a:pt x="188213" y="385190"/>
                  </a:lnTo>
                  <a:lnTo>
                    <a:pt x="203351" y="374144"/>
                  </a:lnTo>
                  <a:lnTo>
                    <a:pt x="242956" y="342506"/>
                  </a:lnTo>
                  <a:lnTo>
                    <a:pt x="274155" y="312125"/>
                  </a:lnTo>
                  <a:lnTo>
                    <a:pt x="302337" y="271618"/>
                  </a:lnTo>
                  <a:lnTo>
                    <a:pt x="314210" y="228918"/>
                  </a:lnTo>
                  <a:lnTo>
                    <a:pt x="314705" y="217419"/>
                  </a:lnTo>
                  <a:lnTo>
                    <a:pt x="313090" y="195989"/>
                  </a:lnTo>
                  <a:lnTo>
                    <a:pt x="288919" y="148434"/>
                  </a:lnTo>
                  <a:lnTo>
                    <a:pt x="234853" y="126569"/>
                  </a:lnTo>
                  <a:lnTo>
                    <a:pt x="210068" y="125111"/>
                  </a:lnTo>
                  <a:lnTo>
                    <a:pt x="164626" y="129669"/>
                  </a:lnTo>
                  <a:lnTo>
                    <a:pt x="120167" y="143347"/>
                  </a:lnTo>
                  <a:lnTo>
                    <a:pt x="76714" y="166147"/>
                  </a:lnTo>
                  <a:lnTo>
                    <a:pt x="34289" y="198071"/>
                  </a:lnTo>
                  <a:lnTo>
                    <a:pt x="34289" y="60066"/>
                  </a:lnTo>
                  <a:lnTo>
                    <a:pt x="82173" y="33804"/>
                  </a:lnTo>
                  <a:lnTo>
                    <a:pt x="133049" y="15031"/>
                  </a:lnTo>
                  <a:lnTo>
                    <a:pt x="186901" y="3759"/>
                  </a:lnTo>
                  <a:lnTo>
                    <a:pt x="243718" y="0"/>
                  </a:lnTo>
                  <a:close/>
                </a:path>
              </a:pathLst>
            </a:custGeom>
            <a:ln w="12191">
              <a:solidFill>
                <a:srgbClr val="000000"/>
              </a:solidFill>
            </a:ln>
          </p:spPr>
          <p:txBody>
            <a:bodyPr wrap="square" lIns="0" tIns="0" rIns="0" bIns="0" rtlCol="0"/>
            <a:lstStyle/>
            <a:p>
              <a:endParaRPr/>
            </a:p>
          </p:txBody>
        </p:sp>
        <p:sp>
          <p:nvSpPr>
            <p:cNvPr id="199" name="object 199"/>
            <p:cNvSpPr/>
            <p:nvPr/>
          </p:nvSpPr>
          <p:spPr>
            <a:xfrm>
              <a:off x="6739127" y="5215127"/>
              <a:ext cx="2218944" cy="1345691"/>
            </a:xfrm>
            <a:prstGeom prst="rect">
              <a:avLst/>
            </a:prstGeom>
            <a:blipFill>
              <a:blip r:embed="rId84" cstate="print"/>
              <a:stretch>
                <a:fillRect/>
              </a:stretch>
            </a:blipFill>
          </p:spPr>
          <p:txBody>
            <a:bodyPr wrap="square" lIns="0" tIns="0" rIns="0" bIns="0" rtlCol="0"/>
            <a:lstStyle/>
            <a:p>
              <a:endParaRPr/>
            </a:p>
          </p:txBody>
        </p:sp>
        <p:sp>
          <p:nvSpPr>
            <p:cNvPr id="200" name="object 200"/>
            <p:cNvSpPr/>
            <p:nvPr/>
          </p:nvSpPr>
          <p:spPr>
            <a:xfrm>
              <a:off x="6585203" y="4896611"/>
              <a:ext cx="2558795" cy="1961388"/>
            </a:xfrm>
            <a:prstGeom prst="rect">
              <a:avLst/>
            </a:prstGeom>
            <a:blipFill>
              <a:blip r:embed="rId85" cstate="print"/>
              <a:stretch>
                <a:fillRect/>
              </a:stretch>
            </a:blipFill>
          </p:spPr>
          <p:txBody>
            <a:bodyPr wrap="square" lIns="0" tIns="0" rIns="0" bIns="0" rtlCol="0"/>
            <a:lstStyle/>
            <a:p>
              <a:endParaRPr/>
            </a:p>
          </p:txBody>
        </p:sp>
        <p:sp>
          <p:nvSpPr>
            <p:cNvPr id="201" name="object 201"/>
            <p:cNvSpPr/>
            <p:nvPr/>
          </p:nvSpPr>
          <p:spPr>
            <a:xfrm>
              <a:off x="6820296" y="5275326"/>
              <a:ext cx="2057400" cy="1184275"/>
            </a:xfrm>
            <a:custGeom>
              <a:avLst/>
              <a:gdLst/>
              <a:ahLst/>
              <a:cxnLst/>
              <a:rect l="l" t="t" r="r" b="b"/>
              <a:pathLst>
                <a:path w="2057400" h="1184275">
                  <a:moveTo>
                    <a:pt x="1824989" y="0"/>
                  </a:moveTo>
                  <a:lnTo>
                    <a:pt x="232531" y="0"/>
                  </a:lnTo>
                  <a:lnTo>
                    <a:pt x="185671" y="4725"/>
                  </a:lnTo>
                  <a:lnTo>
                    <a:pt x="142024" y="18278"/>
                  </a:lnTo>
                  <a:lnTo>
                    <a:pt x="102526" y="39722"/>
                  </a:lnTo>
                  <a:lnTo>
                    <a:pt x="68111" y="68121"/>
                  </a:lnTo>
                  <a:lnTo>
                    <a:pt x="39715" y="102539"/>
                  </a:lnTo>
                  <a:lnTo>
                    <a:pt x="18275" y="142039"/>
                  </a:lnTo>
                  <a:lnTo>
                    <a:pt x="4724" y="185685"/>
                  </a:lnTo>
                  <a:lnTo>
                    <a:pt x="0" y="232541"/>
                  </a:lnTo>
                  <a:lnTo>
                    <a:pt x="0" y="951570"/>
                  </a:lnTo>
                  <a:lnTo>
                    <a:pt x="4724" y="998428"/>
                  </a:lnTo>
                  <a:lnTo>
                    <a:pt x="18275" y="1042073"/>
                  </a:lnTo>
                  <a:lnTo>
                    <a:pt x="39715" y="1081569"/>
                  </a:lnTo>
                  <a:lnTo>
                    <a:pt x="68111" y="1115982"/>
                  </a:lnTo>
                  <a:lnTo>
                    <a:pt x="102526" y="1144375"/>
                  </a:lnTo>
                  <a:lnTo>
                    <a:pt x="142024" y="1165813"/>
                  </a:lnTo>
                  <a:lnTo>
                    <a:pt x="185671" y="1179362"/>
                  </a:lnTo>
                  <a:lnTo>
                    <a:pt x="232531" y="1184087"/>
                  </a:lnTo>
                  <a:lnTo>
                    <a:pt x="1824989" y="1184087"/>
                  </a:lnTo>
                  <a:lnTo>
                    <a:pt x="1871835" y="1179362"/>
                  </a:lnTo>
                  <a:lnTo>
                    <a:pt x="1915465" y="1165813"/>
                  </a:lnTo>
                  <a:lnTo>
                    <a:pt x="1954943" y="1144375"/>
                  </a:lnTo>
                  <a:lnTo>
                    <a:pt x="1989338" y="1115982"/>
                  </a:lnTo>
                  <a:lnTo>
                    <a:pt x="2017714" y="1081569"/>
                  </a:lnTo>
                  <a:lnTo>
                    <a:pt x="2039139" y="1042073"/>
                  </a:lnTo>
                  <a:lnTo>
                    <a:pt x="2052679" y="998428"/>
                  </a:lnTo>
                  <a:lnTo>
                    <a:pt x="2057399" y="951570"/>
                  </a:lnTo>
                  <a:lnTo>
                    <a:pt x="2057399" y="232541"/>
                  </a:lnTo>
                  <a:lnTo>
                    <a:pt x="2052679" y="185685"/>
                  </a:lnTo>
                  <a:lnTo>
                    <a:pt x="2039139" y="142039"/>
                  </a:lnTo>
                  <a:lnTo>
                    <a:pt x="2017714" y="102539"/>
                  </a:lnTo>
                  <a:lnTo>
                    <a:pt x="1989338" y="68121"/>
                  </a:lnTo>
                  <a:lnTo>
                    <a:pt x="1954943" y="39722"/>
                  </a:lnTo>
                  <a:lnTo>
                    <a:pt x="1915465" y="18278"/>
                  </a:lnTo>
                  <a:lnTo>
                    <a:pt x="1871835" y="4725"/>
                  </a:lnTo>
                  <a:lnTo>
                    <a:pt x="1824989" y="0"/>
                  </a:lnTo>
                  <a:close/>
                </a:path>
              </a:pathLst>
            </a:custGeom>
            <a:solidFill>
              <a:srgbClr val="252525"/>
            </a:solidFill>
          </p:spPr>
          <p:txBody>
            <a:bodyPr wrap="square" lIns="0" tIns="0" rIns="0" bIns="0" rtlCol="0"/>
            <a:lstStyle/>
            <a:p>
              <a:endParaRPr/>
            </a:p>
          </p:txBody>
        </p:sp>
        <p:sp>
          <p:nvSpPr>
            <p:cNvPr id="202" name="object 202"/>
            <p:cNvSpPr/>
            <p:nvPr/>
          </p:nvSpPr>
          <p:spPr>
            <a:xfrm>
              <a:off x="6820296" y="5275326"/>
              <a:ext cx="2057400" cy="1184275"/>
            </a:xfrm>
            <a:custGeom>
              <a:avLst/>
              <a:gdLst/>
              <a:ahLst/>
              <a:cxnLst/>
              <a:rect l="l" t="t" r="r" b="b"/>
              <a:pathLst>
                <a:path w="2057400" h="1184275">
                  <a:moveTo>
                    <a:pt x="0" y="232541"/>
                  </a:moveTo>
                  <a:lnTo>
                    <a:pt x="4724" y="185685"/>
                  </a:lnTo>
                  <a:lnTo>
                    <a:pt x="18275" y="142039"/>
                  </a:lnTo>
                  <a:lnTo>
                    <a:pt x="39715" y="102539"/>
                  </a:lnTo>
                  <a:lnTo>
                    <a:pt x="68111" y="68121"/>
                  </a:lnTo>
                  <a:lnTo>
                    <a:pt x="102526" y="39722"/>
                  </a:lnTo>
                  <a:lnTo>
                    <a:pt x="142024" y="18278"/>
                  </a:lnTo>
                  <a:lnTo>
                    <a:pt x="185671" y="4725"/>
                  </a:lnTo>
                  <a:lnTo>
                    <a:pt x="232531" y="0"/>
                  </a:lnTo>
                  <a:lnTo>
                    <a:pt x="1824989" y="0"/>
                  </a:lnTo>
                  <a:lnTo>
                    <a:pt x="1871835" y="4725"/>
                  </a:lnTo>
                  <a:lnTo>
                    <a:pt x="1915465" y="18278"/>
                  </a:lnTo>
                  <a:lnTo>
                    <a:pt x="1954943" y="39722"/>
                  </a:lnTo>
                  <a:lnTo>
                    <a:pt x="1989338" y="68121"/>
                  </a:lnTo>
                  <a:lnTo>
                    <a:pt x="2017714" y="102539"/>
                  </a:lnTo>
                  <a:lnTo>
                    <a:pt x="2039139" y="142039"/>
                  </a:lnTo>
                  <a:lnTo>
                    <a:pt x="2052679" y="185685"/>
                  </a:lnTo>
                  <a:lnTo>
                    <a:pt x="2057399" y="232541"/>
                  </a:lnTo>
                  <a:lnTo>
                    <a:pt x="2057399" y="951570"/>
                  </a:lnTo>
                  <a:lnTo>
                    <a:pt x="2052679" y="998428"/>
                  </a:lnTo>
                  <a:lnTo>
                    <a:pt x="2039139" y="1042073"/>
                  </a:lnTo>
                  <a:lnTo>
                    <a:pt x="2017714" y="1081569"/>
                  </a:lnTo>
                  <a:lnTo>
                    <a:pt x="1989338" y="1115982"/>
                  </a:lnTo>
                  <a:lnTo>
                    <a:pt x="1954943" y="1144375"/>
                  </a:lnTo>
                  <a:lnTo>
                    <a:pt x="1915465" y="1165813"/>
                  </a:lnTo>
                  <a:lnTo>
                    <a:pt x="1871835" y="1179362"/>
                  </a:lnTo>
                  <a:lnTo>
                    <a:pt x="1824989" y="1184087"/>
                  </a:lnTo>
                  <a:lnTo>
                    <a:pt x="232531" y="1184087"/>
                  </a:lnTo>
                  <a:lnTo>
                    <a:pt x="185671" y="1179362"/>
                  </a:lnTo>
                  <a:lnTo>
                    <a:pt x="142024" y="1165813"/>
                  </a:lnTo>
                  <a:lnTo>
                    <a:pt x="102526" y="1144375"/>
                  </a:lnTo>
                  <a:lnTo>
                    <a:pt x="68111" y="1115982"/>
                  </a:lnTo>
                  <a:lnTo>
                    <a:pt x="39715" y="1081569"/>
                  </a:lnTo>
                  <a:lnTo>
                    <a:pt x="18275" y="1042073"/>
                  </a:lnTo>
                  <a:lnTo>
                    <a:pt x="4724" y="998428"/>
                  </a:lnTo>
                  <a:lnTo>
                    <a:pt x="0" y="951570"/>
                  </a:lnTo>
                  <a:lnTo>
                    <a:pt x="0" y="232541"/>
                  </a:lnTo>
                  <a:close/>
                </a:path>
              </a:pathLst>
            </a:custGeom>
            <a:ln w="76199">
              <a:solidFill>
                <a:srgbClr val="00AF50"/>
              </a:solidFill>
            </a:ln>
          </p:spPr>
          <p:txBody>
            <a:bodyPr wrap="square" lIns="0" tIns="0" rIns="0" bIns="0" rtlCol="0"/>
            <a:lstStyle/>
            <a:p>
              <a:endParaRPr/>
            </a:p>
          </p:txBody>
        </p:sp>
        <p:sp>
          <p:nvSpPr>
            <p:cNvPr id="203" name="object 203"/>
            <p:cNvSpPr/>
            <p:nvPr/>
          </p:nvSpPr>
          <p:spPr>
            <a:xfrm>
              <a:off x="6626351" y="4917946"/>
              <a:ext cx="2481072" cy="1940052"/>
            </a:xfrm>
            <a:prstGeom prst="rect">
              <a:avLst/>
            </a:prstGeom>
            <a:blipFill>
              <a:blip r:embed="rId86" cstate="print"/>
              <a:stretch>
                <a:fillRect/>
              </a:stretch>
            </a:blipFill>
          </p:spPr>
          <p:txBody>
            <a:bodyPr wrap="square" lIns="0" tIns="0" rIns="0" bIns="0" rtlCol="0"/>
            <a:lstStyle/>
            <a:p>
              <a:endParaRPr/>
            </a:p>
          </p:txBody>
        </p:sp>
        <p:sp>
          <p:nvSpPr>
            <p:cNvPr id="204" name="object 204"/>
            <p:cNvSpPr/>
            <p:nvPr/>
          </p:nvSpPr>
          <p:spPr>
            <a:xfrm>
              <a:off x="7304410" y="5515605"/>
              <a:ext cx="1056005" cy="736600"/>
            </a:xfrm>
            <a:custGeom>
              <a:avLst/>
              <a:gdLst/>
              <a:ahLst/>
              <a:cxnLst/>
              <a:rect l="l" t="t" r="r" b="b"/>
              <a:pathLst>
                <a:path w="1056004" h="736600">
                  <a:moveTo>
                    <a:pt x="602101" y="563831"/>
                  </a:moveTo>
                  <a:lnTo>
                    <a:pt x="602101" y="700326"/>
                  </a:lnTo>
                  <a:lnTo>
                    <a:pt x="639153" y="715959"/>
                  </a:lnTo>
                  <a:lnTo>
                    <a:pt x="681365" y="727124"/>
                  </a:lnTo>
                  <a:lnTo>
                    <a:pt x="728743" y="733822"/>
                  </a:lnTo>
                  <a:lnTo>
                    <a:pt x="781293" y="736055"/>
                  </a:lnTo>
                  <a:lnTo>
                    <a:pt x="842048" y="732427"/>
                  </a:lnTo>
                  <a:lnTo>
                    <a:pt x="895879" y="721541"/>
                  </a:lnTo>
                  <a:lnTo>
                    <a:pt x="942778" y="703392"/>
                  </a:lnTo>
                  <a:lnTo>
                    <a:pt x="982736" y="677978"/>
                  </a:lnTo>
                  <a:lnTo>
                    <a:pt x="1014652" y="646340"/>
                  </a:lnTo>
                  <a:lnTo>
                    <a:pt x="1033468" y="615945"/>
                  </a:lnTo>
                  <a:lnTo>
                    <a:pt x="768858" y="615945"/>
                  </a:lnTo>
                  <a:lnTo>
                    <a:pt x="722717" y="612687"/>
                  </a:lnTo>
                  <a:lnTo>
                    <a:pt x="679536" y="602913"/>
                  </a:lnTo>
                  <a:lnTo>
                    <a:pt x="639327" y="586626"/>
                  </a:lnTo>
                  <a:lnTo>
                    <a:pt x="602101" y="563831"/>
                  </a:lnTo>
                  <a:close/>
                </a:path>
                <a:path w="1056004" h="736600">
                  <a:moveTo>
                    <a:pt x="1023927" y="119597"/>
                  </a:moveTo>
                  <a:lnTo>
                    <a:pt x="767852" y="119597"/>
                  </a:lnTo>
                  <a:lnTo>
                    <a:pt x="814520" y="125026"/>
                  </a:lnTo>
                  <a:lnTo>
                    <a:pt x="847858" y="141314"/>
                  </a:lnTo>
                  <a:lnTo>
                    <a:pt x="867863" y="168460"/>
                  </a:lnTo>
                  <a:lnTo>
                    <a:pt x="874532" y="206465"/>
                  </a:lnTo>
                  <a:lnTo>
                    <a:pt x="865858" y="246854"/>
                  </a:lnTo>
                  <a:lnTo>
                    <a:pt x="839823" y="275705"/>
                  </a:lnTo>
                  <a:lnTo>
                    <a:pt x="796402" y="293015"/>
                  </a:lnTo>
                  <a:lnTo>
                    <a:pt x="735573" y="298786"/>
                  </a:lnTo>
                  <a:lnTo>
                    <a:pt x="674491" y="298786"/>
                  </a:lnTo>
                  <a:lnTo>
                    <a:pt x="674491" y="418898"/>
                  </a:lnTo>
                  <a:lnTo>
                    <a:pt x="740542" y="418898"/>
                  </a:lnTo>
                  <a:lnTo>
                    <a:pt x="774871" y="420510"/>
                  </a:lnTo>
                  <a:lnTo>
                    <a:pt x="831826" y="433413"/>
                  </a:lnTo>
                  <a:lnTo>
                    <a:pt x="872606" y="458979"/>
                  </a:lnTo>
                  <a:lnTo>
                    <a:pt x="893292" y="495706"/>
                  </a:lnTo>
                  <a:lnTo>
                    <a:pt x="895868" y="518160"/>
                  </a:lnTo>
                  <a:lnTo>
                    <a:pt x="893773" y="539971"/>
                  </a:lnTo>
                  <a:lnTo>
                    <a:pt x="877055" y="575957"/>
                  </a:lnTo>
                  <a:lnTo>
                    <a:pt x="844021" y="601424"/>
                  </a:lnTo>
                  <a:lnTo>
                    <a:pt x="797208" y="614332"/>
                  </a:lnTo>
                  <a:lnTo>
                    <a:pt x="768858" y="615945"/>
                  </a:lnTo>
                  <a:lnTo>
                    <a:pt x="1033468" y="615945"/>
                  </a:lnTo>
                  <a:lnTo>
                    <a:pt x="1037466" y="609488"/>
                  </a:lnTo>
                  <a:lnTo>
                    <a:pt x="1051166" y="567424"/>
                  </a:lnTo>
                  <a:lnTo>
                    <a:pt x="1055735" y="520147"/>
                  </a:lnTo>
                  <a:lnTo>
                    <a:pt x="1053000" y="488429"/>
                  </a:lnTo>
                  <a:lnTo>
                    <a:pt x="1031149" y="432713"/>
                  </a:lnTo>
                  <a:lnTo>
                    <a:pt x="988251" y="388259"/>
                  </a:lnTo>
                  <a:lnTo>
                    <a:pt x="928681" y="360841"/>
                  </a:lnTo>
                  <a:lnTo>
                    <a:pt x="892942" y="353878"/>
                  </a:lnTo>
                  <a:lnTo>
                    <a:pt x="892942" y="351388"/>
                  </a:lnTo>
                  <a:lnTo>
                    <a:pt x="943890" y="333129"/>
                  </a:lnTo>
                  <a:lnTo>
                    <a:pt x="983501" y="306528"/>
                  </a:lnTo>
                  <a:lnTo>
                    <a:pt x="1011784" y="271587"/>
                  </a:lnTo>
                  <a:lnTo>
                    <a:pt x="1028747" y="228307"/>
                  </a:lnTo>
                  <a:lnTo>
                    <a:pt x="1034399" y="176689"/>
                  </a:lnTo>
                  <a:lnTo>
                    <a:pt x="1030595" y="139303"/>
                  </a:lnTo>
                  <a:lnTo>
                    <a:pt x="1023927" y="119597"/>
                  </a:lnTo>
                  <a:close/>
                </a:path>
                <a:path w="1056004" h="736600">
                  <a:moveTo>
                    <a:pt x="803513" y="0"/>
                  </a:moveTo>
                  <a:lnTo>
                    <a:pt x="755231" y="2357"/>
                  </a:lnTo>
                  <a:lnTo>
                    <a:pt x="710020" y="9429"/>
                  </a:lnTo>
                  <a:lnTo>
                    <a:pt x="667901" y="21216"/>
                  </a:lnTo>
                  <a:lnTo>
                    <a:pt x="628893" y="37719"/>
                  </a:lnTo>
                  <a:lnTo>
                    <a:pt x="628893" y="165759"/>
                  </a:lnTo>
                  <a:lnTo>
                    <a:pt x="662873" y="145566"/>
                  </a:lnTo>
                  <a:lnTo>
                    <a:pt x="697367" y="131140"/>
                  </a:lnTo>
                  <a:lnTo>
                    <a:pt x="732363" y="122483"/>
                  </a:lnTo>
                  <a:lnTo>
                    <a:pt x="767852" y="119597"/>
                  </a:lnTo>
                  <a:lnTo>
                    <a:pt x="1023927" y="119597"/>
                  </a:lnTo>
                  <a:lnTo>
                    <a:pt x="1019186" y="105583"/>
                  </a:lnTo>
                  <a:lnTo>
                    <a:pt x="973592" y="49149"/>
                  </a:lnTo>
                  <a:lnTo>
                    <a:pt x="940168" y="27646"/>
                  </a:lnTo>
                  <a:lnTo>
                    <a:pt x="900691" y="12287"/>
                  </a:lnTo>
                  <a:lnTo>
                    <a:pt x="855145" y="3071"/>
                  </a:lnTo>
                  <a:lnTo>
                    <a:pt x="803513" y="0"/>
                  </a:lnTo>
                  <a:close/>
                </a:path>
                <a:path w="1056004" h="736600">
                  <a:moveTo>
                    <a:pt x="461223" y="125062"/>
                  </a:moveTo>
                  <a:lnTo>
                    <a:pt x="209915" y="125062"/>
                  </a:lnTo>
                  <a:lnTo>
                    <a:pt x="234782" y="126520"/>
                  </a:lnTo>
                  <a:lnTo>
                    <a:pt x="256214" y="130894"/>
                  </a:lnTo>
                  <a:lnTo>
                    <a:pt x="300137" y="161447"/>
                  </a:lnTo>
                  <a:lnTo>
                    <a:pt x="314706" y="217371"/>
                  </a:lnTo>
                  <a:lnTo>
                    <a:pt x="314203" y="228871"/>
                  </a:lnTo>
                  <a:lnTo>
                    <a:pt x="302191" y="271572"/>
                  </a:lnTo>
                  <a:lnTo>
                    <a:pt x="274151" y="312076"/>
                  </a:lnTo>
                  <a:lnTo>
                    <a:pt x="242956" y="342458"/>
                  </a:lnTo>
                  <a:lnTo>
                    <a:pt x="203171" y="374146"/>
                  </a:lnTo>
                  <a:lnTo>
                    <a:pt x="173018" y="396141"/>
                  </a:lnTo>
                  <a:lnTo>
                    <a:pt x="157524" y="407791"/>
                  </a:lnTo>
                  <a:lnTo>
                    <a:pt x="125333" y="433029"/>
                  </a:lnTo>
                  <a:lnTo>
                    <a:pt x="93592" y="461577"/>
                  </a:lnTo>
                  <a:lnTo>
                    <a:pt x="64526" y="494096"/>
                  </a:lnTo>
                  <a:lnTo>
                    <a:pt x="39063" y="530821"/>
                  </a:lnTo>
                  <a:lnTo>
                    <a:pt x="18288" y="572012"/>
                  </a:lnTo>
                  <a:lnTo>
                    <a:pt x="4572" y="618239"/>
                  </a:lnTo>
                  <a:lnTo>
                    <a:pt x="0" y="670047"/>
                  </a:lnTo>
                  <a:lnTo>
                    <a:pt x="0" y="723650"/>
                  </a:lnTo>
                  <a:lnTo>
                    <a:pt x="473445" y="723650"/>
                  </a:lnTo>
                  <a:lnTo>
                    <a:pt x="473445" y="593598"/>
                  </a:lnTo>
                  <a:lnTo>
                    <a:pt x="171693" y="593598"/>
                  </a:lnTo>
                  <a:lnTo>
                    <a:pt x="172315" y="586562"/>
                  </a:lnTo>
                  <a:lnTo>
                    <a:pt x="193292" y="548755"/>
                  </a:lnTo>
                  <a:lnTo>
                    <a:pt x="226607" y="516547"/>
                  </a:lnTo>
                  <a:lnTo>
                    <a:pt x="258565" y="491720"/>
                  </a:lnTo>
                  <a:lnTo>
                    <a:pt x="310826" y="454276"/>
                  </a:lnTo>
                  <a:lnTo>
                    <a:pt x="327957" y="441791"/>
                  </a:lnTo>
                  <a:lnTo>
                    <a:pt x="361309" y="416170"/>
                  </a:lnTo>
                  <a:lnTo>
                    <a:pt x="392159" y="388805"/>
                  </a:lnTo>
                  <a:lnTo>
                    <a:pt x="419100" y="358841"/>
                  </a:lnTo>
                  <a:lnTo>
                    <a:pt x="441700" y="325831"/>
                  </a:lnTo>
                  <a:lnTo>
                    <a:pt x="459364" y="289346"/>
                  </a:lnTo>
                  <a:lnTo>
                    <a:pt x="470683" y="248401"/>
                  </a:lnTo>
                  <a:lnTo>
                    <a:pt x="474482" y="202000"/>
                  </a:lnTo>
                  <a:lnTo>
                    <a:pt x="473504" y="179462"/>
                  </a:lnTo>
                  <a:lnTo>
                    <a:pt x="470573" y="158010"/>
                  </a:lnTo>
                  <a:lnTo>
                    <a:pt x="465686" y="137643"/>
                  </a:lnTo>
                  <a:lnTo>
                    <a:pt x="461223" y="125062"/>
                  </a:lnTo>
                  <a:close/>
                </a:path>
                <a:path w="1056004" h="736600">
                  <a:moveTo>
                    <a:pt x="243718" y="0"/>
                  </a:moveTo>
                  <a:lnTo>
                    <a:pt x="186901" y="3743"/>
                  </a:lnTo>
                  <a:lnTo>
                    <a:pt x="133049" y="14988"/>
                  </a:lnTo>
                  <a:lnTo>
                    <a:pt x="82173" y="33759"/>
                  </a:lnTo>
                  <a:lnTo>
                    <a:pt x="34290" y="60079"/>
                  </a:lnTo>
                  <a:lnTo>
                    <a:pt x="34290" y="198025"/>
                  </a:lnTo>
                  <a:lnTo>
                    <a:pt x="76694" y="166101"/>
                  </a:lnTo>
                  <a:lnTo>
                    <a:pt x="120102" y="143300"/>
                  </a:lnTo>
                  <a:lnTo>
                    <a:pt x="164510" y="129621"/>
                  </a:lnTo>
                  <a:lnTo>
                    <a:pt x="209915" y="125062"/>
                  </a:lnTo>
                  <a:lnTo>
                    <a:pt x="461223" y="125062"/>
                  </a:lnTo>
                  <a:lnTo>
                    <a:pt x="458845" y="118359"/>
                  </a:lnTo>
                  <a:lnTo>
                    <a:pt x="439685" y="83687"/>
                  </a:lnTo>
                  <a:lnTo>
                    <a:pt x="413369" y="54614"/>
                  </a:lnTo>
                  <a:lnTo>
                    <a:pt x="380344" y="31310"/>
                  </a:lnTo>
                  <a:lnTo>
                    <a:pt x="340735" y="14097"/>
                  </a:lnTo>
                  <a:lnTo>
                    <a:pt x="294981" y="3525"/>
                  </a:lnTo>
                  <a:lnTo>
                    <a:pt x="270051" y="881"/>
                  </a:lnTo>
                  <a:lnTo>
                    <a:pt x="243718" y="0"/>
                  </a:lnTo>
                  <a:close/>
                </a:path>
              </a:pathLst>
            </a:custGeom>
            <a:solidFill>
              <a:srgbClr val="FFFF00"/>
            </a:solidFill>
          </p:spPr>
          <p:txBody>
            <a:bodyPr wrap="square" lIns="0" tIns="0" rIns="0" bIns="0" rtlCol="0"/>
            <a:lstStyle/>
            <a:p>
              <a:endParaRPr/>
            </a:p>
          </p:txBody>
        </p:sp>
        <p:sp>
          <p:nvSpPr>
            <p:cNvPr id="205" name="object 205"/>
            <p:cNvSpPr/>
            <p:nvPr/>
          </p:nvSpPr>
          <p:spPr>
            <a:xfrm>
              <a:off x="7304410" y="5515605"/>
              <a:ext cx="1056005" cy="736600"/>
            </a:xfrm>
            <a:custGeom>
              <a:avLst/>
              <a:gdLst/>
              <a:ahLst/>
              <a:cxnLst/>
              <a:rect l="l" t="t" r="r" b="b"/>
              <a:pathLst>
                <a:path w="1056004" h="736600">
                  <a:moveTo>
                    <a:pt x="803513" y="0"/>
                  </a:moveTo>
                  <a:lnTo>
                    <a:pt x="855145" y="3071"/>
                  </a:lnTo>
                  <a:lnTo>
                    <a:pt x="900691" y="12287"/>
                  </a:lnTo>
                  <a:lnTo>
                    <a:pt x="940167" y="27646"/>
                  </a:lnTo>
                  <a:lnTo>
                    <a:pt x="973592" y="49148"/>
                  </a:lnTo>
                  <a:lnTo>
                    <a:pt x="1019186" y="105583"/>
                  </a:lnTo>
                  <a:lnTo>
                    <a:pt x="1034399" y="176689"/>
                  </a:lnTo>
                  <a:lnTo>
                    <a:pt x="1028747" y="228307"/>
                  </a:lnTo>
                  <a:lnTo>
                    <a:pt x="1011784" y="271587"/>
                  </a:lnTo>
                  <a:lnTo>
                    <a:pt x="983501" y="306528"/>
                  </a:lnTo>
                  <a:lnTo>
                    <a:pt x="943890" y="333129"/>
                  </a:lnTo>
                  <a:lnTo>
                    <a:pt x="892942" y="351388"/>
                  </a:lnTo>
                  <a:lnTo>
                    <a:pt x="892942" y="353878"/>
                  </a:lnTo>
                  <a:lnTo>
                    <a:pt x="960455" y="372300"/>
                  </a:lnTo>
                  <a:lnTo>
                    <a:pt x="1012057" y="408718"/>
                  </a:lnTo>
                  <a:lnTo>
                    <a:pt x="1044801" y="459284"/>
                  </a:lnTo>
                  <a:lnTo>
                    <a:pt x="1055735" y="520147"/>
                  </a:lnTo>
                  <a:lnTo>
                    <a:pt x="1051166" y="567424"/>
                  </a:lnTo>
                  <a:lnTo>
                    <a:pt x="1037466" y="609488"/>
                  </a:lnTo>
                  <a:lnTo>
                    <a:pt x="1014652" y="646340"/>
                  </a:lnTo>
                  <a:lnTo>
                    <a:pt x="982736" y="677978"/>
                  </a:lnTo>
                  <a:lnTo>
                    <a:pt x="942778" y="703392"/>
                  </a:lnTo>
                  <a:lnTo>
                    <a:pt x="895879" y="721541"/>
                  </a:lnTo>
                  <a:lnTo>
                    <a:pt x="842048" y="732427"/>
                  </a:lnTo>
                  <a:lnTo>
                    <a:pt x="781293" y="736055"/>
                  </a:lnTo>
                  <a:lnTo>
                    <a:pt x="728743" y="733822"/>
                  </a:lnTo>
                  <a:lnTo>
                    <a:pt x="681365" y="727124"/>
                  </a:lnTo>
                  <a:lnTo>
                    <a:pt x="639153" y="715959"/>
                  </a:lnTo>
                  <a:lnTo>
                    <a:pt x="602101" y="700326"/>
                  </a:lnTo>
                  <a:lnTo>
                    <a:pt x="602101" y="563831"/>
                  </a:lnTo>
                  <a:lnTo>
                    <a:pt x="639327" y="586626"/>
                  </a:lnTo>
                  <a:lnTo>
                    <a:pt x="679536" y="602913"/>
                  </a:lnTo>
                  <a:lnTo>
                    <a:pt x="722716" y="612687"/>
                  </a:lnTo>
                  <a:lnTo>
                    <a:pt x="768857" y="615945"/>
                  </a:lnTo>
                  <a:lnTo>
                    <a:pt x="797208" y="614332"/>
                  </a:lnTo>
                  <a:lnTo>
                    <a:pt x="844021" y="601424"/>
                  </a:lnTo>
                  <a:lnTo>
                    <a:pt x="877055" y="575957"/>
                  </a:lnTo>
                  <a:lnTo>
                    <a:pt x="893773" y="539971"/>
                  </a:lnTo>
                  <a:lnTo>
                    <a:pt x="895868" y="518159"/>
                  </a:lnTo>
                  <a:lnTo>
                    <a:pt x="893292" y="495706"/>
                  </a:lnTo>
                  <a:lnTo>
                    <a:pt x="872606" y="458979"/>
                  </a:lnTo>
                  <a:lnTo>
                    <a:pt x="831826" y="433413"/>
                  </a:lnTo>
                  <a:lnTo>
                    <a:pt x="774871" y="420510"/>
                  </a:lnTo>
                  <a:lnTo>
                    <a:pt x="740542" y="418898"/>
                  </a:lnTo>
                  <a:lnTo>
                    <a:pt x="674491" y="418898"/>
                  </a:lnTo>
                  <a:lnTo>
                    <a:pt x="674491" y="298786"/>
                  </a:lnTo>
                  <a:lnTo>
                    <a:pt x="735573" y="298786"/>
                  </a:lnTo>
                  <a:lnTo>
                    <a:pt x="796402" y="293015"/>
                  </a:lnTo>
                  <a:lnTo>
                    <a:pt x="839823" y="275705"/>
                  </a:lnTo>
                  <a:lnTo>
                    <a:pt x="865858" y="246854"/>
                  </a:lnTo>
                  <a:lnTo>
                    <a:pt x="874532" y="206465"/>
                  </a:lnTo>
                  <a:lnTo>
                    <a:pt x="867863" y="168460"/>
                  </a:lnTo>
                  <a:lnTo>
                    <a:pt x="847858" y="141314"/>
                  </a:lnTo>
                  <a:lnTo>
                    <a:pt x="814520" y="125026"/>
                  </a:lnTo>
                  <a:lnTo>
                    <a:pt x="767852" y="119597"/>
                  </a:lnTo>
                  <a:lnTo>
                    <a:pt x="732363" y="122483"/>
                  </a:lnTo>
                  <a:lnTo>
                    <a:pt x="697367" y="131140"/>
                  </a:lnTo>
                  <a:lnTo>
                    <a:pt x="662873" y="145566"/>
                  </a:lnTo>
                  <a:lnTo>
                    <a:pt x="628893" y="165759"/>
                  </a:lnTo>
                  <a:lnTo>
                    <a:pt x="628893" y="37718"/>
                  </a:lnTo>
                  <a:lnTo>
                    <a:pt x="667901" y="21216"/>
                  </a:lnTo>
                  <a:lnTo>
                    <a:pt x="710020" y="9429"/>
                  </a:lnTo>
                  <a:lnTo>
                    <a:pt x="755231" y="2357"/>
                  </a:lnTo>
                  <a:lnTo>
                    <a:pt x="803513" y="0"/>
                  </a:lnTo>
                  <a:close/>
                </a:path>
                <a:path w="1056004" h="736600">
                  <a:moveTo>
                    <a:pt x="243718" y="0"/>
                  </a:moveTo>
                  <a:lnTo>
                    <a:pt x="294981" y="3525"/>
                  </a:lnTo>
                  <a:lnTo>
                    <a:pt x="340735" y="14096"/>
                  </a:lnTo>
                  <a:lnTo>
                    <a:pt x="380344" y="31310"/>
                  </a:lnTo>
                  <a:lnTo>
                    <a:pt x="413369" y="54614"/>
                  </a:lnTo>
                  <a:lnTo>
                    <a:pt x="439685" y="83687"/>
                  </a:lnTo>
                  <a:lnTo>
                    <a:pt x="458845" y="118359"/>
                  </a:lnTo>
                  <a:lnTo>
                    <a:pt x="470573" y="158010"/>
                  </a:lnTo>
                  <a:lnTo>
                    <a:pt x="474482" y="202000"/>
                  </a:lnTo>
                  <a:lnTo>
                    <a:pt x="473530" y="225883"/>
                  </a:lnTo>
                  <a:lnTo>
                    <a:pt x="465956" y="269555"/>
                  </a:lnTo>
                  <a:lnTo>
                    <a:pt x="451135" y="308022"/>
                  </a:lnTo>
                  <a:lnTo>
                    <a:pt x="431031" y="342771"/>
                  </a:lnTo>
                  <a:lnTo>
                    <a:pt x="406122" y="374146"/>
                  </a:lnTo>
                  <a:lnTo>
                    <a:pt x="377219" y="402814"/>
                  </a:lnTo>
                  <a:lnTo>
                    <a:pt x="344779" y="429089"/>
                  </a:lnTo>
                  <a:lnTo>
                    <a:pt x="310826" y="454276"/>
                  </a:lnTo>
                  <a:lnTo>
                    <a:pt x="293369" y="466545"/>
                  </a:lnTo>
                  <a:lnTo>
                    <a:pt x="281558" y="474963"/>
                  </a:lnTo>
                  <a:lnTo>
                    <a:pt x="247406" y="500051"/>
                  </a:lnTo>
                  <a:lnTo>
                    <a:pt x="217183" y="524708"/>
                  </a:lnTo>
                  <a:lnTo>
                    <a:pt x="187007" y="556589"/>
                  </a:lnTo>
                  <a:lnTo>
                    <a:pt x="171693" y="593597"/>
                  </a:lnTo>
                  <a:lnTo>
                    <a:pt x="473445" y="593597"/>
                  </a:lnTo>
                  <a:lnTo>
                    <a:pt x="473445" y="723650"/>
                  </a:lnTo>
                  <a:lnTo>
                    <a:pt x="0" y="723650"/>
                  </a:lnTo>
                  <a:lnTo>
                    <a:pt x="0" y="670047"/>
                  </a:lnTo>
                  <a:lnTo>
                    <a:pt x="4571" y="618239"/>
                  </a:lnTo>
                  <a:lnTo>
                    <a:pt x="18287" y="572012"/>
                  </a:lnTo>
                  <a:lnTo>
                    <a:pt x="39063" y="530821"/>
                  </a:lnTo>
                  <a:lnTo>
                    <a:pt x="64526" y="494096"/>
                  </a:lnTo>
                  <a:lnTo>
                    <a:pt x="93592" y="461577"/>
                  </a:lnTo>
                  <a:lnTo>
                    <a:pt x="125333" y="433029"/>
                  </a:lnTo>
                  <a:lnTo>
                    <a:pt x="157524" y="407791"/>
                  </a:lnTo>
                  <a:lnTo>
                    <a:pt x="203231" y="374102"/>
                  </a:lnTo>
                  <a:lnTo>
                    <a:pt x="217421" y="363306"/>
                  </a:lnTo>
                  <a:lnTo>
                    <a:pt x="254284" y="332301"/>
                  </a:lnTo>
                  <a:lnTo>
                    <a:pt x="282701" y="302014"/>
                  </a:lnTo>
                  <a:lnTo>
                    <a:pt x="306689" y="261305"/>
                  </a:lnTo>
                  <a:lnTo>
                    <a:pt x="314705" y="217371"/>
                  </a:lnTo>
                  <a:lnTo>
                    <a:pt x="313088" y="195940"/>
                  </a:lnTo>
                  <a:lnTo>
                    <a:pt x="288797" y="148388"/>
                  </a:lnTo>
                  <a:lnTo>
                    <a:pt x="234782" y="126520"/>
                  </a:lnTo>
                  <a:lnTo>
                    <a:pt x="209915" y="125062"/>
                  </a:lnTo>
                  <a:lnTo>
                    <a:pt x="164510" y="129621"/>
                  </a:lnTo>
                  <a:lnTo>
                    <a:pt x="120102" y="143300"/>
                  </a:lnTo>
                  <a:lnTo>
                    <a:pt x="76694" y="166101"/>
                  </a:lnTo>
                  <a:lnTo>
                    <a:pt x="34289" y="198025"/>
                  </a:lnTo>
                  <a:lnTo>
                    <a:pt x="34289" y="60079"/>
                  </a:lnTo>
                  <a:lnTo>
                    <a:pt x="82173" y="33759"/>
                  </a:lnTo>
                  <a:lnTo>
                    <a:pt x="133049" y="14988"/>
                  </a:lnTo>
                  <a:lnTo>
                    <a:pt x="186901" y="3743"/>
                  </a:lnTo>
                  <a:lnTo>
                    <a:pt x="243718" y="0"/>
                  </a:lnTo>
                  <a:close/>
                </a:path>
              </a:pathLst>
            </a:custGeom>
            <a:ln w="12191">
              <a:solidFill>
                <a:srgbClr val="000000"/>
              </a:solidFill>
            </a:ln>
          </p:spPr>
          <p:txBody>
            <a:bodyPr wrap="square" lIns="0" tIns="0" rIns="0" bIns="0" rtlCol="0"/>
            <a:lstStyle/>
            <a:p>
              <a:endParaRPr/>
            </a:p>
          </p:txBody>
        </p:sp>
        <p:sp>
          <p:nvSpPr>
            <p:cNvPr id="206" name="object 206"/>
            <p:cNvSpPr/>
            <p:nvPr/>
          </p:nvSpPr>
          <p:spPr>
            <a:xfrm>
              <a:off x="6780276" y="5244083"/>
              <a:ext cx="2218944" cy="1345691"/>
            </a:xfrm>
            <a:prstGeom prst="rect">
              <a:avLst/>
            </a:prstGeom>
            <a:blipFill>
              <a:blip r:embed="rId87" cstate="print"/>
              <a:stretch>
                <a:fillRect/>
              </a:stretch>
            </a:blipFill>
          </p:spPr>
          <p:txBody>
            <a:bodyPr wrap="square" lIns="0" tIns="0" rIns="0" bIns="0" rtlCol="0"/>
            <a:lstStyle/>
            <a:p>
              <a:endParaRPr/>
            </a:p>
          </p:txBody>
        </p:sp>
        <p:sp>
          <p:nvSpPr>
            <p:cNvPr id="207" name="object 207"/>
            <p:cNvSpPr/>
            <p:nvPr/>
          </p:nvSpPr>
          <p:spPr>
            <a:xfrm>
              <a:off x="6626351" y="4927090"/>
              <a:ext cx="2517647" cy="1930908"/>
            </a:xfrm>
            <a:prstGeom prst="rect">
              <a:avLst/>
            </a:prstGeom>
            <a:blipFill>
              <a:blip r:embed="rId88" cstate="print"/>
              <a:stretch>
                <a:fillRect/>
              </a:stretch>
            </a:blipFill>
          </p:spPr>
          <p:txBody>
            <a:bodyPr wrap="square" lIns="0" tIns="0" rIns="0" bIns="0" rtlCol="0"/>
            <a:lstStyle/>
            <a:p>
              <a:endParaRPr/>
            </a:p>
          </p:txBody>
        </p:sp>
        <p:sp>
          <p:nvSpPr>
            <p:cNvPr id="208" name="object 208"/>
            <p:cNvSpPr/>
            <p:nvPr/>
          </p:nvSpPr>
          <p:spPr>
            <a:xfrm>
              <a:off x="6861809" y="5305294"/>
              <a:ext cx="2057400" cy="1184275"/>
            </a:xfrm>
            <a:custGeom>
              <a:avLst/>
              <a:gdLst/>
              <a:ahLst/>
              <a:cxnLst/>
              <a:rect l="l" t="t" r="r" b="b"/>
              <a:pathLst>
                <a:path w="2057400" h="1184275">
                  <a:moveTo>
                    <a:pt x="1824868" y="0"/>
                  </a:moveTo>
                  <a:lnTo>
                    <a:pt x="232531" y="0"/>
                  </a:lnTo>
                  <a:lnTo>
                    <a:pt x="185645" y="4725"/>
                  </a:lnTo>
                  <a:lnTo>
                    <a:pt x="141986" y="18278"/>
                  </a:lnTo>
                  <a:lnTo>
                    <a:pt x="102486" y="39722"/>
                  </a:lnTo>
                  <a:lnTo>
                    <a:pt x="68077" y="68121"/>
                  </a:lnTo>
                  <a:lnTo>
                    <a:pt x="39691" y="102539"/>
                  </a:lnTo>
                  <a:lnTo>
                    <a:pt x="18262" y="142039"/>
                  </a:lnTo>
                  <a:lnTo>
                    <a:pt x="4720" y="185685"/>
                  </a:lnTo>
                  <a:lnTo>
                    <a:pt x="0" y="232541"/>
                  </a:lnTo>
                  <a:lnTo>
                    <a:pt x="0" y="951558"/>
                  </a:lnTo>
                  <a:lnTo>
                    <a:pt x="4720" y="998424"/>
                  </a:lnTo>
                  <a:lnTo>
                    <a:pt x="18262" y="1042073"/>
                  </a:lnTo>
                  <a:lnTo>
                    <a:pt x="39691" y="1081572"/>
                  </a:lnTo>
                  <a:lnTo>
                    <a:pt x="68077" y="1115985"/>
                  </a:lnTo>
                  <a:lnTo>
                    <a:pt x="102486" y="1144377"/>
                  </a:lnTo>
                  <a:lnTo>
                    <a:pt x="141986" y="1165815"/>
                  </a:lnTo>
                  <a:lnTo>
                    <a:pt x="185645" y="1179363"/>
                  </a:lnTo>
                  <a:lnTo>
                    <a:pt x="232531" y="1184087"/>
                  </a:lnTo>
                  <a:lnTo>
                    <a:pt x="1824868" y="1184087"/>
                  </a:lnTo>
                  <a:lnTo>
                    <a:pt x="1871719" y="1179363"/>
                  </a:lnTo>
                  <a:lnTo>
                    <a:pt x="1915362" y="1165815"/>
                  </a:lnTo>
                  <a:lnTo>
                    <a:pt x="1954860" y="1144377"/>
                  </a:lnTo>
                  <a:lnTo>
                    <a:pt x="1989277" y="1115985"/>
                  </a:lnTo>
                  <a:lnTo>
                    <a:pt x="2017676" y="1081572"/>
                  </a:lnTo>
                  <a:lnTo>
                    <a:pt x="2039120" y="1042073"/>
                  </a:lnTo>
                  <a:lnTo>
                    <a:pt x="2052674" y="998424"/>
                  </a:lnTo>
                  <a:lnTo>
                    <a:pt x="2057399" y="951558"/>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09" name="object 209"/>
            <p:cNvSpPr/>
            <p:nvPr/>
          </p:nvSpPr>
          <p:spPr>
            <a:xfrm>
              <a:off x="6861809" y="5305294"/>
              <a:ext cx="2057400" cy="1184275"/>
            </a:xfrm>
            <a:custGeom>
              <a:avLst/>
              <a:gdLst/>
              <a:ahLst/>
              <a:cxnLst/>
              <a:rect l="l" t="t" r="r" b="b"/>
              <a:pathLst>
                <a:path w="2057400" h="1184275">
                  <a:moveTo>
                    <a:pt x="0" y="232541"/>
                  </a:moveTo>
                  <a:lnTo>
                    <a:pt x="4720" y="185685"/>
                  </a:lnTo>
                  <a:lnTo>
                    <a:pt x="18262" y="142039"/>
                  </a:lnTo>
                  <a:lnTo>
                    <a:pt x="39691" y="102539"/>
                  </a:lnTo>
                  <a:lnTo>
                    <a:pt x="68077" y="68121"/>
                  </a:lnTo>
                  <a:lnTo>
                    <a:pt x="102486" y="39722"/>
                  </a:lnTo>
                  <a:lnTo>
                    <a:pt x="141986" y="18278"/>
                  </a:lnTo>
                  <a:lnTo>
                    <a:pt x="185645"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58"/>
                  </a:lnTo>
                  <a:lnTo>
                    <a:pt x="2052674" y="998424"/>
                  </a:lnTo>
                  <a:lnTo>
                    <a:pt x="2039120" y="1042073"/>
                  </a:lnTo>
                  <a:lnTo>
                    <a:pt x="2017676" y="1081572"/>
                  </a:lnTo>
                  <a:lnTo>
                    <a:pt x="1989277" y="1115985"/>
                  </a:lnTo>
                  <a:lnTo>
                    <a:pt x="1954860" y="1144377"/>
                  </a:lnTo>
                  <a:lnTo>
                    <a:pt x="1915362" y="1165815"/>
                  </a:lnTo>
                  <a:lnTo>
                    <a:pt x="1871719" y="1179363"/>
                  </a:lnTo>
                  <a:lnTo>
                    <a:pt x="1824868" y="1184087"/>
                  </a:lnTo>
                  <a:lnTo>
                    <a:pt x="232531" y="1184087"/>
                  </a:lnTo>
                  <a:lnTo>
                    <a:pt x="185645" y="1179363"/>
                  </a:lnTo>
                  <a:lnTo>
                    <a:pt x="141986" y="1165815"/>
                  </a:lnTo>
                  <a:lnTo>
                    <a:pt x="102486" y="1144377"/>
                  </a:lnTo>
                  <a:lnTo>
                    <a:pt x="68077" y="1115985"/>
                  </a:lnTo>
                  <a:lnTo>
                    <a:pt x="39691" y="1081572"/>
                  </a:lnTo>
                  <a:lnTo>
                    <a:pt x="18262" y="1042073"/>
                  </a:lnTo>
                  <a:lnTo>
                    <a:pt x="4720" y="998424"/>
                  </a:lnTo>
                  <a:lnTo>
                    <a:pt x="0" y="951558"/>
                  </a:lnTo>
                  <a:lnTo>
                    <a:pt x="0" y="232541"/>
                  </a:lnTo>
                  <a:close/>
                </a:path>
              </a:pathLst>
            </a:custGeom>
            <a:ln w="76199">
              <a:solidFill>
                <a:srgbClr val="00AF50"/>
              </a:solidFill>
            </a:ln>
          </p:spPr>
          <p:txBody>
            <a:bodyPr wrap="square" lIns="0" tIns="0" rIns="0" bIns="0" rtlCol="0"/>
            <a:lstStyle/>
            <a:p>
              <a:endParaRPr/>
            </a:p>
          </p:txBody>
        </p:sp>
        <p:sp>
          <p:nvSpPr>
            <p:cNvPr id="210" name="object 210"/>
            <p:cNvSpPr/>
            <p:nvPr/>
          </p:nvSpPr>
          <p:spPr>
            <a:xfrm>
              <a:off x="6667500" y="4948426"/>
              <a:ext cx="2476500" cy="1909571"/>
            </a:xfrm>
            <a:prstGeom prst="rect">
              <a:avLst/>
            </a:prstGeom>
            <a:blipFill>
              <a:blip r:embed="rId89" cstate="print"/>
              <a:stretch>
                <a:fillRect/>
              </a:stretch>
            </a:blipFill>
          </p:spPr>
          <p:txBody>
            <a:bodyPr wrap="square" lIns="0" tIns="0" rIns="0" bIns="0" rtlCol="0"/>
            <a:lstStyle/>
            <a:p>
              <a:endParaRPr/>
            </a:p>
          </p:txBody>
        </p:sp>
        <p:sp>
          <p:nvSpPr>
            <p:cNvPr id="211" name="object 211"/>
            <p:cNvSpPr/>
            <p:nvPr/>
          </p:nvSpPr>
          <p:spPr>
            <a:xfrm>
              <a:off x="7345802" y="5545585"/>
              <a:ext cx="1102360" cy="723900"/>
            </a:xfrm>
            <a:custGeom>
              <a:avLst/>
              <a:gdLst/>
              <a:ahLst/>
              <a:cxnLst/>
              <a:rect l="l" t="t" r="r" b="b"/>
              <a:pathLst>
                <a:path w="1102359" h="723900">
                  <a:moveTo>
                    <a:pt x="1016508" y="577714"/>
                  </a:moveTo>
                  <a:lnTo>
                    <a:pt x="873648" y="577714"/>
                  </a:lnTo>
                  <a:lnTo>
                    <a:pt x="873648" y="723637"/>
                  </a:lnTo>
                  <a:lnTo>
                    <a:pt x="1016508" y="723637"/>
                  </a:lnTo>
                  <a:lnTo>
                    <a:pt x="1016508" y="577714"/>
                  </a:lnTo>
                  <a:close/>
                </a:path>
                <a:path w="1102359" h="723900">
                  <a:moveTo>
                    <a:pt x="1016508" y="11929"/>
                  </a:moveTo>
                  <a:lnTo>
                    <a:pt x="871087" y="11929"/>
                  </a:lnTo>
                  <a:lnTo>
                    <a:pt x="858045" y="39033"/>
                  </a:lnTo>
                  <a:lnTo>
                    <a:pt x="843648" y="66798"/>
                  </a:lnTo>
                  <a:lnTo>
                    <a:pt x="810768" y="124300"/>
                  </a:lnTo>
                  <a:lnTo>
                    <a:pt x="773898" y="182936"/>
                  </a:lnTo>
                  <a:lnTo>
                    <a:pt x="734080" y="241197"/>
                  </a:lnTo>
                  <a:lnTo>
                    <a:pt x="692162" y="298460"/>
                  </a:lnTo>
                  <a:lnTo>
                    <a:pt x="648736" y="354116"/>
                  </a:lnTo>
                  <a:lnTo>
                    <a:pt x="605298" y="406781"/>
                  </a:lnTo>
                  <a:lnTo>
                    <a:pt x="563392" y="455115"/>
                  </a:lnTo>
                  <a:lnTo>
                    <a:pt x="563392" y="577714"/>
                  </a:lnTo>
                  <a:lnTo>
                    <a:pt x="1101852" y="577714"/>
                  </a:lnTo>
                  <a:lnTo>
                    <a:pt x="1101852" y="460568"/>
                  </a:lnTo>
                  <a:lnTo>
                    <a:pt x="703844" y="460568"/>
                  </a:lnTo>
                  <a:lnTo>
                    <a:pt x="714611" y="447185"/>
                  </a:lnTo>
                  <a:lnTo>
                    <a:pt x="748040" y="404241"/>
                  </a:lnTo>
                  <a:lnTo>
                    <a:pt x="782008" y="358082"/>
                  </a:lnTo>
                  <a:lnTo>
                    <a:pt x="804272" y="326129"/>
                  </a:lnTo>
                  <a:lnTo>
                    <a:pt x="825603" y="293617"/>
                  </a:lnTo>
                  <a:lnTo>
                    <a:pt x="845869" y="260721"/>
                  </a:lnTo>
                  <a:lnTo>
                    <a:pt x="873648" y="211906"/>
                  </a:lnTo>
                  <a:lnTo>
                    <a:pt x="1016508" y="211906"/>
                  </a:lnTo>
                  <a:lnTo>
                    <a:pt x="1016508" y="11929"/>
                  </a:lnTo>
                  <a:close/>
                </a:path>
                <a:path w="1102359" h="723900">
                  <a:moveTo>
                    <a:pt x="1016508" y="211906"/>
                  </a:moveTo>
                  <a:lnTo>
                    <a:pt x="873648" y="211906"/>
                  </a:lnTo>
                  <a:lnTo>
                    <a:pt x="873648" y="460568"/>
                  </a:lnTo>
                  <a:lnTo>
                    <a:pt x="1016508" y="460568"/>
                  </a:lnTo>
                  <a:lnTo>
                    <a:pt x="1016508" y="211906"/>
                  </a:lnTo>
                  <a:close/>
                </a:path>
                <a:path w="1102359" h="723900">
                  <a:moveTo>
                    <a:pt x="461224" y="125050"/>
                  </a:moveTo>
                  <a:lnTo>
                    <a:pt x="209946" y="125050"/>
                  </a:lnTo>
                  <a:lnTo>
                    <a:pt x="234801" y="126508"/>
                  </a:lnTo>
                  <a:lnTo>
                    <a:pt x="256245" y="130883"/>
                  </a:lnTo>
                  <a:lnTo>
                    <a:pt x="300188" y="161440"/>
                  </a:lnTo>
                  <a:lnTo>
                    <a:pt x="314706" y="217371"/>
                  </a:lnTo>
                  <a:lnTo>
                    <a:pt x="314208" y="228862"/>
                  </a:lnTo>
                  <a:lnTo>
                    <a:pt x="302268" y="271561"/>
                  </a:lnTo>
                  <a:lnTo>
                    <a:pt x="274155" y="312058"/>
                  </a:lnTo>
                  <a:lnTo>
                    <a:pt x="242956" y="342448"/>
                  </a:lnTo>
                  <a:lnTo>
                    <a:pt x="203167" y="374133"/>
                  </a:lnTo>
                  <a:lnTo>
                    <a:pt x="173023" y="396127"/>
                  </a:lnTo>
                  <a:lnTo>
                    <a:pt x="157539" y="407776"/>
                  </a:lnTo>
                  <a:lnTo>
                    <a:pt x="125364" y="433029"/>
                  </a:lnTo>
                  <a:lnTo>
                    <a:pt x="93653" y="461570"/>
                  </a:lnTo>
                  <a:lnTo>
                    <a:pt x="64526" y="494074"/>
                  </a:lnTo>
                  <a:lnTo>
                    <a:pt x="39090" y="530803"/>
                  </a:lnTo>
                  <a:lnTo>
                    <a:pt x="18409" y="571999"/>
                  </a:lnTo>
                  <a:lnTo>
                    <a:pt x="4587" y="618227"/>
                  </a:lnTo>
                  <a:lnTo>
                    <a:pt x="0" y="670035"/>
                  </a:lnTo>
                  <a:lnTo>
                    <a:pt x="0" y="723637"/>
                  </a:lnTo>
                  <a:lnTo>
                    <a:pt x="473476" y="723637"/>
                  </a:lnTo>
                  <a:lnTo>
                    <a:pt x="473476" y="593598"/>
                  </a:lnTo>
                  <a:lnTo>
                    <a:pt x="171724" y="593598"/>
                  </a:lnTo>
                  <a:lnTo>
                    <a:pt x="172342" y="586557"/>
                  </a:lnTo>
                  <a:lnTo>
                    <a:pt x="193346" y="548739"/>
                  </a:lnTo>
                  <a:lnTo>
                    <a:pt x="226634" y="516541"/>
                  </a:lnTo>
                  <a:lnTo>
                    <a:pt x="258565" y="491704"/>
                  </a:lnTo>
                  <a:lnTo>
                    <a:pt x="293370" y="466532"/>
                  </a:lnTo>
                  <a:lnTo>
                    <a:pt x="310830" y="454261"/>
                  </a:lnTo>
                  <a:lnTo>
                    <a:pt x="327968" y="441772"/>
                  </a:lnTo>
                  <a:lnTo>
                    <a:pt x="361309" y="416146"/>
                  </a:lnTo>
                  <a:lnTo>
                    <a:pt x="392174" y="388790"/>
                  </a:lnTo>
                  <a:lnTo>
                    <a:pt x="419221" y="358819"/>
                  </a:lnTo>
                  <a:lnTo>
                    <a:pt x="441773" y="325819"/>
                  </a:lnTo>
                  <a:lnTo>
                    <a:pt x="459364" y="289346"/>
                  </a:lnTo>
                  <a:lnTo>
                    <a:pt x="470729" y="248394"/>
                  </a:lnTo>
                  <a:lnTo>
                    <a:pt x="474482" y="201978"/>
                  </a:lnTo>
                  <a:lnTo>
                    <a:pt x="473504" y="179439"/>
                  </a:lnTo>
                  <a:lnTo>
                    <a:pt x="470573" y="157988"/>
                  </a:lnTo>
                  <a:lnTo>
                    <a:pt x="465686" y="137624"/>
                  </a:lnTo>
                  <a:lnTo>
                    <a:pt x="461224" y="125050"/>
                  </a:lnTo>
                  <a:close/>
                </a:path>
                <a:path w="1102359" h="723900">
                  <a:moveTo>
                    <a:pt x="243718" y="0"/>
                  </a:moveTo>
                  <a:lnTo>
                    <a:pt x="186901" y="3740"/>
                  </a:lnTo>
                  <a:lnTo>
                    <a:pt x="133049" y="14977"/>
                  </a:lnTo>
                  <a:lnTo>
                    <a:pt x="82173" y="33733"/>
                  </a:lnTo>
                  <a:lnTo>
                    <a:pt x="34290" y="60030"/>
                  </a:lnTo>
                  <a:lnTo>
                    <a:pt x="34290" y="198013"/>
                  </a:lnTo>
                  <a:lnTo>
                    <a:pt x="76708" y="166094"/>
                  </a:lnTo>
                  <a:lnTo>
                    <a:pt x="120117" y="143292"/>
                  </a:lnTo>
                  <a:lnTo>
                    <a:pt x="164527" y="129611"/>
                  </a:lnTo>
                  <a:lnTo>
                    <a:pt x="209946" y="125050"/>
                  </a:lnTo>
                  <a:lnTo>
                    <a:pt x="461224" y="125050"/>
                  </a:lnTo>
                  <a:lnTo>
                    <a:pt x="458845" y="118347"/>
                  </a:lnTo>
                  <a:lnTo>
                    <a:pt x="439715" y="83666"/>
                  </a:lnTo>
                  <a:lnTo>
                    <a:pt x="413522" y="54565"/>
                  </a:lnTo>
                  <a:lnTo>
                    <a:pt x="380375" y="3129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12" name="object 212"/>
            <p:cNvSpPr/>
            <p:nvPr/>
          </p:nvSpPr>
          <p:spPr>
            <a:xfrm>
              <a:off x="7345801" y="5545585"/>
              <a:ext cx="1102360" cy="723900"/>
            </a:xfrm>
            <a:custGeom>
              <a:avLst/>
              <a:gdLst/>
              <a:ahLst/>
              <a:cxnLst/>
              <a:rect l="l" t="t" r="r" b="b"/>
              <a:pathLst>
                <a:path w="1102359" h="723900">
                  <a:moveTo>
                    <a:pt x="873648" y="211906"/>
                  </a:moveTo>
                  <a:lnTo>
                    <a:pt x="845869" y="260721"/>
                  </a:lnTo>
                  <a:lnTo>
                    <a:pt x="825603" y="293617"/>
                  </a:lnTo>
                  <a:lnTo>
                    <a:pt x="804272" y="326129"/>
                  </a:lnTo>
                  <a:lnTo>
                    <a:pt x="782008" y="358082"/>
                  </a:lnTo>
                  <a:lnTo>
                    <a:pt x="759427" y="389105"/>
                  </a:lnTo>
                  <a:lnTo>
                    <a:pt x="725564" y="433338"/>
                  </a:lnTo>
                  <a:lnTo>
                    <a:pt x="703844" y="460568"/>
                  </a:lnTo>
                  <a:lnTo>
                    <a:pt x="873648" y="460568"/>
                  </a:lnTo>
                  <a:lnTo>
                    <a:pt x="873648" y="211906"/>
                  </a:lnTo>
                  <a:close/>
                </a:path>
                <a:path w="1102359" h="723900">
                  <a:moveTo>
                    <a:pt x="871087" y="11929"/>
                  </a:moveTo>
                  <a:lnTo>
                    <a:pt x="1016507" y="11929"/>
                  </a:lnTo>
                  <a:lnTo>
                    <a:pt x="1016507" y="460568"/>
                  </a:lnTo>
                  <a:lnTo>
                    <a:pt x="1101851" y="460568"/>
                  </a:lnTo>
                  <a:lnTo>
                    <a:pt x="1101851" y="577714"/>
                  </a:lnTo>
                  <a:lnTo>
                    <a:pt x="1016507" y="577714"/>
                  </a:lnTo>
                  <a:lnTo>
                    <a:pt x="1016507" y="723637"/>
                  </a:lnTo>
                  <a:lnTo>
                    <a:pt x="873648" y="723637"/>
                  </a:lnTo>
                  <a:lnTo>
                    <a:pt x="873648" y="577714"/>
                  </a:lnTo>
                  <a:lnTo>
                    <a:pt x="563392" y="577714"/>
                  </a:lnTo>
                  <a:lnTo>
                    <a:pt x="563392" y="455115"/>
                  </a:lnTo>
                  <a:lnTo>
                    <a:pt x="584155" y="431490"/>
                  </a:lnTo>
                  <a:lnTo>
                    <a:pt x="605298" y="406781"/>
                  </a:lnTo>
                  <a:lnTo>
                    <a:pt x="648736" y="354116"/>
                  </a:lnTo>
                  <a:lnTo>
                    <a:pt x="692162" y="298460"/>
                  </a:lnTo>
                  <a:lnTo>
                    <a:pt x="734080" y="241197"/>
                  </a:lnTo>
                  <a:lnTo>
                    <a:pt x="773898" y="182936"/>
                  </a:lnTo>
                  <a:lnTo>
                    <a:pt x="810767" y="124300"/>
                  </a:lnTo>
                  <a:lnTo>
                    <a:pt x="843648" y="66798"/>
                  </a:lnTo>
                  <a:lnTo>
                    <a:pt x="858045" y="39033"/>
                  </a:lnTo>
                  <a:lnTo>
                    <a:pt x="871087" y="11929"/>
                  </a:lnTo>
                  <a:close/>
                </a:path>
                <a:path w="1102359" h="723900">
                  <a:moveTo>
                    <a:pt x="243718" y="0"/>
                  </a:moveTo>
                  <a:lnTo>
                    <a:pt x="295038" y="3521"/>
                  </a:lnTo>
                  <a:lnTo>
                    <a:pt x="340735" y="14096"/>
                  </a:lnTo>
                  <a:lnTo>
                    <a:pt x="380375" y="31295"/>
                  </a:lnTo>
                  <a:lnTo>
                    <a:pt x="413522" y="54565"/>
                  </a:lnTo>
                  <a:lnTo>
                    <a:pt x="439715" y="83666"/>
                  </a:lnTo>
                  <a:lnTo>
                    <a:pt x="458845" y="118347"/>
                  </a:lnTo>
                  <a:lnTo>
                    <a:pt x="470573" y="157988"/>
                  </a:lnTo>
                  <a:lnTo>
                    <a:pt x="474482" y="201978"/>
                  </a:lnTo>
                  <a:lnTo>
                    <a:pt x="473547" y="225869"/>
                  </a:lnTo>
                  <a:lnTo>
                    <a:pt x="466008" y="269553"/>
                  </a:lnTo>
                  <a:lnTo>
                    <a:pt x="451201" y="308015"/>
                  </a:lnTo>
                  <a:lnTo>
                    <a:pt x="431104" y="342755"/>
                  </a:lnTo>
                  <a:lnTo>
                    <a:pt x="406174" y="374133"/>
                  </a:lnTo>
                  <a:lnTo>
                    <a:pt x="377220" y="402794"/>
                  </a:lnTo>
                  <a:lnTo>
                    <a:pt x="344792" y="429067"/>
                  </a:lnTo>
                  <a:lnTo>
                    <a:pt x="310830" y="454261"/>
                  </a:lnTo>
                  <a:lnTo>
                    <a:pt x="293369" y="466532"/>
                  </a:lnTo>
                  <a:lnTo>
                    <a:pt x="281558" y="474955"/>
                  </a:lnTo>
                  <a:lnTo>
                    <a:pt x="247406" y="500039"/>
                  </a:lnTo>
                  <a:lnTo>
                    <a:pt x="217213" y="524702"/>
                  </a:lnTo>
                  <a:lnTo>
                    <a:pt x="187072" y="556571"/>
                  </a:lnTo>
                  <a:lnTo>
                    <a:pt x="171724" y="593597"/>
                  </a:lnTo>
                  <a:lnTo>
                    <a:pt x="473476" y="593597"/>
                  </a:lnTo>
                  <a:lnTo>
                    <a:pt x="473476" y="723637"/>
                  </a:lnTo>
                  <a:lnTo>
                    <a:pt x="0" y="723637"/>
                  </a:lnTo>
                  <a:lnTo>
                    <a:pt x="0" y="670035"/>
                  </a:lnTo>
                  <a:lnTo>
                    <a:pt x="4587" y="618227"/>
                  </a:lnTo>
                  <a:lnTo>
                    <a:pt x="18409" y="571999"/>
                  </a:lnTo>
                  <a:lnTo>
                    <a:pt x="39090" y="530803"/>
                  </a:lnTo>
                  <a:lnTo>
                    <a:pt x="64526" y="494074"/>
                  </a:lnTo>
                  <a:lnTo>
                    <a:pt x="93653" y="461570"/>
                  </a:lnTo>
                  <a:lnTo>
                    <a:pt x="125364" y="433029"/>
                  </a:lnTo>
                  <a:lnTo>
                    <a:pt x="157539" y="407776"/>
                  </a:lnTo>
                  <a:lnTo>
                    <a:pt x="203231" y="374086"/>
                  </a:lnTo>
                  <a:lnTo>
                    <a:pt x="217421" y="363294"/>
                  </a:lnTo>
                  <a:lnTo>
                    <a:pt x="254297" y="332285"/>
                  </a:lnTo>
                  <a:lnTo>
                    <a:pt x="282701" y="301989"/>
                  </a:lnTo>
                  <a:lnTo>
                    <a:pt x="306720" y="261295"/>
                  </a:lnTo>
                  <a:lnTo>
                    <a:pt x="314705" y="217371"/>
                  </a:lnTo>
                  <a:lnTo>
                    <a:pt x="313090" y="195934"/>
                  </a:lnTo>
                  <a:lnTo>
                    <a:pt x="288919" y="148388"/>
                  </a:lnTo>
                  <a:lnTo>
                    <a:pt x="234801" y="126508"/>
                  </a:lnTo>
                  <a:lnTo>
                    <a:pt x="209946" y="125050"/>
                  </a:lnTo>
                  <a:lnTo>
                    <a:pt x="164527" y="129611"/>
                  </a:lnTo>
                  <a:lnTo>
                    <a:pt x="120117" y="143292"/>
                  </a:lnTo>
                  <a:lnTo>
                    <a:pt x="76708" y="166094"/>
                  </a:lnTo>
                  <a:lnTo>
                    <a:pt x="34289" y="198013"/>
                  </a:lnTo>
                  <a:lnTo>
                    <a:pt x="34289" y="60030"/>
                  </a:lnTo>
                  <a:lnTo>
                    <a:pt x="82173" y="33733"/>
                  </a:lnTo>
                  <a:lnTo>
                    <a:pt x="133049" y="14977"/>
                  </a:lnTo>
                  <a:lnTo>
                    <a:pt x="186901" y="3740"/>
                  </a:lnTo>
                  <a:lnTo>
                    <a:pt x="243718" y="0"/>
                  </a:lnTo>
                  <a:close/>
                </a:path>
              </a:pathLst>
            </a:custGeom>
            <a:ln w="12191">
              <a:solidFill>
                <a:srgbClr val="000000"/>
              </a:solidFill>
            </a:ln>
          </p:spPr>
          <p:txBody>
            <a:bodyPr wrap="square" lIns="0" tIns="0" rIns="0" bIns="0" rtlCol="0"/>
            <a:lstStyle/>
            <a:p>
              <a:endParaRPr/>
            </a:p>
          </p:txBody>
        </p:sp>
        <p:sp>
          <p:nvSpPr>
            <p:cNvPr id="213" name="object 213"/>
            <p:cNvSpPr/>
            <p:nvPr/>
          </p:nvSpPr>
          <p:spPr>
            <a:xfrm>
              <a:off x="6774180" y="5224271"/>
              <a:ext cx="2218944" cy="1344167"/>
            </a:xfrm>
            <a:prstGeom prst="rect">
              <a:avLst/>
            </a:prstGeom>
            <a:blipFill>
              <a:blip r:embed="rId90" cstate="print"/>
              <a:stretch>
                <a:fillRect/>
              </a:stretch>
            </a:blipFill>
          </p:spPr>
          <p:txBody>
            <a:bodyPr wrap="square" lIns="0" tIns="0" rIns="0" bIns="0" rtlCol="0"/>
            <a:lstStyle/>
            <a:p>
              <a:endParaRPr/>
            </a:p>
          </p:txBody>
        </p:sp>
        <p:sp>
          <p:nvSpPr>
            <p:cNvPr id="214" name="object 214"/>
            <p:cNvSpPr/>
            <p:nvPr/>
          </p:nvSpPr>
          <p:spPr>
            <a:xfrm>
              <a:off x="6620256" y="4905755"/>
              <a:ext cx="2523743" cy="1952244"/>
            </a:xfrm>
            <a:prstGeom prst="rect">
              <a:avLst/>
            </a:prstGeom>
            <a:blipFill>
              <a:blip r:embed="rId91" cstate="print"/>
              <a:stretch>
                <a:fillRect/>
              </a:stretch>
            </a:blipFill>
          </p:spPr>
          <p:txBody>
            <a:bodyPr wrap="square" lIns="0" tIns="0" rIns="0" bIns="0" rtlCol="0"/>
            <a:lstStyle/>
            <a:p>
              <a:endParaRPr/>
            </a:p>
          </p:txBody>
        </p:sp>
        <p:sp>
          <p:nvSpPr>
            <p:cNvPr id="215" name="object 215"/>
            <p:cNvSpPr/>
            <p:nvPr/>
          </p:nvSpPr>
          <p:spPr>
            <a:xfrm>
              <a:off x="6855592"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16" name="object 216"/>
            <p:cNvSpPr/>
            <p:nvPr/>
          </p:nvSpPr>
          <p:spPr>
            <a:xfrm>
              <a:off x="6855592"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17" name="object 217"/>
            <p:cNvSpPr/>
            <p:nvPr/>
          </p:nvSpPr>
          <p:spPr>
            <a:xfrm>
              <a:off x="6661403" y="4927090"/>
              <a:ext cx="2481072" cy="1930908"/>
            </a:xfrm>
            <a:prstGeom prst="rect">
              <a:avLst/>
            </a:prstGeom>
            <a:blipFill>
              <a:blip r:embed="rId92" cstate="print"/>
              <a:stretch>
                <a:fillRect/>
              </a:stretch>
            </a:blipFill>
          </p:spPr>
          <p:txBody>
            <a:bodyPr wrap="square" lIns="0" tIns="0" rIns="0" bIns="0" rtlCol="0"/>
            <a:lstStyle/>
            <a:p>
              <a:endParaRPr/>
            </a:p>
          </p:txBody>
        </p:sp>
        <p:sp>
          <p:nvSpPr>
            <p:cNvPr id="218" name="object 218"/>
            <p:cNvSpPr/>
            <p:nvPr/>
          </p:nvSpPr>
          <p:spPr>
            <a:xfrm>
              <a:off x="7339584" y="5524630"/>
              <a:ext cx="1061720" cy="736600"/>
            </a:xfrm>
            <a:custGeom>
              <a:avLst/>
              <a:gdLst/>
              <a:ahLst/>
              <a:cxnLst/>
              <a:rect l="l" t="t" r="r" b="b"/>
              <a:pathLst>
                <a:path w="1061720" h="736600">
                  <a:moveTo>
                    <a:pt x="614568" y="571237"/>
                  </a:moveTo>
                  <a:lnTo>
                    <a:pt x="614568" y="705255"/>
                  </a:lnTo>
                  <a:lnTo>
                    <a:pt x="651569" y="718721"/>
                  </a:lnTo>
                  <a:lnTo>
                    <a:pt x="692677" y="728335"/>
                  </a:lnTo>
                  <a:lnTo>
                    <a:pt x="737905" y="734101"/>
                  </a:lnTo>
                  <a:lnTo>
                    <a:pt x="787267" y="736021"/>
                  </a:lnTo>
                  <a:lnTo>
                    <a:pt x="847254" y="731757"/>
                  </a:lnTo>
                  <a:lnTo>
                    <a:pt x="900687" y="718964"/>
                  </a:lnTo>
                  <a:lnTo>
                    <a:pt x="947543" y="697641"/>
                  </a:lnTo>
                  <a:lnTo>
                    <a:pt x="987795" y="667786"/>
                  </a:lnTo>
                  <a:lnTo>
                    <a:pt x="1020137" y="631191"/>
                  </a:lnTo>
                  <a:lnTo>
                    <a:pt x="1028631" y="615921"/>
                  </a:lnTo>
                  <a:lnTo>
                    <a:pt x="769863" y="615921"/>
                  </a:lnTo>
                  <a:lnTo>
                    <a:pt x="729289" y="613128"/>
                  </a:lnTo>
                  <a:lnTo>
                    <a:pt x="689872" y="604750"/>
                  </a:lnTo>
                  <a:lnTo>
                    <a:pt x="651627" y="590786"/>
                  </a:lnTo>
                  <a:lnTo>
                    <a:pt x="614568" y="571237"/>
                  </a:lnTo>
                  <a:close/>
                </a:path>
                <a:path w="1061720" h="736600">
                  <a:moveTo>
                    <a:pt x="1044080" y="400501"/>
                  </a:moveTo>
                  <a:lnTo>
                    <a:pt x="752490" y="400501"/>
                  </a:lnTo>
                  <a:lnTo>
                    <a:pt x="806308" y="404730"/>
                  </a:lnTo>
                  <a:lnTo>
                    <a:pt x="848162" y="417418"/>
                  </a:lnTo>
                  <a:lnTo>
                    <a:pt x="878054" y="438564"/>
                  </a:lnTo>
                  <a:lnTo>
                    <a:pt x="895987" y="468168"/>
                  </a:lnTo>
                  <a:lnTo>
                    <a:pt x="901964" y="506230"/>
                  </a:lnTo>
                  <a:lnTo>
                    <a:pt x="899770" y="530219"/>
                  </a:lnTo>
                  <a:lnTo>
                    <a:pt x="882238" y="570296"/>
                  </a:lnTo>
                  <a:lnTo>
                    <a:pt x="847710" y="599306"/>
                  </a:lnTo>
                  <a:lnTo>
                    <a:pt x="799215" y="614075"/>
                  </a:lnTo>
                  <a:lnTo>
                    <a:pt x="769863" y="615921"/>
                  </a:lnTo>
                  <a:lnTo>
                    <a:pt x="1028631" y="615921"/>
                  </a:lnTo>
                  <a:lnTo>
                    <a:pt x="1043235" y="589667"/>
                  </a:lnTo>
                  <a:lnTo>
                    <a:pt x="1057091" y="543211"/>
                  </a:lnTo>
                  <a:lnTo>
                    <a:pt x="1061709" y="491822"/>
                  </a:lnTo>
                  <a:lnTo>
                    <a:pt x="1057831" y="445665"/>
                  </a:lnTo>
                  <a:lnTo>
                    <a:pt x="1046203" y="404472"/>
                  </a:lnTo>
                  <a:lnTo>
                    <a:pt x="1044080" y="400501"/>
                  </a:lnTo>
                  <a:close/>
                </a:path>
                <a:path w="1061720" h="736600">
                  <a:moveTo>
                    <a:pt x="1028943" y="11811"/>
                  </a:moveTo>
                  <a:lnTo>
                    <a:pt x="652272" y="11811"/>
                  </a:lnTo>
                  <a:lnTo>
                    <a:pt x="625480" y="408931"/>
                  </a:lnTo>
                  <a:lnTo>
                    <a:pt x="660413" y="405243"/>
                  </a:lnTo>
                  <a:lnTo>
                    <a:pt x="693214" y="402608"/>
                  </a:lnTo>
                  <a:lnTo>
                    <a:pt x="723900" y="401028"/>
                  </a:lnTo>
                  <a:lnTo>
                    <a:pt x="752490" y="400501"/>
                  </a:lnTo>
                  <a:lnTo>
                    <a:pt x="1044080" y="400501"/>
                  </a:lnTo>
                  <a:lnTo>
                    <a:pt x="1026836" y="368245"/>
                  </a:lnTo>
                  <a:lnTo>
                    <a:pt x="999744" y="336983"/>
                  </a:lnTo>
                  <a:lnTo>
                    <a:pt x="965722" y="311785"/>
                  </a:lnTo>
                  <a:lnTo>
                    <a:pt x="925746" y="293788"/>
                  </a:lnTo>
                  <a:lnTo>
                    <a:pt x="879814" y="282990"/>
                  </a:lnTo>
                  <a:lnTo>
                    <a:pt x="870993" y="282378"/>
                  </a:lnTo>
                  <a:lnTo>
                    <a:pt x="762000" y="282378"/>
                  </a:lnTo>
                  <a:lnTo>
                    <a:pt x="771906" y="139921"/>
                  </a:lnTo>
                  <a:lnTo>
                    <a:pt x="1028943" y="139921"/>
                  </a:lnTo>
                  <a:lnTo>
                    <a:pt x="1028943" y="11811"/>
                  </a:lnTo>
                  <a:close/>
                </a:path>
                <a:path w="1061720" h="736600">
                  <a:moveTo>
                    <a:pt x="827928" y="279391"/>
                  </a:moveTo>
                  <a:lnTo>
                    <a:pt x="813366" y="279579"/>
                  </a:lnTo>
                  <a:lnTo>
                    <a:pt x="797524" y="280140"/>
                  </a:lnTo>
                  <a:lnTo>
                    <a:pt x="780402" y="281073"/>
                  </a:lnTo>
                  <a:lnTo>
                    <a:pt x="762000" y="282378"/>
                  </a:lnTo>
                  <a:lnTo>
                    <a:pt x="870993" y="282378"/>
                  </a:lnTo>
                  <a:lnTo>
                    <a:pt x="827928" y="279391"/>
                  </a:lnTo>
                  <a:close/>
                </a:path>
                <a:path w="1061720" h="736600">
                  <a:moveTo>
                    <a:pt x="461220" y="125025"/>
                  </a:moveTo>
                  <a:lnTo>
                    <a:pt x="209946" y="125025"/>
                  </a:lnTo>
                  <a:lnTo>
                    <a:pt x="234801" y="126485"/>
                  </a:lnTo>
                  <a:lnTo>
                    <a:pt x="256245" y="130862"/>
                  </a:lnTo>
                  <a:lnTo>
                    <a:pt x="300188" y="161417"/>
                  </a:lnTo>
                  <a:lnTo>
                    <a:pt x="314706" y="217358"/>
                  </a:lnTo>
                  <a:lnTo>
                    <a:pt x="314208" y="228845"/>
                  </a:lnTo>
                  <a:lnTo>
                    <a:pt x="302285" y="271550"/>
                  </a:lnTo>
                  <a:lnTo>
                    <a:pt x="274155" y="312041"/>
                  </a:lnTo>
                  <a:lnTo>
                    <a:pt x="242956" y="342424"/>
                  </a:lnTo>
                  <a:lnTo>
                    <a:pt x="203210" y="374121"/>
                  </a:lnTo>
                  <a:lnTo>
                    <a:pt x="173018" y="396111"/>
                  </a:lnTo>
                  <a:lnTo>
                    <a:pt x="157528" y="407763"/>
                  </a:lnTo>
                  <a:lnTo>
                    <a:pt x="125364" y="433017"/>
                  </a:lnTo>
                  <a:lnTo>
                    <a:pt x="93653" y="461553"/>
                  </a:lnTo>
                  <a:lnTo>
                    <a:pt x="64526" y="494062"/>
                  </a:lnTo>
                  <a:lnTo>
                    <a:pt x="39079" y="530792"/>
                  </a:lnTo>
                  <a:lnTo>
                    <a:pt x="18409" y="571987"/>
                  </a:lnTo>
                  <a:lnTo>
                    <a:pt x="4587" y="618215"/>
                  </a:lnTo>
                  <a:lnTo>
                    <a:pt x="0" y="670023"/>
                  </a:lnTo>
                  <a:lnTo>
                    <a:pt x="0" y="723613"/>
                  </a:lnTo>
                  <a:lnTo>
                    <a:pt x="473598" y="723613"/>
                  </a:lnTo>
                  <a:lnTo>
                    <a:pt x="473598" y="593585"/>
                  </a:lnTo>
                  <a:lnTo>
                    <a:pt x="171693" y="593585"/>
                  </a:lnTo>
                  <a:lnTo>
                    <a:pt x="172318" y="586539"/>
                  </a:lnTo>
                  <a:lnTo>
                    <a:pt x="193376" y="548719"/>
                  </a:lnTo>
                  <a:lnTo>
                    <a:pt x="226626" y="516524"/>
                  </a:lnTo>
                  <a:lnTo>
                    <a:pt x="258565" y="491687"/>
                  </a:lnTo>
                  <a:lnTo>
                    <a:pt x="293370" y="466523"/>
                  </a:lnTo>
                  <a:lnTo>
                    <a:pt x="310830" y="454246"/>
                  </a:lnTo>
                  <a:lnTo>
                    <a:pt x="327968" y="441757"/>
                  </a:lnTo>
                  <a:lnTo>
                    <a:pt x="361309" y="416134"/>
                  </a:lnTo>
                  <a:lnTo>
                    <a:pt x="392174" y="388778"/>
                  </a:lnTo>
                  <a:lnTo>
                    <a:pt x="419221" y="358807"/>
                  </a:lnTo>
                  <a:lnTo>
                    <a:pt x="441773" y="325805"/>
                  </a:lnTo>
                  <a:lnTo>
                    <a:pt x="459364" y="289322"/>
                  </a:lnTo>
                  <a:lnTo>
                    <a:pt x="470729" y="248376"/>
                  </a:lnTo>
                  <a:lnTo>
                    <a:pt x="474482" y="201966"/>
                  </a:lnTo>
                  <a:lnTo>
                    <a:pt x="473504" y="179427"/>
                  </a:lnTo>
                  <a:lnTo>
                    <a:pt x="470573" y="157975"/>
                  </a:lnTo>
                  <a:lnTo>
                    <a:pt x="465686" y="137612"/>
                  </a:lnTo>
                  <a:lnTo>
                    <a:pt x="461220" y="125025"/>
                  </a:lnTo>
                  <a:close/>
                </a:path>
                <a:path w="1061720" h="736600">
                  <a:moveTo>
                    <a:pt x="243718" y="0"/>
                  </a:moveTo>
                  <a:lnTo>
                    <a:pt x="186901" y="3741"/>
                  </a:lnTo>
                  <a:lnTo>
                    <a:pt x="133049" y="14982"/>
                  </a:lnTo>
                  <a:lnTo>
                    <a:pt x="82173" y="33749"/>
                  </a:lnTo>
                  <a:lnTo>
                    <a:pt x="34290" y="60066"/>
                  </a:lnTo>
                  <a:lnTo>
                    <a:pt x="34290" y="198001"/>
                  </a:lnTo>
                  <a:lnTo>
                    <a:pt x="76695" y="166080"/>
                  </a:lnTo>
                  <a:lnTo>
                    <a:pt x="120106" y="143274"/>
                  </a:lnTo>
                  <a:lnTo>
                    <a:pt x="164523" y="129588"/>
                  </a:lnTo>
                  <a:lnTo>
                    <a:pt x="209946" y="125025"/>
                  </a:lnTo>
                  <a:lnTo>
                    <a:pt x="461220" y="125025"/>
                  </a:lnTo>
                  <a:lnTo>
                    <a:pt x="458845" y="118335"/>
                  </a:lnTo>
                  <a:lnTo>
                    <a:pt x="439715" y="83660"/>
                  </a:lnTo>
                  <a:lnTo>
                    <a:pt x="413522" y="54601"/>
                  </a:lnTo>
                  <a:lnTo>
                    <a:pt x="380420"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19" name="object 219"/>
            <p:cNvSpPr/>
            <p:nvPr/>
          </p:nvSpPr>
          <p:spPr>
            <a:xfrm>
              <a:off x="7339583" y="5524630"/>
              <a:ext cx="1061720" cy="736600"/>
            </a:xfrm>
            <a:custGeom>
              <a:avLst/>
              <a:gdLst/>
              <a:ahLst/>
              <a:cxnLst/>
              <a:rect l="l" t="t" r="r" b="b"/>
              <a:pathLst>
                <a:path w="1061720" h="736600">
                  <a:moveTo>
                    <a:pt x="652271" y="11810"/>
                  </a:moveTo>
                  <a:lnTo>
                    <a:pt x="1028943" y="11810"/>
                  </a:lnTo>
                  <a:lnTo>
                    <a:pt x="1028943" y="139921"/>
                  </a:lnTo>
                  <a:lnTo>
                    <a:pt x="771905" y="139921"/>
                  </a:lnTo>
                  <a:lnTo>
                    <a:pt x="761999" y="282378"/>
                  </a:lnTo>
                  <a:lnTo>
                    <a:pt x="780402" y="281073"/>
                  </a:lnTo>
                  <a:lnTo>
                    <a:pt x="797524" y="280140"/>
                  </a:lnTo>
                  <a:lnTo>
                    <a:pt x="813366" y="279579"/>
                  </a:lnTo>
                  <a:lnTo>
                    <a:pt x="827928" y="279391"/>
                  </a:lnTo>
                  <a:lnTo>
                    <a:pt x="879814" y="282990"/>
                  </a:lnTo>
                  <a:lnTo>
                    <a:pt x="925746" y="293788"/>
                  </a:lnTo>
                  <a:lnTo>
                    <a:pt x="965722" y="311785"/>
                  </a:lnTo>
                  <a:lnTo>
                    <a:pt x="999743" y="336983"/>
                  </a:lnTo>
                  <a:lnTo>
                    <a:pt x="1026836" y="368245"/>
                  </a:lnTo>
                  <a:lnTo>
                    <a:pt x="1046203" y="404472"/>
                  </a:lnTo>
                  <a:lnTo>
                    <a:pt x="1057831" y="445665"/>
                  </a:lnTo>
                  <a:lnTo>
                    <a:pt x="1061709" y="491822"/>
                  </a:lnTo>
                  <a:lnTo>
                    <a:pt x="1057091" y="543211"/>
                  </a:lnTo>
                  <a:lnTo>
                    <a:pt x="1043235" y="589667"/>
                  </a:lnTo>
                  <a:lnTo>
                    <a:pt x="1020137" y="631191"/>
                  </a:lnTo>
                  <a:lnTo>
                    <a:pt x="987795" y="667786"/>
                  </a:lnTo>
                  <a:lnTo>
                    <a:pt x="947543" y="697641"/>
                  </a:lnTo>
                  <a:lnTo>
                    <a:pt x="900687" y="718964"/>
                  </a:lnTo>
                  <a:lnTo>
                    <a:pt x="847253" y="731757"/>
                  </a:lnTo>
                  <a:lnTo>
                    <a:pt x="787267" y="736021"/>
                  </a:lnTo>
                  <a:lnTo>
                    <a:pt x="737905" y="734100"/>
                  </a:lnTo>
                  <a:lnTo>
                    <a:pt x="692677" y="728335"/>
                  </a:lnTo>
                  <a:lnTo>
                    <a:pt x="651569" y="718721"/>
                  </a:lnTo>
                  <a:lnTo>
                    <a:pt x="614568" y="705255"/>
                  </a:lnTo>
                  <a:lnTo>
                    <a:pt x="614568" y="571237"/>
                  </a:lnTo>
                  <a:lnTo>
                    <a:pt x="651627" y="590786"/>
                  </a:lnTo>
                  <a:lnTo>
                    <a:pt x="689872" y="604750"/>
                  </a:lnTo>
                  <a:lnTo>
                    <a:pt x="729289" y="613128"/>
                  </a:lnTo>
                  <a:lnTo>
                    <a:pt x="769863" y="615921"/>
                  </a:lnTo>
                  <a:lnTo>
                    <a:pt x="799215" y="614075"/>
                  </a:lnTo>
                  <a:lnTo>
                    <a:pt x="847710" y="599306"/>
                  </a:lnTo>
                  <a:lnTo>
                    <a:pt x="882238" y="570296"/>
                  </a:lnTo>
                  <a:lnTo>
                    <a:pt x="899770" y="530219"/>
                  </a:lnTo>
                  <a:lnTo>
                    <a:pt x="901964" y="506230"/>
                  </a:lnTo>
                  <a:lnTo>
                    <a:pt x="895987" y="468168"/>
                  </a:lnTo>
                  <a:lnTo>
                    <a:pt x="878054" y="438563"/>
                  </a:lnTo>
                  <a:lnTo>
                    <a:pt x="848162" y="417418"/>
                  </a:lnTo>
                  <a:lnTo>
                    <a:pt x="806308" y="404730"/>
                  </a:lnTo>
                  <a:lnTo>
                    <a:pt x="752490" y="400501"/>
                  </a:lnTo>
                  <a:lnTo>
                    <a:pt x="723900" y="401028"/>
                  </a:lnTo>
                  <a:lnTo>
                    <a:pt x="693214" y="402608"/>
                  </a:lnTo>
                  <a:lnTo>
                    <a:pt x="660413" y="405243"/>
                  </a:lnTo>
                  <a:lnTo>
                    <a:pt x="625480" y="408931"/>
                  </a:lnTo>
                  <a:lnTo>
                    <a:pt x="652271" y="11810"/>
                  </a:lnTo>
                  <a:close/>
                </a:path>
                <a:path w="1061720" h="736600">
                  <a:moveTo>
                    <a:pt x="243718" y="0"/>
                  </a:moveTo>
                  <a:lnTo>
                    <a:pt x="295038" y="3521"/>
                  </a:lnTo>
                  <a:lnTo>
                    <a:pt x="340735" y="14096"/>
                  </a:lnTo>
                  <a:lnTo>
                    <a:pt x="380420" y="31255"/>
                  </a:lnTo>
                  <a:lnTo>
                    <a:pt x="413522" y="54601"/>
                  </a:lnTo>
                  <a:lnTo>
                    <a:pt x="439715" y="83660"/>
                  </a:lnTo>
                  <a:lnTo>
                    <a:pt x="458845" y="118335"/>
                  </a:lnTo>
                  <a:lnTo>
                    <a:pt x="470573" y="157975"/>
                  </a:lnTo>
                  <a:lnTo>
                    <a:pt x="474482" y="201966"/>
                  </a:lnTo>
                  <a:lnTo>
                    <a:pt x="473547" y="225855"/>
                  </a:lnTo>
                  <a:lnTo>
                    <a:pt x="466008" y="269530"/>
                  </a:lnTo>
                  <a:lnTo>
                    <a:pt x="451201" y="307997"/>
                  </a:lnTo>
                  <a:lnTo>
                    <a:pt x="431104" y="342743"/>
                  </a:lnTo>
                  <a:lnTo>
                    <a:pt x="406174" y="374121"/>
                  </a:lnTo>
                  <a:lnTo>
                    <a:pt x="377220" y="402781"/>
                  </a:lnTo>
                  <a:lnTo>
                    <a:pt x="344792" y="429054"/>
                  </a:lnTo>
                  <a:lnTo>
                    <a:pt x="310830" y="454246"/>
                  </a:lnTo>
                  <a:lnTo>
                    <a:pt x="293369" y="466523"/>
                  </a:lnTo>
                  <a:lnTo>
                    <a:pt x="281558" y="474944"/>
                  </a:lnTo>
                  <a:lnTo>
                    <a:pt x="247406" y="500015"/>
                  </a:lnTo>
                  <a:lnTo>
                    <a:pt x="217248" y="524680"/>
                  </a:lnTo>
                  <a:lnTo>
                    <a:pt x="187125" y="556553"/>
                  </a:lnTo>
                  <a:lnTo>
                    <a:pt x="171693" y="593585"/>
                  </a:lnTo>
                  <a:lnTo>
                    <a:pt x="473598" y="593585"/>
                  </a:lnTo>
                  <a:lnTo>
                    <a:pt x="473598" y="723613"/>
                  </a:lnTo>
                  <a:lnTo>
                    <a:pt x="0" y="723613"/>
                  </a:lnTo>
                  <a:lnTo>
                    <a:pt x="0" y="670023"/>
                  </a:lnTo>
                  <a:lnTo>
                    <a:pt x="4587" y="618215"/>
                  </a:lnTo>
                  <a:lnTo>
                    <a:pt x="18409" y="571987"/>
                  </a:lnTo>
                  <a:lnTo>
                    <a:pt x="39079" y="530792"/>
                  </a:lnTo>
                  <a:lnTo>
                    <a:pt x="64526" y="494062"/>
                  </a:lnTo>
                  <a:lnTo>
                    <a:pt x="93653" y="461553"/>
                  </a:lnTo>
                  <a:lnTo>
                    <a:pt x="125364" y="433017"/>
                  </a:lnTo>
                  <a:lnTo>
                    <a:pt x="157528" y="407763"/>
                  </a:lnTo>
                  <a:lnTo>
                    <a:pt x="203282" y="374069"/>
                  </a:lnTo>
                  <a:lnTo>
                    <a:pt x="217467" y="363275"/>
                  </a:lnTo>
                  <a:lnTo>
                    <a:pt x="254297" y="332266"/>
                  </a:lnTo>
                  <a:lnTo>
                    <a:pt x="282701" y="301977"/>
                  </a:lnTo>
                  <a:lnTo>
                    <a:pt x="306720" y="261283"/>
                  </a:lnTo>
                  <a:lnTo>
                    <a:pt x="314705" y="217358"/>
                  </a:lnTo>
                  <a:lnTo>
                    <a:pt x="313090" y="195921"/>
                  </a:lnTo>
                  <a:lnTo>
                    <a:pt x="288919" y="148352"/>
                  </a:lnTo>
                  <a:lnTo>
                    <a:pt x="234801" y="126485"/>
                  </a:lnTo>
                  <a:lnTo>
                    <a:pt x="209946" y="125025"/>
                  </a:lnTo>
                  <a:lnTo>
                    <a:pt x="164523" y="129588"/>
                  </a:lnTo>
                  <a:lnTo>
                    <a:pt x="120106" y="143274"/>
                  </a:lnTo>
                  <a:lnTo>
                    <a:pt x="76695"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0" name="object 220"/>
            <p:cNvSpPr/>
            <p:nvPr/>
          </p:nvSpPr>
          <p:spPr>
            <a:xfrm>
              <a:off x="6778751" y="5230367"/>
              <a:ext cx="2218944" cy="1345692"/>
            </a:xfrm>
            <a:prstGeom prst="rect">
              <a:avLst/>
            </a:prstGeom>
            <a:blipFill>
              <a:blip r:embed="rId93" cstate="print"/>
              <a:stretch>
                <a:fillRect/>
              </a:stretch>
            </a:blipFill>
          </p:spPr>
          <p:txBody>
            <a:bodyPr wrap="square" lIns="0" tIns="0" rIns="0" bIns="0" rtlCol="0"/>
            <a:lstStyle/>
            <a:p>
              <a:endParaRPr/>
            </a:p>
          </p:txBody>
        </p:sp>
        <p:sp>
          <p:nvSpPr>
            <p:cNvPr id="221" name="object 221"/>
            <p:cNvSpPr/>
            <p:nvPr/>
          </p:nvSpPr>
          <p:spPr>
            <a:xfrm>
              <a:off x="6624827" y="4911850"/>
              <a:ext cx="2519171" cy="1946147"/>
            </a:xfrm>
            <a:prstGeom prst="rect">
              <a:avLst/>
            </a:prstGeom>
            <a:blipFill>
              <a:blip r:embed="rId94" cstate="print"/>
              <a:stretch>
                <a:fillRect/>
              </a:stretch>
            </a:blipFill>
          </p:spPr>
          <p:txBody>
            <a:bodyPr wrap="square" lIns="0" tIns="0" rIns="0" bIns="0" rtlCol="0"/>
            <a:lstStyle/>
            <a:p>
              <a:endParaRPr/>
            </a:p>
          </p:txBody>
        </p:sp>
        <p:sp>
          <p:nvSpPr>
            <p:cNvPr id="222" name="object 222"/>
            <p:cNvSpPr/>
            <p:nvPr/>
          </p:nvSpPr>
          <p:spPr>
            <a:xfrm>
              <a:off x="6860041" y="5290565"/>
              <a:ext cx="2057400" cy="1184275"/>
            </a:xfrm>
            <a:custGeom>
              <a:avLst/>
              <a:gdLst/>
              <a:ahLst/>
              <a:cxnLst/>
              <a:rect l="l" t="t" r="r" b="b"/>
              <a:pathLst>
                <a:path w="2057400" h="1184275">
                  <a:moveTo>
                    <a:pt x="1824868" y="0"/>
                  </a:moveTo>
                  <a:lnTo>
                    <a:pt x="232531" y="0"/>
                  </a:lnTo>
                  <a:lnTo>
                    <a:pt x="185636" y="4725"/>
                  </a:lnTo>
                  <a:lnTo>
                    <a:pt x="141973" y="18278"/>
                  </a:lnTo>
                  <a:lnTo>
                    <a:pt x="102472" y="39722"/>
                  </a:lnTo>
                  <a:lnTo>
                    <a:pt x="68065" y="68121"/>
                  </a:lnTo>
                  <a:lnTo>
                    <a:pt x="39683" y="102539"/>
                  </a:lnTo>
                  <a:lnTo>
                    <a:pt x="18257" y="142039"/>
                  </a:lnTo>
                  <a:lnTo>
                    <a:pt x="4719" y="185685"/>
                  </a:lnTo>
                  <a:lnTo>
                    <a:pt x="0" y="232541"/>
                  </a:lnTo>
                  <a:lnTo>
                    <a:pt x="0" y="951536"/>
                  </a:lnTo>
                  <a:lnTo>
                    <a:pt x="4719" y="998393"/>
                  </a:lnTo>
                  <a:lnTo>
                    <a:pt x="18257" y="1042036"/>
                  </a:lnTo>
                  <a:lnTo>
                    <a:pt x="39683" y="1081531"/>
                  </a:lnTo>
                  <a:lnTo>
                    <a:pt x="68065" y="1115941"/>
                  </a:lnTo>
                  <a:lnTo>
                    <a:pt x="102472" y="1144332"/>
                  </a:lnTo>
                  <a:lnTo>
                    <a:pt x="141973" y="1165769"/>
                  </a:lnTo>
                  <a:lnTo>
                    <a:pt x="185636" y="1179317"/>
                  </a:lnTo>
                  <a:lnTo>
                    <a:pt x="232531" y="1184041"/>
                  </a:lnTo>
                  <a:lnTo>
                    <a:pt x="1824868" y="1184041"/>
                  </a:lnTo>
                  <a:lnTo>
                    <a:pt x="1871719" y="1179317"/>
                  </a:lnTo>
                  <a:lnTo>
                    <a:pt x="1915362" y="1165769"/>
                  </a:lnTo>
                  <a:lnTo>
                    <a:pt x="1954860" y="1144332"/>
                  </a:lnTo>
                  <a:lnTo>
                    <a:pt x="1989277" y="1115941"/>
                  </a:lnTo>
                  <a:lnTo>
                    <a:pt x="2017676" y="1081531"/>
                  </a:lnTo>
                  <a:lnTo>
                    <a:pt x="2039120" y="1042036"/>
                  </a:lnTo>
                  <a:lnTo>
                    <a:pt x="2052674" y="998393"/>
                  </a:lnTo>
                  <a:lnTo>
                    <a:pt x="2057399" y="951536"/>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23" name="object 223"/>
            <p:cNvSpPr/>
            <p:nvPr/>
          </p:nvSpPr>
          <p:spPr>
            <a:xfrm>
              <a:off x="6860041" y="5290565"/>
              <a:ext cx="2057400" cy="1184275"/>
            </a:xfrm>
            <a:custGeom>
              <a:avLst/>
              <a:gdLst/>
              <a:ahLst/>
              <a:cxnLst/>
              <a:rect l="l" t="t" r="r" b="b"/>
              <a:pathLst>
                <a:path w="2057400" h="1184275">
                  <a:moveTo>
                    <a:pt x="0" y="232541"/>
                  </a:moveTo>
                  <a:lnTo>
                    <a:pt x="4719" y="185685"/>
                  </a:lnTo>
                  <a:lnTo>
                    <a:pt x="18257" y="142039"/>
                  </a:lnTo>
                  <a:lnTo>
                    <a:pt x="39683" y="102539"/>
                  </a:lnTo>
                  <a:lnTo>
                    <a:pt x="68065" y="68121"/>
                  </a:lnTo>
                  <a:lnTo>
                    <a:pt x="102472" y="39722"/>
                  </a:lnTo>
                  <a:lnTo>
                    <a:pt x="141973" y="18278"/>
                  </a:lnTo>
                  <a:lnTo>
                    <a:pt x="185636"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36"/>
                  </a:lnTo>
                  <a:lnTo>
                    <a:pt x="2052674" y="998393"/>
                  </a:lnTo>
                  <a:lnTo>
                    <a:pt x="2039120" y="1042036"/>
                  </a:lnTo>
                  <a:lnTo>
                    <a:pt x="2017676" y="1081531"/>
                  </a:lnTo>
                  <a:lnTo>
                    <a:pt x="1989277" y="1115941"/>
                  </a:lnTo>
                  <a:lnTo>
                    <a:pt x="1954860" y="1144332"/>
                  </a:lnTo>
                  <a:lnTo>
                    <a:pt x="1915362" y="1165769"/>
                  </a:lnTo>
                  <a:lnTo>
                    <a:pt x="1871719" y="1179317"/>
                  </a:lnTo>
                  <a:lnTo>
                    <a:pt x="1824868" y="1184041"/>
                  </a:lnTo>
                  <a:lnTo>
                    <a:pt x="232531" y="1184041"/>
                  </a:lnTo>
                  <a:lnTo>
                    <a:pt x="185636" y="1179317"/>
                  </a:lnTo>
                  <a:lnTo>
                    <a:pt x="141973" y="1165769"/>
                  </a:lnTo>
                  <a:lnTo>
                    <a:pt x="102472" y="1144332"/>
                  </a:lnTo>
                  <a:lnTo>
                    <a:pt x="68065" y="1115941"/>
                  </a:lnTo>
                  <a:lnTo>
                    <a:pt x="39683" y="1081531"/>
                  </a:lnTo>
                  <a:lnTo>
                    <a:pt x="18257" y="1042036"/>
                  </a:lnTo>
                  <a:lnTo>
                    <a:pt x="4719" y="998393"/>
                  </a:lnTo>
                  <a:lnTo>
                    <a:pt x="0" y="951536"/>
                  </a:lnTo>
                  <a:lnTo>
                    <a:pt x="0" y="232541"/>
                  </a:lnTo>
                  <a:close/>
                </a:path>
              </a:pathLst>
            </a:custGeom>
            <a:ln w="76199">
              <a:solidFill>
                <a:srgbClr val="00AF50"/>
              </a:solidFill>
            </a:ln>
          </p:spPr>
          <p:txBody>
            <a:bodyPr wrap="square" lIns="0" tIns="0" rIns="0" bIns="0" rtlCol="0"/>
            <a:lstStyle/>
            <a:p>
              <a:endParaRPr/>
            </a:p>
          </p:txBody>
        </p:sp>
        <p:sp>
          <p:nvSpPr>
            <p:cNvPr id="224" name="object 224"/>
            <p:cNvSpPr/>
            <p:nvPr/>
          </p:nvSpPr>
          <p:spPr>
            <a:xfrm>
              <a:off x="6665976" y="4933187"/>
              <a:ext cx="2478024" cy="1924811"/>
            </a:xfrm>
            <a:prstGeom prst="rect">
              <a:avLst/>
            </a:prstGeom>
            <a:blipFill>
              <a:blip r:embed="rId95" cstate="print"/>
              <a:stretch>
                <a:fillRect/>
              </a:stretch>
            </a:blipFill>
          </p:spPr>
          <p:txBody>
            <a:bodyPr wrap="square" lIns="0" tIns="0" rIns="0" bIns="0" rtlCol="0"/>
            <a:lstStyle/>
            <a:p>
              <a:endParaRPr/>
            </a:p>
          </p:txBody>
        </p:sp>
        <p:sp>
          <p:nvSpPr>
            <p:cNvPr id="225" name="object 225"/>
            <p:cNvSpPr/>
            <p:nvPr/>
          </p:nvSpPr>
          <p:spPr>
            <a:xfrm>
              <a:off x="7344034" y="5530845"/>
              <a:ext cx="1095375" cy="736600"/>
            </a:xfrm>
            <a:custGeom>
              <a:avLst/>
              <a:gdLst/>
              <a:ahLst/>
              <a:cxnLst/>
              <a:rect l="l" t="t" r="r" b="b"/>
              <a:pathLst>
                <a:path w="1095375" h="736600">
                  <a:moveTo>
                    <a:pt x="916289" y="0"/>
                  </a:moveTo>
                  <a:lnTo>
                    <a:pt x="845549" y="7240"/>
                  </a:lnTo>
                  <a:lnTo>
                    <a:pt x="782330" y="28956"/>
                  </a:lnTo>
                  <a:lnTo>
                    <a:pt x="727130" y="64052"/>
                  </a:lnTo>
                  <a:lnTo>
                    <a:pt x="680709" y="111133"/>
                  </a:lnTo>
                  <a:lnTo>
                    <a:pt x="643649" y="169636"/>
                  </a:lnTo>
                  <a:lnTo>
                    <a:pt x="616214" y="238935"/>
                  </a:lnTo>
                  <a:lnTo>
                    <a:pt x="606372" y="277351"/>
                  </a:lnTo>
                  <a:lnTo>
                    <a:pt x="599343" y="317909"/>
                  </a:lnTo>
                  <a:lnTo>
                    <a:pt x="595125" y="360610"/>
                  </a:lnTo>
                  <a:lnTo>
                    <a:pt x="593724" y="405610"/>
                  </a:lnTo>
                  <a:lnTo>
                    <a:pt x="594795" y="443391"/>
                  </a:lnTo>
                  <a:lnTo>
                    <a:pt x="603428" y="513128"/>
                  </a:lnTo>
                  <a:lnTo>
                    <a:pt x="620641" y="574502"/>
                  </a:lnTo>
                  <a:lnTo>
                    <a:pt x="645737" y="626495"/>
                  </a:lnTo>
                  <a:lnTo>
                    <a:pt x="678450" y="668876"/>
                  </a:lnTo>
                  <a:lnTo>
                    <a:pt x="718505" y="701263"/>
                  </a:lnTo>
                  <a:lnTo>
                    <a:pt x="765798" y="723457"/>
                  </a:lnTo>
                  <a:lnTo>
                    <a:pt x="819519" y="734626"/>
                  </a:lnTo>
                  <a:lnTo>
                    <a:pt x="848746" y="736021"/>
                  </a:lnTo>
                  <a:lnTo>
                    <a:pt x="875059" y="734825"/>
                  </a:lnTo>
                  <a:lnTo>
                    <a:pt x="924441" y="725266"/>
                  </a:lnTo>
                  <a:lnTo>
                    <a:pt x="969350" y="706455"/>
                  </a:lnTo>
                  <a:lnTo>
                    <a:pt x="1008357" y="680148"/>
                  </a:lnTo>
                  <a:lnTo>
                    <a:pt x="1040999" y="646785"/>
                  </a:lnTo>
                  <a:lnTo>
                    <a:pt x="1061514" y="615897"/>
                  </a:lnTo>
                  <a:lnTo>
                    <a:pt x="848746" y="615897"/>
                  </a:lnTo>
                  <a:lnTo>
                    <a:pt x="838329" y="615278"/>
                  </a:lnTo>
                  <a:lnTo>
                    <a:pt x="801629" y="600560"/>
                  </a:lnTo>
                  <a:lnTo>
                    <a:pt x="774093" y="570003"/>
                  </a:lnTo>
                  <a:lnTo>
                    <a:pt x="757405" y="527341"/>
                  </a:lnTo>
                  <a:lnTo>
                    <a:pt x="753496" y="489834"/>
                  </a:lnTo>
                  <a:lnTo>
                    <a:pt x="753922" y="478186"/>
                  </a:lnTo>
                  <a:lnTo>
                    <a:pt x="763911" y="436928"/>
                  </a:lnTo>
                  <a:lnTo>
                    <a:pt x="785770" y="405610"/>
                  </a:lnTo>
                  <a:lnTo>
                    <a:pt x="827440" y="384108"/>
                  </a:lnTo>
                  <a:lnTo>
                    <a:pt x="847862" y="382118"/>
                  </a:lnTo>
                  <a:lnTo>
                    <a:pt x="1075409" y="382118"/>
                  </a:lnTo>
                  <a:lnTo>
                    <a:pt x="1073371" y="376899"/>
                  </a:lnTo>
                  <a:lnTo>
                    <a:pt x="1064312" y="358735"/>
                  </a:lnTo>
                  <a:lnTo>
                    <a:pt x="1053829" y="342032"/>
                  </a:lnTo>
                  <a:lnTo>
                    <a:pt x="1049084" y="335971"/>
                  </a:lnTo>
                  <a:lnTo>
                    <a:pt x="748527" y="335971"/>
                  </a:lnTo>
                  <a:lnTo>
                    <a:pt x="749768" y="311972"/>
                  </a:lnTo>
                  <a:lnTo>
                    <a:pt x="756821" y="267425"/>
                  </a:lnTo>
                  <a:lnTo>
                    <a:pt x="769825" y="227623"/>
                  </a:lnTo>
                  <a:lnTo>
                    <a:pt x="787967" y="193501"/>
                  </a:lnTo>
                  <a:lnTo>
                    <a:pt x="824297" y="153565"/>
                  </a:lnTo>
                  <a:lnTo>
                    <a:pt x="870843" y="128221"/>
                  </a:lnTo>
                  <a:lnTo>
                    <a:pt x="926195" y="119563"/>
                  </a:lnTo>
                  <a:lnTo>
                    <a:pt x="1044305" y="119563"/>
                  </a:lnTo>
                  <a:lnTo>
                    <a:pt x="1044305" y="19312"/>
                  </a:lnTo>
                  <a:lnTo>
                    <a:pt x="1019159" y="10829"/>
                  </a:lnTo>
                  <a:lnTo>
                    <a:pt x="989441" y="4798"/>
                  </a:lnTo>
                  <a:lnTo>
                    <a:pt x="955151" y="1195"/>
                  </a:lnTo>
                  <a:lnTo>
                    <a:pt x="916289" y="0"/>
                  </a:lnTo>
                  <a:close/>
                </a:path>
                <a:path w="1095375" h="736600">
                  <a:moveTo>
                    <a:pt x="1075409" y="382118"/>
                  </a:moveTo>
                  <a:lnTo>
                    <a:pt x="847862" y="382118"/>
                  </a:lnTo>
                  <a:lnTo>
                    <a:pt x="888867" y="389286"/>
                  </a:lnTo>
                  <a:lnTo>
                    <a:pt x="918156" y="410787"/>
                  </a:lnTo>
                  <a:lnTo>
                    <a:pt x="935730" y="446618"/>
                  </a:lnTo>
                  <a:lnTo>
                    <a:pt x="941588" y="496775"/>
                  </a:lnTo>
                  <a:lnTo>
                    <a:pt x="941182" y="509665"/>
                  </a:lnTo>
                  <a:lnTo>
                    <a:pt x="931514" y="555809"/>
                  </a:lnTo>
                  <a:lnTo>
                    <a:pt x="910151" y="590278"/>
                  </a:lnTo>
                  <a:lnTo>
                    <a:pt x="869019" y="613727"/>
                  </a:lnTo>
                  <a:lnTo>
                    <a:pt x="848746" y="615897"/>
                  </a:lnTo>
                  <a:lnTo>
                    <a:pt x="1061514" y="615897"/>
                  </a:lnTo>
                  <a:lnTo>
                    <a:pt x="1084655" y="561866"/>
                  </a:lnTo>
                  <a:lnTo>
                    <a:pt x="1093849" y="512729"/>
                  </a:lnTo>
                  <a:lnTo>
                    <a:pt x="1094994" y="486857"/>
                  </a:lnTo>
                  <a:lnTo>
                    <a:pt x="1094115" y="462593"/>
                  </a:lnTo>
                  <a:lnTo>
                    <a:pt x="1091488" y="439450"/>
                  </a:lnTo>
                  <a:lnTo>
                    <a:pt x="1087124" y="417427"/>
                  </a:lnTo>
                  <a:lnTo>
                    <a:pt x="1081034" y="396526"/>
                  </a:lnTo>
                  <a:lnTo>
                    <a:pt x="1075409" y="382118"/>
                  </a:lnTo>
                  <a:close/>
                </a:path>
                <a:path w="1095375" h="736600">
                  <a:moveTo>
                    <a:pt x="900927" y="265986"/>
                  </a:moveTo>
                  <a:lnTo>
                    <a:pt x="854521" y="270360"/>
                  </a:lnTo>
                  <a:lnTo>
                    <a:pt x="814143" y="283481"/>
                  </a:lnTo>
                  <a:lnTo>
                    <a:pt x="779789" y="305351"/>
                  </a:lnTo>
                  <a:lnTo>
                    <a:pt x="751453" y="335971"/>
                  </a:lnTo>
                  <a:lnTo>
                    <a:pt x="1049084" y="335971"/>
                  </a:lnTo>
                  <a:lnTo>
                    <a:pt x="1013974" y="301043"/>
                  </a:lnTo>
                  <a:lnTo>
                    <a:pt x="980815" y="281869"/>
                  </a:lnTo>
                  <a:lnTo>
                    <a:pt x="942975" y="269954"/>
                  </a:lnTo>
                  <a:lnTo>
                    <a:pt x="900927" y="265986"/>
                  </a:lnTo>
                  <a:close/>
                </a:path>
                <a:path w="1095375" h="736600">
                  <a:moveTo>
                    <a:pt x="1044305" y="119563"/>
                  </a:moveTo>
                  <a:lnTo>
                    <a:pt x="926195" y="119563"/>
                  </a:lnTo>
                  <a:lnTo>
                    <a:pt x="957582" y="121487"/>
                  </a:lnTo>
                  <a:lnTo>
                    <a:pt x="987731" y="127257"/>
                  </a:lnTo>
                  <a:lnTo>
                    <a:pt x="1016639" y="136871"/>
                  </a:lnTo>
                  <a:lnTo>
                    <a:pt x="1044305" y="150327"/>
                  </a:lnTo>
                  <a:lnTo>
                    <a:pt x="1044305" y="119563"/>
                  </a:lnTo>
                  <a:close/>
                </a:path>
                <a:path w="1095375" h="736600">
                  <a:moveTo>
                    <a:pt x="461228" y="125028"/>
                  </a:moveTo>
                  <a:lnTo>
                    <a:pt x="209915" y="125028"/>
                  </a:lnTo>
                  <a:lnTo>
                    <a:pt x="234784" y="126484"/>
                  </a:lnTo>
                  <a:lnTo>
                    <a:pt x="256230" y="130854"/>
                  </a:lnTo>
                  <a:lnTo>
                    <a:pt x="300188" y="161408"/>
                  </a:lnTo>
                  <a:lnTo>
                    <a:pt x="314706" y="217337"/>
                  </a:lnTo>
                  <a:lnTo>
                    <a:pt x="314203" y="228836"/>
                  </a:lnTo>
                  <a:lnTo>
                    <a:pt x="302255" y="271536"/>
                  </a:lnTo>
                  <a:lnTo>
                    <a:pt x="274151" y="312036"/>
                  </a:lnTo>
                  <a:lnTo>
                    <a:pt x="242956" y="342424"/>
                  </a:lnTo>
                  <a:lnTo>
                    <a:pt x="203162" y="374112"/>
                  </a:lnTo>
                  <a:lnTo>
                    <a:pt x="173018" y="396103"/>
                  </a:lnTo>
                  <a:lnTo>
                    <a:pt x="157524" y="407748"/>
                  </a:lnTo>
                  <a:lnTo>
                    <a:pt x="125333" y="432995"/>
                  </a:lnTo>
                  <a:lnTo>
                    <a:pt x="93649" y="461539"/>
                  </a:lnTo>
                  <a:lnTo>
                    <a:pt x="64526" y="494050"/>
                  </a:lnTo>
                  <a:lnTo>
                    <a:pt x="39079" y="530780"/>
                  </a:lnTo>
                  <a:lnTo>
                    <a:pt x="18409" y="571975"/>
                  </a:lnTo>
                  <a:lnTo>
                    <a:pt x="4587" y="618197"/>
                  </a:lnTo>
                  <a:lnTo>
                    <a:pt x="0" y="669999"/>
                  </a:lnTo>
                  <a:lnTo>
                    <a:pt x="0" y="723613"/>
                  </a:lnTo>
                  <a:lnTo>
                    <a:pt x="473567" y="723613"/>
                  </a:lnTo>
                  <a:lnTo>
                    <a:pt x="473567" y="593561"/>
                  </a:lnTo>
                  <a:lnTo>
                    <a:pt x="171693" y="593561"/>
                  </a:lnTo>
                  <a:lnTo>
                    <a:pt x="172315" y="586525"/>
                  </a:lnTo>
                  <a:lnTo>
                    <a:pt x="193357" y="548714"/>
                  </a:lnTo>
                  <a:lnTo>
                    <a:pt x="226626" y="516511"/>
                  </a:lnTo>
                  <a:lnTo>
                    <a:pt x="258565" y="491678"/>
                  </a:lnTo>
                  <a:lnTo>
                    <a:pt x="293370" y="466499"/>
                  </a:lnTo>
                  <a:lnTo>
                    <a:pt x="310826" y="454234"/>
                  </a:lnTo>
                  <a:lnTo>
                    <a:pt x="327957" y="441750"/>
                  </a:lnTo>
                  <a:lnTo>
                    <a:pt x="361309" y="416134"/>
                  </a:lnTo>
                  <a:lnTo>
                    <a:pt x="392174" y="388770"/>
                  </a:lnTo>
                  <a:lnTo>
                    <a:pt x="419221" y="358807"/>
                  </a:lnTo>
                  <a:lnTo>
                    <a:pt x="441773" y="325790"/>
                  </a:lnTo>
                  <a:lnTo>
                    <a:pt x="459364" y="289310"/>
                  </a:lnTo>
                  <a:lnTo>
                    <a:pt x="470729" y="248360"/>
                  </a:lnTo>
                  <a:lnTo>
                    <a:pt x="474482" y="201954"/>
                  </a:lnTo>
                  <a:lnTo>
                    <a:pt x="473504" y="179420"/>
                  </a:lnTo>
                  <a:lnTo>
                    <a:pt x="470573" y="157967"/>
                  </a:lnTo>
                  <a:lnTo>
                    <a:pt x="465686" y="137598"/>
                  </a:lnTo>
                  <a:lnTo>
                    <a:pt x="461228" y="125028"/>
                  </a:lnTo>
                  <a:close/>
                </a:path>
                <a:path w="1095375" h="736600">
                  <a:moveTo>
                    <a:pt x="243718" y="0"/>
                  </a:moveTo>
                  <a:lnTo>
                    <a:pt x="186901" y="3741"/>
                  </a:lnTo>
                  <a:lnTo>
                    <a:pt x="133049" y="14978"/>
                  </a:lnTo>
                  <a:lnTo>
                    <a:pt x="82173" y="33724"/>
                  </a:lnTo>
                  <a:lnTo>
                    <a:pt x="34290" y="59996"/>
                  </a:lnTo>
                  <a:lnTo>
                    <a:pt x="34290" y="197988"/>
                  </a:lnTo>
                  <a:lnTo>
                    <a:pt x="76694" y="166065"/>
                  </a:lnTo>
                  <a:lnTo>
                    <a:pt x="120102" y="143265"/>
                  </a:lnTo>
                  <a:lnTo>
                    <a:pt x="164510" y="129587"/>
                  </a:lnTo>
                  <a:lnTo>
                    <a:pt x="209915" y="125028"/>
                  </a:lnTo>
                  <a:lnTo>
                    <a:pt x="461228" y="125028"/>
                  </a:lnTo>
                  <a:lnTo>
                    <a:pt x="458845" y="118311"/>
                  </a:lnTo>
                  <a:lnTo>
                    <a:pt x="439704" y="83628"/>
                  </a:lnTo>
                  <a:lnTo>
                    <a:pt x="413522" y="54483"/>
                  </a:lnTo>
                  <a:lnTo>
                    <a:pt x="380363" y="31245"/>
                  </a:lnTo>
                  <a:lnTo>
                    <a:pt x="340735" y="14097"/>
                  </a:lnTo>
                  <a:lnTo>
                    <a:pt x="295038" y="3525"/>
                  </a:lnTo>
                  <a:lnTo>
                    <a:pt x="270072" y="881"/>
                  </a:lnTo>
                  <a:lnTo>
                    <a:pt x="243718" y="0"/>
                  </a:lnTo>
                  <a:close/>
                </a:path>
              </a:pathLst>
            </a:custGeom>
            <a:solidFill>
              <a:srgbClr val="FFFF00"/>
            </a:solidFill>
          </p:spPr>
          <p:txBody>
            <a:bodyPr wrap="square" lIns="0" tIns="0" rIns="0" bIns="0" rtlCol="0"/>
            <a:lstStyle/>
            <a:p>
              <a:endParaRPr/>
            </a:p>
          </p:txBody>
        </p:sp>
        <p:sp>
          <p:nvSpPr>
            <p:cNvPr id="226" name="object 226"/>
            <p:cNvSpPr/>
            <p:nvPr/>
          </p:nvSpPr>
          <p:spPr>
            <a:xfrm>
              <a:off x="8091433" y="5906868"/>
              <a:ext cx="200284" cy="245970"/>
            </a:xfrm>
            <a:prstGeom prst="rect">
              <a:avLst/>
            </a:prstGeom>
            <a:blipFill>
              <a:blip r:embed="rId96" cstate="print"/>
              <a:stretch>
                <a:fillRect/>
              </a:stretch>
            </a:blipFill>
          </p:spPr>
          <p:txBody>
            <a:bodyPr wrap="square" lIns="0" tIns="0" rIns="0" bIns="0" rtlCol="0"/>
            <a:lstStyle/>
            <a:p>
              <a:endParaRPr/>
            </a:p>
          </p:txBody>
        </p:sp>
        <p:sp>
          <p:nvSpPr>
            <p:cNvPr id="227" name="object 227"/>
            <p:cNvSpPr/>
            <p:nvPr/>
          </p:nvSpPr>
          <p:spPr>
            <a:xfrm>
              <a:off x="7344033" y="5530845"/>
              <a:ext cx="1095375" cy="736600"/>
            </a:xfrm>
            <a:custGeom>
              <a:avLst/>
              <a:gdLst/>
              <a:ahLst/>
              <a:cxnLst/>
              <a:rect l="l" t="t" r="r" b="b"/>
              <a:pathLst>
                <a:path w="1095375" h="736600">
                  <a:moveTo>
                    <a:pt x="916289" y="0"/>
                  </a:moveTo>
                  <a:lnTo>
                    <a:pt x="955151" y="1195"/>
                  </a:lnTo>
                  <a:lnTo>
                    <a:pt x="989441" y="4798"/>
                  </a:lnTo>
                  <a:lnTo>
                    <a:pt x="1019159" y="10829"/>
                  </a:lnTo>
                  <a:lnTo>
                    <a:pt x="1044305" y="19312"/>
                  </a:lnTo>
                  <a:lnTo>
                    <a:pt x="1044305" y="150327"/>
                  </a:lnTo>
                  <a:lnTo>
                    <a:pt x="1016639" y="136871"/>
                  </a:lnTo>
                  <a:lnTo>
                    <a:pt x="987731" y="127257"/>
                  </a:lnTo>
                  <a:lnTo>
                    <a:pt x="957582" y="121487"/>
                  </a:lnTo>
                  <a:lnTo>
                    <a:pt x="926195" y="119563"/>
                  </a:lnTo>
                  <a:lnTo>
                    <a:pt x="906845" y="120525"/>
                  </a:lnTo>
                  <a:lnTo>
                    <a:pt x="854201" y="134956"/>
                  </a:lnTo>
                  <a:lnTo>
                    <a:pt x="811052" y="165290"/>
                  </a:lnTo>
                  <a:lnTo>
                    <a:pt x="778264" y="209832"/>
                  </a:lnTo>
                  <a:lnTo>
                    <a:pt x="762640" y="246875"/>
                  </a:lnTo>
                  <a:lnTo>
                    <a:pt x="752532" y="289124"/>
                  </a:lnTo>
                  <a:lnTo>
                    <a:pt x="748527" y="335971"/>
                  </a:lnTo>
                  <a:lnTo>
                    <a:pt x="751453" y="335971"/>
                  </a:lnTo>
                  <a:lnTo>
                    <a:pt x="779789" y="305351"/>
                  </a:lnTo>
                  <a:lnTo>
                    <a:pt x="814143" y="283481"/>
                  </a:lnTo>
                  <a:lnTo>
                    <a:pt x="854521" y="270360"/>
                  </a:lnTo>
                  <a:lnTo>
                    <a:pt x="900927" y="265986"/>
                  </a:lnTo>
                  <a:lnTo>
                    <a:pt x="942974" y="269954"/>
                  </a:lnTo>
                  <a:lnTo>
                    <a:pt x="980815" y="281869"/>
                  </a:lnTo>
                  <a:lnTo>
                    <a:pt x="1013974" y="301043"/>
                  </a:lnTo>
                  <a:lnTo>
                    <a:pt x="1053829" y="342032"/>
                  </a:lnTo>
                  <a:lnTo>
                    <a:pt x="1073371" y="376899"/>
                  </a:lnTo>
                  <a:lnTo>
                    <a:pt x="1087124" y="417427"/>
                  </a:lnTo>
                  <a:lnTo>
                    <a:pt x="1094115" y="462593"/>
                  </a:lnTo>
                  <a:lnTo>
                    <a:pt x="1094993" y="486857"/>
                  </a:lnTo>
                  <a:lnTo>
                    <a:pt x="1093849" y="512729"/>
                  </a:lnTo>
                  <a:lnTo>
                    <a:pt x="1084655" y="561865"/>
                  </a:lnTo>
                  <a:lnTo>
                    <a:pt x="1066532" y="607205"/>
                  </a:lnTo>
                  <a:lnTo>
                    <a:pt x="1040999" y="646785"/>
                  </a:lnTo>
                  <a:lnTo>
                    <a:pt x="1008357" y="680148"/>
                  </a:lnTo>
                  <a:lnTo>
                    <a:pt x="969350" y="706455"/>
                  </a:lnTo>
                  <a:lnTo>
                    <a:pt x="924441" y="725266"/>
                  </a:lnTo>
                  <a:lnTo>
                    <a:pt x="875059" y="734825"/>
                  </a:lnTo>
                  <a:lnTo>
                    <a:pt x="848746" y="736021"/>
                  </a:lnTo>
                  <a:lnTo>
                    <a:pt x="819519" y="734626"/>
                  </a:lnTo>
                  <a:lnTo>
                    <a:pt x="765798" y="723457"/>
                  </a:lnTo>
                  <a:lnTo>
                    <a:pt x="718505" y="701263"/>
                  </a:lnTo>
                  <a:lnTo>
                    <a:pt x="678450" y="668876"/>
                  </a:lnTo>
                  <a:lnTo>
                    <a:pt x="645737" y="626495"/>
                  </a:lnTo>
                  <a:lnTo>
                    <a:pt x="620641" y="574502"/>
                  </a:lnTo>
                  <a:lnTo>
                    <a:pt x="603428" y="513128"/>
                  </a:lnTo>
                  <a:lnTo>
                    <a:pt x="594795" y="443391"/>
                  </a:lnTo>
                  <a:lnTo>
                    <a:pt x="593719" y="405454"/>
                  </a:lnTo>
                  <a:lnTo>
                    <a:pt x="595125" y="360610"/>
                  </a:lnTo>
                  <a:lnTo>
                    <a:pt x="599343" y="317909"/>
                  </a:lnTo>
                  <a:lnTo>
                    <a:pt x="606372" y="277351"/>
                  </a:lnTo>
                  <a:lnTo>
                    <a:pt x="616214" y="238935"/>
                  </a:lnTo>
                  <a:lnTo>
                    <a:pt x="628730" y="202934"/>
                  </a:lnTo>
                  <a:lnTo>
                    <a:pt x="660975" y="139036"/>
                  </a:lnTo>
                  <a:lnTo>
                    <a:pt x="702837" y="86087"/>
                  </a:lnTo>
                  <a:lnTo>
                    <a:pt x="753618" y="45014"/>
                  </a:lnTo>
                  <a:lnTo>
                    <a:pt x="812995" y="16289"/>
                  </a:lnTo>
                  <a:lnTo>
                    <a:pt x="879983" y="1810"/>
                  </a:lnTo>
                  <a:lnTo>
                    <a:pt x="916289" y="0"/>
                  </a:lnTo>
                  <a:close/>
                </a:path>
                <a:path w="1095375" h="736600">
                  <a:moveTo>
                    <a:pt x="243718" y="0"/>
                  </a:moveTo>
                  <a:lnTo>
                    <a:pt x="295038" y="3525"/>
                  </a:lnTo>
                  <a:lnTo>
                    <a:pt x="340735" y="14096"/>
                  </a:lnTo>
                  <a:lnTo>
                    <a:pt x="380363" y="31245"/>
                  </a:lnTo>
                  <a:lnTo>
                    <a:pt x="413522" y="54482"/>
                  </a:lnTo>
                  <a:lnTo>
                    <a:pt x="439704" y="83628"/>
                  </a:lnTo>
                  <a:lnTo>
                    <a:pt x="458845" y="118311"/>
                  </a:lnTo>
                  <a:lnTo>
                    <a:pt x="470573" y="157967"/>
                  </a:lnTo>
                  <a:lnTo>
                    <a:pt x="474482" y="201954"/>
                  </a:lnTo>
                  <a:lnTo>
                    <a:pt x="473547" y="225838"/>
                  </a:lnTo>
                  <a:lnTo>
                    <a:pt x="466008" y="269518"/>
                  </a:lnTo>
                  <a:lnTo>
                    <a:pt x="451201" y="307984"/>
                  </a:lnTo>
                  <a:lnTo>
                    <a:pt x="431104" y="342730"/>
                  </a:lnTo>
                  <a:lnTo>
                    <a:pt x="406174" y="374112"/>
                  </a:lnTo>
                  <a:lnTo>
                    <a:pt x="377220" y="402778"/>
                  </a:lnTo>
                  <a:lnTo>
                    <a:pt x="344779" y="429049"/>
                  </a:lnTo>
                  <a:lnTo>
                    <a:pt x="310826" y="454234"/>
                  </a:lnTo>
                  <a:lnTo>
                    <a:pt x="293369" y="466499"/>
                  </a:lnTo>
                  <a:lnTo>
                    <a:pt x="281558" y="474923"/>
                  </a:lnTo>
                  <a:lnTo>
                    <a:pt x="247406" y="500003"/>
                  </a:lnTo>
                  <a:lnTo>
                    <a:pt x="217248" y="524672"/>
                  </a:lnTo>
                  <a:lnTo>
                    <a:pt x="187061" y="556548"/>
                  </a:lnTo>
                  <a:lnTo>
                    <a:pt x="171693" y="593561"/>
                  </a:lnTo>
                  <a:lnTo>
                    <a:pt x="473567" y="593561"/>
                  </a:lnTo>
                  <a:lnTo>
                    <a:pt x="473567" y="723613"/>
                  </a:lnTo>
                  <a:lnTo>
                    <a:pt x="0" y="723613"/>
                  </a:lnTo>
                  <a:lnTo>
                    <a:pt x="0" y="669999"/>
                  </a:lnTo>
                  <a:lnTo>
                    <a:pt x="4587" y="618197"/>
                  </a:lnTo>
                  <a:lnTo>
                    <a:pt x="18409" y="571975"/>
                  </a:lnTo>
                  <a:lnTo>
                    <a:pt x="39079" y="530780"/>
                  </a:lnTo>
                  <a:lnTo>
                    <a:pt x="64526" y="494050"/>
                  </a:lnTo>
                  <a:lnTo>
                    <a:pt x="93649" y="461539"/>
                  </a:lnTo>
                  <a:lnTo>
                    <a:pt x="125333" y="432995"/>
                  </a:lnTo>
                  <a:lnTo>
                    <a:pt x="157524" y="407748"/>
                  </a:lnTo>
                  <a:lnTo>
                    <a:pt x="188092" y="385108"/>
                  </a:lnTo>
                  <a:lnTo>
                    <a:pt x="203231" y="374062"/>
                  </a:lnTo>
                  <a:lnTo>
                    <a:pt x="242956" y="342424"/>
                  </a:lnTo>
                  <a:lnTo>
                    <a:pt x="274151" y="312036"/>
                  </a:lnTo>
                  <a:lnTo>
                    <a:pt x="302255" y="271536"/>
                  </a:lnTo>
                  <a:lnTo>
                    <a:pt x="314203" y="228836"/>
                  </a:lnTo>
                  <a:lnTo>
                    <a:pt x="314705" y="217337"/>
                  </a:lnTo>
                  <a:lnTo>
                    <a:pt x="313090" y="195900"/>
                  </a:lnTo>
                  <a:lnTo>
                    <a:pt x="288919" y="148352"/>
                  </a:lnTo>
                  <a:lnTo>
                    <a:pt x="234784" y="126484"/>
                  </a:lnTo>
                  <a:lnTo>
                    <a:pt x="209915" y="125028"/>
                  </a:lnTo>
                  <a:lnTo>
                    <a:pt x="164510" y="129587"/>
                  </a:lnTo>
                  <a:lnTo>
                    <a:pt x="120102" y="143265"/>
                  </a:lnTo>
                  <a:lnTo>
                    <a:pt x="76694" y="166065"/>
                  </a:lnTo>
                  <a:lnTo>
                    <a:pt x="34289" y="197988"/>
                  </a:lnTo>
                  <a:lnTo>
                    <a:pt x="34289" y="59996"/>
                  </a:lnTo>
                  <a:lnTo>
                    <a:pt x="82173" y="33724"/>
                  </a:lnTo>
                  <a:lnTo>
                    <a:pt x="133049" y="14978"/>
                  </a:lnTo>
                  <a:lnTo>
                    <a:pt x="186901" y="3741"/>
                  </a:lnTo>
                  <a:lnTo>
                    <a:pt x="243718" y="0"/>
                  </a:lnTo>
                  <a:close/>
                </a:path>
              </a:pathLst>
            </a:custGeom>
            <a:ln w="12191">
              <a:solidFill>
                <a:srgbClr val="000000"/>
              </a:solidFill>
            </a:ln>
          </p:spPr>
          <p:txBody>
            <a:bodyPr wrap="square" lIns="0" tIns="0" rIns="0" bIns="0" rtlCol="0"/>
            <a:lstStyle/>
            <a:p>
              <a:endParaRPr/>
            </a:p>
          </p:txBody>
        </p:sp>
        <p:sp>
          <p:nvSpPr>
            <p:cNvPr id="228" name="object 228"/>
            <p:cNvSpPr/>
            <p:nvPr/>
          </p:nvSpPr>
          <p:spPr>
            <a:xfrm>
              <a:off x="6749795" y="5224271"/>
              <a:ext cx="2218944" cy="1344167"/>
            </a:xfrm>
            <a:prstGeom prst="rect">
              <a:avLst/>
            </a:prstGeom>
            <a:blipFill>
              <a:blip r:embed="rId90" cstate="print"/>
              <a:stretch>
                <a:fillRect/>
              </a:stretch>
            </a:blipFill>
          </p:spPr>
          <p:txBody>
            <a:bodyPr wrap="square" lIns="0" tIns="0" rIns="0" bIns="0" rtlCol="0"/>
            <a:lstStyle/>
            <a:p>
              <a:endParaRPr/>
            </a:p>
          </p:txBody>
        </p:sp>
        <p:sp>
          <p:nvSpPr>
            <p:cNvPr id="229" name="object 229"/>
            <p:cNvSpPr/>
            <p:nvPr/>
          </p:nvSpPr>
          <p:spPr>
            <a:xfrm>
              <a:off x="6595871" y="4905755"/>
              <a:ext cx="2548127" cy="1952244"/>
            </a:xfrm>
            <a:prstGeom prst="rect">
              <a:avLst/>
            </a:prstGeom>
            <a:blipFill>
              <a:blip r:embed="rId97" cstate="print"/>
              <a:stretch>
                <a:fillRect/>
              </a:stretch>
            </a:blipFill>
          </p:spPr>
          <p:txBody>
            <a:bodyPr wrap="square" lIns="0" tIns="0" rIns="0" bIns="0" rtlCol="0"/>
            <a:lstStyle/>
            <a:p>
              <a:endParaRPr/>
            </a:p>
          </p:txBody>
        </p:sp>
        <p:sp>
          <p:nvSpPr>
            <p:cNvPr id="230" name="object 230"/>
            <p:cNvSpPr/>
            <p:nvPr/>
          </p:nvSpPr>
          <p:spPr>
            <a:xfrm>
              <a:off x="6831207" y="5284339"/>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49"/>
                  </a:lnTo>
                  <a:lnTo>
                    <a:pt x="4725" y="998410"/>
                  </a:lnTo>
                  <a:lnTo>
                    <a:pt x="18279" y="1042058"/>
                  </a:lnTo>
                  <a:lnTo>
                    <a:pt x="39723" y="1081556"/>
                  </a:lnTo>
                  <a:lnTo>
                    <a:pt x="68122" y="1115970"/>
                  </a:lnTo>
                  <a:lnTo>
                    <a:pt x="102539" y="1144364"/>
                  </a:lnTo>
                  <a:lnTo>
                    <a:pt x="142037" y="1165804"/>
                  </a:lnTo>
                  <a:lnTo>
                    <a:pt x="185680" y="1179353"/>
                  </a:lnTo>
                  <a:lnTo>
                    <a:pt x="232531" y="1184077"/>
                  </a:lnTo>
                  <a:lnTo>
                    <a:pt x="1824868" y="1184077"/>
                  </a:lnTo>
                  <a:lnTo>
                    <a:pt x="1871719" y="1179353"/>
                  </a:lnTo>
                  <a:lnTo>
                    <a:pt x="1915362" y="1165804"/>
                  </a:lnTo>
                  <a:lnTo>
                    <a:pt x="1954860" y="1144364"/>
                  </a:lnTo>
                  <a:lnTo>
                    <a:pt x="1989277" y="1115970"/>
                  </a:lnTo>
                  <a:lnTo>
                    <a:pt x="2017676" y="1081556"/>
                  </a:lnTo>
                  <a:lnTo>
                    <a:pt x="2039120" y="1042058"/>
                  </a:lnTo>
                  <a:lnTo>
                    <a:pt x="2052674" y="998410"/>
                  </a:lnTo>
                  <a:lnTo>
                    <a:pt x="2057399" y="951549"/>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31" name="object 231"/>
            <p:cNvSpPr/>
            <p:nvPr/>
          </p:nvSpPr>
          <p:spPr>
            <a:xfrm>
              <a:off x="6831207" y="5284339"/>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49"/>
                  </a:lnTo>
                  <a:lnTo>
                    <a:pt x="2052674" y="998410"/>
                  </a:lnTo>
                  <a:lnTo>
                    <a:pt x="2039120" y="1042058"/>
                  </a:lnTo>
                  <a:lnTo>
                    <a:pt x="2017676" y="1081556"/>
                  </a:lnTo>
                  <a:lnTo>
                    <a:pt x="1989277" y="1115970"/>
                  </a:lnTo>
                  <a:lnTo>
                    <a:pt x="1954860" y="1144364"/>
                  </a:lnTo>
                  <a:lnTo>
                    <a:pt x="1915362" y="1165804"/>
                  </a:lnTo>
                  <a:lnTo>
                    <a:pt x="1871719" y="1179353"/>
                  </a:lnTo>
                  <a:lnTo>
                    <a:pt x="1824868" y="1184077"/>
                  </a:lnTo>
                  <a:lnTo>
                    <a:pt x="232531" y="1184077"/>
                  </a:lnTo>
                  <a:lnTo>
                    <a:pt x="185680" y="1179353"/>
                  </a:lnTo>
                  <a:lnTo>
                    <a:pt x="142037" y="1165804"/>
                  </a:lnTo>
                  <a:lnTo>
                    <a:pt x="102539" y="1144364"/>
                  </a:lnTo>
                  <a:lnTo>
                    <a:pt x="68122" y="1115970"/>
                  </a:lnTo>
                  <a:lnTo>
                    <a:pt x="39723" y="1081556"/>
                  </a:lnTo>
                  <a:lnTo>
                    <a:pt x="18279" y="1042058"/>
                  </a:lnTo>
                  <a:lnTo>
                    <a:pt x="4725" y="998410"/>
                  </a:lnTo>
                  <a:lnTo>
                    <a:pt x="0" y="951549"/>
                  </a:lnTo>
                  <a:lnTo>
                    <a:pt x="0" y="232541"/>
                  </a:lnTo>
                  <a:close/>
                </a:path>
              </a:pathLst>
            </a:custGeom>
            <a:ln w="76199">
              <a:solidFill>
                <a:srgbClr val="00AF50"/>
              </a:solidFill>
            </a:ln>
          </p:spPr>
          <p:txBody>
            <a:bodyPr wrap="square" lIns="0" tIns="0" rIns="0" bIns="0" rtlCol="0"/>
            <a:lstStyle/>
            <a:p>
              <a:endParaRPr/>
            </a:p>
          </p:txBody>
        </p:sp>
        <p:sp>
          <p:nvSpPr>
            <p:cNvPr id="232" name="object 232"/>
            <p:cNvSpPr/>
            <p:nvPr/>
          </p:nvSpPr>
          <p:spPr>
            <a:xfrm>
              <a:off x="6637020" y="4927090"/>
              <a:ext cx="2481072" cy="1930908"/>
            </a:xfrm>
            <a:prstGeom prst="rect">
              <a:avLst/>
            </a:prstGeom>
            <a:blipFill>
              <a:blip r:embed="rId98" cstate="print"/>
              <a:stretch>
                <a:fillRect/>
              </a:stretch>
            </a:blipFill>
          </p:spPr>
          <p:txBody>
            <a:bodyPr wrap="square" lIns="0" tIns="0" rIns="0" bIns="0" rtlCol="0"/>
            <a:lstStyle/>
            <a:p>
              <a:endParaRPr/>
            </a:p>
          </p:txBody>
        </p:sp>
        <p:sp>
          <p:nvSpPr>
            <p:cNvPr id="233" name="object 233"/>
            <p:cNvSpPr/>
            <p:nvPr/>
          </p:nvSpPr>
          <p:spPr>
            <a:xfrm>
              <a:off x="7315200" y="5524630"/>
              <a:ext cx="1087755" cy="723900"/>
            </a:xfrm>
            <a:custGeom>
              <a:avLst/>
              <a:gdLst/>
              <a:ahLst/>
              <a:cxnLst/>
              <a:rect l="l" t="t" r="r" b="b"/>
              <a:pathLst>
                <a:path w="1087754" h="723900">
                  <a:moveTo>
                    <a:pt x="1087130" y="11811"/>
                  </a:moveTo>
                  <a:lnTo>
                    <a:pt x="591708" y="11811"/>
                  </a:lnTo>
                  <a:lnTo>
                    <a:pt x="591708" y="139921"/>
                  </a:lnTo>
                  <a:lnTo>
                    <a:pt x="922263" y="139921"/>
                  </a:lnTo>
                  <a:lnTo>
                    <a:pt x="902172" y="172864"/>
                  </a:lnTo>
                  <a:lnTo>
                    <a:pt x="882620" y="206183"/>
                  </a:lnTo>
                  <a:lnTo>
                    <a:pt x="863589" y="239876"/>
                  </a:lnTo>
                  <a:lnTo>
                    <a:pt x="845058" y="273939"/>
                  </a:lnTo>
                  <a:lnTo>
                    <a:pt x="827248" y="308417"/>
                  </a:lnTo>
                  <a:lnTo>
                    <a:pt x="810227" y="343363"/>
                  </a:lnTo>
                  <a:lnTo>
                    <a:pt x="794017" y="378774"/>
                  </a:lnTo>
                  <a:lnTo>
                    <a:pt x="778642" y="414646"/>
                  </a:lnTo>
                  <a:lnTo>
                    <a:pt x="764046" y="451053"/>
                  </a:lnTo>
                  <a:lnTo>
                    <a:pt x="750349" y="488047"/>
                  </a:lnTo>
                  <a:lnTo>
                    <a:pt x="737554" y="525629"/>
                  </a:lnTo>
                  <a:lnTo>
                    <a:pt x="725667" y="563797"/>
                  </a:lnTo>
                  <a:lnTo>
                    <a:pt x="714871" y="602642"/>
                  </a:lnTo>
                  <a:lnTo>
                    <a:pt x="705135" y="642223"/>
                  </a:lnTo>
                  <a:lnTo>
                    <a:pt x="696491" y="682545"/>
                  </a:lnTo>
                  <a:lnTo>
                    <a:pt x="688969" y="723613"/>
                  </a:lnTo>
                  <a:lnTo>
                    <a:pt x="852799" y="723613"/>
                  </a:lnTo>
                  <a:lnTo>
                    <a:pt x="859740" y="680672"/>
                  </a:lnTo>
                  <a:lnTo>
                    <a:pt x="867590" y="639181"/>
                  </a:lnTo>
                  <a:lnTo>
                    <a:pt x="876365" y="599145"/>
                  </a:lnTo>
                  <a:lnTo>
                    <a:pt x="886084" y="560569"/>
                  </a:lnTo>
                  <a:lnTo>
                    <a:pt x="896800" y="522879"/>
                  </a:lnTo>
                  <a:lnTo>
                    <a:pt x="908559" y="485498"/>
                  </a:lnTo>
                  <a:lnTo>
                    <a:pt x="921364" y="448428"/>
                  </a:lnTo>
                  <a:lnTo>
                    <a:pt x="935217" y="411668"/>
                  </a:lnTo>
                  <a:lnTo>
                    <a:pt x="950164" y="374937"/>
                  </a:lnTo>
                  <a:lnTo>
                    <a:pt x="966212" y="337961"/>
                  </a:lnTo>
                  <a:lnTo>
                    <a:pt x="983373" y="300739"/>
                  </a:lnTo>
                  <a:lnTo>
                    <a:pt x="1001664" y="263271"/>
                  </a:lnTo>
                  <a:lnTo>
                    <a:pt x="1021143" y="225007"/>
                  </a:lnTo>
                  <a:lnTo>
                    <a:pt x="1041871" y="185406"/>
                  </a:lnTo>
                  <a:lnTo>
                    <a:pt x="1063862" y="144470"/>
                  </a:lnTo>
                  <a:lnTo>
                    <a:pt x="1087130" y="102202"/>
                  </a:lnTo>
                  <a:lnTo>
                    <a:pt x="1087130" y="11811"/>
                  </a:lnTo>
                  <a:close/>
                </a:path>
                <a:path w="1087754" h="723900">
                  <a:moveTo>
                    <a:pt x="461244" y="125025"/>
                  </a:moveTo>
                  <a:lnTo>
                    <a:pt x="210068" y="125025"/>
                  </a:lnTo>
                  <a:lnTo>
                    <a:pt x="234853" y="126485"/>
                  </a:lnTo>
                  <a:lnTo>
                    <a:pt x="256260" y="130862"/>
                  </a:lnTo>
                  <a:lnTo>
                    <a:pt x="300188" y="161417"/>
                  </a:lnTo>
                  <a:lnTo>
                    <a:pt x="314706" y="217358"/>
                  </a:lnTo>
                  <a:lnTo>
                    <a:pt x="314210" y="228845"/>
                  </a:lnTo>
                  <a:lnTo>
                    <a:pt x="302337" y="271550"/>
                  </a:lnTo>
                  <a:lnTo>
                    <a:pt x="274155" y="312041"/>
                  </a:lnTo>
                  <a:lnTo>
                    <a:pt x="242956" y="342424"/>
                  </a:lnTo>
                  <a:lnTo>
                    <a:pt x="203279" y="374121"/>
                  </a:lnTo>
                  <a:lnTo>
                    <a:pt x="173070" y="396111"/>
                  </a:lnTo>
                  <a:lnTo>
                    <a:pt x="157543" y="407763"/>
                  </a:lnTo>
                  <a:lnTo>
                    <a:pt x="125364" y="433017"/>
                  </a:lnTo>
                  <a:lnTo>
                    <a:pt x="93653" y="461553"/>
                  </a:lnTo>
                  <a:lnTo>
                    <a:pt x="64526" y="494062"/>
                  </a:lnTo>
                  <a:lnTo>
                    <a:pt x="39079" y="530792"/>
                  </a:lnTo>
                  <a:lnTo>
                    <a:pt x="18409" y="571987"/>
                  </a:lnTo>
                  <a:lnTo>
                    <a:pt x="4632" y="618215"/>
                  </a:lnTo>
                  <a:lnTo>
                    <a:pt x="0" y="670023"/>
                  </a:lnTo>
                  <a:lnTo>
                    <a:pt x="0" y="723613"/>
                  </a:lnTo>
                  <a:lnTo>
                    <a:pt x="473598" y="723613"/>
                  </a:lnTo>
                  <a:lnTo>
                    <a:pt x="473598" y="593585"/>
                  </a:lnTo>
                  <a:lnTo>
                    <a:pt x="171846" y="593585"/>
                  </a:lnTo>
                  <a:lnTo>
                    <a:pt x="172463" y="586539"/>
                  </a:lnTo>
                  <a:lnTo>
                    <a:pt x="193376" y="548719"/>
                  </a:lnTo>
                  <a:lnTo>
                    <a:pt x="226698" y="516524"/>
                  </a:lnTo>
                  <a:lnTo>
                    <a:pt x="258668" y="491687"/>
                  </a:lnTo>
                  <a:lnTo>
                    <a:pt x="293370" y="466523"/>
                  </a:lnTo>
                  <a:lnTo>
                    <a:pt x="310849" y="454246"/>
                  </a:lnTo>
                  <a:lnTo>
                    <a:pt x="328029" y="441757"/>
                  </a:lnTo>
                  <a:lnTo>
                    <a:pt x="361431" y="416134"/>
                  </a:lnTo>
                  <a:lnTo>
                    <a:pt x="392189" y="388778"/>
                  </a:lnTo>
                  <a:lnTo>
                    <a:pt x="419221" y="358807"/>
                  </a:lnTo>
                  <a:lnTo>
                    <a:pt x="441773" y="325805"/>
                  </a:lnTo>
                  <a:lnTo>
                    <a:pt x="459364" y="289322"/>
                  </a:lnTo>
                  <a:lnTo>
                    <a:pt x="470790" y="248376"/>
                  </a:lnTo>
                  <a:lnTo>
                    <a:pt x="474604" y="201966"/>
                  </a:lnTo>
                  <a:lnTo>
                    <a:pt x="473624" y="179427"/>
                  </a:lnTo>
                  <a:lnTo>
                    <a:pt x="470679" y="157975"/>
                  </a:lnTo>
                  <a:lnTo>
                    <a:pt x="465757" y="137612"/>
                  </a:lnTo>
                  <a:lnTo>
                    <a:pt x="461244" y="125025"/>
                  </a:lnTo>
                  <a:close/>
                </a:path>
                <a:path w="1087754" h="723900">
                  <a:moveTo>
                    <a:pt x="243718" y="0"/>
                  </a:moveTo>
                  <a:lnTo>
                    <a:pt x="186901" y="3741"/>
                  </a:lnTo>
                  <a:lnTo>
                    <a:pt x="133049" y="14982"/>
                  </a:lnTo>
                  <a:lnTo>
                    <a:pt x="82173" y="33749"/>
                  </a:lnTo>
                  <a:lnTo>
                    <a:pt x="34290" y="60066"/>
                  </a:lnTo>
                  <a:lnTo>
                    <a:pt x="34290" y="198001"/>
                  </a:lnTo>
                  <a:lnTo>
                    <a:pt x="76697" y="166080"/>
                  </a:lnTo>
                  <a:lnTo>
                    <a:pt x="120121" y="143274"/>
                  </a:lnTo>
                  <a:lnTo>
                    <a:pt x="164574" y="129588"/>
                  </a:lnTo>
                  <a:lnTo>
                    <a:pt x="210068" y="125025"/>
                  </a:lnTo>
                  <a:lnTo>
                    <a:pt x="461244" y="125025"/>
                  </a:lnTo>
                  <a:lnTo>
                    <a:pt x="458845" y="118335"/>
                  </a:lnTo>
                  <a:lnTo>
                    <a:pt x="439715" y="83660"/>
                  </a:lnTo>
                  <a:lnTo>
                    <a:pt x="413522" y="54601"/>
                  </a:lnTo>
                  <a:lnTo>
                    <a:pt x="380466" y="31255"/>
                  </a:lnTo>
                  <a:lnTo>
                    <a:pt x="340735" y="14097"/>
                  </a:lnTo>
                  <a:lnTo>
                    <a:pt x="295038" y="3521"/>
                  </a:lnTo>
                  <a:lnTo>
                    <a:pt x="270072" y="879"/>
                  </a:lnTo>
                  <a:lnTo>
                    <a:pt x="243718" y="0"/>
                  </a:lnTo>
                  <a:close/>
                </a:path>
              </a:pathLst>
            </a:custGeom>
            <a:solidFill>
              <a:srgbClr val="FFFF00"/>
            </a:solidFill>
          </p:spPr>
          <p:txBody>
            <a:bodyPr wrap="square" lIns="0" tIns="0" rIns="0" bIns="0" rtlCol="0"/>
            <a:lstStyle/>
            <a:p>
              <a:endParaRPr/>
            </a:p>
          </p:txBody>
        </p:sp>
        <p:sp>
          <p:nvSpPr>
            <p:cNvPr id="234" name="object 234"/>
            <p:cNvSpPr/>
            <p:nvPr/>
          </p:nvSpPr>
          <p:spPr>
            <a:xfrm>
              <a:off x="7315199" y="5524630"/>
              <a:ext cx="1087755" cy="723900"/>
            </a:xfrm>
            <a:custGeom>
              <a:avLst/>
              <a:gdLst/>
              <a:ahLst/>
              <a:cxnLst/>
              <a:rect l="l" t="t" r="r" b="b"/>
              <a:pathLst>
                <a:path w="1087754" h="723900">
                  <a:moveTo>
                    <a:pt x="591708" y="11810"/>
                  </a:moveTo>
                  <a:lnTo>
                    <a:pt x="1087130" y="11810"/>
                  </a:lnTo>
                  <a:lnTo>
                    <a:pt x="1087130" y="102202"/>
                  </a:lnTo>
                  <a:lnTo>
                    <a:pt x="1063861" y="144470"/>
                  </a:lnTo>
                  <a:lnTo>
                    <a:pt x="1041871" y="185406"/>
                  </a:lnTo>
                  <a:lnTo>
                    <a:pt x="1021143" y="225007"/>
                  </a:lnTo>
                  <a:lnTo>
                    <a:pt x="1001664" y="263270"/>
                  </a:lnTo>
                  <a:lnTo>
                    <a:pt x="983373" y="300739"/>
                  </a:lnTo>
                  <a:lnTo>
                    <a:pt x="966212" y="337961"/>
                  </a:lnTo>
                  <a:lnTo>
                    <a:pt x="950164" y="374937"/>
                  </a:lnTo>
                  <a:lnTo>
                    <a:pt x="935217" y="411668"/>
                  </a:lnTo>
                  <a:lnTo>
                    <a:pt x="921364" y="448428"/>
                  </a:lnTo>
                  <a:lnTo>
                    <a:pt x="908559" y="485498"/>
                  </a:lnTo>
                  <a:lnTo>
                    <a:pt x="896800" y="522879"/>
                  </a:lnTo>
                  <a:lnTo>
                    <a:pt x="886084" y="560569"/>
                  </a:lnTo>
                  <a:lnTo>
                    <a:pt x="876365" y="599145"/>
                  </a:lnTo>
                  <a:lnTo>
                    <a:pt x="867590" y="639181"/>
                  </a:lnTo>
                  <a:lnTo>
                    <a:pt x="859740" y="680672"/>
                  </a:lnTo>
                  <a:lnTo>
                    <a:pt x="852799" y="723613"/>
                  </a:lnTo>
                  <a:lnTo>
                    <a:pt x="688969" y="723613"/>
                  </a:lnTo>
                  <a:lnTo>
                    <a:pt x="696491" y="682545"/>
                  </a:lnTo>
                  <a:lnTo>
                    <a:pt x="705135" y="642223"/>
                  </a:lnTo>
                  <a:lnTo>
                    <a:pt x="714871" y="602642"/>
                  </a:lnTo>
                  <a:lnTo>
                    <a:pt x="725667" y="563797"/>
                  </a:lnTo>
                  <a:lnTo>
                    <a:pt x="737554" y="525629"/>
                  </a:lnTo>
                  <a:lnTo>
                    <a:pt x="750349" y="488047"/>
                  </a:lnTo>
                  <a:lnTo>
                    <a:pt x="764046" y="451053"/>
                  </a:lnTo>
                  <a:lnTo>
                    <a:pt x="778642" y="414646"/>
                  </a:lnTo>
                  <a:lnTo>
                    <a:pt x="794017" y="378774"/>
                  </a:lnTo>
                  <a:lnTo>
                    <a:pt x="810226" y="343363"/>
                  </a:lnTo>
                  <a:lnTo>
                    <a:pt x="827248" y="308417"/>
                  </a:lnTo>
                  <a:lnTo>
                    <a:pt x="845057" y="273938"/>
                  </a:lnTo>
                  <a:lnTo>
                    <a:pt x="863589" y="239876"/>
                  </a:lnTo>
                  <a:lnTo>
                    <a:pt x="882620" y="206183"/>
                  </a:lnTo>
                  <a:lnTo>
                    <a:pt x="902172" y="172864"/>
                  </a:lnTo>
                  <a:lnTo>
                    <a:pt x="922263" y="139921"/>
                  </a:lnTo>
                  <a:lnTo>
                    <a:pt x="591708" y="139921"/>
                  </a:lnTo>
                  <a:lnTo>
                    <a:pt x="591708" y="11810"/>
                  </a:lnTo>
                  <a:close/>
                </a:path>
                <a:path w="1087754" h="723900">
                  <a:moveTo>
                    <a:pt x="243718" y="0"/>
                  </a:moveTo>
                  <a:lnTo>
                    <a:pt x="295038" y="3521"/>
                  </a:lnTo>
                  <a:lnTo>
                    <a:pt x="340735" y="14096"/>
                  </a:lnTo>
                  <a:lnTo>
                    <a:pt x="380466" y="31255"/>
                  </a:lnTo>
                  <a:lnTo>
                    <a:pt x="413522" y="54601"/>
                  </a:lnTo>
                  <a:lnTo>
                    <a:pt x="439715" y="83660"/>
                  </a:lnTo>
                  <a:lnTo>
                    <a:pt x="458845" y="118335"/>
                  </a:lnTo>
                  <a:lnTo>
                    <a:pt x="470679" y="157975"/>
                  </a:lnTo>
                  <a:lnTo>
                    <a:pt x="474604" y="201966"/>
                  </a:lnTo>
                  <a:lnTo>
                    <a:pt x="473650" y="225855"/>
                  </a:lnTo>
                  <a:lnTo>
                    <a:pt x="466027" y="269530"/>
                  </a:lnTo>
                  <a:lnTo>
                    <a:pt x="451201" y="307997"/>
                  </a:lnTo>
                  <a:lnTo>
                    <a:pt x="431104" y="342743"/>
                  </a:lnTo>
                  <a:lnTo>
                    <a:pt x="406175" y="374121"/>
                  </a:lnTo>
                  <a:lnTo>
                    <a:pt x="377272" y="402781"/>
                  </a:lnTo>
                  <a:lnTo>
                    <a:pt x="344895" y="429054"/>
                  </a:lnTo>
                  <a:lnTo>
                    <a:pt x="310849" y="454246"/>
                  </a:lnTo>
                  <a:lnTo>
                    <a:pt x="293369" y="466523"/>
                  </a:lnTo>
                  <a:lnTo>
                    <a:pt x="281578" y="474944"/>
                  </a:lnTo>
                  <a:lnTo>
                    <a:pt x="247528" y="500015"/>
                  </a:lnTo>
                  <a:lnTo>
                    <a:pt x="217271" y="524680"/>
                  </a:lnTo>
                  <a:lnTo>
                    <a:pt x="187125" y="556553"/>
                  </a:lnTo>
                  <a:lnTo>
                    <a:pt x="171846" y="593585"/>
                  </a:lnTo>
                  <a:lnTo>
                    <a:pt x="473598" y="593585"/>
                  </a:lnTo>
                  <a:lnTo>
                    <a:pt x="473598" y="723613"/>
                  </a:lnTo>
                  <a:lnTo>
                    <a:pt x="0" y="723613"/>
                  </a:lnTo>
                  <a:lnTo>
                    <a:pt x="0" y="670023"/>
                  </a:lnTo>
                  <a:lnTo>
                    <a:pt x="4632" y="618215"/>
                  </a:lnTo>
                  <a:lnTo>
                    <a:pt x="18409" y="571987"/>
                  </a:lnTo>
                  <a:lnTo>
                    <a:pt x="39079" y="530792"/>
                  </a:lnTo>
                  <a:lnTo>
                    <a:pt x="64526" y="494062"/>
                  </a:lnTo>
                  <a:lnTo>
                    <a:pt x="93653" y="461553"/>
                  </a:lnTo>
                  <a:lnTo>
                    <a:pt x="125364" y="433017"/>
                  </a:lnTo>
                  <a:lnTo>
                    <a:pt x="157543" y="407763"/>
                  </a:lnTo>
                  <a:lnTo>
                    <a:pt x="188213" y="385108"/>
                  </a:lnTo>
                  <a:lnTo>
                    <a:pt x="203351" y="374069"/>
                  </a:lnTo>
                  <a:lnTo>
                    <a:pt x="242956" y="342424"/>
                  </a:lnTo>
                  <a:lnTo>
                    <a:pt x="274155" y="312041"/>
                  </a:lnTo>
                  <a:lnTo>
                    <a:pt x="302337" y="271550"/>
                  </a:lnTo>
                  <a:lnTo>
                    <a:pt x="314210" y="228845"/>
                  </a:lnTo>
                  <a:lnTo>
                    <a:pt x="314705" y="217358"/>
                  </a:lnTo>
                  <a:lnTo>
                    <a:pt x="313090" y="195921"/>
                  </a:lnTo>
                  <a:lnTo>
                    <a:pt x="288919" y="148352"/>
                  </a:lnTo>
                  <a:lnTo>
                    <a:pt x="234853" y="126485"/>
                  </a:lnTo>
                  <a:lnTo>
                    <a:pt x="210068" y="125025"/>
                  </a:lnTo>
                  <a:lnTo>
                    <a:pt x="164574" y="129588"/>
                  </a:lnTo>
                  <a:lnTo>
                    <a:pt x="120121" y="143274"/>
                  </a:lnTo>
                  <a:lnTo>
                    <a:pt x="76697" y="166080"/>
                  </a:lnTo>
                  <a:lnTo>
                    <a:pt x="34289" y="198001"/>
                  </a:lnTo>
                  <a:lnTo>
                    <a:pt x="34289" y="60066"/>
                  </a:lnTo>
                  <a:lnTo>
                    <a:pt x="82173" y="33749"/>
                  </a:lnTo>
                  <a:lnTo>
                    <a:pt x="133049" y="14982"/>
                  </a:lnTo>
                  <a:lnTo>
                    <a:pt x="186901" y="3741"/>
                  </a:lnTo>
                  <a:lnTo>
                    <a:pt x="243718" y="0"/>
                  </a:lnTo>
                  <a:close/>
                </a:path>
              </a:pathLst>
            </a:custGeom>
            <a:ln w="12191">
              <a:solidFill>
                <a:srgbClr val="000000"/>
              </a:solidFill>
            </a:ln>
          </p:spPr>
          <p:txBody>
            <a:bodyPr wrap="square" lIns="0" tIns="0" rIns="0" bIns="0" rtlCol="0"/>
            <a:lstStyle/>
            <a:p>
              <a:endParaRPr/>
            </a:p>
          </p:txBody>
        </p:sp>
        <p:sp>
          <p:nvSpPr>
            <p:cNvPr id="235" name="object 235"/>
            <p:cNvSpPr/>
            <p:nvPr/>
          </p:nvSpPr>
          <p:spPr>
            <a:xfrm>
              <a:off x="6781800" y="5227320"/>
              <a:ext cx="2218944" cy="1345691"/>
            </a:xfrm>
            <a:prstGeom prst="rect">
              <a:avLst/>
            </a:prstGeom>
            <a:blipFill>
              <a:blip r:embed="rId14" cstate="print"/>
              <a:stretch>
                <a:fillRect/>
              </a:stretch>
            </a:blipFill>
          </p:spPr>
          <p:txBody>
            <a:bodyPr wrap="square" lIns="0" tIns="0" rIns="0" bIns="0" rtlCol="0"/>
            <a:lstStyle/>
            <a:p>
              <a:endParaRPr/>
            </a:p>
          </p:txBody>
        </p:sp>
        <p:sp>
          <p:nvSpPr>
            <p:cNvPr id="236" name="object 236"/>
            <p:cNvSpPr/>
            <p:nvPr/>
          </p:nvSpPr>
          <p:spPr>
            <a:xfrm>
              <a:off x="6627876" y="4910327"/>
              <a:ext cx="2516123" cy="1947671"/>
            </a:xfrm>
            <a:prstGeom prst="rect">
              <a:avLst/>
            </a:prstGeom>
            <a:blipFill>
              <a:blip r:embed="rId99" cstate="print"/>
              <a:stretch>
                <a:fillRect/>
              </a:stretch>
            </a:blipFill>
          </p:spPr>
          <p:txBody>
            <a:bodyPr wrap="square" lIns="0" tIns="0" rIns="0" bIns="0" rtlCol="0"/>
            <a:lstStyle/>
            <a:p>
              <a:endParaRPr/>
            </a:p>
          </p:txBody>
        </p:sp>
        <p:sp>
          <p:nvSpPr>
            <p:cNvPr id="237" name="object 237"/>
            <p:cNvSpPr/>
            <p:nvPr/>
          </p:nvSpPr>
          <p:spPr>
            <a:xfrm>
              <a:off x="6862815" y="5288529"/>
              <a:ext cx="2057400" cy="1184275"/>
            </a:xfrm>
            <a:custGeom>
              <a:avLst/>
              <a:gdLst/>
              <a:ahLst/>
              <a:cxnLst/>
              <a:rect l="l" t="t" r="r" b="b"/>
              <a:pathLst>
                <a:path w="2057400" h="1184275">
                  <a:moveTo>
                    <a:pt x="1824989" y="0"/>
                  </a:moveTo>
                  <a:lnTo>
                    <a:pt x="232562" y="0"/>
                  </a:lnTo>
                  <a:lnTo>
                    <a:pt x="185701" y="4725"/>
                  </a:lnTo>
                  <a:lnTo>
                    <a:pt x="142050" y="18278"/>
                  </a:lnTo>
                  <a:lnTo>
                    <a:pt x="102547" y="39722"/>
                  </a:lnTo>
                  <a:lnTo>
                    <a:pt x="68126" y="68121"/>
                  </a:lnTo>
                  <a:lnTo>
                    <a:pt x="39725" y="102539"/>
                  </a:lnTo>
                  <a:lnTo>
                    <a:pt x="18279" y="142039"/>
                  </a:lnTo>
                  <a:lnTo>
                    <a:pt x="4726" y="185685"/>
                  </a:lnTo>
                  <a:lnTo>
                    <a:pt x="0" y="232541"/>
                  </a:lnTo>
                  <a:lnTo>
                    <a:pt x="0" y="951500"/>
                  </a:lnTo>
                  <a:lnTo>
                    <a:pt x="4726" y="998359"/>
                  </a:lnTo>
                  <a:lnTo>
                    <a:pt x="18279" y="1042005"/>
                  </a:lnTo>
                  <a:lnTo>
                    <a:pt x="39725" y="1081503"/>
                  </a:lnTo>
                  <a:lnTo>
                    <a:pt x="68126" y="1115918"/>
                  </a:lnTo>
                  <a:lnTo>
                    <a:pt x="102547" y="1144313"/>
                  </a:lnTo>
                  <a:lnTo>
                    <a:pt x="142050" y="1165754"/>
                  </a:lnTo>
                  <a:lnTo>
                    <a:pt x="185701" y="1179304"/>
                  </a:lnTo>
                  <a:lnTo>
                    <a:pt x="232562" y="1184029"/>
                  </a:lnTo>
                  <a:lnTo>
                    <a:pt x="1824989" y="1184029"/>
                  </a:lnTo>
                  <a:lnTo>
                    <a:pt x="1871844" y="1179304"/>
                  </a:lnTo>
                  <a:lnTo>
                    <a:pt x="1915477" y="1165754"/>
                  </a:lnTo>
                  <a:lnTo>
                    <a:pt x="1954957" y="1144313"/>
                  </a:lnTo>
                  <a:lnTo>
                    <a:pt x="1989349" y="1115918"/>
                  </a:lnTo>
                  <a:lnTo>
                    <a:pt x="2017722" y="1081503"/>
                  </a:lnTo>
                  <a:lnTo>
                    <a:pt x="2039143" y="1042005"/>
                  </a:lnTo>
                  <a:lnTo>
                    <a:pt x="2052680" y="998359"/>
                  </a:lnTo>
                  <a:lnTo>
                    <a:pt x="2057399" y="951500"/>
                  </a:lnTo>
                  <a:lnTo>
                    <a:pt x="2057399" y="232541"/>
                  </a:lnTo>
                  <a:lnTo>
                    <a:pt x="2052680" y="185685"/>
                  </a:lnTo>
                  <a:lnTo>
                    <a:pt x="2039143" y="142039"/>
                  </a:lnTo>
                  <a:lnTo>
                    <a:pt x="2017722" y="102539"/>
                  </a:lnTo>
                  <a:lnTo>
                    <a:pt x="1989349" y="68121"/>
                  </a:lnTo>
                  <a:lnTo>
                    <a:pt x="1954957" y="39722"/>
                  </a:lnTo>
                  <a:lnTo>
                    <a:pt x="1915477" y="18278"/>
                  </a:lnTo>
                  <a:lnTo>
                    <a:pt x="1871844" y="4725"/>
                  </a:lnTo>
                  <a:lnTo>
                    <a:pt x="1824989" y="0"/>
                  </a:lnTo>
                  <a:close/>
                </a:path>
              </a:pathLst>
            </a:custGeom>
            <a:solidFill>
              <a:srgbClr val="252525"/>
            </a:solidFill>
          </p:spPr>
          <p:txBody>
            <a:bodyPr wrap="square" lIns="0" tIns="0" rIns="0" bIns="0" rtlCol="0"/>
            <a:lstStyle/>
            <a:p>
              <a:endParaRPr/>
            </a:p>
          </p:txBody>
        </p:sp>
        <p:sp>
          <p:nvSpPr>
            <p:cNvPr id="238" name="object 238"/>
            <p:cNvSpPr/>
            <p:nvPr/>
          </p:nvSpPr>
          <p:spPr>
            <a:xfrm>
              <a:off x="6862815" y="5288529"/>
              <a:ext cx="2057400" cy="1184275"/>
            </a:xfrm>
            <a:custGeom>
              <a:avLst/>
              <a:gdLst/>
              <a:ahLst/>
              <a:cxnLst/>
              <a:rect l="l" t="t" r="r" b="b"/>
              <a:pathLst>
                <a:path w="2057400" h="1184275">
                  <a:moveTo>
                    <a:pt x="0" y="232541"/>
                  </a:moveTo>
                  <a:lnTo>
                    <a:pt x="4726" y="185685"/>
                  </a:lnTo>
                  <a:lnTo>
                    <a:pt x="18279" y="142039"/>
                  </a:lnTo>
                  <a:lnTo>
                    <a:pt x="39725" y="102539"/>
                  </a:lnTo>
                  <a:lnTo>
                    <a:pt x="68126" y="68121"/>
                  </a:lnTo>
                  <a:lnTo>
                    <a:pt x="102547" y="39722"/>
                  </a:lnTo>
                  <a:lnTo>
                    <a:pt x="142050" y="18278"/>
                  </a:lnTo>
                  <a:lnTo>
                    <a:pt x="185701" y="4725"/>
                  </a:lnTo>
                  <a:lnTo>
                    <a:pt x="232562" y="0"/>
                  </a:lnTo>
                  <a:lnTo>
                    <a:pt x="1824989" y="0"/>
                  </a:lnTo>
                  <a:lnTo>
                    <a:pt x="1871844" y="4725"/>
                  </a:lnTo>
                  <a:lnTo>
                    <a:pt x="1915477" y="18278"/>
                  </a:lnTo>
                  <a:lnTo>
                    <a:pt x="1954957" y="39722"/>
                  </a:lnTo>
                  <a:lnTo>
                    <a:pt x="1989349" y="68121"/>
                  </a:lnTo>
                  <a:lnTo>
                    <a:pt x="2017722" y="102539"/>
                  </a:lnTo>
                  <a:lnTo>
                    <a:pt x="2039143" y="142039"/>
                  </a:lnTo>
                  <a:lnTo>
                    <a:pt x="2052680" y="185685"/>
                  </a:lnTo>
                  <a:lnTo>
                    <a:pt x="2057399" y="232541"/>
                  </a:lnTo>
                  <a:lnTo>
                    <a:pt x="2057399" y="951500"/>
                  </a:lnTo>
                  <a:lnTo>
                    <a:pt x="2052680" y="998359"/>
                  </a:lnTo>
                  <a:lnTo>
                    <a:pt x="2039143" y="1042005"/>
                  </a:lnTo>
                  <a:lnTo>
                    <a:pt x="2017722" y="1081503"/>
                  </a:lnTo>
                  <a:lnTo>
                    <a:pt x="1989349" y="1115918"/>
                  </a:lnTo>
                  <a:lnTo>
                    <a:pt x="1954957" y="1144313"/>
                  </a:lnTo>
                  <a:lnTo>
                    <a:pt x="1915477" y="1165754"/>
                  </a:lnTo>
                  <a:lnTo>
                    <a:pt x="1871844" y="1179304"/>
                  </a:lnTo>
                  <a:lnTo>
                    <a:pt x="1824989" y="1184029"/>
                  </a:lnTo>
                  <a:lnTo>
                    <a:pt x="232562" y="1184029"/>
                  </a:lnTo>
                  <a:lnTo>
                    <a:pt x="185701" y="1179304"/>
                  </a:lnTo>
                  <a:lnTo>
                    <a:pt x="142050" y="1165754"/>
                  </a:lnTo>
                  <a:lnTo>
                    <a:pt x="102547" y="1144313"/>
                  </a:lnTo>
                  <a:lnTo>
                    <a:pt x="68126" y="1115918"/>
                  </a:lnTo>
                  <a:lnTo>
                    <a:pt x="39725" y="1081503"/>
                  </a:lnTo>
                  <a:lnTo>
                    <a:pt x="18279" y="1042005"/>
                  </a:lnTo>
                  <a:lnTo>
                    <a:pt x="4726" y="998359"/>
                  </a:lnTo>
                  <a:lnTo>
                    <a:pt x="0" y="951500"/>
                  </a:lnTo>
                  <a:lnTo>
                    <a:pt x="0" y="232541"/>
                  </a:lnTo>
                  <a:close/>
                </a:path>
              </a:pathLst>
            </a:custGeom>
            <a:ln w="76199">
              <a:solidFill>
                <a:srgbClr val="00AF50"/>
              </a:solidFill>
            </a:ln>
          </p:spPr>
          <p:txBody>
            <a:bodyPr wrap="square" lIns="0" tIns="0" rIns="0" bIns="0" rtlCol="0"/>
            <a:lstStyle/>
            <a:p>
              <a:endParaRPr/>
            </a:p>
          </p:txBody>
        </p:sp>
        <p:sp>
          <p:nvSpPr>
            <p:cNvPr id="239" name="object 239"/>
            <p:cNvSpPr/>
            <p:nvPr/>
          </p:nvSpPr>
          <p:spPr>
            <a:xfrm>
              <a:off x="6669024" y="4931662"/>
              <a:ext cx="2474976" cy="1926336"/>
            </a:xfrm>
            <a:prstGeom prst="rect">
              <a:avLst/>
            </a:prstGeom>
            <a:blipFill>
              <a:blip r:embed="rId100" cstate="print"/>
              <a:stretch>
                <a:fillRect/>
              </a:stretch>
            </a:blipFill>
          </p:spPr>
          <p:txBody>
            <a:bodyPr wrap="square" lIns="0" tIns="0" rIns="0" bIns="0" rtlCol="0"/>
            <a:lstStyle/>
            <a:p>
              <a:endParaRPr/>
            </a:p>
          </p:txBody>
        </p:sp>
        <p:sp>
          <p:nvSpPr>
            <p:cNvPr id="240" name="object 240"/>
            <p:cNvSpPr/>
            <p:nvPr/>
          </p:nvSpPr>
          <p:spPr>
            <a:xfrm>
              <a:off x="7340864" y="5522595"/>
              <a:ext cx="1101211" cy="747308"/>
            </a:xfrm>
            <a:prstGeom prst="rect">
              <a:avLst/>
            </a:prstGeom>
            <a:blipFill>
              <a:blip r:embed="rId101" cstate="print"/>
              <a:stretch>
                <a:fillRect/>
              </a:stretch>
            </a:blipFill>
          </p:spPr>
          <p:txBody>
            <a:bodyPr wrap="square" lIns="0" tIns="0" rIns="0" bIns="0" rtlCol="0"/>
            <a:lstStyle/>
            <a:p>
              <a:endParaRPr/>
            </a:p>
          </p:txBody>
        </p:sp>
        <p:sp>
          <p:nvSpPr>
            <p:cNvPr id="241" name="object 241"/>
            <p:cNvSpPr/>
            <p:nvPr/>
          </p:nvSpPr>
          <p:spPr>
            <a:xfrm>
              <a:off x="6777227" y="5245608"/>
              <a:ext cx="2218944" cy="1345692"/>
            </a:xfrm>
            <a:prstGeom prst="rect">
              <a:avLst/>
            </a:prstGeom>
            <a:blipFill>
              <a:blip r:embed="rId75" cstate="print"/>
              <a:stretch>
                <a:fillRect/>
              </a:stretch>
            </a:blipFill>
          </p:spPr>
          <p:txBody>
            <a:bodyPr wrap="square" lIns="0" tIns="0" rIns="0" bIns="0" rtlCol="0"/>
            <a:lstStyle/>
            <a:p>
              <a:endParaRPr/>
            </a:p>
          </p:txBody>
        </p:sp>
        <p:sp>
          <p:nvSpPr>
            <p:cNvPr id="242" name="object 242"/>
            <p:cNvSpPr/>
            <p:nvPr/>
          </p:nvSpPr>
          <p:spPr>
            <a:xfrm>
              <a:off x="6623303" y="4928615"/>
              <a:ext cx="2520695" cy="1929383"/>
            </a:xfrm>
            <a:prstGeom prst="rect">
              <a:avLst/>
            </a:prstGeom>
            <a:blipFill>
              <a:blip r:embed="rId102" cstate="print"/>
              <a:stretch>
                <a:fillRect/>
              </a:stretch>
            </a:blipFill>
          </p:spPr>
          <p:txBody>
            <a:bodyPr wrap="square" lIns="0" tIns="0" rIns="0" bIns="0" rtlCol="0"/>
            <a:lstStyle/>
            <a:p>
              <a:endParaRPr/>
            </a:p>
          </p:txBody>
        </p:sp>
        <p:sp>
          <p:nvSpPr>
            <p:cNvPr id="243" name="object 243"/>
            <p:cNvSpPr/>
            <p:nvPr/>
          </p:nvSpPr>
          <p:spPr>
            <a:xfrm>
              <a:off x="6857999" y="5306817"/>
              <a:ext cx="2057400" cy="1184275"/>
            </a:xfrm>
            <a:custGeom>
              <a:avLst/>
              <a:gdLst/>
              <a:ahLst/>
              <a:cxnLst/>
              <a:rect l="l" t="t" r="r" b="b"/>
              <a:pathLst>
                <a:path w="2057400" h="1184275">
                  <a:moveTo>
                    <a:pt x="1824868" y="0"/>
                  </a:moveTo>
                  <a:lnTo>
                    <a:pt x="232531" y="0"/>
                  </a:lnTo>
                  <a:lnTo>
                    <a:pt x="185680" y="4725"/>
                  </a:lnTo>
                  <a:lnTo>
                    <a:pt x="142037" y="18278"/>
                  </a:lnTo>
                  <a:lnTo>
                    <a:pt x="102539" y="39722"/>
                  </a:lnTo>
                  <a:lnTo>
                    <a:pt x="68122" y="68121"/>
                  </a:lnTo>
                  <a:lnTo>
                    <a:pt x="39723" y="102539"/>
                  </a:lnTo>
                  <a:lnTo>
                    <a:pt x="18279" y="142039"/>
                  </a:lnTo>
                  <a:lnTo>
                    <a:pt x="4725" y="185685"/>
                  </a:lnTo>
                  <a:lnTo>
                    <a:pt x="0" y="232541"/>
                  </a:lnTo>
                  <a:lnTo>
                    <a:pt x="0" y="951524"/>
                  </a:lnTo>
                  <a:lnTo>
                    <a:pt x="4725" y="998383"/>
                  </a:lnTo>
                  <a:lnTo>
                    <a:pt x="18279" y="1042027"/>
                  </a:lnTo>
                  <a:lnTo>
                    <a:pt x="39723" y="1081524"/>
                  </a:lnTo>
                  <a:lnTo>
                    <a:pt x="68122" y="1115936"/>
                  </a:lnTo>
                  <a:lnTo>
                    <a:pt x="102539" y="1144329"/>
                  </a:lnTo>
                  <a:lnTo>
                    <a:pt x="142037" y="1165768"/>
                  </a:lnTo>
                  <a:lnTo>
                    <a:pt x="185680" y="1179317"/>
                  </a:lnTo>
                  <a:lnTo>
                    <a:pt x="232531" y="1184041"/>
                  </a:lnTo>
                  <a:lnTo>
                    <a:pt x="1824868" y="1184041"/>
                  </a:lnTo>
                  <a:lnTo>
                    <a:pt x="1871719" y="1179317"/>
                  </a:lnTo>
                  <a:lnTo>
                    <a:pt x="1915362" y="1165768"/>
                  </a:lnTo>
                  <a:lnTo>
                    <a:pt x="1954860" y="1144329"/>
                  </a:lnTo>
                  <a:lnTo>
                    <a:pt x="1989277" y="1115936"/>
                  </a:lnTo>
                  <a:lnTo>
                    <a:pt x="2017676" y="1081524"/>
                  </a:lnTo>
                  <a:lnTo>
                    <a:pt x="2039120" y="1042027"/>
                  </a:lnTo>
                  <a:lnTo>
                    <a:pt x="2052674" y="998383"/>
                  </a:lnTo>
                  <a:lnTo>
                    <a:pt x="2057399" y="951524"/>
                  </a:lnTo>
                  <a:lnTo>
                    <a:pt x="2057399" y="232541"/>
                  </a:lnTo>
                  <a:lnTo>
                    <a:pt x="2052674" y="185685"/>
                  </a:lnTo>
                  <a:lnTo>
                    <a:pt x="2039120" y="142039"/>
                  </a:lnTo>
                  <a:lnTo>
                    <a:pt x="2017676" y="102539"/>
                  </a:lnTo>
                  <a:lnTo>
                    <a:pt x="1989277" y="68121"/>
                  </a:lnTo>
                  <a:lnTo>
                    <a:pt x="1954860" y="39722"/>
                  </a:lnTo>
                  <a:lnTo>
                    <a:pt x="1915362" y="18278"/>
                  </a:lnTo>
                  <a:lnTo>
                    <a:pt x="1871719" y="4725"/>
                  </a:lnTo>
                  <a:lnTo>
                    <a:pt x="1824868" y="0"/>
                  </a:lnTo>
                  <a:close/>
                </a:path>
              </a:pathLst>
            </a:custGeom>
            <a:solidFill>
              <a:srgbClr val="252525"/>
            </a:solidFill>
          </p:spPr>
          <p:txBody>
            <a:bodyPr wrap="square" lIns="0" tIns="0" rIns="0" bIns="0" rtlCol="0"/>
            <a:lstStyle/>
            <a:p>
              <a:endParaRPr/>
            </a:p>
          </p:txBody>
        </p:sp>
        <p:sp>
          <p:nvSpPr>
            <p:cNvPr id="244" name="object 244"/>
            <p:cNvSpPr/>
            <p:nvPr/>
          </p:nvSpPr>
          <p:spPr>
            <a:xfrm>
              <a:off x="6857999" y="5306817"/>
              <a:ext cx="2057400" cy="1184275"/>
            </a:xfrm>
            <a:custGeom>
              <a:avLst/>
              <a:gdLst/>
              <a:ahLst/>
              <a:cxnLst/>
              <a:rect l="l" t="t" r="r" b="b"/>
              <a:pathLst>
                <a:path w="2057400" h="1184275">
                  <a:moveTo>
                    <a:pt x="0" y="232541"/>
                  </a:moveTo>
                  <a:lnTo>
                    <a:pt x="4725" y="185685"/>
                  </a:lnTo>
                  <a:lnTo>
                    <a:pt x="18279" y="142039"/>
                  </a:lnTo>
                  <a:lnTo>
                    <a:pt x="39723" y="102539"/>
                  </a:lnTo>
                  <a:lnTo>
                    <a:pt x="68122" y="68121"/>
                  </a:lnTo>
                  <a:lnTo>
                    <a:pt x="102539" y="39722"/>
                  </a:lnTo>
                  <a:lnTo>
                    <a:pt x="142037" y="18278"/>
                  </a:lnTo>
                  <a:lnTo>
                    <a:pt x="185680" y="4725"/>
                  </a:lnTo>
                  <a:lnTo>
                    <a:pt x="232531" y="0"/>
                  </a:lnTo>
                  <a:lnTo>
                    <a:pt x="1824868" y="0"/>
                  </a:lnTo>
                  <a:lnTo>
                    <a:pt x="1871719" y="4725"/>
                  </a:lnTo>
                  <a:lnTo>
                    <a:pt x="1915362" y="18278"/>
                  </a:lnTo>
                  <a:lnTo>
                    <a:pt x="1954860" y="39722"/>
                  </a:lnTo>
                  <a:lnTo>
                    <a:pt x="1989277" y="68121"/>
                  </a:lnTo>
                  <a:lnTo>
                    <a:pt x="2017676" y="102539"/>
                  </a:lnTo>
                  <a:lnTo>
                    <a:pt x="2039120" y="142039"/>
                  </a:lnTo>
                  <a:lnTo>
                    <a:pt x="2052674" y="185685"/>
                  </a:lnTo>
                  <a:lnTo>
                    <a:pt x="2057399" y="232541"/>
                  </a:lnTo>
                  <a:lnTo>
                    <a:pt x="2057399" y="951524"/>
                  </a:lnTo>
                  <a:lnTo>
                    <a:pt x="2052674" y="998383"/>
                  </a:lnTo>
                  <a:lnTo>
                    <a:pt x="2039120" y="1042027"/>
                  </a:lnTo>
                  <a:lnTo>
                    <a:pt x="2017676" y="1081524"/>
                  </a:lnTo>
                  <a:lnTo>
                    <a:pt x="1989277" y="1115936"/>
                  </a:lnTo>
                  <a:lnTo>
                    <a:pt x="1954860" y="1144329"/>
                  </a:lnTo>
                  <a:lnTo>
                    <a:pt x="1915362" y="1165768"/>
                  </a:lnTo>
                  <a:lnTo>
                    <a:pt x="1871719" y="1179317"/>
                  </a:lnTo>
                  <a:lnTo>
                    <a:pt x="1824868" y="1184041"/>
                  </a:lnTo>
                  <a:lnTo>
                    <a:pt x="232531" y="1184041"/>
                  </a:lnTo>
                  <a:lnTo>
                    <a:pt x="185680" y="1179317"/>
                  </a:lnTo>
                  <a:lnTo>
                    <a:pt x="142037" y="1165768"/>
                  </a:lnTo>
                  <a:lnTo>
                    <a:pt x="102539" y="1144329"/>
                  </a:lnTo>
                  <a:lnTo>
                    <a:pt x="68122" y="1115936"/>
                  </a:lnTo>
                  <a:lnTo>
                    <a:pt x="39723" y="1081524"/>
                  </a:lnTo>
                  <a:lnTo>
                    <a:pt x="18279" y="1042027"/>
                  </a:lnTo>
                  <a:lnTo>
                    <a:pt x="4725" y="998383"/>
                  </a:lnTo>
                  <a:lnTo>
                    <a:pt x="0" y="951524"/>
                  </a:lnTo>
                  <a:lnTo>
                    <a:pt x="0" y="232541"/>
                  </a:lnTo>
                  <a:close/>
                </a:path>
              </a:pathLst>
            </a:custGeom>
            <a:ln w="76199">
              <a:solidFill>
                <a:srgbClr val="00AF50"/>
              </a:solidFill>
            </a:ln>
          </p:spPr>
          <p:txBody>
            <a:bodyPr wrap="square" lIns="0" tIns="0" rIns="0" bIns="0" rtlCol="0"/>
            <a:lstStyle/>
            <a:p>
              <a:endParaRPr/>
            </a:p>
          </p:txBody>
        </p:sp>
        <p:sp>
          <p:nvSpPr>
            <p:cNvPr id="245" name="object 245"/>
            <p:cNvSpPr/>
            <p:nvPr/>
          </p:nvSpPr>
          <p:spPr>
            <a:xfrm>
              <a:off x="6664451" y="4949950"/>
              <a:ext cx="2479548" cy="1908047"/>
            </a:xfrm>
            <a:prstGeom prst="rect">
              <a:avLst/>
            </a:prstGeom>
            <a:blipFill>
              <a:blip r:embed="rId103" cstate="print"/>
              <a:stretch>
                <a:fillRect/>
              </a:stretch>
            </a:blipFill>
          </p:spPr>
          <p:txBody>
            <a:bodyPr wrap="square" lIns="0" tIns="0" rIns="0" bIns="0" rtlCol="0"/>
            <a:lstStyle/>
            <a:p>
              <a:endParaRPr/>
            </a:p>
          </p:txBody>
        </p:sp>
        <p:sp>
          <p:nvSpPr>
            <p:cNvPr id="246" name="object 246"/>
            <p:cNvSpPr/>
            <p:nvPr/>
          </p:nvSpPr>
          <p:spPr>
            <a:xfrm>
              <a:off x="7341992" y="5546978"/>
              <a:ext cx="1083945" cy="736600"/>
            </a:xfrm>
            <a:custGeom>
              <a:avLst/>
              <a:gdLst/>
              <a:ahLst/>
              <a:cxnLst/>
              <a:rect l="l" t="t" r="r" b="b"/>
              <a:pathLst>
                <a:path w="1083945" h="736600">
                  <a:moveTo>
                    <a:pt x="623437" y="579287"/>
                  </a:moveTo>
                  <a:lnTo>
                    <a:pt x="623437" y="708327"/>
                  </a:lnTo>
                  <a:lnTo>
                    <a:pt x="656498" y="720492"/>
                  </a:lnTo>
                  <a:lnTo>
                    <a:pt x="692585" y="729179"/>
                  </a:lnTo>
                  <a:lnTo>
                    <a:pt x="731695" y="734391"/>
                  </a:lnTo>
                  <a:lnTo>
                    <a:pt x="773826" y="736128"/>
                  </a:lnTo>
                  <a:lnTo>
                    <a:pt x="809456" y="734391"/>
                  </a:lnTo>
                  <a:lnTo>
                    <a:pt x="874638" y="720637"/>
                  </a:lnTo>
                  <a:lnTo>
                    <a:pt x="932119" y="693307"/>
                  </a:lnTo>
                  <a:lnTo>
                    <a:pt x="980881" y="653721"/>
                  </a:lnTo>
                  <a:lnTo>
                    <a:pt x="1011155" y="616016"/>
                  </a:lnTo>
                  <a:lnTo>
                    <a:pt x="758464" y="616016"/>
                  </a:lnTo>
                  <a:lnTo>
                    <a:pt x="720457" y="613719"/>
                  </a:lnTo>
                  <a:lnTo>
                    <a:pt x="685293" y="606831"/>
                  </a:lnTo>
                  <a:lnTo>
                    <a:pt x="652958" y="595353"/>
                  </a:lnTo>
                  <a:lnTo>
                    <a:pt x="623437" y="579287"/>
                  </a:lnTo>
                  <a:close/>
                </a:path>
                <a:path w="1083945" h="736600">
                  <a:moveTo>
                    <a:pt x="1080386" y="400598"/>
                  </a:moveTo>
                  <a:lnTo>
                    <a:pt x="928237" y="400598"/>
                  </a:lnTo>
                  <a:lnTo>
                    <a:pt x="931164" y="401598"/>
                  </a:lnTo>
                  <a:lnTo>
                    <a:pt x="928146" y="450641"/>
                  </a:lnTo>
                  <a:lnTo>
                    <a:pt x="919459" y="493543"/>
                  </a:lnTo>
                  <a:lnTo>
                    <a:pt x="905103" y="530301"/>
                  </a:lnTo>
                  <a:lnTo>
                    <a:pt x="860022" y="585020"/>
                  </a:lnTo>
                  <a:lnTo>
                    <a:pt x="796721" y="612571"/>
                  </a:lnTo>
                  <a:lnTo>
                    <a:pt x="758464" y="616016"/>
                  </a:lnTo>
                  <a:lnTo>
                    <a:pt x="1011155" y="616016"/>
                  </a:lnTo>
                  <a:lnTo>
                    <a:pt x="1037139" y="572024"/>
                  </a:lnTo>
                  <a:lnTo>
                    <a:pt x="1062746" y="503099"/>
                  </a:lnTo>
                  <a:lnTo>
                    <a:pt x="1071836" y="464496"/>
                  </a:lnTo>
                  <a:lnTo>
                    <a:pt x="1078344" y="423376"/>
                  </a:lnTo>
                  <a:lnTo>
                    <a:pt x="1080386" y="400598"/>
                  </a:lnTo>
                  <a:close/>
                </a:path>
                <a:path w="1083945" h="736600">
                  <a:moveTo>
                    <a:pt x="833902" y="0"/>
                  </a:moveTo>
                  <a:lnTo>
                    <a:pt x="780348" y="4555"/>
                  </a:lnTo>
                  <a:lnTo>
                    <a:pt x="731641" y="18156"/>
                  </a:lnTo>
                  <a:lnTo>
                    <a:pt x="688802" y="40064"/>
                  </a:lnTo>
                  <a:lnTo>
                    <a:pt x="652546" y="69543"/>
                  </a:lnTo>
                  <a:lnTo>
                    <a:pt x="623197" y="106018"/>
                  </a:lnTo>
                  <a:lnTo>
                    <a:pt x="601096" y="148958"/>
                  </a:lnTo>
                  <a:lnTo>
                    <a:pt x="587380" y="197597"/>
                  </a:lnTo>
                  <a:lnTo>
                    <a:pt x="582812" y="251317"/>
                  </a:lnTo>
                  <a:lnTo>
                    <a:pt x="583760" y="274781"/>
                  </a:lnTo>
                  <a:lnTo>
                    <a:pt x="591333" y="318949"/>
                  </a:lnTo>
                  <a:lnTo>
                    <a:pt x="606210" y="358950"/>
                  </a:lnTo>
                  <a:lnTo>
                    <a:pt x="627304" y="393572"/>
                  </a:lnTo>
                  <a:lnTo>
                    <a:pt x="654230" y="422521"/>
                  </a:lnTo>
                  <a:lnTo>
                    <a:pt x="686234" y="445223"/>
                  </a:lnTo>
                  <a:lnTo>
                    <a:pt x="723003" y="461371"/>
                  </a:lnTo>
                  <a:lnTo>
                    <a:pt x="763336" y="469560"/>
                  </a:lnTo>
                  <a:lnTo>
                    <a:pt x="784738" y="470583"/>
                  </a:lnTo>
                  <a:lnTo>
                    <a:pt x="829838" y="466209"/>
                  </a:lnTo>
                  <a:lnTo>
                    <a:pt x="868775" y="453088"/>
                  </a:lnTo>
                  <a:lnTo>
                    <a:pt x="901568" y="431218"/>
                  </a:lnTo>
                  <a:lnTo>
                    <a:pt x="928237" y="400598"/>
                  </a:lnTo>
                  <a:lnTo>
                    <a:pt x="1080386" y="400598"/>
                  </a:lnTo>
                  <a:lnTo>
                    <a:pt x="1082257" y="379740"/>
                  </a:lnTo>
                  <a:lnTo>
                    <a:pt x="1082987" y="353949"/>
                  </a:lnTo>
                  <a:lnTo>
                    <a:pt x="832987" y="353949"/>
                  </a:lnTo>
                  <a:lnTo>
                    <a:pt x="822298" y="353468"/>
                  </a:lnTo>
                  <a:lnTo>
                    <a:pt x="784630" y="341958"/>
                  </a:lnTo>
                  <a:lnTo>
                    <a:pt x="756762" y="315806"/>
                  </a:lnTo>
                  <a:lnTo>
                    <a:pt x="740052" y="276008"/>
                  </a:lnTo>
                  <a:lnTo>
                    <a:pt x="736092" y="237804"/>
                  </a:lnTo>
                  <a:lnTo>
                    <a:pt x="736539" y="225365"/>
                  </a:lnTo>
                  <a:lnTo>
                    <a:pt x="746924" y="180117"/>
                  </a:lnTo>
                  <a:lnTo>
                    <a:pt x="769000" y="145771"/>
                  </a:lnTo>
                  <a:lnTo>
                    <a:pt x="800755" y="124702"/>
                  </a:lnTo>
                  <a:lnTo>
                    <a:pt x="829452" y="119670"/>
                  </a:lnTo>
                  <a:lnTo>
                    <a:pt x="1037060" y="119670"/>
                  </a:lnTo>
                  <a:lnTo>
                    <a:pt x="1032139" y="110456"/>
                  </a:lnTo>
                  <a:lnTo>
                    <a:pt x="999754" y="67821"/>
                  </a:lnTo>
                  <a:lnTo>
                    <a:pt x="960368" y="35184"/>
                  </a:lnTo>
                  <a:lnTo>
                    <a:pt x="914338" y="12753"/>
                  </a:lnTo>
                  <a:lnTo>
                    <a:pt x="862200" y="1424"/>
                  </a:lnTo>
                  <a:lnTo>
                    <a:pt x="833902" y="0"/>
                  </a:lnTo>
                  <a:close/>
                </a:path>
                <a:path w="1083945" h="736600">
                  <a:moveTo>
                    <a:pt x="1037060" y="119670"/>
                  </a:moveTo>
                  <a:lnTo>
                    <a:pt x="829452" y="119670"/>
                  </a:lnTo>
                  <a:lnTo>
                    <a:pt x="839897" y="120306"/>
                  </a:lnTo>
                  <a:lnTo>
                    <a:pt x="849923" y="122215"/>
                  </a:lnTo>
                  <a:lnTo>
                    <a:pt x="885181" y="141815"/>
                  </a:lnTo>
                  <a:lnTo>
                    <a:pt x="909961" y="176443"/>
                  </a:lnTo>
                  <a:lnTo>
                    <a:pt x="923475" y="223719"/>
                  </a:lnTo>
                  <a:lnTo>
                    <a:pt x="925189" y="250210"/>
                  </a:lnTo>
                  <a:lnTo>
                    <a:pt x="924787" y="260943"/>
                  </a:lnTo>
                  <a:lnTo>
                    <a:pt x="914915" y="300023"/>
                  </a:lnTo>
                  <a:lnTo>
                    <a:pt x="886343" y="336138"/>
                  </a:lnTo>
                  <a:lnTo>
                    <a:pt x="843144" y="353437"/>
                  </a:lnTo>
                  <a:lnTo>
                    <a:pt x="832987" y="353949"/>
                  </a:lnTo>
                  <a:lnTo>
                    <a:pt x="1082987" y="353949"/>
                  </a:lnTo>
                  <a:lnTo>
                    <a:pt x="1083491" y="336138"/>
                  </a:lnTo>
                  <a:lnTo>
                    <a:pt x="1083471" y="330260"/>
                  </a:lnTo>
                  <a:lnTo>
                    <a:pt x="1082494" y="295188"/>
                  </a:lnTo>
                  <a:lnTo>
                    <a:pt x="1073932" y="224708"/>
                  </a:lnTo>
                  <a:lnTo>
                    <a:pt x="1056907" y="162819"/>
                  </a:lnTo>
                  <a:lnTo>
                    <a:pt x="1045450" y="135381"/>
                  </a:lnTo>
                  <a:lnTo>
                    <a:pt x="1037060" y="119670"/>
                  </a:lnTo>
                  <a:close/>
                </a:path>
                <a:path w="1083945" h="736600">
                  <a:moveTo>
                    <a:pt x="461371" y="125135"/>
                  </a:moveTo>
                  <a:lnTo>
                    <a:pt x="210068" y="125135"/>
                  </a:lnTo>
                  <a:lnTo>
                    <a:pt x="234853" y="126593"/>
                  </a:lnTo>
                  <a:lnTo>
                    <a:pt x="256260" y="130965"/>
                  </a:lnTo>
                  <a:lnTo>
                    <a:pt x="300188" y="161518"/>
                  </a:lnTo>
                  <a:lnTo>
                    <a:pt x="314706" y="217444"/>
                  </a:lnTo>
                  <a:lnTo>
                    <a:pt x="314210" y="228942"/>
                  </a:lnTo>
                  <a:lnTo>
                    <a:pt x="302337" y="271643"/>
                  </a:lnTo>
                  <a:lnTo>
                    <a:pt x="274155" y="312148"/>
                  </a:lnTo>
                  <a:lnTo>
                    <a:pt x="242956" y="342531"/>
                  </a:lnTo>
                  <a:lnTo>
                    <a:pt x="203299" y="374219"/>
                  </a:lnTo>
                  <a:lnTo>
                    <a:pt x="173074" y="396212"/>
                  </a:lnTo>
                  <a:lnTo>
                    <a:pt x="157554" y="407860"/>
                  </a:lnTo>
                  <a:lnTo>
                    <a:pt x="125364" y="433114"/>
                  </a:lnTo>
                  <a:lnTo>
                    <a:pt x="93653" y="461648"/>
                  </a:lnTo>
                  <a:lnTo>
                    <a:pt x="64526" y="494157"/>
                  </a:lnTo>
                  <a:lnTo>
                    <a:pt x="39136" y="530887"/>
                  </a:lnTo>
                  <a:lnTo>
                    <a:pt x="18409" y="572082"/>
                  </a:lnTo>
                  <a:lnTo>
                    <a:pt x="4632" y="618310"/>
                  </a:lnTo>
                  <a:lnTo>
                    <a:pt x="0" y="670118"/>
                  </a:lnTo>
                  <a:lnTo>
                    <a:pt x="0" y="723720"/>
                  </a:lnTo>
                  <a:lnTo>
                    <a:pt x="473598" y="723720"/>
                  </a:lnTo>
                  <a:lnTo>
                    <a:pt x="473598" y="593668"/>
                  </a:lnTo>
                  <a:lnTo>
                    <a:pt x="171846" y="593668"/>
                  </a:lnTo>
                  <a:lnTo>
                    <a:pt x="172463" y="586634"/>
                  </a:lnTo>
                  <a:lnTo>
                    <a:pt x="193376" y="548827"/>
                  </a:lnTo>
                  <a:lnTo>
                    <a:pt x="226710" y="516618"/>
                  </a:lnTo>
                  <a:lnTo>
                    <a:pt x="258668" y="491785"/>
                  </a:lnTo>
                  <a:lnTo>
                    <a:pt x="293370" y="466606"/>
                  </a:lnTo>
                  <a:lnTo>
                    <a:pt x="310850" y="454342"/>
                  </a:lnTo>
                  <a:lnTo>
                    <a:pt x="328033" y="441857"/>
                  </a:lnTo>
                  <a:lnTo>
                    <a:pt x="361462" y="416240"/>
                  </a:lnTo>
                  <a:lnTo>
                    <a:pt x="392193" y="388877"/>
                  </a:lnTo>
                  <a:lnTo>
                    <a:pt x="419221" y="358914"/>
                  </a:lnTo>
                  <a:lnTo>
                    <a:pt x="441773" y="325901"/>
                  </a:lnTo>
                  <a:lnTo>
                    <a:pt x="459364" y="289416"/>
                  </a:lnTo>
                  <a:lnTo>
                    <a:pt x="470790" y="248477"/>
                  </a:lnTo>
                  <a:lnTo>
                    <a:pt x="474604" y="202073"/>
                  </a:lnTo>
                  <a:lnTo>
                    <a:pt x="473627" y="179532"/>
                  </a:lnTo>
                  <a:lnTo>
                    <a:pt x="470698" y="158077"/>
                  </a:lnTo>
                  <a:lnTo>
                    <a:pt x="465821" y="137710"/>
                  </a:lnTo>
                  <a:lnTo>
                    <a:pt x="461371" y="125135"/>
                  </a:lnTo>
                  <a:close/>
                </a:path>
                <a:path w="1083945" h="736600">
                  <a:moveTo>
                    <a:pt x="243718" y="0"/>
                  </a:moveTo>
                  <a:lnTo>
                    <a:pt x="186901" y="3760"/>
                  </a:lnTo>
                  <a:lnTo>
                    <a:pt x="133049" y="15037"/>
                  </a:lnTo>
                  <a:lnTo>
                    <a:pt x="82173" y="33824"/>
                  </a:lnTo>
                  <a:lnTo>
                    <a:pt x="34290" y="60115"/>
                  </a:lnTo>
                  <a:lnTo>
                    <a:pt x="34290" y="198095"/>
                  </a:lnTo>
                  <a:lnTo>
                    <a:pt x="76731" y="166176"/>
                  </a:lnTo>
                  <a:lnTo>
                    <a:pt x="120190" y="143376"/>
                  </a:lnTo>
                  <a:lnTo>
                    <a:pt x="164643" y="129696"/>
                  </a:lnTo>
                  <a:lnTo>
                    <a:pt x="210068" y="125135"/>
                  </a:lnTo>
                  <a:lnTo>
                    <a:pt x="461371" y="125135"/>
                  </a:lnTo>
                  <a:lnTo>
                    <a:pt x="458998" y="118430"/>
                  </a:lnTo>
                  <a:lnTo>
                    <a:pt x="439734" y="83750"/>
                  </a:lnTo>
                  <a:lnTo>
                    <a:pt x="413522" y="54650"/>
                  </a:lnTo>
                  <a:lnTo>
                    <a:pt x="380466" y="31376"/>
                  </a:lnTo>
                  <a:lnTo>
                    <a:pt x="340735" y="14228"/>
                  </a:lnTo>
                  <a:lnTo>
                    <a:pt x="295038" y="3586"/>
                  </a:lnTo>
                  <a:lnTo>
                    <a:pt x="270072" y="900"/>
                  </a:lnTo>
                  <a:lnTo>
                    <a:pt x="243718" y="0"/>
                  </a:lnTo>
                  <a:close/>
                </a:path>
              </a:pathLst>
            </a:custGeom>
            <a:solidFill>
              <a:srgbClr val="FFFF00"/>
            </a:solidFill>
          </p:spPr>
          <p:txBody>
            <a:bodyPr wrap="square" lIns="0" tIns="0" rIns="0" bIns="0" rtlCol="0"/>
            <a:lstStyle/>
            <a:p>
              <a:endParaRPr/>
            </a:p>
          </p:txBody>
        </p:sp>
        <p:sp>
          <p:nvSpPr>
            <p:cNvPr id="247" name="object 247"/>
            <p:cNvSpPr/>
            <p:nvPr/>
          </p:nvSpPr>
          <p:spPr>
            <a:xfrm>
              <a:off x="8071987" y="5660553"/>
              <a:ext cx="201289" cy="246470"/>
            </a:xfrm>
            <a:prstGeom prst="rect">
              <a:avLst/>
            </a:prstGeom>
            <a:blipFill>
              <a:blip r:embed="rId104" cstate="print"/>
              <a:stretch>
                <a:fillRect/>
              </a:stretch>
            </a:blipFill>
          </p:spPr>
          <p:txBody>
            <a:bodyPr wrap="square" lIns="0" tIns="0" rIns="0" bIns="0" rtlCol="0"/>
            <a:lstStyle/>
            <a:p>
              <a:endParaRPr/>
            </a:p>
          </p:txBody>
        </p:sp>
        <p:sp>
          <p:nvSpPr>
            <p:cNvPr id="248" name="object 248"/>
            <p:cNvSpPr/>
            <p:nvPr/>
          </p:nvSpPr>
          <p:spPr>
            <a:xfrm>
              <a:off x="7341991" y="5546978"/>
              <a:ext cx="1083945" cy="736600"/>
            </a:xfrm>
            <a:custGeom>
              <a:avLst/>
              <a:gdLst/>
              <a:ahLst/>
              <a:cxnLst/>
              <a:rect l="l" t="t" r="r" b="b"/>
              <a:pathLst>
                <a:path w="1083945" h="736600">
                  <a:moveTo>
                    <a:pt x="833902" y="0"/>
                  </a:moveTo>
                  <a:lnTo>
                    <a:pt x="889017" y="5683"/>
                  </a:lnTo>
                  <a:lnTo>
                    <a:pt x="938143" y="22610"/>
                  </a:lnTo>
                  <a:lnTo>
                    <a:pt x="980907" y="50251"/>
                  </a:lnTo>
                  <a:lnTo>
                    <a:pt x="1016904" y="87904"/>
                  </a:lnTo>
                  <a:lnTo>
                    <a:pt x="1045475" y="135427"/>
                  </a:lnTo>
                  <a:lnTo>
                    <a:pt x="1066434" y="192630"/>
                  </a:lnTo>
                  <a:lnTo>
                    <a:pt x="1079285" y="258895"/>
                  </a:lnTo>
                  <a:lnTo>
                    <a:pt x="1083563" y="333588"/>
                  </a:lnTo>
                  <a:lnTo>
                    <a:pt x="1082257" y="379740"/>
                  </a:lnTo>
                  <a:lnTo>
                    <a:pt x="1078344" y="423376"/>
                  </a:lnTo>
                  <a:lnTo>
                    <a:pt x="1071836" y="464496"/>
                  </a:lnTo>
                  <a:lnTo>
                    <a:pt x="1062746" y="503099"/>
                  </a:lnTo>
                  <a:lnTo>
                    <a:pt x="1037139" y="572024"/>
                  </a:lnTo>
                  <a:lnTo>
                    <a:pt x="1001908" y="629411"/>
                  </a:lnTo>
                  <a:lnTo>
                    <a:pt x="957620" y="675018"/>
                  </a:lnTo>
                  <a:lnTo>
                    <a:pt x="904372" y="708589"/>
                  </a:lnTo>
                  <a:lnTo>
                    <a:pt x="842962" y="729243"/>
                  </a:lnTo>
                  <a:lnTo>
                    <a:pt x="773826" y="736128"/>
                  </a:lnTo>
                  <a:lnTo>
                    <a:pt x="731695" y="734391"/>
                  </a:lnTo>
                  <a:lnTo>
                    <a:pt x="692585" y="729179"/>
                  </a:lnTo>
                  <a:lnTo>
                    <a:pt x="656498" y="720492"/>
                  </a:lnTo>
                  <a:lnTo>
                    <a:pt x="623437" y="708327"/>
                  </a:lnTo>
                  <a:lnTo>
                    <a:pt x="623437" y="579287"/>
                  </a:lnTo>
                  <a:lnTo>
                    <a:pt x="652958" y="595353"/>
                  </a:lnTo>
                  <a:lnTo>
                    <a:pt x="685293" y="606831"/>
                  </a:lnTo>
                  <a:lnTo>
                    <a:pt x="720457" y="613719"/>
                  </a:lnTo>
                  <a:lnTo>
                    <a:pt x="758464" y="616016"/>
                  </a:lnTo>
                  <a:lnTo>
                    <a:pt x="796721" y="612571"/>
                  </a:lnTo>
                  <a:lnTo>
                    <a:pt x="860022" y="585020"/>
                  </a:lnTo>
                  <a:lnTo>
                    <a:pt x="905103" y="530301"/>
                  </a:lnTo>
                  <a:lnTo>
                    <a:pt x="919459" y="493543"/>
                  </a:lnTo>
                  <a:lnTo>
                    <a:pt x="928146" y="450641"/>
                  </a:lnTo>
                  <a:lnTo>
                    <a:pt x="931163" y="401598"/>
                  </a:lnTo>
                  <a:lnTo>
                    <a:pt x="928237" y="400598"/>
                  </a:lnTo>
                  <a:lnTo>
                    <a:pt x="901568" y="431217"/>
                  </a:lnTo>
                  <a:lnTo>
                    <a:pt x="868775" y="453088"/>
                  </a:lnTo>
                  <a:lnTo>
                    <a:pt x="829838" y="466209"/>
                  </a:lnTo>
                  <a:lnTo>
                    <a:pt x="784738" y="470583"/>
                  </a:lnTo>
                  <a:lnTo>
                    <a:pt x="763336" y="469560"/>
                  </a:lnTo>
                  <a:lnTo>
                    <a:pt x="723003" y="461371"/>
                  </a:lnTo>
                  <a:lnTo>
                    <a:pt x="686234" y="445223"/>
                  </a:lnTo>
                  <a:lnTo>
                    <a:pt x="654230" y="422521"/>
                  </a:lnTo>
                  <a:lnTo>
                    <a:pt x="627304" y="393572"/>
                  </a:lnTo>
                  <a:lnTo>
                    <a:pt x="606210" y="358950"/>
                  </a:lnTo>
                  <a:lnTo>
                    <a:pt x="591333" y="318949"/>
                  </a:lnTo>
                  <a:lnTo>
                    <a:pt x="583760" y="274781"/>
                  </a:lnTo>
                  <a:lnTo>
                    <a:pt x="582808" y="251210"/>
                  </a:lnTo>
                  <a:lnTo>
                    <a:pt x="583951" y="223782"/>
                  </a:lnTo>
                  <a:lnTo>
                    <a:pt x="593095" y="172655"/>
                  </a:lnTo>
                  <a:lnTo>
                    <a:pt x="611239" y="126681"/>
                  </a:lnTo>
                  <a:lnTo>
                    <a:pt x="636967" y="86971"/>
                  </a:lnTo>
                  <a:lnTo>
                    <a:pt x="669842" y="53859"/>
                  </a:lnTo>
                  <a:lnTo>
                    <a:pt x="709407" y="28161"/>
                  </a:lnTo>
                  <a:lnTo>
                    <a:pt x="755395" y="10231"/>
                  </a:lnTo>
                  <a:lnTo>
                    <a:pt x="806514" y="1140"/>
                  </a:lnTo>
                  <a:lnTo>
                    <a:pt x="833902" y="0"/>
                  </a:lnTo>
                  <a:close/>
                </a:path>
                <a:path w="1083945" h="736600">
                  <a:moveTo>
                    <a:pt x="243718" y="0"/>
                  </a:moveTo>
                  <a:lnTo>
                    <a:pt x="295038" y="3586"/>
                  </a:lnTo>
                  <a:lnTo>
                    <a:pt x="340735" y="14228"/>
                  </a:lnTo>
                  <a:lnTo>
                    <a:pt x="380466" y="31376"/>
                  </a:lnTo>
                  <a:lnTo>
                    <a:pt x="413522" y="54650"/>
                  </a:lnTo>
                  <a:lnTo>
                    <a:pt x="439734" y="83750"/>
                  </a:lnTo>
                  <a:lnTo>
                    <a:pt x="458998" y="118430"/>
                  </a:lnTo>
                  <a:lnTo>
                    <a:pt x="470698" y="158077"/>
                  </a:lnTo>
                  <a:lnTo>
                    <a:pt x="474604" y="202073"/>
                  </a:lnTo>
                  <a:lnTo>
                    <a:pt x="473650" y="225957"/>
                  </a:lnTo>
                  <a:lnTo>
                    <a:pt x="466027" y="269631"/>
                  </a:lnTo>
                  <a:lnTo>
                    <a:pt x="451201" y="308092"/>
                  </a:lnTo>
                  <a:lnTo>
                    <a:pt x="431104" y="342842"/>
                  </a:lnTo>
                  <a:lnTo>
                    <a:pt x="406176" y="374219"/>
                  </a:lnTo>
                  <a:lnTo>
                    <a:pt x="377285" y="402885"/>
                  </a:lnTo>
                  <a:lnTo>
                    <a:pt x="344907" y="429156"/>
                  </a:lnTo>
                  <a:lnTo>
                    <a:pt x="310850" y="454342"/>
                  </a:lnTo>
                  <a:lnTo>
                    <a:pt x="293369" y="466606"/>
                  </a:lnTo>
                  <a:lnTo>
                    <a:pt x="281578" y="475030"/>
                  </a:lnTo>
                  <a:lnTo>
                    <a:pt x="247528" y="500109"/>
                  </a:lnTo>
                  <a:lnTo>
                    <a:pt x="217284" y="524779"/>
                  </a:lnTo>
                  <a:lnTo>
                    <a:pt x="187125" y="556661"/>
                  </a:lnTo>
                  <a:lnTo>
                    <a:pt x="171846" y="593668"/>
                  </a:lnTo>
                  <a:lnTo>
                    <a:pt x="473598" y="593668"/>
                  </a:lnTo>
                  <a:lnTo>
                    <a:pt x="473598" y="723720"/>
                  </a:lnTo>
                  <a:lnTo>
                    <a:pt x="0" y="723720"/>
                  </a:lnTo>
                  <a:lnTo>
                    <a:pt x="0" y="670118"/>
                  </a:lnTo>
                  <a:lnTo>
                    <a:pt x="4632" y="618310"/>
                  </a:lnTo>
                  <a:lnTo>
                    <a:pt x="18409" y="572082"/>
                  </a:lnTo>
                  <a:lnTo>
                    <a:pt x="39136" y="530887"/>
                  </a:lnTo>
                  <a:lnTo>
                    <a:pt x="64526" y="494156"/>
                  </a:lnTo>
                  <a:lnTo>
                    <a:pt x="93653" y="461648"/>
                  </a:lnTo>
                  <a:lnTo>
                    <a:pt x="125364" y="433114"/>
                  </a:lnTo>
                  <a:lnTo>
                    <a:pt x="157554" y="407860"/>
                  </a:lnTo>
                  <a:lnTo>
                    <a:pt x="188213" y="385215"/>
                  </a:lnTo>
                  <a:lnTo>
                    <a:pt x="203368" y="374168"/>
                  </a:lnTo>
                  <a:lnTo>
                    <a:pt x="242956" y="342531"/>
                  </a:lnTo>
                  <a:lnTo>
                    <a:pt x="274155" y="312148"/>
                  </a:lnTo>
                  <a:lnTo>
                    <a:pt x="302337" y="271643"/>
                  </a:lnTo>
                  <a:lnTo>
                    <a:pt x="314210" y="228942"/>
                  </a:lnTo>
                  <a:lnTo>
                    <a:pt x="314705" y="217444"/>
                  </a:lnTo>
                  <a:lnTo>
                    <a:pt x="313090" y="196012"/>
                  </a:lnTo>
                  <a:lnTo>
                    <a:pt x="288919" y="148458"/>
                  </a:lnTo>
                  <a:lnTo>
                    <a:pt x="234853" y="126593"/>
                  </a:lnTo>
                  <a:lnTo>
                    <a:pt x="210068" y="125135"/>
                  </a:lnTo>
                  <a:lnTo>
                    <a:pt x="164643" y="129696"/>
                  </a:lnTo>
                  <a:lnTo>
                    <a:pt x="120190" y="143376"/>
                  </a:lnTo>
                  <a:lnTo>
                    <a:pt x="76731" y="166176"/>
                  </a:lnTo>
                  <a:lnTo>
                    <a:pt x="34289" y="198095"/>
                  </a:lnTo>
                  <a:lnTo>
                    <a:pt x="34289" y="60115"/>
                  </a:lnTo>
                  <a:lnTo>
                    <a:pt x="82173" y="33824"/>
                  </a:lnTo>
                  <a:lnTo>
                    <a:pt x="133049" y="15037"/>
                  </a:lnTo>
                  <a:lnTo>
                    <a:pt x="186901" y="3760"/>
                  </a:lnTo>
                  <a:lnTo>
                    <a:pt x="243718" y="0"/>
                  </a:lnTo>
                  <a:close/>
                </a:path>
              </a:pathLst>
            </a:custGeom>
            <a:ln w="12191">
              <a:solidFill>
                <a:srgbClr val="000000"/>
              </a:solidFill>
            </a:ln>
          </p:spPr>
          <p:txBody>
            <a:bodyPr wrap="square" lIns="0" tIns="0" rIns="0" bIns="0" rtlCol="0"/>
            <a:lstStyle/>
            <a:p>
              <a:endParaRPr/>
            </a:p>
          </p:txBody>
        </p:sp>
        <p:sp>
          <p:nvSpPr>
            <p:cNvPr id="249" name="object 249"/>
            <p:cNvSpPr/>
            <p:nvPr/>
          </p:nvSpPr>
          <p:spPr>
            <a:xfrm>
              <a:off x="6758939" y="5198364"/>
              <a:ext cx="2218944" cy="1345692"/>
            </a:xfrm>
            <a:prstGeom prst="rect">
              <a:avLst/>
            </a:prstGeom>
            <a:blipFill>
              <a:blip r:embed="rId105" cstate="print"/>
              <a:stretch>
                <a:fillRect/>
              </a:stretch>
            </a:blipFill>
          </p:spPr>
          <p:txBody>
            <a:bodyPr wrap="square" lIns="0" tIns="0" rIns="0" bIns="0" rtlCol="0"/>
            <a:lstStyle/>
            <a:p>
              <a:endParaRPr/>
            </a:p>
          </p:txBody>
        </p:sp>
        <p:sp>
          <p:nvSpPr>
            <p:cNvPr id="250" name="object 250"/>
            <p:cNvSpPr/>
            <p:nvPr/>
          </p:nvSpPr>
          <p:spPr>
            <a:xfrm>
              <a:off x="6605015" y="4881370"/>
              <a:ext cx="2538983" cy="1976627"/>
            </a:xfrm>
            <a:prstGeom prst="rect">
              <a:avLst/>
            </a:prstGeom>
            <a:blipFill>
              <a:blip r:embed="rId106" cstate="print"/>
              <a:stretch>
                <a:fillRect/>
              </a:stretch>
            </a:blipFill>
          </p:spPr>
          <p:txBody>
            <a:bodyPr wrap="square" lIns="0" tIns="0" rIns="0" bIns="0" rtlCol="0"/>
            <a:lstStyle/>
            <a:p>
              <a:endParaRPr/>
            </a:p>
          </p:txBody>
        </p:sp>
        <p:sp>
          <p:nvSpPr>
            <p:cNvPr id="251" name="object 251"/>
            <p:cNvSpPr/>
            <p:nvPr/>
          </p:nvSpPr>
          <p:spPr>
            <a:xfrm>
              <a:off x="6839955" y="5259323"/>
              <a:ext cx="2057400" cy="1184275"/>
            </a:xfrm>
            <a:custGeom>
              <a:avLst/>
              <a:gdLst/>
              <a:ahLst/>
              <a:cxnLst/>
              <a:rect l="l" t="t" r="r" b="b"/>
              <a:pathLst>
                <a:path w="2057400" h="1184275">
                  <a:moveTo>
                    <a:pt x="1824868" y="0"/>
                  </a:moveTo>
                  <a:lnTo>
                    <a:pt x="232562" y="0"/>
                  </a:lnTo>
                  <a:lnTo>
                    <a:pt x="185701" y="4720"/>
                  </a:lnTo>
                  <a:lnTo>
                    <a:pt x="142050" y="18258"/>
                  </a:lnTo>
                  <a:lnTo>
                    <a:pt x="102547" y="39681"/>
                  </a:lnTo>
                  <a:lnTo>
                    <a:pt x="68126" y="68056"/>
                  </a:lnTo>
                  <a:lnTo>
                    <a:pt x="39725" y="102449"/>
                  </a:lnTo>
                  <a:lnTo>
                    <a:pt x="18279" y="141928"/>
                  </a:lnTo>
                  <a:lnTo>
                    <a:pt x="4726" y="185559"/>
                  </a:lnTo>
                  <a:lnTo>
                    <a:pt x="0" y="232409"/>
                  </a:lnTo>
                  <a:lnTo>
                    <a:pt x="0" y="951463"/>
                  </a:lnTo>
                  <a:lnTo>
                    <a:pt x="4726" y="998325"/>
                  </a:lnTo>
                  <a:lnTo>
                    <a:pt x="18279" y="1041972"/>
                  </a:lnTo>
                  <a:lnTo>
                    <a:pt x="39725" y="1081468"/>
                  </a:lnTo>
                  <a:lnTo>
                    <a:pt x="68126" y="1115880"/>
                  </a:lnTo>
                  <a:lnTo>
                    <a:pt x="102547" y="1144271"/>
                  </a:lnTo>
                  <a:lnTo>
                    <a:pt x="142050" y="1165708"/>
                  </a:lnTo>
                  <a:lnTo>
                    <a:pt x="185701" y="1179256"/>
                  </a:lnTo>
                  <a:lnTo>
                    <a:pt x="232562" y="1183980"/>
                  </a:lnTo>
                  <a:lnTo>
                    <a:pt x="1824868" y="1183980"/>
                  </a:lnTo>
                  <a:lnTo>
                    <a:pt x="1871763" y="1179256"/>
                  </a:lnTo>
                  <a:lnTo>
                    <a:pt x="1915426" y="1165708"/>
                  </a:lnTo>
                  <a:lnTo>
                    <a:pt x="1954927" y="1144271"/>
                  </a:lnTo>
                  <a:lnTo>
                    <a:pt x="1989334" y="1115880"/>
                  </a:lnTo>
                  <a:lnTo>
                    <a:pt x="2017716" y="1081468"/>
                  </a:lnTo>
                  <a:lnTo>
                    <a:pt x="2039141" y="1041972"/>
                  </a:lnTo>
                  <a:lnTo>
                    <a:pt x="2052680" y="998325"/>
                  </a:lnTo>
                  <a:lnTo>
                    <a:pt x="2057399" y="951463"/>
                  </a:lnTo>
                  <a:lnTo>
                    <a:pt x="2057399" y="232409"/>
                  </a:lnTo>
                  <a:lnTo>
                    <a:pt x="2052680" y="185559"/>
                  </a:lnTo>
                  <a:lnTo>
                    <a:pt x="2039141" y="141928"/>
                  </a:lnTo>
                  <a:lnTo>
                    <a:pt x="2017716" y="102449"/>
                  </a:lnTo>
                  <a:lnTo>
                    <a:pt x="1989334" y="68056"/>
                  </a:lnTo>
                  <a:lnTo>
                    <a:pt x="1954927" y="39681"/>
                  </a:lnTo>
                  <a:lnTo>
                    <a:pt x="1915426" y="18258"/>
                  </a:lnTo>
                  <a:lnTo>
                    <a:pt x="1871763" y="4720"/>
                  </a:lnTo>
                  <a:lnTo>
                    <a:pt x="1824868" y="0"/>
                  </a:lnTo>
                  <a:close/>
                </a:path>
              </a:pathLst>
            </a:custGeom>
            <a:solidFill>
              <a:srgbClr val="252525"/>
            </a:solidFill>
          </p:spPr>
          <p:txBody>
            <a:bodyPr wrap="square" lIns="0" tIns="0" rIns="0" bIns="0" rtlCol="0"/>
            <a:lstStyle/>
            <a:p>
              <a:endParaRPr/>
            </a:p>
          </p:txBody>
        </p:sp>
        <p:sp>
          <p:nvSpPr>
            <p:cNvPr id="252" name="object 252"/>
            <p:cNvSpPr/>
            <p:nvPr/>
          </p:nvSpPr>
          <p:spPr>
            <a:xfrm>
              <a:off x="6839955" y="5259323"/>
              <a:ext cx="2057400" cy="1184275"/>
            </a:xfrm>
            <a:custGeom>
              <a:avLst/>
              <a:gdLst/>
              <a:ahLst/>
              <a:cxnLst/>
              <a:rect l="l" t="t" r="r" b="b"/>
              <a:pathLst>
                <a:path w="2057400" h="1184275">
                  <a:moveTo>
                    <a:pt x="0" y="232409"/>
                  </a:moveTo>
                  <a:lnTo>
                    <a:pt x="4726" y="185559"/>
                  </a:lnTo>
                  <a:lnTo>
                    <a:pt x="18279" y="141928"/>
                  </a:lnTo>
                  <a:lnTo>
                    <a:pt x="39725" y="102449"/>
                  </a:lnTo>
                  <a:lnTo>
                    <a:pt x="68126" y="68056"/>
                  </a:lnTo>
                  <a:lnTo>
                    <a:pt x="102547" y="39681"/>
                  </a:lnTo>
                  <a:lnTo>
                    <a:pt x="142050" y="18258"/>
                  </a:lnTo>
                  <a:lnTo>
                    <a:pt x="185701" y="4720"/>
                  </a:lnTo>
                  <a:lnTo>
                    <a:pt x="232562" y="0"/>
                  </a:lnTo>
                  <a:lnTo>
                    <a:pt x="1824868" y="0"/>
                  </a:lnTo>
                  <a:lnTo>
                    <a:pt x="1871763" y="4720"/>
                  </a:lnTo>
                  <a:lnTo>
                    <a:pt x="1915426" y="18258"/>
                  </a:lnTo>
                  <a:lnTo>
                    <a:pt x="1954927" y="39681"/>
                  </a:lnTo>
                  <a:lnTo>
                    <a:pt x="1989334" y="68056"/>
                  </a:lnTo>
                  <a:lnTo>
                    <a:pt x="2017716" y="102449"/>
                  </a:lnTo>
                  <a:lnTo>
                    <a:pt x="2039141" y="141928"/>
                  </a:lnTo>
                  <a:lnTo>
                    <a:pt x="2052680" y="185559"/>
                  </a:lnTo>
                  <a:lnTo>
                    <a:pt x="2057399" y="232409"/>
                  </a:lnTo>
                  <a:lnTo>
                    <a:pt x="2057399" y="951463"/>
                  </a:lnTo>
                  <a:lnTo>
                    <a:pt x="2052680" y="998325"/>
                  </a:lnTo>
                  <a:lnTo>
                    <a:pt x="2039141" y="1041972"/>
                  </a:lnTo>
                  <a:lnTo>
                    <a:pt x="2017716" y="1081468"/>
                  </a:lnTo>
                  <a:lnTo>
                    <a:pt x="1989334" y="1115880"/>
                  </a:lnTo>
                  <a:lnTo>
                    <a:pt x="1954927" y="1144271"/>
                  </a:lnTo>
                  <a:lnTo>
                    <a:pt x="1915426" y="1165708"/>
                  </a:lnTo>
                  <a:lnTo>
                    <a:pt x="1871763" y="1179256"/>
                  </a:lnTo>
                  <a:lnTo>
                    <a:pt x="1824868" y="1183980"/>
                  </a:lnTo>
                  <a:lnTo>
                    <a:pt x="232562" y="1183980"/>
                  </a:lnTo>
                  <a:lnTo>
                    <a:pt x="185701" y="1179256"/>
                  </a:lnTo>
                  <a:lnTo>
                    <a:pt x="142050" y="1165708"/>
                  </a:lnTo>
                  <a:lnTo>
                    <a:pt x="102547" y="1144271"/>
                  </a:lnTo>
                  <a:lnTo>
                    <a:pt x="68126" y="1115880"/>
                  </a:lnTo>
                  <a:lnTo>
                    <a:pt x="39725" y="1081468"/>
                  </a:lnTo>
                  <a:lnTo>
                    <a:pt x="18279" y="1041972"/>
                  </a:lnTo>
                  <a:lnTo>
                    <a:pt x="4726" y="998325"/>
                  </a:lnTo>
                  <a:lnTo>
                    <a:pt x="0" y="951463"/>
                  </a:lnTo>
                  <a:lnTo>
                    <a:pt x="0" y="232409"/>
                  </a:lnTo>
                  <a:close/>
                </a:path>
              </a:pathLst>
            </a:custGeom>
            <a:ln w="76199">
              <a:solidFill>
                <a:srgbClr val="00AF50"/>
              </a:solidFill>
            </a:ln>
          </p:spPr>
          <p:txBody>
            <a:bodyPr wrap="square" lIns="0" tIns="0" rIns="0" bIns="0" rtlCol="0"/>
            <a:lstStyle/>
            <a:p>
              <a:endParaRPr/>
            </a:p>
          </p:txBody>
        </p:sp>
        <p:sp>
          <p:nvSpPr>
            <p:cNvPr id="253" name="object 253"/>
            <p:cNvSpPr/>
            <p:nvPr/>
          </p:nvSpPr>
          <p:spPr>
            <a:xfrm>
              <a:off x="6646163" y="4901183"/>
              <a:ext cx="2481072" cy="1956815"/>
            </a:xfrm>
            <a:prstGeom prst="rect">
              <a:avLst/>
            </a:prstGeom>
            <a:blipFill>
              <a:blip r:embed="rId107" cstate="print"/>
              <a:stretch>
                <a:fillRect/>
              </a:stretch>
            </a:blipFill>
          </p:spPr>
          <p:txBody>
            <a:bodyPr wrap="square" lIns="0" tIns="0" rIns="0" bIns="0" rtlCol="0"/>
            <a:lstStyle/>
            <a:p>
              <a:endParaRPr/>
            </a:p>
          </p:txBody>
        </p:sp>
        <p:sp>
          <p:nvSpPr>
            <p:cNvPr id="254" name="object 254"/>
            <p:cNvSpPr/>
            <p:nvPr/>
          </p:nvSpPr>
          <p:spPr>
            <a:xfrm>
              <a:off x="7340986" y="5499484"/>
              <a:ext cx="1078230" cy="736600"/>
            </a:xfrm>
            <a:custGeom>
              <a:avLst/>
              <a:gdLst/>
              <a:ahLst/>
              <a:cxnLst/>
              <a:rect l="l" t="t" r="r" b="b"/>
              <a:pathLst>
                <a:path w="1078229" h="736600">
                  <a:moveTo>
                    <a:pt x="829818" y="0"/>
                  </a:moveTo>
                  <a:lnTo>
                    <a:pt x="780092" y="3885"/>
                  </a:lnTo>
                  <a:lnTo>
                    <a:pt x="735303" y="15537"/>
                  </a:lnTo>
                  <a:lnTo>
                    <a:pt x="695449" y="34950"/>
                  </a:lnTo>
                  <a:lnTo>
                    <a:pt x="660528" y="62118"/>
                  </a:lnTo>
                  <a:lnTo>
                    <a:pt x="630539" y="97036"/>
                  </a:lnTo>
                  <a:lnTo>
                    <a:pt x="609533" y="131826"/>
                  </a:lnTo>
                  <a:lnTo>
                    <a:pt x="592353" y="171510"/>
                  </a:lnTo>
                  <a:lnTo>
                    <a:pt x="578998" y="216089"/>
                  </a:lnTo>
                  <a:lnTo>
                    <a:pt x="569462" y="265564"/>
                  </a:lnTo>
                  <a:lnTo>
                    <a:pt x="563743" y="319934"/>
                  </a:lnTo>
                  <a:lnTo>
                    <a:pt x="561837" y="379201"/>
                  </a:lnTo>
                  <a:lnTo>
                    <a:pt x="563937" y="441137"/>
                  </a:lnTo>
                  <a:lnTo>
                    <a:pt x="570238" y="497175"/>
                  </a:lnTo>
                  <a:lnTo>
                    <a:pt x="580739" y="547314"/>
                  </a:lnTo>
                  <a:lnTo>
                    <a:pt x="595440" y="591555"/>
                  </a:lnTo>
                  <a:lnTo>
                    <a:pt x="614343" y="629898"/>
                  </a:lnTo>
                  <a:lnTo>
                    <a:pt x="637446" y="662342"/>
                  </a:lnTo>
                  <a:lnTo>
                    <a:pt x="696255" y="709534"/>
                  </a:lnTo>
                  <a:lnTo>
                    <a:pt x="731962" y="724281"/>
                  </a:lnTo>
                  <a:lnTo>
                    <a:pt x="771870" y="733130"/>
                  </a:lnTo>
                  <a:lnTo>
                    <a:pt x="815980" y="736079"/>
                  </a:lnTo>
                  <a:lnTo>
                    <a:pt x="864220" y="732226"/>
                  </a:lnTo>
                  <a:lnTo>
                    <a:pt x="907771" y="720668"/>
                  </a:lnTo>
                  <a:lnTo>
                    <a:pt x="946633" y="701407"/>
                  </a:lnTo>
                  <a:lnTo>
                    <a:pt x="980806" y="674444"/>
                  </a:lnTo>
                  <a:lnTo>
                    <a:pt x="1010290" y="639781"/>
                  </a:lnTo>
                  <a:lnTo>
                    <a:pt x="1024615" y="615958"/>
                  </a:lnTo>
                  <a:lnTo>
                    <a:pt x="820917" y="615958"/>
                  </a:lnTo>
                  <a:lnTo>
                    <a:pt x="790420" y="609271"/>
                  </a:lnTo>
                  <a:lnTo>
                    <a:pt x="746055" y="555778"/>
                  </a:lnTo>
                  <a:lnTo>
                    <a:pt x="732189" y="508969"/>
                  </a:lnTo>
                  <a:lnTo>
                    <a:pt x="723869" y="448784"/>
                  </a:lnTo>
                  <a:lnTo>
                    <a:pt x="721095" y="375224"/>
                  </a:lnTo>
                  <a:lnTo>
                    <a:pt x="723923" y="297123"/>
                  </a:lnTo>
                  <a:lnTo>
                    <a:pt x="732407" y="233222"/>
                  </a:lnTo>
                  <a:lnTo>
                    <a:pt x="746550" y="183522"/>
                  </a:lnTo>
                  <a:lnTo>
                    <a:pt x="766355" y="148022"/>
                  </a:lnTo>
                  <a:lnTo>
                    <a:pt x="822960" y="119621"/>
                  </a:lnTo>
                  <a:lnTo>
                    <a:pt x="1032249" y="119621"/>
                  </a:lnTo>
                  <a:lnTo>
                    <a:pt x="1026722" y="107948"/>
                  </a:lnTo>
                  <a:lnTo>
                    <a:pt x="1004163" y="74964"/>
                  </a:lnTo>
                  <a:lnTo>
                    <a:pt x="946736" y="26987"/>
                  </a:lnTo>
                  <a:lnTo>
                    <a:pt x="872895" y="2998"/>
                  </a:lnTo>
                  <a:lnTo>
                    <a:pt x="829818" y="0"/>
                  </a:lnTo>
                  <a:close/>
                </a:path>
                <a:path w="1078229" h="736600">
                  <a:moveTo>
                    <a:pt x="1032249" y="119621"/>
                  </a:moveTo>
                  <a:lnTo>
                    <a:pt x="822960" y="119621"/>
                  </a:lnTo>
                  <a:lnTo>
                    <a:pt x="852060" y="126515"/>
                  </a:lnTo>
                  <a:lnTo>
                    <a:pt x="875872" y="147196"/>
                  </a:lnTo>
                  <a:lnTo>
                    <a:pt x="894393" y="181664"/>
                  </a:lnTo>
                  <a:lnTo>
                    <a:pt x="907624" y="229918"/>
                  </a:lnTo>
                  <a:lnTo>
                    <a:pt x="915563" y="291958"/>
                  </a:lnTo>
                  <a:lnTo>
                    <a:pt x="918210" y="367783"/>
                  </a:lnTo>
                  <a:lnTo>
                    <a:pt x="915509" y="443614"/>
                  </a:lnTo>
                  <a:lnTo>
                    <a:pt x="907406" y="505658"/>
                  </a:lnTo>
                  <a:lnTo>
                    <a:pt x="893898" y="553914"/>
                  </a:lnTo>
                  <a:lnTo>
                    <a:pt x="874982" y="588383"/>
                  </a:lnTo>
                  <a:lnTo>
                    <a:pt x="820917" y="615958"/>
                  </a:lnTo>
                  <a:lnTo>
                    <a:pt x="1024615" y="615958"/>
                  </a:lnTo>
                  <a:lnTo>
                    <a:pt x="1047930" y="566212"/>
                  </a:lnTo>
                  <a:lnTo>
                    <a:pt x="1061088" y="522397"/>
                  </a:lnTo>
                  <a:lnTo>
                    <a:pt x="1070480" y="473894"/>
                  </a:lnTo>
                  <a:lnTo>
                    <a:pt x="1076110" y="420701"/>
                  </a:lnTo>
                  <a:lnTo>
                    <a:pt x="1077986" y="362818"/>
                  </a:lnTo>
                  <a:lnTo>
                    <a:pt x="1075935" y="299851"/>
                  </a:lnTo>
                  <a:lnTo>
                    <a:pt x="1069784" y="242880"/>
                  </a:lnTo>
                  <a:lnTo>
                    <a:pt x="1059532" y="191906"/>
                  </a:lnTo>
                  <a:lnTo>
                    <a:pt x="1045178" y="146928"/>
                  </a:lnTo>
                  <a:lnTo>
                    <a:pt x="1032249" y="119621"/>
                  </a:lnTo>
                  <a:close/>
                </a:path>
                <a:path w="1078229" h="736600">
                  <a:moveTo>
                    <a:pt x="0" y="563831"/>
                  </a:moveTo>
                  <a:lnTo>
                    <a:pt x="0" y="700335"/>
                  </a:lnTo>
                  <a:lnTo>
                    <a:pt x="37049" y="715972"/>
                  </a:lnTo>
                  <a:lnTo>
                    <a:pt x="79248" y="727142"/>
                  </a:lnTo>
                  <a:lnTo>
                    <a:pt x="126590" y="733845"/>
                  </a:lnTo>
                  <a:lnTo>
                    <a:pt x="179070" y="736079"/>
                  </a:lnTo>
                  <a:lnTo>
                    <a:pt x="239881" y="732449"/>
                  </a:lnTo>
                  <a:lnTo>
                    <a:pt x="293747" y="721559"/>
                  </a:lnTo>
                  <a:lnTo>
                    <a:pt x="340657" y="703409"/>
                  </a:lnTo>
                  <a:lnTo>
                    <a:pt x="380603" y="678000"/>
                  </a:lnTo>
                  <a:lnTo>
                    <a:pt x="412537" y="646361"/>
                  </a:lnTo>
                  <a:lnTo>
                    <a:pt x="431365" y="615958"/>
                  </a:lnTo>
                  <a:lnTo>
                    <a:pt x="166756" y="615958"/>
                  </a:lnTo>
                  <a:lnTo>
                    <a:pt x="120546" y="612700"/>
                  </a:lnTo>
                  <a:lnTo>
                    <a:pt x="77365" y="602928"/>
                  </a:lnTo>
                  <a:lnTo>
                    <a:pt x="37191" y="586638"/>
                  </a:lnTo>
                  <a:lnTo>
                    <a:pt x="0" y="563831"/>
                  </a:lnTo>
                  <a:close/>
                </a:path>
                <a:path w="1078229" h="736600">
                  <a:moveTo>
                    <a:pt x="421825" y="119621"/>
                  </a:moveTo>
                  <a:lnTo>
                    <a:pt x="165719" y="119621"/>
                  </a:lnTo>
                  <a:lnTo>
                    <a:pt x="212400" y="125050"/>
                  </a:lnTo>
                  <a:lnTo>
                    <a:pt x="245737" y="141337"/>
                  </a:lnTo>
                  <a:lnTo>
                    <a:pt x="265735" y="168479"/>
                  </a:lnTo>
                  <a:lnTo>
                    <a:pt x="272399" y="206477"/>
                  </a:lnTo>
                  <a:lnTo>
                    <a:pt x="263713" y="246867"/>
                  </a:lnTo>
                  <a:lnTo>
                    <a:pt x="237660" y="275717"/>
                  </a:lnTo>
                  <a:lnTo>
                    <a:pt x="194244" y="293028"/>
                  </a:lnTo>
                  <a:lnTo>
                    <a:pt x="133471" y="298798"/>
                  </a:lnTo>
                  <a:lnTo>
                    <a:pt x="72390" y="298798"/>
                  </a:lnTo>
                  <a:lnTo>
                    <a:pt x="72390" y="418907"/>
                  </a:lnTo>
                  <a:lnTo>
                    <a:pt x="138440" y="418907"/>
                  </a:lnTo>
                  <a:lnTo>
                    <a:pt x="172701" y="420522"/>
                  </a:lnTo>
                  <a:lnTo>
                    <a:pt x="229655" y="433430"/>
                  </a:lnTo>
                  <a:lnTo>
                    <a:pt x="270435" y="458986"/>
                  </a:lnTo>
                  <a:lnTo>
                    <a:pt x="291143" y="495722"/>
                  </a:lnTo>
                  <a:lnTo>
                    <a:pt x="293735" y="518184"/>
                  </a:lnTo>
                  <a:lnTo>
                    <a:pt x="291643" y="539988"/>
                  </a:lnTo>
                  <a:lnTo>
                    <a:pt x="274884" y="575975"/>
                  </a:lnTo>
                  <a:lnTo>
                    <a:pt x="241855" y="601447"/>
                  </a:lnTo>
                  <a:lnTo>
                    <a:pt x="195103" y="614346"/>
                  </a:lnTo>
                  <a:lnTo>
                    <a:pt x="166756" y="615958"/>
                  </a:lnTo>
                  <a:lnTo>
                    <a:pt x="431365" y="615958"/>
                  </a:lnTo>
                  <a:lnTo>
                    <a:pt x="435361" y="609506"/>
                  </a:lnTo>
                  <a:lnTo>
                    <a:pt x="449063" y="567438"/>
                  </a:lnTo>
                  <a:lnTo>
                    <a:pt x="453633" y="520159"/>
                  </a:lnTo>
                  <a:lnTo>
                    <a:pt x="450898" y="488442"/>
                  </a:lnTo>
                  <a:lnTo>
                    <a:pt x="429047" y="432726"/>
                  </a:lnTo>
                  <a:lnTo>
                    <a:pt x="386097" y="388271"/>
                  </a:lnTo>
                  <a:lnTo>
                    <a:pt x="326562" y="360852"/>
                  </a:lnTo>
                  <a:lnTo>
                    <a:pt x="290840" y="353888"/>
                  </a:lnTo>
                  <a:lnTo>
                    <a:pt x="290840" y="351400"/>
                  </a:lnTo>
                  <a:lnTo>
                    <a:pt x="341729" y="333137"/>
                  </a:lnTo>
                  <a:lnTo>
                    <a:pt x="381333" y="306535"/>
                  </a:lnTo>
                  <a:lnTo>
                    <a:pt x="409638" y="271593"/>
                  </a:lnTo>
                  <a:lnTo>
                    <a:pt x="426630" y="228311"/>
                  </a:lnTo>
                  <a:lnTo>
                    <a:pt x="432297" y="176689"/>
                  </a:lnTo>
                  <a:lnTo>
                    <a:pt x="428492" y="139317"/>
                  </a:lnTo>
                  <a:lnTo>
                    <a:pt x="421825" y="119621"/>
                  </a:lnTo>
                  <a:close/>
                </a:path>
                <a:path w="1078229" h="736600">
                  <a:moveTo>
                    <a:pt x="201411" y="0"/>
                  </a:moveTo>
                  <a:lnTo>
                    <a:pt x="153129" y="2357"/>
                  </a:lnTo>
                  <a:lnTo>
                    <a:pt x="107918" y="9429"/>
                  </a:lnTo>
                  <a:lnTo>
                    <a:pt x="65799" y="21216"/>
                  </a:lnTo>
                  <a:lnTo>
                    <a:pt x="26791" y="37719"/>
                  </a:lnTo>
                  <a:lnTo>
                    <a:pt x="26791" y="165783"/>
                  </a:lnTo>
                  <a:lnTo>
                    <a:pt x="60770" y="145581"/>
                  </a:lnTo>
                  <a:lnTo>
                    <a:pt x="95261" y="131156"/>
                  </a:lnTo>
                  <a:lnTo>
                    <a:pt x="130249" y="122504"/>
                  </a:lnTo>
                  <a:lnTo>
                    <a:pt x="165719" y="119621"/>
                  </a:lnTo>
                  <a:lnTo>
                    <a:pt x="421825" y="119621"/>
                  </a:lnTo>
                  <a:lnTo>
                    <a:pt x="417080" y="105605"/>
                  </a:lnTo>
                  <a:lnTo>
                    <a:pt x="371459" y="49149"/>
                  </a:lnTo>
                  <a:lnTo>
                    <a:pt x="338053" y="27646"/>
                  </a:lnTo>
                  <a:lnTo>
                    <a:pt x="298585" y="12287"/>
                  </a:lnTo>
                  <a:lnTo>
                    <a:pt x="253043" y="3071"/>
                  </a:lnTo>
                  <a:lnTo>
                    <a:pt x="201411" y="0"/>
                  </a:lnTo>
                  <a:close/>
                </a:path>
              </a:pathLst>
            </a:custGeom>
            <a:solidFill>
              <a:srgbClr val="FFFF00"/>
            </a:solidFill>
          </p:spPr>
          <p:txBody>
            <a:bodyPr wrap="square" lIns="0" tIns="0" rIns="0" bIns="0" rtlCol="0"/>
            <a:lstStyle/>
            <a:p>
              <a:endParaRPr/>
            </a:p>
          </p:txBody>
        </p:sp>
        <p:sp>
          <p:nvSpPr>
            <p:cNvPr id="255" name="object 255"/>
            <p:cNvSpPr/>
            <p:nvPr/>
          </p:nvSpPr>
          <p:spPr>
            <a:xfrm>
              <a:off x="7340985" y="5499484"/>
              <a:ext cx="1078230" cy="736600"/>
            </a:xfrm>
            <a:custGeom>
              <a:avLst/>
              <a:gdLst/>
              <a:ahLst/>
              <a:cxnLst/>
              <a:rect l="l" t="t" r="r" b="b"/>
              <a:pathLst>
                <a:path w="1078229" h="736600">
                  <a:moveTo>
                    <a:pt x="822959" y="119621"/>
                  </a:moveTo>
                  <a:lnTo>
                    <a:pt x="766355" y="148022"/>
                  </a:lnTo>
                  <a:lnTo>
                    <a:pt x="746550" y="183522"/>
                  </a:lnTo>
                  <a:lnTo>
                    <a:pt x="732407" y="233222"/>
                  </a:lnTo>
                  <a:lnTo>
                    <a:pt x="723923" y="297123"/>
                  </a:lnTo>
                  <a:lnTo>
                    <a:pt x="721095" y="375224"/>
                  </a:lnTo>
                  <a:lnTo>
                    <a:pt x="723869" y="448784"/>
                  </a:lnTo>
                  <a:lnTo>
                    <a:pt x="732189" y="508969"/>
                  </a:lnTo>
                  <a:lnTo>
                    <a:pt x="746055" y="555778"/>
                  </a:lnTo>
                  <a:lnTo>
                    <a:pt x="765465" y="589211"/>
                  </a:lnTo>
                  <a:lnTo>
                    <a:pt x="820917" y="615958"/>
                  </a:lnTo>
                  <a:lnTo>
                    <a:pt x="850656" y="609064"/>
                  </a:lnTo>
                  <a:lnTo>
                    <a:pt x="893898" y="553914"/>
                  </a:lnTo>
                  <a:lnTo>
                    <a:pt x="907406" y="505657"/>
                  </a:lnTo>
                  <a:lnTo>
                    <a:pt x="915509" y="443614"/>
                  </a:lnTo>
                  <a:lnTo>
                    <a:pt x="918209" y="367783"/>
                  </a:lnTo>
                  <a:lnTo>
                    <a:pt x="915563" y="291958"/>
                  </a:lnTo>
                  <a:lnTo>
                    <a:pt x="907624" y="229918"/>
                  </a:lnTo>
                  <a:lnTo>
                    <a:pt x="894393" y="181664"/>
                  </a:lnTo>
                  <a:lnTo>
                    <a:pt x="875872" y="147196"/>
                  </a:lnTo>
                  <a:lnTo>
                    <a:pt x="822959" y="119621"/>
                  </a:lnTo>
                  <a:close/>
                </a:path>
                <a:path w="1078229" h="736600">
                  <a:moveTo>
                    <a:pt x="829817" y="0"/>
                  </a:moveTo>
                  <a:lnTo>
                    <a:pt x="872895" y="2998"/>
                  </a:lnTo>
                  <a:lnTo>
                    <a:pt x="911868" y="11994"/>
                  </a:lnTo>
                  <a:lnTo>
                    <a:pt x="977501" y="47977"/>
                  </a:lnTo>
                  <a:lnTo>
                    <a:pt x="1026722" y="107948"/>
                  </a:lnTo>
                  <a:lnTo>
                    <a:pt x="1045178" y="146928"/>
                  </a:lnTo>
                  <a:lnTo>
                    <a:pt x="1059532" y="191906"/>
                  </a:lnTo>
                  <a:lnTo>
                    <a:pt x="1069784" y="242880"/>
                  </a:lnTo>
                  <a:lnTo>
                    <a:pt x="1075935" y="299851"/>
                  </a:lnTo>
                  <a:lnTo>
                    <a:pt x="1077986" y="362818"/>
                  </a:lnTo>
                  <a:lnTo>
                    <a:pt x="1076110" y="420701"/>
                  </a:lnTo>
                  <a:lnTo>
                    <a:pt x="1070480" y="473894"/>
                  </a:lnTo>
                  <a:lnTo>
                    <a:pt x="1061088" y="522397"/>
                  </a:lnTo>
                  <a:lnTo>
                    <a:pt x="1047930" y="566212"/>
                  </a:lnTo>
                  <a:lnTo>
                    <a:pt x="1030999" y="605339"/>
                  </a:lnTo>
                  <a:lnTo>
                    <a:pt x="1010290" y="639781"/>
                  </a:lnTo>
                  <a:lnTo>
                    <a:pt x="980806" y="674444"/>
                  </a:lnTo>
                  <a:lnTo>
                    <a:pt x="946633" y="701407"/>
                  </a:lnTo>
                  <a:lnTo>
                    <a:pt x="907771" y="720668"/>
                  </a:lnTo>
                  <a:lnTo>
                    <a:pt x="864220" y="732226"/>
                  </a:lnTo>
                  <a:lnTo>
                    <a:pt x="815980" y="736079"/>
                  </a:lnTo>
                  <a:lnTo>
                    <a:pt x="771870" y="733130"/>
                  </a:lnTo>
                  <a:lnTo>
                    <a:pt x="731962" y="724281"/>
                  </a:lnTo>
                  <a:lnTo>
                    <a:pt x="696255" y="709533"/>
                  </a:lnTo>
                  <a:lnTo>
                    <a:pt x="637446" y="662342"/>
                  </a:lnTo>
                  <a:lnTo>
                    <a:pt x="614343" y="629898"/>
                  </a:lnTo>
                  <a:lnTo>
                    <a:pt x="595440" y="591555"/>
                  </a:lnTo>
                  <a:lnTo>
                    <a:pt x="580739" y="547314"/>
                  </a:lnTo>
                  <a:lnTo>
                    <a:pt x="570238" y="497175"/>
                  </a:lnTo>
                  <a:lnTo>
                    <a:pt x="563937" y="441137"/>
                  </a:lnTo>
                  <a:lnTo>
                    <a:pt x="561837" y="379201"/>
                  </a:lnTo>
                  <a:lnTo>
                    <a:pt x="563743" y="319934"/>
                  </a:lnTo>
                  <a:lnTo>
                    <a:pt x="569462" y="265564"/>
                  </a:lnTo>
                  <a:lnTo>
                    <a:pt x="578998" y="216089"/>
                  </a:lnTo>
                  <a:lnTo>
                    <a:pt x="592353" y="171510"/>
                  </a:lnTo>
                  <a:lnTo>
                    <a:pt x="609533" y="131826"/>
                  </a:lnTo>
                  <a:lnTo>
                    <a:pt x="630539" y="97036"/>
                  </a:lnTo>
                  <a:lnTo>
                    <a:pt x="660528" y="62118"/>
                  </a:lnTo>
                  <a:lnTo>
                    <a:pt x="695449" y="34950"/>
                  </a:lnTo>
                  <a:lnTo>
                    <a:pt x="735303" y="15537"/>
                  </a:lnTo>
                  <a:lnTo>
                    <a:pt x="780092" y="3885"/>
                  </a:lnTo>
                  <a:lnTo>
                    <a:pt x="829817" y="0"/>
                  </a:lnTo>
                  <a:close/>
                </a:path>
                <a:path w="1078229" h="736600">
                  <a:moveTo>
                    <a:pt x="201411" y="0"/>
                  </a:moveTo>
                  <a:lnTo>
                    <a:pt x="253043" y="3071"/>
                  </a:lnTo>
                  <a:lnTo>
                    <a:pt x="298585" y="12287"/>
                  </a:lnTo>
                  <a:lnTo>
                    <a:pt x="338053" y="27646"/>
                  </a:lnTo>
                  <a:lnTo>
                    <a:pt x="371459" y="49148"/>
                  </a:lnTo>
                  <a:lnTo>
                    <a:pt x="417080" y="105605"/>
                  </a:lnTo>
                  <a:lnTo>
                    <a:pt x="432297" y="176689"/>
                  </a:lnTo>
                  <a:lnTo>
                    <a:pt x="426630" y="228311"/>
                  </a:lnTo>
                  <a:lnTo>
                    <a:pt x="409638" y="271593"/>
                  </a:lnTo>
                  <a:lnTo>
                    <a:pt x="381333" y="306535"/>
                  </a:lnTo>
                  <a:lnTo>
                    <a:pt x="341729" y="333137"/>
                  </a:lnTo>
                  <a:lnTo>
                    <a:pt x="290840" y="351400"/>
                  </a:lnTo>
                  <a:lnTo>
                    <a:pt x="290840" y="353888"/>
                  </a:lnTo>
                  <a:lnTo>
                    <a:pt x="358307" y="372312"/>
                  </a:lnTo>
                  <a:lnTo>
                    <a:pt x="409955" y="408730"/>
                  </a:lnTo>
                  <a:lnTo>
                    <a:pt x="442699" y="459297"/>
                  </a:lnTo>
                  <a:lnTo>
                    <a:pt x="453633" y="520159"/>
                  </a:lnTo>
                  <a:lnTo>
                    <a:pt x="449063" y="567438"/>
                  </a:lnTo>
                  <a:lnTo>
                    <a:pt x="435361" y="609506"/>
                  </a:lnTo>
                  <a:lnTo>
                    <a:pt x="412537" y="646361"/>
                  </a:lnTo>
                  <a:lnTo>
                    <a:pt x="380603" y="678000"/>
                  </a:lnTo>
                  <a:lnTo>
                    <a:pt x="340657" y="703409"/>
                  </a:lnTo>
                  <a:lnTo>
                    <a:pt x="293747" y="721559"/>
                  </a:lnTo>
                  <a:lnTo>
                    <a:pt x="239881" y="732449"/>
                  </a:lnTo>
                  <a:lnTo>
                    <a:pt x="179069" y="736079"/>
                  </a:lnTo>
                  <a:lnTo>
                    <a:pt x="126590" y="733845"/>
                  </a:lnTo>
                  <a:lnTo>
                    <a:pt x="79247" y="727142"/>
                  </a:lnTo>
                  <a:lnTo>
                    <a:pt x="37049" y="715972"/>
                  </a:lnTo>
                  <a:lnTo>
                    <a:pt x="0" y="700335"/>
                  </a:lnTo>
                  <a:lnTo>
                    <a:pt x="0" y="563831"/>
                  </a:lnTo>
                  <a:lnTo>
                    <a:pt x="37191" y="586638"/>
                  </a:lnTo>
                  <a:lnTo>
                    <a:pt x="77365" y="602928"/>
                  </a:lnTo>
                  <a:lnTo>
                    <a:pt x="120546" y="612700"/>
                  </a:lnTo>
                  <a:lnTo>
                    <a:pt x="166756" y="615958"/>
                  </a:lnTo>
                  <a:lnTo>
                    <a:pt x="195103" y="614346"/>
                  </a:lnTo>
                  <a:lnTo>
                    <a:pt x="241855" y="601447"/>
                  </a:lnTo>
                  <a:lnTo>
                    <a:pt x="274884" y="575975"/>
                  </a:lnTo>
                  <a:lnTo>
                    <a:pt x="291643" y="539988"/>
                  </a:lnTo>
                  <a:lnTo>
                    <a:pt x="293735" y="518184"/>
                  </a:lnTo>
                  <a:lnTo>
                    <a:pt x="291143" y="495722"/>
                  </a:lnTo>
                  <a:lnTo>
                    <a:pt x="270435" y="458986"/>
                  </a:lnTo>
                  <a:lnTo>
                    <a:pt x="229655" y="433430"/>
                  </a:lnTo>
                  <a:lnTo>
                    <a:pt x="172701" y="420522"/>
                  </a:lnTo>
                  <a:lnTo>
                    <a:pt x="138440" y="418907"/>
                  </a:lnTo>
                  <a:lnTo>
                    <a:pt x="72389" y="418907"/>
                  </a:lnTo>
                  <a:lnTo>
                    <a:pt x="72389" y="298798"/>
                  </a:lnTo>
                  <a:lnTo>
                    <a:pt x="133471" y="298798"/>
                  </a:lnTo>
                  <a:lnTo>
                    <a:pt x="194244" y="293028"/>
                  </a:lnTo>
                  <a:lnTo>
                    <a:pt x="237660" y="275717"/>
                  </a:lnTo>
                  <a:lnTo>
                    <a:pt x="263713" y="246867"/>
                  </a:lnTo>
                  <a:lnTo>
                    <a:pt x="272399" y="206477"/>
                  </a:lnTo>
                  <a:lnTo>
                    <a:pt x="265735" y="168479"/>
                  </a:lnTo>
                  <a:lnTo>
                    <a:pt x="245737" y="141337"/>
                  </a:lnTo>
                  <a:lnTo>
                    <a:pt x="212400" y="125050"/>
                  </a:lnTo>
                  <a:lnTo>
                    <a:pt x="165719" y="119621"/>
                  </a:lnTo>
                  <a:lnTo>
                    <a:pt x="130249" y="122504"/>
                  </a:lnTo>
                  <a:lnTo>
                    <a:pt x="95261" y="131156"/>
                  </a:lnTo>
                  <a:lnTo>
                    <a:pt x="60770" y="145581"/>
                  </a:lnTo>
                  <a:lnTo>
                    <a:pt x="26791" y="165783"/>
                  </a:lnTo>
                  <a:lnTo>
                    <a:pt x="26791" y="37718"/>
                  </a:lnTo>
                  <a:lnTo>
                    <a:pt x="65799" y="21216"/>
                  </a:lnTo>
                  <a:lnTo>
                    <a:pt x="107918" y="9429"/>
                  </a:lnTo>
                  <a:lnTo>
                    <a:pt x="153129" y="2357"/>
                  </a:lnTo>
                  <a:lnTo>
                    <a:pt x="201411" y="0"/>
                  </a:lnTo>
                  <a:close/>
                </a:path>
              </a:pathLst>
            </a:custGeom>
            <a:ln w="12191">
              <a:solidFill>
                <a:srgbClr val="000000"/>
              </a:solidFill>
            </a:ln>
          </p:spPr>
          <p:txBody>
            <a:bodyPr wrap="square" lIns="0" tIns="0" rIns="0" bIns="0" rtlCol="0"/>
            <a:lstStyle/>
            <a:p>
              <a:endParaRPr/>
            </a:p>
          </p:txBody>
        </p:sp>
        <p:sp>
          <p:nvSpPr>
            <p:cNvPr id="256" name="object 256"/>
            <p:cNvSpPr/>
            <p:nvPr/>
          </p:nvSpPr>
          <p:spPr>
            <a:xfrm>
              <a:off x="6743700" y="5029200"/>
              <a:ext cx="2209800" cy="1658620"/>
            </a:xfrm>
            <a:custGeom>
              <a:avLst/>
              <a:gdLst/>
              <a:ahLst/>
              <a:cxnLst/>
              <a:rect l="l" t="t" r="r" b="b"/>
              <a:pathLst>
                <a:path w="2209800" h="1658620">
                  <a:moveTo>
                    <a:pt x="2209800" y="0"/>
                  </a:moveTo>
                  <a:lnTo>
                    <a:pt x="0" y="0"/>
                  </a:lnTo>
                  <a:lnTo>
                    <a:pt x="0" y="236220"/>
                  </a:lnTo>
                  <a:lnTo>
                    <a:pt x="0" y="1423670"/>
                  </a:lnTo>
                  <a:lnTo>
                    <a:pt x="0" y="1658620"/>
                  </a:lnTo>
                  <a:lnTo>
                    <a:pt x="2209800" y="1658620"/>
                  </a:lnTo>
                  <a:lnTo>
                    <a:pt x="2209800" y="1423670"/>
                  </a:lnTo>
                  <a:lnTo>
                    <a:pt x="235699" y="1423670"/>
                  </a:lnTo>
                  <a:lnTo>
                    <a:pt x="235699" y="236220"/>
                  </a:lnTo>
                  <a:lnTo>
                    <a:pt x="1974075" y="236220"/>
                  </a:lnTo>
                  <a:lnTo>
                    <a:pt x="1974075" y="1423225"/>
                  </a:lnTo>
                  <a:lnTo>
                    <a:pt x="2209800" y="1423225"/>
                  </a:lnTo>
                  <a:lnTo>
                    <a:pt x="2209800" y="236220"/>
                  </a:lnTo>
                  <a:lnTo>
                    <a:pt x="2209800" y="235712"/>
                  </a:lnTo>
                  <a:lnTo>
                    <a:pt x="2209800" y="0"/>
                  </a:lnTo>
                  <a:close/>
                </a:path>
              </a:pathLst>
            </a:custGeom>
            <a:solidFill>
              <a:srgbClr val="BAE0E3"/>
            </a:solidFill>
          </p:spPr>
          <p:txBody>
            <a:bodyPr wrap="square" lIns="0" tIns="0" rIns="0" bIns="0" rtlCol="0"/>
            <a:lstStyle/>
            <a:p>
              <a:endParaRPr/>
            </a:p>
          </p:txBody>
        </p:sp>
        <p:sp>
          <p:nvSpPr>
            <p:cNvPr id="257" name="object 257"/>
            <p:cNvSpPr/>
            <p:nvPr/>
          </p:nvSpPr>
          <p:spPr>
            <a:xfrm>
              <a:off x="6743699" y="5029200"/>
              <a:ext cx="2209800" cy="1659255"/>
            </a:xfrm>
            <a:custGeom>
              <a:avLst/>
              <a:gdLst/>
              <a:ahLst/>
              <a:cxnLst/>
              <a:rect l="l" t="t" r="r" b="b"/>
              <a:pathLst>
                <a:path w="2209800" h="1659254">
                  <a:moveTo>
                    <a:pt x="0" y="0"/>
                  </a:moveTo>
                  <a:lnTo>
                    <a:pt x="2209799" y="0"/>
                  </a:lnTo>
                  <a:lnTo>
                    <a:pt x="2209799" y="1658934"/>
                  </a:lnTo>
                  <a:lnTo>
                    <a:pt x="0" y="1658934"/>
                  </a:lnTo>
                  <a:lnTo>
                    <a:pt x="0" y="0"/>
                  </a:lnTo>
                  <a:close/>
                </a:path>
                <a:path w="2209800" h="1659254">
                  <a:moveTo>
                    <a:pt x="235701" y="1423214"/>
                  </a:moveTo>
                  <a:lnTo>
                    <a:pt x="1974085" y="1423214"/>
                  </a:lnTo>
                  <a:lnTo>
                    <a:pt x="1974085" y="235707"/>
                  </a:lnTo>
                  <a:lnTo>
                    <a:pt x="235701" y="235707"/>
                  </a:lnTo>
                  <a:lnTo>
                    <a:pt x="235701" y="1423214"/>
                  </a:lnTo>
                  <a:close/>
                </a:path>
              </a:pathLst>
            </a:custGeom>
            <a:ln w="57149">
              <a:solidFill>
                <a:srgbClr val="88A3A6"/>
              </a:solidFill>
            </a:ln>
          </p:spPr>
          <p:txBody>
            <a:bodyPr wrap="square" lIns="0" tIns="0" rIns="0" bIns="0" rtlCol="0"/>
            <a:lstStyle/>
            <a:p>
              <a:endParaRPr/>
            </a:p>
          </p:txBody>
        </p:sp>
        <p:sp>
          <p:nvSpPr>
            <p:cNvPr id="258" name="object 258"/>
            <p:cNvSpPr/>
            <p:nvPr/>
          </p:nvSpPr>
          <p:spPr>
            <a:xfrm>
              <a:off x="1385946" y="3890903"/>
              <a:ext cx="4114800" cy="914400"/>
            </a:xfrm>
            <a:custGeom>
              <a:avLst/>
              <a:gdLst/>
              <a:ahLst/>
              <a:cxnLst/>
              <a:rect l="l" t="t" r="r" b="b"/>
              <a:pathLst>
                <a:path w="4114800" h="914400">
                  <a:moveTo>
                    <a:pt x="0" y="914399"/>
                  </a:moveTo>
                  <a:lnTo>
                    <a:pt x="4114799" y="914399"/>
                  </a:lnTo>
                  <a:lnTo>
                    <a:pt x="4114799" y="0"/>
                  </a:lnTo>
                  <a:lnTo>
                    <a:pt x="0" y="0"/>
                  </a:lnTo>
                  <a:lnTo>
                    <a:pt x="0" y="914399"/>
                  </a:lnTo>
                  <a:close/>
                </a:path>
              </a:pathLst>
            </a:custGeom>
            <a:ln w="57149">
              <a:solidFill>
                <a:srgbClr val="C00000"/>
              </a:solidFill>
            </a:ln>
          </p:spPr>
          <p:txBody>
            <a:bodyPr wrap="square" lIns="0" tIns="0" rIns="0" bIns="0" rtlCol="0"/>
            <a:lstStyle/>
            <a:p>
              <a:endParaRPr/>
            </a:p>
          </p:txBody>
        </p:sp>
        <p:sp>
          <p:nvSpPr>
            <p:cNvPr id="259" name="object 259"/>
            <p:cNvSpPr/>
            <p:nvPr/>
          </p:nvSpPr>
          <p:spPr>
            <a:xfrm>
              <a:off x="5637276" y="1700274"/>
              <a:ext cx="3362340" cy="2592324"/>
            </a:xfrm>
            <a:prstGeom prst="rect">
              <a:avLst/>
            </a:prstGeom>
            <a:blipFill>
              <a:blip r:embed="rId108" cstate="print"/>
              <a:stretch>
                <a:fillRect/>
              </a:stretch>
            </a:blipFill>
          </p:spPr>
          <p:txBody>
            <a:bodyPr wrap="square" lIns="0" tIns="0" rIns="0" bIns="0" rtlCol="0"/>
            <a:lstStyle/>
            <a:p>
              <a:endParaRPr/>
            </a:p>
          </p:txBody>
        </p:sp>
        <p:sp>
          <p:nvSpPr>
            <p:cNvPr id="260" name="object 260"/>
            <p:cNvSpPr/>
            <p:nvPr/>
          </p:nvSpPr>
          <p:spPr>
            <a:xfrm>
              <a:off x="1541525" y="2243129"/>
              <a:ext cx="2692400" cy="3243580"/>
            </a:xfrm>
            <a:custGeom>
              <a:avLst/>
              <a:gdLst/>
              <a:ahLst/>
              <a:cxnLst/>
              <a:rect l="l" t="t" r="r" b="b"/>
              <a:pathLst>
                <a:path w="2692400" h="3243579">
                  <a:moveTo>
                    <a:pt x="0" y="525459"/>
                  </a:moveTo>
                  <a:lnTo>
                    <a:pt x="2692395" y="525459"/>
                  </a:lnTo>
                  <a:lnTo>
                    <a:pt x="2692395" y="0"/>
                  </a:lnTo>
                  <a:lnTo>
                    <a:pt x="0" y="0"/>
                  </a:lnTo>
                  <a:lnTo>
                    <a:pt x="0" y="525459"/>
                  </a:lnTo>
                  <a:close/>
                </a:path>
                <a:path w="2692400" h="3243579">
                  <a:moveTo>
                    <a:pt x="508004" y="1490670"/>
                  </a:moveTo>
                  <a:lnTo>
                    <a:pt x="817875" y="906459"/>
                  </a:lnTo>
                  <a:lnTo>
                    <a:pt x="2057399" y="906459"/>
                  </a:lnTo>
                  <a:lnTo>
                    <a:pt x="1747509" y="1490670"/>
                  </a:lnTo>
                  <a:lnTo>
                    <a:pt x="508004" y="1490670"/>
                  </a:lnTo>
                  <a:close/>
                </a:path>
                <a:path w="2692400" h="3243579">
                  <a:moveTo>
                    <a:pt x="566678" y="2121737"/>
                  </a:moveTo>
                  <a:lnTo>
                    <a:pt x="1273932" y="1812996"/>
                  </a:lnTo>
                  <a:lnTo>
                    <a:pt x="1981199" y="2121737"/>
                  </a:lnTo>
                  <a:lnTo>
                    <a:pt x="1273932" y="2430466"/>
                  </a:lnTo>
                  <a:lnTo>
                    <a:pt x="566678" y="2121737"/>
                  </a:lnTo>
                  <a:close/>
                </a:path>
                <a:path w="2692400" h="3243579">
                  <a:moveTo>
                    <a:pt x="765179" y="2811465"/>
                  </a:moveTo>
                  <a:lnTo>
                    <a:pt x="1815967" y="2811465"/>
                  </a:lnTo>
                  <a:lnTo>
                    <a:pt x="1866208" y="2815852"/>
                  </a:lnTo>
                  <a:lnTo>
                    <a:pt x="1913003" y="2828431"/>
                  </a:lnTo>
                  <a:lnTo>
                    <a:pt x="1955349" y="2848337"/>
                  </a:lnTo>
                  <a:lnTo>
                    <a:pt x="1992245" y="2874700"/>
                  </a:lnTo>
                  <a:lnTo>
                    <a:pt x="2022686" y="2906653"/>
                  </a:lnTo>
                  <a:lnTo>
                    <a:pt x="2045672" y="2943328"/>
                  </a:lnTo>
                  <a:lnTo>
                    <a:pt x="2060198" y="2983858"/>
                  </a:lnTo>
                  <a:lnTo>
                    <a:pt x="2065263" y="3027374"/>
                  </a:lnTo>
                  <a:lnTo>
                    <a:pt x="2060198" y="3070889"/>
                  </a:lnTo>
                  <a:lnTo>
                    <a:pt x="2045672" y="3111417"/>
                  </a:lnTo>
                  <a:lnTo>
                    <a:pt x="2022686" y="3148091"/>
                  </a:lnTo>
                  <a:lnTo>
                    <a:pt x="1992245" y="3180041"/>
                  </a:lnTo>
                  <a:lnTo>
                    <a:pt x="1955349" y="3206402"/>
                  </a:lnTo>
                  <a:lnTo>
                    <a:pt x="1913003" y="3226306"/>
                  </a:lnTo>
                  <a:lnTo>
                    <a:pt x="1866208" y="3238884"/>
                  </a:lnTo>
                  <a:lnTo>
                    <a:pt x="1815967" y="3243270"/>
                  </a:lnTo>
                  <a:lnTo>
                    <a:pt x="765179" y="3243270"/>
                  </a:lnTo>
                  <a:lnTo>
                    <a:pt x="714939" y="3238884"/>
                  </a:lnTo>
                  <a:lnTo>
                    <a:pt x="668144" y="3226306"/>
                  </a:lnTo>
                  <a:lnTo>
                    <a:pt x="625796" y="3206402"/>
                  </a:lnTo>
                  <a:lnTo>
                    <a:pt x="588899" y="3180041"/>
                  </a:lnTo>
                  <a:lnTo>
                    <a:pt x="558455" y="3148091"/>
                  </a:lnTo>
                  <a:lnTo>
                    <a:pt x="535467" y="3111417"/>
                  </a:lnTo>
                  <a:lnTo>
                    <a:pt x="520939" y="3070889"/>
                  </a:lnTo>
                  <a:lnTo>
                    <a:pt x="515873" y="3027374"/>
                  </a:lnTo>
                  <a:lnTo>
                    <a:pt x="520939" y="2983858"/>
                  </a:lnTo>
                  <a:lnTo>
                    <a:pt x="535467" y="2943328"/>
                  </a:lnTo>
                  <a:lnTo>
                    <a:pt x="558455" y="2906653"/>
                  </a:lnTo>
                  <a:lnTo>
                    <a:pt x="588899" y="2874700"/>
                  </a:lnTo>
                  <a:lnTo>
                    <a:pt x="625796" y="2848337"/>
                  </a:lnTo>
                  <a:lnTo>
                    <a:pt x="668144" y="2828431"/>
                  </a:lnTo>
                  <a:lnTo>
                    <a:pt x="714939" y="2815852"/>
                  </a:lnTo>
                  <a:lnTo>
                    <a:pt x="765179" y="2811465"/>
                  </a:lnTo>
                  <a:close/>
                </a:path>
              </a:pathLst>
            </a:custGeom>
            <a:ln w="50800">
              <a:solidFill>
                <a:srgbClr val="91D050"/>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TotalTime>
  <Words>1482</Words>
  <Application>Microsoft Office PowerPoint</Application>
  <PresentationFormat>On-screen Show (4:3)</PresentationFormat>
  <Paragraphs>221</Paragraphs>
  <Slides>37</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37</vt:i4>
      </vt:variant>
    </vt:vector>
  </HeadingPairs>
  <TitlesOfParts>
    <vt:vector size="46" baseType="lpstr">
      <vt:lpstr>Arial</vt:lpstr>
      <vt:lpstr>Arial Black</vt:lpstr>
      <vt:lpstr>Calibri</vt:lpstr>
      <vt:lpstr>Courier New</vt:lpstr>
      <vt:lpstr>Times New Roman</vt:lpstr>
      <vt:lpstr>Wingdings</vt:lpstr>
      <vt:lpstr>Office Theme</vt:lpstr>
      <vt:lpstr>Pixel</vt:lpstr>
      <vt:lpstr>1_Office Theme</vt:lpstr>
      <vt:lpstr>Data Structures and Algorithms-I</vt:lpstr>
      <vt:lpstr>Course Details</vt:lpstr>
      <vt:lpstr>Basic Terminology</vt:lpstr>
      <vt:lpstr>Basics of Data Structure</vt:lpstr>
      <vt:lpstr>Basics of Data Structure</vt:lpstr>
      <vt:lpstr>Example of Data Structure</vt:lpstr>
      <vt:lpstr>Linear vs Non-Linear Data Structure</vt:lpstr>
      <vt:lpstr>Data Structure Operation</vt:lpstr>
      <vt:lpstr>PowerPoint Presentation</vt:lpstr>
      <vt:lpstr>PowerPoint Presentation</vt:lpstr>
      <vt:lpstr>ALGORITHMS AND FLOWCHARTS </vt:lpstr>
      <vt:lpstr>Steps in Problem Solving</vt:lpstr>
      <vt:lpstr>Characteristics of an Algorithm</vt:lpstr>
      <vt:lpstr>PowerPoint Presentation</vt:lpstr>
      <vt:lpstr>PowerPoint Presentation</vt:lpstr>
      <vt:lpstr>PowerPoint Presentation</vt:lpstr>
      <vt:lpstr>Algorithms: Complexity, Time-Space Tradeoff</vt:lpstr>
      <vt:lpstr>Algorithm Complexity</vt:lpstr>
      <vt:lpstr>Space Complexity</vt:lpstr>
      <vt:lpstr>Asymptotic Analysis</vt:lpstr>
      <vt:lpstr>PowerPoint Presentation</vt:lpstr>
      <vt:lpstr>PowerPoint Presentation</vt:lpstr>
      <vt:lpstr>Asymptotic Notations</vt:lpstr>
      <vt:lpstr>Big Oh Notation, Ο</vt:lpstr>
      <vt:lpstr>PowerPoint Presentation</vt:lpstr>
      <vt:lpstr>Omega Notation, Ω</vt:lpstr>
      <vt:lpstr>PowerPoint Presentation</vt:lpstr>
      <vt:lpstr>Theta Notation, θ</vt:lpstr>
      <vt:lpstr>Common Asymptotic Notations</vt:lpstr>
      <vt:lpstr>PowerPoint Presentation</vt:lpstr>
      <vt:lpstr>Q1: A(n) _ has different  properties</vt:lpstr>
      <vt:lpstr>Q2: Which in NOT a primitive  data structure?</vt:lpstr>
      <vt:lpstr>Q2: Which is a non-linear data  structure?</vt:lpstr>
      <vt:lpstr>Q4: Which operation accesses each</vt:lpstr>
      <vt:lpstr>Q5:  _ involves arranging  the records  in a logical order</vt:lpstr>
      <vt:lpstr>PowerPoint Presentation</vt:lpstr>
      <vt:lpstr>Q7: Which symbol is used for  decision making?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dc:title>
  <cp:lastModifiedBy>KKD</cp:lastModifiedBy>
  <cp:revision>10</cp:revision>
  <dcterms:created xsi:type="dcterms:W3CDTF">2023-07-11T03:19:55Z</dcterms:created>
  <dcterms:modified xsi:type="dcterms:W3CDTF">2023-07-11T03:47:19Z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2023-01-16T00:00:00Z</vt:filetime>
  </property>
  <property fmtid="{D5CDD505-2E9C-101B-9397-08002B2CF9AE}" pid="3" name="Creator">
    <vt:lpwstr>Online2PDF.com</vt:lpwstr>
  </property>
  <property fmtid="{D5CDD505-2E9C-101B-9397-08002B2CF9AE}" pid="4" name="LastSaved">
    <vt:filetime>2023-07-11T00:00:00Z</vt:filetime>
  </property>
</Properties>
</file>