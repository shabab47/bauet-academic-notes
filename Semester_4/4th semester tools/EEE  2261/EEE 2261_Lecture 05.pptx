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7"/>
  </p:notesMasterIdLst>
  <p:sldIdLst>
    <p:sldId id="263" r:id="rId2"/>
    <p:sldId id="265" r:id="rId3"/>
    <p:sldId id="267" r:id="rId4"/>
    <p:sldId id="289" r:id="rId5"/>
    <p:sldId id="30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4E10"/>
    <a:srgbClr val="548235"/>
    <a:srgbClr val="D4B309"/>
    <a:srgbClr val="004101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FE013-CA25-47D5-A3CA-40C6CCB1980D}" type="datetimeFigureOut">
              <a:rPr lang="en-AE" smtClean="0"/>
              <a:t>28/01/2026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03FC4-7E90-4A4D-B9BE-3E3B19ADB2B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1748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A0E7-2ACB-3AD6-7A52-99E43E2F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CF644-4E22-4251-B51F-C031EA08D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35572-C2B3-8B71-B357-5C368C55D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11CAC-6691-CAEE-2848-379B5CC36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03FC4-7E90-4A4D-B9BE-3E3B19ADB2BE}" type="slidenum">
              <a:rPr lang="en-AE" smtClean="0"/>
              <a:t>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19276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9AE9-4CE0-8D35-CFD0-14860AF73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B3785-05F0-D3D3-FEA6-C6A34A65B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D4CFA-8F21-872E-0FB8-CB8A3E14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97036-48F0-AFD7-A516-D1F20BBC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EE955-2054-AC07-C669-C2AD9CAE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812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E0A6-970C-349B-85A7-129CBABD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B6CC-9BCA-5D16-1304-808D0E083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72ED1-9492-9405-6343-9048603A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86045-04EF-D507-D3EB-676F0EDF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1D6B0-80F2-5162-DEDE-C9AF421A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596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6CE5-68A0-CE57-F555-9354E94C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259EE-3894-81C3-1C2D-A0C1381FA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86821-C52C-1639-3420-9102C910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95700-D01B-2F2D-2D8E-836CF2658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D4D55-8F7E-7450-4682-582C4131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7281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7B6D-2269-B0B8-AE5A-7E61CC3B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3DF18-22AB-95D2-6975-594959664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8AA14-9EE3-FCC8-A879-5A0AFC758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CA36E-0BD4-2C5F-65B3-0833A013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87DCF-71BC-D13D-190E-68CEF97A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DA933-5CD1-9E4C-EB2A-B82BAE6A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2341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AD46-28D5-C95F-D682-481DE22B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96BA3-5526-EB1B-99FB-0767C715E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CE715-3397-5E0F-573E-E2C267084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1A2BB-FD2F-8093-33E0-6A83D46BD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17CB4-8C4D-7653-E174-AB249FD4EE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B05505-F43F-2BA7-8852-2C57C1B0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88E68-E215-05D3-793E-0DDD76A71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EEF46-4E46-9FB0-8A05-4947E249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9561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A0DF-AAC5-3B04-0E5C-A20192A7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255A2-00E2-2264-8909-D4ED17738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24C93-047F-1636-44B4-E998B308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3B603-E7C9-C7EC-45CA-3331E025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421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0F47B1-0D87-826D-C939-6DD0DA97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CC093-BFB0-4CD2-10BD-B69F9D92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3D88B-2189-0E63-3CEA-527B657B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4906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39EE-5F0D-EF0C-C327-42D31FD6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B883-71A5-2EC4-9179-08FA3DD3F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60CBB-2FDD-6B1F-06E2-47D761328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895F2-9072-931C-7193-7B7E63B5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47C83-1249-57FE-AFC1-C4345FD4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3804F-31BC-14A0-E5DB-780AC7C4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5272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C8D4-53DD-6C83-3FC6-0382BFD6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2DD3D-509F-ED28-2B51-8E06ACFC6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08984-517B-3836-F931-469F82BD8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3E406-2FE5-3E37-F592-B5F099B3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A0A20-0B1C-F85F-E0B9-908047AE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F103D-3958-2A70-0395-51CF78C4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04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D840-3BE4-A51F-B875-8D9B526E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D5D4A-D2F4-562B-DD70-3906C8307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221D-2087-3904-EC97-9C89D3C6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36333-7792-7193-74B7-67F7CEED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02A1-06CF-4FA2-0CC2-5CF34AD3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4237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BEF0C3-E988-167C-ADFB-CB590DDA7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2ADBC-C152-41F4-E0E2-E63B1A73A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22A6D-AA5F-1F9A-591D-B16754F6F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FF5DD-D699-F48F-C84C-F5FFC328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1F98-18BE-189D-8FAA-0974840D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0758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77B0A-AF37-95F4-0B6B-42A3DBD9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26289-8198-FE45-E688-735246C0C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22DAB-FFA2-3F6F-F390-13AD02012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EBFCC-5305-40AC-B83B-89E8ECA8B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4C4F0-1D23-F7C5-F90F-BC1B32B4C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899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FBDF-3E7C-4C31-6DE4-B72761D0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23AAC3B-65CB-D4A9-34F4-21E8C41351B6}"/>
              </a:ext>
            </a:extLst>
          </p:cNvPr>
          <p:cNvSpPr/>
          <p:nvPr/>
        </p:nvSpPr>
        <p:spPr>
          <a:xfrm>
            <a:off x="5490410" y="188276"/>
            <a:ext cx="1211180" cy="1199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961E5-478F-A79B-43A8-F70980DE0B54}"/>
              </a:ext>
            </a:extLst>
          </p:cNvPr>
          <p:cNvSpPr txBox="1"/>
          <p:nvPr/>
        </p:nvSpPr>
        <p:spPr>
          <a:xfrm>
            <a:off x="0" y="1562939"/>
            <a:ext cx="12192000" cy="1323439"/>
          </a:xfrm>
          <a:prstGeom prst="rect">
            <a:avLst/>
          </a:prstGeom>
          <a:solidFill>
            <a:srgbClr val="004101">
              <a:alpha val="90000"/>
            </a:srgbClr>
          </a:solidFill>
        </p:spPr>
        <p:txBody>
          <a:bodyPr wrap="square">
            <a:spAutoFit/>
          </a:bodyPr>
          <a:lstStyle/>
          <a:p>
            <a:pPr algn="ctr"/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Engineering &amp; Technology</a:t>
            </a:r>
          </a:p>
          <a:p>
            <a:pPr algn="ctr"/>
            <a:r>
              <a:rPr lang="en-US" altLang="en-US" sz="3200" b="1" kern="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endParaRPr lang="en-US" altLang="en-US" sz="1000" b="1" kern="0" dirty="0">
              <a:solidFill>
                <a:srgbClr val="D4B3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795D7-68E5-7035-9CFE-91863161DD9C}"/>
              </a:ext>
            </a:extLst>
          </p:cNvPr>
          <p:cNvSpPr txBox="1"/>
          <p:nvPr/>
        </p:nvSpPr>
        <p:spPr>
          <a:xfrm>
            <a:off x="0" y="3017516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EEE 2261: Electrical Drives and Instrumentation</a:t>
            </a:r>
          </a:p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5482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Winter 2025 Semester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6C97A6-7890-73CE-1442-7F163C2457CD}"/>
              </a:ext>
            </a:extLst>
          </p:cNvPr>
          <p:cNvSpPr txBox="1"/>
          <p:nvPr/>
        </p:nvSpPr>
        <p:spPr>
          <a:xfrm>
            <a:off x="0" y="3971623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Lecture-02 &amp; 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C93F6-5797-B729-4B18-6818906D95C4}"/>
              </a:ext>
            </a:extLst>
          </p:cNvPr>
          <p:cNvSpPr txBox="1"/>
          <p:nvPr/>
        </p:nvSpPr>
        <p:spPr>
          <a:xfrm>
            <a:off x="0" y="629752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Credit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3.0		Credit Taking: 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3.0</a:t>
            </a:r>
            <a:endParaRPr lang="en-US" altLang="en-US" sz="16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5D4C92-EC56-E8EF-1BD7-F12CC3801517}"/>
              </a:ext>
            </a:extLst>
          </p:cNvPr>
          <p:cNvSpPr txBox="1"/>
          <p:nvPr/>
        </p:nvSpPr>
        <p:spPr>
          <a:xfrm>
            <a:off x="3667761" y="4772001"/>
            <a:ext cx="4856479" cy="1300356"/>
          </a:xfrm>
          <a:prstGeom prst="rect">
            <a:avLst/>
          </a:prstGeom>
          <a:solidFill>
            <a:srgbClr val="004101">
              <a:alpha val="10000"/>
            </a:srgbClr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endParaRPr lang="en-US" altLang="en-US" sz="500" b="1" kern="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r>
              <a:rPr lang="en-US" altLang="en-US" sz="20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Teacher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M. Ashik Al Mashrafi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Lecturer, EEE, BAUET</a:t>
            </a:r>
          </a:p>
          <a:p>
            <a:pPr algn="ctr"/>
            <a:endParaRPr lang="en-US" altLang="en-US" sz="5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629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6C03F-1D48-DA2D-BC6F-B230E513F332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4046E-EC44-FE27-7488-4BEF0C48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330AF-B0B4-48F4-9699-52FEF036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02F26-57C8-F92D-E92A-FB8AF85C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07FC9B-4BFF-0C3A-C226-30745EBB849A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96757BF-5012-9536-9DD1-71121A3472F3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AAA7ABA-FEFA-CD6A-BDC7-563720AC78DE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7512CC8B-DDA4-59C2-FC3E-4581E586BA67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F09B41-ADF4-770A-EB6E-CFEFCE44654B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DD0AA4-E205-A8BB-ECF1-B179E557E8D1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Course Content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C000F72-B9C9-41A1-EE29-910556380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037105"/>
              </p:ext>
            </p:extLst>
          </p:nvPr>
        </p:nvGraphicFramePr>
        <p:xfrm>
          <a:off x="591151" y="1345233"/>
          <a:ext cx="11009698" cy="47634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85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4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4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Chapter</a:t>
                      </a: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r>
                        <a:rPr lang="en-US" sz="2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00FF"/>
                          </a:highlight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Three   phase   circuits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,   alternators   and transformers,   principles   &amp; operation  of  DC  Machines,  synchronous,  induction,  universal  and  stepper  motors, thyristor and microprocessor-based speed control of motors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Instrumentation   Amplifiers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Differential,   logarithmic,   and   chopper   amplifiers, frequency and voltage  measurements using digital techniques, recorders and display devices,  spectrum  analyzers  and  logic  analyzers,  data  acquisition  and  interfacing  to microprocessor-based systems;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Transducers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Terminology,  types  of  transducers,  principles  and  applications  of photovoltaic,  piezoelectric,  thermoelectric,  variable  resistance  and  opto-electronics transducers. Noise reduction in instrumentation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2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882B-2819-885E-03D4-60C31271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CB4439D-9FF2-11FB-7326-C376C3376F44}"/>
              </a:ext>
            </a:extLst>
          </p:cNvPr>
          <p:cNvSpPr txBox="1"/>
          <p:nvPr/>
        </p:nvSpPr>
        <p:spPr>
          <a:xfrm>
            <a:off x="277385" y="1255043"/>
            <a:ext cx="609825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unbalanced system is due to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unbalanced voltage sources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an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unbalanced load.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line currents are determined by Ohm’s law 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set of unbalanced line currents produces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in the neutral line, which is not zero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in a balanced system.</a:t>
            </a: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E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98F09D-4FF5-4D69-86CA-BEE4D7115BD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9B3DD-D9D2-90E9-6095-E4C8A7D3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02D05-36D2-4BF0-5C0A-0E538510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66FF2-B958-3E3E-735B-AB68FB93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DF8ECBA-B14E-6D69-1445-643B23A8B86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F42584F-04D2-7973-6B01-06743DDCE372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E67F99-5484-38FD-72AE-93EE8F4FE23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F6EA36CF-3D79-1A09-1C69-A4EEE1697A79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FC4384C-C05B-5816-C2C8-B9C8C0CA7AF8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219D76-3564-CA1D-9C69-A86546A68523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Unbalanced Three Phase System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CCF30AD-0B21-1508-2404-329B7B7FC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077" y="1276883"/>
            <a:ext cx="4705315" cy="42266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51A3D57-6C87-E247-77F8-592BDA51C03B}"/>
              </a:ext>
            </a:extLst>
          </p:cNvPr>
          <p:cNvSpPr txBox="1"/>
          <p:nvPr/>
        </p:nvSpPr>
        <p:spPr>
          <a:xfrm>
            <a:off x="6936077" y="5618368"/>
            <a:ext cx="47053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Unbalanced three-phase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Y-connected load.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7D1956C-DC10-9CDA-2503-C31D587A1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758" y="3213578"/>
            <a:ext cx="3796360" cy="9397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5BE7003-2299-AFCB-F20F-82FD95F10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561" y="5431857"/>
            <a:ext cx="2535632" cy="75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4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FEDD1-2AAF-D953-9429-7965FB4D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2F3D837-2313-41B8-1839-81548BFD12D6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DBDA1-F476-4002-C6BB-E022FA1C22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52248-5A1C-B03E-4E4E-D9018243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FB4C1-9E88-4861-908C-FB339AED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04E56A3-9E8C-68B3-3F54-92FE59199FAD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0697143-1327-F4FE-1056-C65427E25D57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9D6E333-38D6-C1C1-04B3-81ECDAAFE924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A597EA02-9D99-A258-5EA4-8D7B97D6C3D1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661C924-1128-8A4F-3F66-F4E77B0145BD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BB85295-257B-4BB8-7DC6-2AA6B5DB860C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Unbalanced Three Phase System (contd.)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FAE44F2-A5A4-4F21-31B1-C30F9BE9A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644" y="1295123"/>
            <a:ext cx="9538711" cy="483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059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0875D-E5DE-8EC0-1BDC-C0D893A9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1375C52-09D7-0BD1-4100-BA1EDC00E73F}"/>
              </a:ext>
            </a:extLst>
          </p:cNvPr>
          <p:cNvSpPr txBox="1"/>
          <p:nvPr/>
        </p:nvSpPr>
        <p:spPr>
          <a:xfrm>
            <a:off x="4189066" y="2667253"/>
            <a:ext cx="3813865" cy="1523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/>
            <a:r>
              <a:rPr lang="en-US" sz="3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50778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243</Words>
  <Application>Microsoft Office PowerPoint</Application>
  <PresentationFormat>Widescreen</PresentationFormat>
  <Paragraphs>43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 M. Ashik Al Mashrafi</dc:creator>
  <cp:lastModifiedBy>S. M. Ashik Al Mashrafi</cp:lastModifiedBy>
  <cp:revision>88</cp:revision>
  <dcterms:created xsi:type="dcterms:W3CDTF">2025-07-26T10:31:05Z</dcterms:created>
  <dcterms:modified xsi:type="dcterms:W3CDTF">2026-01-28T01:49:45Z</dcterms:modified>
</cp:coreProperties>
</file>