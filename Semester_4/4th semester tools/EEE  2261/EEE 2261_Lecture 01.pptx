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2"/>
  </p:notesMasterIdLst>
  <p:sldIdLst>
    <p:sldId id="263" r:id="rId2"/>
    <p:sldId id="265" r:id="rId3"/>
    <p:sldId id="267" r:id="rId4"/>
    <p:sldId id="269" r:id="rId5"/>
    <p:sldId id="270" r:id="rId6"/>
    <p:sldId id="271" r:id="rId7"/>
    <p:sldId id="272" r:id="rId8"/>
    <p:sldId id="273" r:id="rId9"/>
    <p:sldId id="27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4E10"/>
    <a:srgbClr val="548235"/>
    <a:srgbClr val="D4B309"/>
    <a:srgbClr val="00410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FE013-CA25-47D5-A3CA-40C6CCB1980D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3FC4-7E90-4A4D-B9BE-3E3B19ADB2B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748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0E7-2ACB-3AD6-7A52-99E43E2F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F644-4E22-4251-B51F-C031EA08D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5572-C2B3-8B71-B357-5C368C55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CAC-6691-CAEE-2848-379B5CC36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27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AE9-4CE0-8D35-CFD0-14860AF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B3785-05F0-D3D3-FEA6-C6A34A65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4CFA-8F21-872E-0FB8-CB8A3E1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7036-48F0-AFD7-A516-D1F20BBC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E955-2054-AC07-C669-C2AD9CA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81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0A6-970C-349B-85A7-129CBABD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CC-9BCA-5D16-1304-808D0E0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2ED1-9492-9405-6343-9048603A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45-04EF-D507-D3EB-676F0ED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6B0-80F2-5162-DEDE-C9AF421A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96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6CE5-68A0-CE57-F555-9354E94C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59EE-3894-81C3-1C2D-A0C1381FA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821-C52C-1639-3420-9102C91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00-D01B-2F2D-2D8E-836CF265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4D55-8F7E-7450-4682-582C413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B6D-2269-B0B8-AE5A-7E61CC3B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DF18-22AB-95D2-6975-59495966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AA14-9EE3-FCC8-A879-5A0AFC75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A36E-0BD4-2C5F-65B3-0833A013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DCF-71BC-D13D-190E-68CEF97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A933-5CD1-9E4C-EB2A-B82BAE6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341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AD46-28D5-C95F-D682-481DE22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6BA3-5526-EB1B-99FB-0767C715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E715-3397-5E0F-573E-E2C26708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1A2BB-FD2F-8093-33E0-6A83D46B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7CB4-8C4D-7653-E174-AB249FD4E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05505-F43F-2BA7-8852-2C57C1B0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88E68-E215-05D3-793E-0DDD76A7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EF46-4E46-9FB0-8A05-4947E24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6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A0DF-AAC5-3B04-0E5C-A20192A7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255A2-00E2-2264-8909-D4ED1773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24C93-047F-1636-44B4-E998B308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B603-E7C9-C7EC-45CA-3331E025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421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F47B1-0D87-826D-C939-6DD0DA9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C093-BFB0-4CD2-10BD-B69F9D9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D88B-2189-0E63-3CEA-527B657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06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9EE-5F0D-EF0C-C327-42D31FD6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B883-71A5-2EC4-9179-08FA3DD3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60CBB-2FDD-6B1F-06E2-47D76132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95F2-9072-931C-7193-7B7E63B5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47C83-1249-57FE-AFC1-C4345FD4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804F-31BC-14A0-E5DB-780AC7C4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27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C8D4-53DD-6C83-3FC6-0382BFD6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2DD3D-509F-ED28-2B51-8E06ACFC6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8984-517B-3836-F931-469F82BD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E406-2FE5-3E37-F592-B5F099B3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A0A20-0B1C-F85F-E0B9-908047A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103D-3958-2A70-0395-51CF78C4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0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D840-3BE4-A51F-B875-8D9B526E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5D4A-D2F4-562B-DD70-3906C830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221D-2087-3904-EC97-9C89D3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6333-7792-7193-74B7-67F7CEED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02A1-06CF-4FA2-0CC2-5CF34AD3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37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EF0C3-E988-167C-ADFB-CB590DDA7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ADBC-C152-41F4-E0E2-E63B1A73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2A6D-AA5F-1F9A-591D-B16754F6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F5DD-D699-F48F-C84C-F5FFC32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1F98-18BE-189D-8FAA-0974840D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75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7B0A-AF37-95F4-0B6B-42A3DBD9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289-8198-FE45-E688-735246C0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22DAB-FFA2-3F6F-F390-13AD02012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8A640-25F1-40E8-B0AA-532BA55561D7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FCC-5305-40AC-B83B-89E8ECA8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C4F0-1D23-F7C5-F90F-BC1B32B4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99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6FBDF-3E7C-4C31-6DE4-B72761D0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3AAC3B-65CB-D4A9-34F4-21E8C41351B6}"/>
              </a:ext>
            </a:extLst>
          </p:cNvPr>
          <p:cNvSpPr/>
          <p:nvPr/>
        </p:nvSpPr>
        <p:spPr>
          <a:xfrm>
            <a:off x="5490410" y="188276"/>
            <a:ext cx="1211180" cy="11990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961E5-478F-A79B-43A8-F70980DE0B54}"/>
              </a:ext>
            </a:extLst>
          </p:cNvPr>
          <p:cNvSpPr txBox="1"/>
          <p:nvPr/>
        </p:nvSpPr>
        <p:spPr>
          <a:xfrm>
            <a:off x="0" y="1562939"/>
            <a:ext cx="12192000" cy="1323439"/>
          </a:xfrm>
          <a:prstGeom prst="rect">
            <a:avLst/>
          </a:prstGeom>
          <a:solidFill>
            <a:srgbClr val="004101">
              <a:alpha val="90000"/>
            </a:srgbClr>
          </a:solidFill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</a:p>
          <a:p>
            <a:pPr algn="ctr"/>
            <a:r>
              <a:rPr lang="en-US" altLang="en-US" sz="3200" b="1" kern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US" altLang="en-US" sz="1000" b="1" kern="0" dirty="0">
              <a:solidFill>
                <a:srgbClr val="D4B3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95D7-68E5-7035-9CFE-91863161DD9C}"/>
              </a:ext>
            </a:extLst>
          </p:cNvPr>
          <p:cNvSpPr txBox="1"/>
          <p:nvPr/>
        </p:nvSpPr>
        <p:spPr>
          <a:xfrm>
            <a:off x="0" y="3017516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EEE 2261: Electrical Drives and Instrumentation</a:t>
            </a:r>
          </a:p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Winter 2025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C97A6-7890-73CE-1442-7F163C2457CD}"/>
              </a:ext>
            </a:extLst>
          </p:cNvPr>
          <p:cNvSpPr txBox="1"/>
          <p:nvPr/>
        </p:nvSpPr>
        <p:spPr>
          <a:xfrm>
            <a:off x="0" y="397162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C93F6-5797-B729-4B18-6818906D95C4}"/>
              </a:ext>
            </a:extLst>
          </p:cNvPr>
          <p:cNvSpPr txBox="1"/>
          <p:nvPr/>
        </p:nvSpPr>
        <p:spPr>
          <a:xfrm>
            <a:off x="0" y="629752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Credit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3.0		Credit Taking: 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en-US" altLang="en-US" sz="16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D4C92-EC56-E8EF-1BD7-F12CC3801517}"/>
              </a:ext>
            </a:extLst>
          </p:cNvPr>
          <p:cNvSpPr txBox="1"/>
          <p:nvPr/>
        </p:nvSpPr>
        <p:spPr>
          <a:xfrm>
            <a:off x="3667761" y="4772001"/>
            <a:ext cx="4856479" cy="1300356"/>
          </a:xfrm>
          <a:prstGeom prst="rect">
            <a:avLst/>
          </a:prstGeom>
          <a:solidFill>
            <a:srgbClr val="004101">
              <a:alpha val="10000"/>
            </a:srgb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altLang="en-US" sz="500" b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Ashik Al Mashrafi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EEE, BAUET</a:t>
            </a:r>
          </a:p>
          <a:p>
            <a:pPr algn="ctr"/>
            <a:endParaRPr lang="en-US" altLang="en-US" sz="5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6C03F-1D48-DA2D-BC6F-B230E513F33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046E-EC44-FE27-7488-4BEF0C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30AF-B0B4-48F4-9699-52FEF036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2F26-57C8-F92D-E92A-FB8AF85C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07FC9B-4BFF-0C3A-C226-30745EBB849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6757BF-5012-9536-9DD1-71121A3472F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AA7ABA-FEFA-CD6A-BDC7-563720AC78D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512CC8B-DDA4-59C2-FC3E-4581E586BA6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F09B41-ADF4-770A-EB6E-CFEFCE44654B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D0AA4-E205-A8BB-ECF1-B179E557E8D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Content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000F72-B9C9-41A1-EE29-91055638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037105"/>
              </p:ext>
            </p:extLst>
          </p:nvPr>
        </p:nvGraphicFramePr>
        <p:xfrm>
          <a:off x="591151" y="1345233"/>
          <a:ext cx="11009698" cy="47634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4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r>
                        <a:rPr lang="en-US" sz="2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Three   phase   circuits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alternators   and transformers,   principles   &amp; operation  of  DC  Machines,  synchronous,  induction,  universal  and  stepper  motors, thyristor and microprocessor-based speed control of motors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Instrumentation   Amplifiers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Differential,   logarithmic,   and   chopper   amplifiers, frequency and voltage  measurements using digital techniques, recorders and display devices,  spectrum  analyzers  and  logic  analyzers,  data  acquisition  and  interfacing  to microprocessor-based systems;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Transducers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Terminology,  types  of  transducers,  principles  and  applications  of photovoltaic,  piezoelectric,  thermoelectric,  variable  resistance  and  opto-electronics transducers. Noise reduction in instrumentation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D882B-2819-885E-03D4-60C31271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98F09D-4FF5-4D69-86CA-BEE4D7115BD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B3DD-D9D2-90E9-6095-E4C8A7D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02D05-36D2-4BF0-5C0A-0E538510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6FF2-B958-3E3E-735B-AB68FB93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F8ECBA-B14E-6D69-1445-643B23A8B86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42584F-04D2-7973-6B01-06743DDCE37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E67F99-5484-38FD-72AE-93EE8F4FE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6EA36CF-3D79-1A09-1C69-A4EEE1697A7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C4384C-C05B-5816-C2C8-B9C8C0CA7AF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219D76-3564-CA1D-9C69-A86546A6852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6E494FE-1CB6-DDF6-2DDF-1B073C32D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" y="2609778"/>
            <a:ext cx="4427604" cy="16384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298423-AA96-876E-5593-282DA1490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901" y="2163970"/>
            <a:ext cx="4351397" cy="25300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44B8F19-67FD-AD2A-34C4-341E5E83CE3A}"/>
              </a:ext>
            </a:extLst>
          </p:cNvPr>
          <p:cNvSpPr txBox="1"/>
          <p:nvPr/>
        </p:nvSpPr>
        <p:spPr>
          <a:xfrm>
            <a:off x="838200" y="4927241"/>
            <a:ext cx="4432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Single phase two wire system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08845E-5EFF-4BFD-65D6-243D41CFAD2E}"/>
              </a:ext>
            </a:extLst>
          </p:cNvPr>
          <p:cNvSpPr txBox="1"/>
          <p:nvPr/>
        </p:nvSpPr>
        <p:spPr>
          <a:xfrm>
            <a:off x="6434901" y="4927241"/>
            <a:ext cx="4351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Single phase three wire system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1F2CB-F581-574C-3D4F-AB3B6432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15E135-8AD2-E2F9-8222-33B0D2DB87EC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2FF4B-D850-8350-2549-976D63A4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D3DF9-7D22-BCA4-9884-A824AF88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2A45F-479C-55ED-621D-82C1DDD9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E769AE0-EC7F-5C28-166F-F55DE5EFBD85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221B5C-A8A2-DFF5-DF8F-87A483D1623A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D05232F-60FE-A313-4E41-B82D11877A60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8976344C-D926-E71E-F017-6BF12CDE1CF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4622B4-5316-152F-4356-F3C88F1EDF71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BD88EAC-F2DB-05AA-BC5B-0235141F8030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Polyphase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28E7CF9-C8A9-F8A9-9773-2DD48BF9E667}"/>
              </a:ext>
            </a:extLst>
          </p:cNvPr>
          <p:cNvSpPr txBox="1"/>
          <p:nvPr/>
        </p:nvSpPr>
        <p:spPr>
          <a:xfrm>
            <a:off x="838200" y="4927241"/>
            <a:ext cx="4432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Two phase three wire system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4A60FE-DEF6-3CC0-74AD-E574DFD75554}"/>
              </a:ext>
            </a:extLst>
          </p:cNvPr>
          <p:cNvSpPr txBox="1"/>
          <p:nvPr/>
        </p:nvSpPr>
        <p:spPr>
          <a:xfrm>
            <a:off x="6434901" y="5442268"/>
            <a:ext cx="4351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Three phase four wire system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F2A4C-A7B6-A3AA-27E6-A74E73CC81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30" y="2163970"/>
            <a:ext cx="4656223" cy="23928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1EA69E-B628-189A-703F-EBADFD756D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918" y="1516213"/>
            <a:ext cx="4633362" cy="36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05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794F8-EA08-901D-87C8-BC299CCC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33FEBB-EB2A-6EC5-8991-913F82083291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A2FF3-776C-D001-3EF3-A34E61E8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DDB15-66A0-1397-0AD7-EC89D46F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0E7B4-293B-429D-1836-53BCDE30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E0A2542-3803-F773-BF4F-48CE2CED7A5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BF516E9-EBF3-AA46-F489-F9277FDFAEB6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4D359DA-CE49-59B0-C12E-C95B9F4AE097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EE18CBA3-7867-B3D9-AE3E-4A9482F05D2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1E5B563-403A-3E8A-1DCD-24CF250F533F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B6552D-EB3F-9E7D-5A9B-E3CBBF34592B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Polyphase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BEF887F-8CF4-4F7E-54E6-E4A61B15007F}"/>
              </a:ext>
            </a:extLst>
          </p:cNvPr>
          <p:cNvSpPr txBox="1"/>
          <p:nvPr/>
        </p:nvSpPr>
        <p:spPr>
          <a:xfrm>
            <a:off x="6434901" y="5442268"/>
            <a:ext cx="4351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Three phase four wire system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43D060-EE33-9E6E-824C-59B614A430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918" y="1516213"/>
            <a:ext cx="4633362" cy="368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9B88A5-F955-7696-9416-9B53C6A0D88F}"/>
              </a:ext>
            </a:extLst>
          </p:cNvPr>
          <p:cNvSpPr txBox="1"/>
          <p:nvPr/>
        </p:nvSpPr>
        <p:spPr>
          <a:xfrm>
            <a:off x="249364" y="1407468"/>
            <a:ext cx="5551996" cy="16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Circuits or systems in which the ac sources operate at the </a:t>
            </a:r>
            <a:r>
              <a:rPr lang="en-US" sz="2400" b="0" i="0" u="none" strike="noStrike" baseline="0" dirty="0">
                <a:solidFill>
                  <a:schemeClr val="accent2"/>
                </a:solidFill>
                <a:latin typeface="Times New Roman" panose="02020603050405020304" pitchFamily="18" charset="0"/>
              </a:rPr>
              <a:t>same frequency 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but </a:t>
            </a:r>
            <a:r>
              <a:rPr lang="en-US" sz="24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different phases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are known as </a:t>
            </a:r>
            <a:r>
              <a:rPr lang="en-US" sz="2400" i="1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</a:rPr>
              <a:t>polyphase</a:t>
            </a:r>
            <a:r>
              <a:rPr lang="en-US" sz="2400" b="0" i="1" u="none" strike="noStrike" baseline="0" dirty="0">
                <a:latin typeface="Times New Roman" panose="02020603050405020304" pitchFamily="18" charset="0"/>
              </a:rPr>
              <a:t>.</a:t>
            </a:r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3810470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35F78-B033-F93D-BB25-49369D35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78EF1-8CA6-BE3E-3521-AA3F57BE1870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B4252-589D-BB7C-79F8-0918F7FB93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D8457-8936-20F6-4DB7-B2EB7F3E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2F1A0-A9D1-4BB1-5CC7-23818B0D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4CA56C-E7EB-914E-C30A-4EE955C20F30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40582D9-0C65-9F18-4485-CD0790FB9EDE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2F717C-E414-F5EF-3EAF-E0511B5ADFA9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CCCE8C84-6202-695C-E317-AAD86EDCBBDA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2D8CB90-F1A3-6ED3-032C-A8D65DB6F93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987FE6-91F9-B09C-CFB2-8B6847E7A9BE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Polyphase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4B3F8A1-7051-9B0F-C407-784FB765D8F4}"/>
              </a:ext>
            </a:extLst>
          </p:cNvPr>
          <p:cNvSpPr txBox="1"/>
          <p:nvPr/>
        </p:nvSpPr>
        <p:spPr>
          <a:xfrm>
            <a:off x="7002403" y="5442268"/>
            <a:ext cx="4351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5: Three phase generator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F6362A-857A-B4E1-2B11-BE8D681074E3}"/>
              </a:ext>
            </a:extLst>
          </p:cNvPr>
          <p:cNvSpPr txBox="1"/>
          <p:nvPr/>
        </p:nvSpPr>
        <p:spPr>
          <a:xfrm>
            <a:off x="249364" y="1407468"/>
            <a:ext cx="55519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two-phase system</a:t>
            </a:r>
            <a:r>
              <a:rPr lang="en-US" sz="2400" dirty="0">
                <a:latin typeface="Times New Roman" panose="02020603050405020304" pitchFamily="18" charset="0"/>
              </a:rPr>
              <a:t> is produced by a generator consisting of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two coils </a:t>
            </a:r>
            <a:r>
              <a:rPr lang="en-US" sz="2400" dirty="0">
                <a:latin typeface="Times New Roman" panose="02020603050405020304" pitchFamily="18" charset="0"/>
              </a:rPr>
              <a:t>placed perpendicular to each other so that the voltage generated by one lags the other by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90</a:t>
            </a:r>
            <a:r>
              <a:rPr lang="en-AE" sz="2400" dirty="0">
                <a:solidFill>
                  <a:schemeClr val="accent2"/>
                </a:solidFill>
              </a:rPr>
              <a:t>°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AE" sz="2400" dirty="0">
              <a:solidFill>
                <a:schemeClr val="accent2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By the same token, a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three-phase</a:t>
            </a:r>
            <a:r>
              <a:rPr lang="en-US" sz="2400" dirty="0">
                <a:latin typeface="Times New Roman" panose="02020603050405020304" pitchFamily="18" charset="0"/>
              </a:rPr>
              <a:t> system is produced by a generator consisting of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three sources </a:t>
            </a:r>
            <a:r>
              <a:rPr lang="en-US" sz="2400" dirty="0">
                <a:latin typeface="Times New Roman" panose="02020603050405020304" pitchFamily="18" charset="0"/>
              </a:rPr>
              <a:t>having the same amplitude and frequency but out of phase with each other by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120</a:t>
            </a:r>
            <a:r>
              <a:rPr lang="en-AE" sz="2400" dirty="0">
                <a:solidFill>
                  <a:srgbClr val="00B050"/>
                </a:solidFill>
              </a:rPr>
              <a:t>°</a:t>
            </a:r>
          </a:p>
        </p:txBody>
      </p:sp>
      <p:pic>
        <p:nvPicPr>
          <p:cNvPr id="1030" name="Picture 6" descr="3 Phase GIFs - Find &amp; Share on GIPHY">
            <a:extLst>
              <a:ext uri="{FF2B5EF4-FFF2-40B4-BE49-F238E27FC236}">
                <a16:creationId xmlns:a16="http://schemas.microsoft.com/office/drawing/2014/main" id="{67500B58-50CF-8962-4952-F02BA38F71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1"/>
          <a:stretch>
            <a:fillRect/>
          </a:stretch>
        </p:blipFill>
        <p:spPr bwMode="auto">
          <a:xfrm>
            <a:off x="6096000" y="1804451"/>
            <a:ext cx="5715000" cy="332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851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26DEC-9042-2415-96EE-65506771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3A407B-BEE7-D55B-C5C7-C994A1184841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93EBA-DF20-F25B-434A-84CC29F6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C063D-4181-1032-1841-927B43A2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FCA06-51BA-9701-D032-20130C7C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C4A92A2-650E-F04C-33E6-29531D4DCFE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904248D-7983-E9EC-513E-C893FB70E75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BB62816-7AED-C752-0161-07F5BCE43819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C968E05-CEF1-52CB-6955-F7E287DFDB23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FD75D58-FD6F-FAF6-8A63-FC391F3408B1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2A80F4-942E-DD00-63B0-F5E7397B6158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D922686-2B95-0B25-2A23-F4CBE86CC4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1" y="2067609"/>
            <a:ext cx="2936032" cy="27815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AFD117-7A49-80B7-A9B9-275E1C6A10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77" y="2079971"/>
            <a:ext cx="3004024" cy="2756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6ADBF8-7F75-0538-29C7-AFA47940CF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43" y="2349285"/>
            <a:ext cx="3773795" cy="22181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999DBF6-E3CA-717B-2652-BC7778C14AFC}"/>
              </a:ext>
            </a:extLst>
          </p:cNvPr>
          <p:cNvSpPr txBox="1"/>
          <p:nvPr/>
        </p:nvSpPr>
        <p:spPr>
          <a:xfrm>
            <a:off x="675342" y="4836751"/>
            <a:ext cx="3773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6: Three phase signal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1FDE46-FBAF-1872-9B82-781BDBFA81A6}"/>
              </a:ext>
            </a:extLst>
          </p:cNvPr>
          <p:cNvSpPr txBox="1"/>
          <p:nvPr/>
        </p:nvSpPr>
        <p:spPr>
          <a:xfrm>
            <a:off x="4947539" y="4905210"/>
            <a:ext cx="29360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7: Phasor diagram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sequence /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sequence)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888FC6-A2B9-9426-D7F2-E2A39F363BF2}"/>
              </a:ext>
            </a:extLst>
          </p:cNvPr>
          <p:cNvSpPr txBox="1"/>
          <p:nvPr/>
        </p:nvSpPr>
        <p:spPr>
          <a:xfrm>
            <a:off x="8381974" y="4905210"/>
            <a:ext cx="30040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8: Phasor diagram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sequence /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sequence)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222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20553-41FE-148C-4A3B-99C63647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176772-EC39-E6EF-B4DC-E7D97527F959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39059-8B4D-27AC-A609-8F7DA554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274F4-0B9B-A1AF-B78E-C6D969AE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5BD63-5AFB-5E9D-6117-D53A9EFE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FE0A14-24B8-EEE5-CD35-F0C0135BE64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F86B6F0-C687-C9ED-B9EA-A3AE3625BE04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80F4079-36DB-C0EB-4364-3C182380CCE8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B56CC239-AF7F-B9DF-3ECD-E31531F7AF01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799C05D-DAE0-B5B7-8D8B-853132165692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F4B367-AC0C-BABF-426D-95D9C90301B8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D2A2444-492E-C76C-C8ED-492035961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1" y="2067609"/>
            <a:ext cx="2936032" cy="27815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C1B964-9FF1-0850-9897-37985EFC7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43" y="2349285"/>
            <a:ext cx="3773795" cy="22181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5A16C67-50D2-C913-75CA-76030E695058}"/>
              </a:ext>
            </a:extLst>
          </p:cNvPr>
          <p:cNvSpPr txBox="1"/>
          <p:nvPr/>
        </p:nvSpPr>
        <p:spPr>
          <a:xfrm>
            <a:off x="675342" y="4836751"/>
            <a:ext cx="3773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6: Three phase signal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6C8606-C665-48C2-FA32-CA59B76D0A7E}"/>
              </a:ext>
            </a:extLst>
          </p:cNvPr>
          <p:cNvSpPr txBox="1"/>
          <p:nvPr/>
        </p:nvSpPr>
        <p:spPr>
          <a:xfrm>
            <a:off x="4947539" y="4905210"/>
            <a:ext cx="29360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7: Phasor diagram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sequence /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sequence)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3F7A4C-768C-0A93-99B2-4A71ACBEE1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76" y="2067609"/>
            <a:ext cx="2842506" cy="9983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76A1BC-D789-F8D3-399D-B4A20A3403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76" y="3515459"/>
            <a:ext cx="3434104" cy="13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0ABE4-5494-E480-FB41-4E16DBAC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9814F67-8EA8-BF7B-F87E-BC5C2CB6FF05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6C93D-CCF8-9E6E-E542-C3853EEF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F7E9B-AC90-5C83-965D-41506269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6A91C-925D-2892-E28C-6994C2E4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06E239-84E2-F9FC-4D87-23B942120A18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107BBDF-6361-413F-8BF7-9321280D394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8122DDF-8E91-966D-CA54-5C0EDA5955C4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B0664E61-32B9-C617-3C40-8AD52653E4AC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382C4D-4747-7DB5-F9BD-46A56808572E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DAA7BA-D887-991A-348A-D7006DC3AE3A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ADC212D-D810-3599-BC20-E65F9D756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7609"/>
            <a:ext cx="2842506" cy="9983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7F4C40-3A6D-769C-90AA-B265F20980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92085"/>
            <a:ext cx="3434104" cy="13369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52855D-6DBF-55FA-D157-219E5034C2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067609"/>
            <a:ext cx="6942552" cy="13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84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0875D-E5DE-8EC0-1BDC-C0D893A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23D823-3E6D-C6FE-FAC8-655E385AB7E2}"/>
              </a:ext>
            </a:extLst>
          </p:cNvPr>
          <p:cNvSpPr txBox="1"/>
          <p:nvPr/>
        </p:nvSpPr>
        <p:spPr>
          <a:xfrm>
            <a:off x="4189066" y="2667253"/>
            <a:ext cx="3813865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r>
              <a:rPr lang="en-US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58325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424</Words>
  <Application>Microsoft Office PowerPoint</Application>
  <PresentationFormat>Widescreen</PresentationFormat>
  <Paragraphs>69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M. Ashik Al Mashrafi</dc:creator>
  <cp:lastModifiedBy>S. M. Ashik Al Mashrafi</cp:lastModifiedBy>
  <cp:revision>50</cp:revision>
  <dcterms:created xsi:type="dcterms:W3CDTF">2025-07-26T10:31:05Z</dcterms:created>
  <dcterms:modified xsi:type="dcterms:W3CDTF">2026-01-26T03:04:10Z</dcterms:modified>
</cp:coreProperties>
</file>